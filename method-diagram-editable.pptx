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8" r:id="rId2"/>
    <p:sldId id="256" r:id="rId3"/>
    <p:sldId id="257" r:id="rId4"/>
    <p:sldId id="259" r:id="rId5"/>
    <p:sldId id="260" r:id="rId6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5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6CFEA-0A54-8B23-D532-D945F7503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9E81F-D45E-BB84-5298-B4CC06763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AA775D-3125-3A9C-A38B-068C81B54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261D6-C742-9DE1-5231-7B2C990B2A8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0092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D2F30-87D2-4707-8AC3-05167354C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FE22C6-18B0-D0EB-604A-044C99511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C4D46-0E49-6C59-388D-1748CC617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user-supplied image “ChatGPT Image Sep 24, 2026, 11_33_02 AM.png”.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B192F-E800-4AFE-0CAB-C6FBC621E1A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428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986A0-6A77-8A2F-08D5-F7AC7990C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5 green framework panel">
            <a:extLst>
              <a:ext uri="{FF2B5EF4-FFF2-40B4-BE49-F238E27FC236}">
                <a16:creationId xmlns:a16="http://schemas.microsoft.com/office/drawing/2014/main" id="{1C53E346-1F03-9435-55FA-D3784E1C1A71}"/>
              </a:ext>
            </a:extLst>
          </p:cNvPr>
          <p:cNvSpPr>
            <a:spLocks/>
          </p:cNvSpPr>
          <p:nvPr/>
        </p:nvSpPr>
        <p:spPr>
          <a:xfrm>
            <a:off x="4733925" y="85725"/>
            <a:ext cx="7429500" cy="7877175"/>
          </a:xfrm>
          <a:prstGeom prst="roundRect">
            <a:avLst>
              <a:gd name="adj" fmla="val 2308"/>
            </a:avLst>
          </a:prstGeom>
          <a:gradFill>
            <a:gsLst>
              <a:gs pos="0">
                <a:srgbClr val="EAFEF5"/>
              </a:gs>
              <a:gs pos="100000">
                <a:srgbClr val="F3FFF8"/>
              </a:gs>
            </a:gsLst>
            <a:lin ang="5400000"/>
          </a:gradFill>
          <a:ln w="10478">
            <a:solidFill>
              <a:srgbClr val="20AC7A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6 rect">
            <a:extLst>
              <a:ext uri="{FF2B5EF4-FFF2-40B4-BE49-F238E27FC236}">
                <a16:creationId xmlns:a16="http://schemas.microsoft.com/office/drawing/2014/main" id="{11C2C599-FF77-B37C-5D9F-22BC33230FCF}"/>
              </a:ext>
            </a:extLst>
          </p:cNvPr>
          <p:cNvSpPr>
            <a:spLocks/>
          </p:cNvSpPr>
          <p:nvPr/>
        </p:nvSpPr>
        <p:spPr>
          <a:xfrm>
            <a:off x="4762500" y="85725"/>
            <a:ext cx="7391400" cy="552356"/>
          </a:xfrm>
          <a:prstGeom prst="roundRect">
            <a:avLst>
              <a:gd name="adj" fmla="val 26563"/>
            </a:avLst>
          </a:prstGeom>
          <a:gradFill>
            <a:gsLst>
              <a:gs pos="0">
                <a:srgbClr val="C0EAD9"/>
              </a:gs>
              <a:gs pos="100000">
                <a:srgbClr val="D1EFE1"/>
              </a:gs>
            </a:gsLst>
            <a:lin ang="5400000"/>
          </a:gradFill>
          <a:ln w="0">
            <a:noFill/>
          </a:ln>
        </p:spPr>
      </p:sp>
      <p:sp>
        <p:nvSpPr>
          <p:cNvPr id="8" name="8 Dependency Guided Multi-Agent Framework">
            <a:extLst>
              <a:ext uri="{FF2B5EF4-FFF2-40B4-BE49-F238E27FC236}">
                <a16:creationId xmlns:a16="http://schemas.microsoft.com/office/drawing/2014/main" id="{64E37082-E345-0B71-ECD1-A50AB9B05BE4}"/>
              </a:ext>
            </a:extLst>
          </p:cNvPr>
          <p:cNvSpPr>
            <a:spLocks/>
          </p:cNvSpPr>
          <p:nvPr/>
        </p:nvSpPr>
        <p:spPr>
          <a:xfrm>
            <a:off x="4933950" y="133350"/>
            <a:ext cx="7048500" cy="37795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Dependency Guided Multi-Agent Framework</a:t>
            </a:r>
          </a:p>
        </p:txBody>
      </p:sp>
      <p:sp>
        <p:nvSpPr>
          <p:cNvPr id="505" name="1 orange setting panel">
            <a:extLst>
              <a:ext uri="{FF2B5EF4-FFF2-40B4-BE49-F238E27FC236}">
                <a16:creationId xmlns:a16="http://schemas.microsoft.com/office/drawing/2014/main" id="{48B56C8A-CFE1-5C53-AD4F-967E41CD5622}"/>
              </a:ext>
            </a:extLst>
          </p:cNvPr>
          <p:cNvSpPr>
            <a:spLocks/>
          </p:cNvSpPr>
          <p:nvPr/>
        </p:nvSpPr>
        <p:spPr>
          <a:xfrm>
            <a:off x="1947333" y="62960"/>
            <a:ext cx="2233858" cy="3996807"/>
          </a:xfrm>
          <a:prstGeom prst="roundRect">
            <a:avLst>
              <a:gd name="adj" fmla="val 3846"/>
            </a:avLst>
          </a:prstGeom>
          <a:gradFill>
            <a:gsLst>
              <a:gs pos="0">
                <a:srgbClr val="FFEEE2"/>
              </a:gs>
              <a:gs pos="100000">
                <a:srgbClr val="FFF8F1"/>
              </a:gs>
            </a:gsLst>
            <a:lin ang="5400000"/>
          </a:gradFill>
          <a:ln w="10478">
            <a:solidFill>
              <a:srgbClr val="EF6B2C"/>
            </a:solidFill>
          </a:ln>
        </p:spPr>
      </p:sp>
      <p:sp>
        <p:nvSpPr>
          <p:cNvPr id="2" name="2 setting title strip">
            <a:extLst>
              <a:ext uri="{FF2B5EF4-FFF2-40B4-BE49-F238E27FC236}">
                <a16:creationId xmlns:a16="http://schemas.microsoft.com/office/drawing/2014/main" id="{0F281FFB-98CA-C851-CE10-01BDA856371D}"/>
              </a:ext>
            </a:extLst>
          </p:cNvPr>
          <p:cNvSpPr>
            <a:spLocks/>
          </p:cNvSpPr>
          <p:nvPr/>
        </p:nvSpPr>
        <p:spPr>
          <a:xfrm>
            <a:off x="1947332" y="66676"/>
            <a:ext cx="2233859" cy="571500"/>
          </a:xfrm>
          <a:prstGeom prst="roundRect">
            <a:avLst>
              <a:gd name="adj" fmla="val 15741"/>
            </a:avLst>
          </a:prstGeom>
          <a:gradFill>
            <a:gsLst>
              <a:gs pos="0">
                <a:srgbClr val="FFCFB0"/>
              </a:gs>
              <a:gs pos="100000">
                <a:srgbClr val="FFE6D3"/>
              </a:gs>
            </a:gsLst>
            <a:lin ang="5400000"/>
          </a:gradFill>
          <a:ln w="0">
            <a:noFill/>
          </a:ln>
        </p:spPr>
      </p:sp>
      <p:sp>
        <p:nvSpPr>
          <p:cNvPr id="4" name="4 Migration Setting">
            <a:extLst>
              <a:ext uri="{FF2B5EF4-FFF2-40B4-BE49-F238E27FC236}">
                <a16:creationId xmlns:a16="http://schemas.microsoft.com/office/drawing/2014/main" id="{82921451-1F32-00FB-BC48-07C851E82793}"/>
              </a:ext>
            </a:extLst>
          </p:cNvPr>
          <p:cNvSpPr>
            <a:spLocks/>
          </p:cNvSpPr>
          <p:nvPr/>
        </p:nvSpPr>
        <p:spPr>
          <a:xfrm>
            <a:off x="1835182" y="119625"/>
            <a:ext cx="2505075" cy="4251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Migration Setting</a:t>
            </a:r>
          </a:p>
        </p:txBody>
      </p:sp>
      <p:sp>
        <p:nvSpPr>
          <p:cNvPr id="9" name="9 blue output panel">
            <a:extLst>
              <a:ext uri="{FF2B5EF4-FFF2-40B4-BE49-F238E27FC236}">
                <a16:creationId xmlns:a16="http://schemas.microsoft.com/office/drawing/2014/main" id="{1CAE2608-C6CC-D7FA-BC47-9040E681F316}"/>
              </a:ext>
            </a:extLst>
          </p:cNvPr>
          <p:cNvSpPr>
            <a:spLocks/>
          </p:cNvSpPr>
          <p:nvPr/>
        </p:nvSpPr>
        <p:spPr>
          <a:xfrm>
            <a:off x="12287250" y="66675"/>
            <a:ext cx="3505200" cy="4702175"/>
          </a:xfrm>
          <a:prstGeom prst="roundRect">
            <a:avLst>
              <a:gd name="adj" fmla="val 4891"/>
            </a:avLst>
          </a:prstGeom>
          <a:gradFill>
            <a:gsLst>
              <a:gs pos="0">
                <a:srgbClr val="DDEAFF">
                  <a:alpha val="79000"/>
                </a:srgbClr>
              </a:gs>
              <a:gs pos="100000">
                <a:srgbClr val="F1F7FF"/>
              </a:gs>
            </a:gsLst>
            <a:lin ang="5400000"/>
          </a:gradFill>
          <a:ln w="10478">
            <a:solidFill>
              <a:srgbClr val="276CE6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" name="10 rect">
            <a:extLst>
              <a:ext uri="{FF2B5EF4-FFF2-40B4-BE49-F238E27FC236}">
                <a16:creationId xmlns:a16="http://schemas.microsoft.com/office/drawing/2014/main" id="{BB9DEB71-95A6-342E-97F8-6AC4254DE04F}"/>
              </a:ext>
            </a:extLst>
          </p:cNvPr>
          <p:cNvSpPr>
            <a:spLocks/>
          </p:cNvSpPr>
          <p:nvPr/>
        </p:nvSpPr>
        <p:spPr>
          <a:xfrm>
            <a:off x="12306300" y="85725"/>
            <a:ext cx="3467100" cy="571500"/>
          </a:xfrm>
          <a:prstGeom prst="roundRect">
            <a:avLst>
              <a:gd name="adj" fmla="val 28333"/>
            </a:avLst>
          </a:prstGeom>
          <a:gradFill>
            <a:gsLst>
              <a:gs pos="0">
                <a:srgbClr val="C0D8FC">
                  <a:alpha val="44000"/>
                  <a:lumMod val="100000"/>
                </a:srgbClr>
              </a:gs>
              <a:gs pos="100000">
                <a:srgbClr val="DAE8FF"/>
              </a:gs>
            </a:gsLst>
            <a:lin ang="5400000"/>
          </a:gradFill>
          <a:ln w="0">
            <a:noFill/>
          </a:ln>
        </p:spPr>
      </p:sp>
      <p:sp>
        <p:nvSpPr>
          <p:cNvPr id="13" name="13 Verified Output">
            <a:extLst>
              <a:ext uri="{FF2B5EF4-FFF2-40B4-BE49-F238E27FC236}">
                <a16:creationId xmlns:a16="http://schemas.microsoft.com/office/drawing/2014/main" id="{2E17E829-3806-9F23-AC23-60834694E55C}"/>
              </a:ext>
            </a:extLst>
          </p:cNvPr>
          <p:cNvSpPr>
            <a:spLocks/>
          </p:cNvSpPr>
          <p:nvPr/>
        </p:nvSpPr>
        <p:spPr>
          <a:xfrm>
            <a:off x="12477750" y="152400"/>
            <a:ext cx="3124200" cy="4251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Verified Output</a:t>
            </a:r>
          </a:p>
        </p:txBody>
      </p:sp>
      <p:sp>
        <p:nvSpPr>
          <p:cNvPr id="14" name="14 rect">
            <a:extLst>
              <a:ext uri="{FF2B5EF4-FFF2-40B4-BE49-F238E27FC236}">
                <a16:creationId xmlns:a16="http://schemas.microsoft.com/office/drawing/2014/main" id="{C5EFB68D-CFAE-44E6-82E4-6C4D7A1426D2}"/>
              </a:ext>
            </a:extLst>
          </p:cNvPr>
          <p:cNvSpPr>
            <a:spLocks/>
          </p:cNvSpPr>
          <p:nvPr/>
        </p:nvSpPr>
        <p:spPr>
          <a:xfrm>
            <a:off x="2019890" y="748761"/>
            <a:ext cx="2077004" cy="2045240"/>
          </a:xfrm>
          <a:prstGeom prst="roundRect">
            <a:avLst>
              <a:gd name="adj" fmla="val 4560"/>
            </a:avLst>
          </a:prstGeom>
          <a:gradFill>
            <a:gsLst>
              <a:gs pos="0">
                <a:srgbClr val="FFF2E3"/>
              </a:gs>
              <a:gs pos="100000">
                <a:srgbClr val="FFF8EE"/>
              </a:gs>
            </a:gsLst>
            <a:lin ang="5400000"/>
          </a:gradFill>
          <a:ln w="9525">
            <a:solidFill>
              <a:srgbClr val="F19861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21 Source Repository">
            <a:extLst>
              <a:ext uri="{FF2B5EF4-FFF2-40B4-BE49-F238E27FC236}">
                <a16:creationId xmlns:a16="http://schemas.microsoft.com/office/drawing/2014/main" id="{693C85A4-08BF-F40E-FD80-24ECF3474166}"/>
              </a:ext>
            </a:extLst>
          </p:cNvPr>
          <p:cNvSpPr>
            <a:spLocks/>
          </p:cNvSpPr>
          <p:nvPr/>
        </p:nvSpPr>
        <p:spPr>
          <a:xfrm>
            <a:off x="2455618" y="785041"/>
            <a:ext cx="1771650" cy="27165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Source Repository</a:t>
            </a:r>
          </a:p>
        </p:txBody>
      </p:sp>
      <p:sp>
        <p:nvSpPr>
          <p:cNvPr id="23" name="23 rect">
            <a:extLst>
              <a:ext uri="{FF2B5EF4-FFF2-40B4-BE49-F238E27FC236}">
                <a16:creationId xmlns:a16="http://schemas.microsoft.com/office/drawing/2014/main" id="{DEE4B284-894F-7F64-23E7-9C22156C9907}"/>
              </a:ext>
            </a:extLst>
          </p:cNvPr>
          <p:cNvSpPr>
            <a:spLocks/>
          </p:cNvSpPr>
          <p:nvPr/>
        </p:nvSpPr>
        <p:spPr>
          <a:xfrm>
            <a:off x="2076450" y="1251586"/>
            <a:ext cx="1943100" cy="1428114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1430">
            <a:solidFill>
              <a:srgbClr val="738FA3"/>
            </a:solidFill>
          </a:ln>
        </p:spPr>
      </p:sp>
      <p:sp>
        <p:nvSpPr>
          <p:cNvPr id="24" name="24 path">
            <a:extLst>
              <a:ext uri="{FF2B5EF4-FFF2-40B4-BE49-F238E27FC236}">
                <a16:creationId xmlns:a16="http://schemas.microsoft.com/office/drawing/2014/main" id="{046191BB-540A-1339-EFFA-FB4F14A9B8A8}"/>
              </a:ext>
            </a:extLst>
          </p:cNvPr>
          <p:cNvSpPr>
            <a:spLocks/>
          </p:cNvSpPr>
          <p:nvPr/>
        </p:nvSpPr>
        <p:spPr>
          <a:xfrm>
            <a:off x="2159058" y="1375029"/>
            <a:ext cx="186214" cy="136922"/>
          </a:xfrm>
          <a:custGeom>
            <a:avLst/>
            <a:gdLst/>
            <a:ahLst/>
            <a:cxnLst/>
            <a:rect l="0" t="0" r="0" b="0"/>
            <a:pathLst>
              <a:path w="186214" h="136922">
                <a:moveTo>
                  <a:pt x="0" y="0"/>
                </a:moveTo>
                <a:lnTo>
                  <a:pt x="65722" y="0"/>
                </a:lnTo>
                <a:lnTo>
                  <a:pt x="82153" y="21908"/>
                </a:lnTo>
                <a:lnTo>
                  <a:pt x="186214" y="21908"/>
                </a:lnTo>
                <a:lnTo>
                  <a:pt x="186214" y="136922"/>
                </a:lnTo>
                <a:lnTo>
                  <a:pt x="0" y="136922"/>
                </a:lnTo>
                <a:close/>
              </a:path>
            </a:pathLst>
          </a:custGeom>
          <a:solidFill>
            <a:srgbClr val="D2ECFF"/>
          </a:solidFill>
          <a:ln w="10954">
            <a:solidFill>
              <a:srgbClr val="003496"/>
            </a:solidFill>
          </a:ln>
        </p:spPr>
      </p:sp>
      <p:sp>
        <p:nvSpPr>
          <p:cNvPr id="25" name="25 path">
            <a:extLst>
              <a:ext uri="{FF2B5EF4-FFF2-40B4-BE49-F238E27FC236}">
                <a16:creationId xmlns:a16="http://schemas.microsoft.com/office/drawing/2014/main" id="{2B575AEE-BCBD-C246-2557-D4B890A785DF}"/>
              </a:ext>
            </a:extLst>
          </p:cNvPr>
          <p:cNvSpPr>
            <a:spLocks/>
          </p:cNvSpPr>
          <p:nvPr/>
        </p:nvSpPr>
        <p:spPr>
          <a:xfrm>
            <a:off x="2164535" y="1413367"/>
            <a:ext cx="175260" cy="98584"/>
          </a:xfrm>
          <a:custGeom>
            <a:avLst/>
            <a:gdLst/>
            <a:ahLst/>
            <a:cxnLst/>
            <a:rect l="0" t="0" r="0" b="0"/>
            <a:pathLst>
              <a:path w="175260" h="98584">
                <a:moveTo>
                  <a:pt x="0" y="0"/>
                </a:moveTo>
                <a:lnTo>
                  <a:pt x="175260" y="0"/>
                </a:lnTo>
                <a:lnTo>
                  <a:pt x="175260" y="98584"/>
                </a:lnTo>
                <a:lnTo>
                  <a:pt x="0" y="98584"/>
                </a:lnTo>
                <a:close/>
              </a:path>
            </a:pathLst>
          </a:custGeom>
          <a:solidFill>
            <a:srgbClr val="F7FCFF"/>
          </a:solidFill>
          <a:ln w="7120">
            <a:solidFill>
              <a:srgbClr val="003496"/>
            </a:solidFill>
          </a:ln>
        </p:spPr>
      </p:sp>
      <p:sp>
        <p:nvSpPr>
          <p:cNvPr id="26" name="26 my_project/">
            <a:extLst>
              <a:ext uri="{FF2B5EF4-FFF2-40B4-BE49-F238E27FC236}">
                <a16:creationId xmlns:a16="http://schemas.microsoft.com/office/drawing/2014/main" id="{A940E366-01F2-45E2-3131-F571DE571BC0}"/>
              </a:ext>
            </a:extLst>
          </p:cNvPr>
          <p:cNvSpPr>
            <a:spLocks/>
          </p:cNvSpPr>
          <p:nvPr/>
        </p:nvSpPr>
        <p:spPr>
          <a:xfrm>
            <a:off x="2466477" y="1301210"/>
            <a:ext cx="1343025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dirty="0" err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my_project</a:t>
            </a:r>
            <a:r>
              <a:rPr sz="1575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/</a:t>
            </a:r>
          </a:p>
        </p:txBody>
      </p:sp>
      <p:sp>
        <p:nvSpPr>
          <p:cNvPr id="27" name="27 path">
            <a:extLst>
              <a:ext uri="{FF2B5EF4-FFF2-40B4-BE49-F238E27FC236}">
                <a16:creationId xmlns:a16="http://schemas.microsoft.com/office/drawing/2014/main" id="{14842D85-DA2A-D8DB-EF1A-2C7498FC6084}"/>
              </a:ext>
            </a:extLst>
          </p:cNvPr>
          <p:cNvSpPr>
            <a:spLocks/>
          </p:cNvSpPr>
          <p:nvPr/>
        </p:nvSpPr>
        <p:spPr>
          <a:xfrm>
            <a:off x="2228352" y="1558386"/>
            <a:ext cx="45719" cy="1028418"/>
          </a:xfrm>
          <a:custGeom>
            <a:avLst/>
            <a:gdLst/>
            <a:ahLst/>
            <a:cxnLst/>
            <a:rect l="0" t="0" r="0" b="0"/>
            <a:pathLst>
              <a:path w="95" h="1724025">
                <a:moveTo>
                  <a:pt x="0" y="0"/>
                </a:moveTo>
                <a:lnTo>
                  <a:pt x="0" y="1724025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28" name="28 rect">
            <a:extLst>
              <a:ext uri="{FF2B5EF4-FFF2-40B4-BE49-F238E27FC236}">
                <a16:creationId xmlns:a16="http://schemas.microsoft.com/office/drawing/2014/main" id="{8ECB3935-49DA-05AF-3759-A8FA87B4175E}"/>
              </a:ext>
            </a:extLst>
          </p:cNvPr>
          <p:cNvSpPr>
            <a:spLocks/>
          </p:cNvSpPr>
          <p:nvPr/>
        </p:nvSpPr>
        <p:spPr>
          <a:xfrm>
            <a:off x="2685552" y="1625060"/>
            <a:ext cx="1095375" cy="295275"/>
          </a:xfrm>
          <a:prstGeom prst="roundRect">
            <a:avLst>
              <a:gd name="adj" fmla="val 19355"/>
            </a:avLst>
          </a:prstGeom>
          <a:solidFill>
            <a:srgbClr val="F2F5F8"/>
          </a:solidFill>
          <a:ln w="0">
            <a:noFill/>
          </a:ln>
        </p:spPr>
      </p:sp>
      <p:sp>
        <p:nvSpPr>
          <p:cNvPr id="29" name="29 path">
            <a:extLst>
              <a:ext uri="{FF2B5EF4-FFF2-40B4-BE49-F238E27FC236}">
                <a16:creationId xmlns:a16="http://schemas.microsoft.com/office/drawing/2014/main" id="{C7159086-38CD-4271-7FBB-58CFA928E34D}"/>
              </a:ext>
            </a:extLst>
          </p:cNvPr>
          <p:cNvSpPr>
            <a:spLocks/>
          </p:cNvSpPr>
          <p:nvPr/>
        </p:nvSpPr>
        <p:spPr>
          <a:xfrm>
            <a:off x="2228352" y="1767935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32" name="32 ellipse">
            <a:extLst>
              <a:ext uri="{FF2B5EF4-FFF2-40B4-BE49-F238E27FC236}">
                <a16:creationId xmlns:a16="http://schemas.microsoft.com/office/drawing/2014/main" id="{3488365D-CD3D-1075-DA19-79986060D2C6}"/>
              </a:ext>
            </a:extLst>
          </p:cNvPr>
          <p:cNvSpPr>
            <a:spLocks/>
          </p:cNvSpPr>
          <p:nvPr/>
        </p:nvSpPr>
        <p:spPr>
          <a:xfrm>
            <a:off x="2489337" y="1708404"/>
            <a:ext cx="11430" cy="12859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3" name="33 ellipse">
            <a:extLst>
              <a:ext uri="{FF2B5EF4-FFF2-40B4-BE49-F238E27FC236}">
                <a16:creationId xmlns:a16="http://schemas.microsoft.com/office/drawing/2014/main" id="{9ACDB9E7-C19D-8E69-7C43-628B2E478B08}"/>
              </a:ext>
            </a:extLst>
          </p:cNvPr>
          <p:cNvSpPr>
            <a:spLocks/>
          </p:cNvSpPr>
          <p:nvPr/>
        </p:nvSpPr>
        <p:spPr>
          <a:xfrm>
            <a:off x="2597922" y="1824133"/>
            <a:ext cx="11430" cy="12859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4" name="34 train.py">
            <a:extLst>
              <a:ext uri="{FF2B5EF4-FFF2-40B4-BE49-F238E27FC236}">
                <a16:creationId xmlns:a16="http://schemas.microsoft.com/office/drawing/2014/main" id="{5B677512-5C0E-DC2D-4514-BAD1468F5AC8}"/>
              </a:ext>
            </a:extLst>
          </p:cNvPr>
          <p:cNvSpPr>
            <a:spLocks/>
          </p:cNvSpPr>
          <p:nvPr/>
        </p:nvSpPr>
        <p:spPr>
          <a:xfrm>
            <a:off x="2828427" y="1634585"/>
            <a:ext cx="962025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train.py</a:t>
            </a:r>
          </a:p>
        </p:txBody>
      </p:sp>
      <p:sp>
        <p:nvSpPr>
          <p:cNvPr id="35" name="35 rect">
            <a:extLst>
              <a:ext uri="{FF2B5EF4-FFF2-40B4-BE49-F238E27FC236}">
                <a16:creationId xmlns:a16="http://schemas.microsoft.com/office/drawing/2014/main" id="{562422EB-9A0A-E455-BDFA-1326C2152AF0}"/>
              </a:ext>
            </a:extLst>
          </p:cNvPr>
          <p:cNvSpPr>
            <a:spLocks/>
          </p:cNvSpPr>
          <p:nvPr/>
        </p:nvSpPr>
        <p:spPr>
          <a:xfrm>
            <a:off x="2685552" y="1958435"/>
            <a:ext cx="1095375" cy="295275"/>
          </a:xfrm>
          <a:prstGeom prst="roundRect">
            <a:avLst>
              <a:gd name="adj" fmla="val 19355"/>
            </a:avLst>
          </a:prstGeom>
          <a:solidFill>
            <a:srgbClr val="F2F5F8"/>
          </a:solidFill>
          <a:ln w="0">
            <a:noFill/>
          </a:ln>
        </p:spPr>
      </p:sp>
      <p:sp>
        <p:nvSpPr>
          <p:cNvPr id="36" name="36 path">
            <a:extLst>
              <a:ext uri="{FF2B5EF4-FFF2-40B4-BE49-F238E27FC236}">
                <a16:creationId xmlns:a16="http://schemas.microsoft.com/office/drawing/2014/main" id="{D6430482-7113-5335-38B1-BB8B973A22A0}"/>
              </a:ext>
            </a:extLst>
          </p:cNvPr>
          <p:cNvSpPr>
            <a:spLocks/>
          </p:cNvSpPr>
          <p:nvPr/>
        </p:nvSpPr>
        <p:spPr>
          <a:xfrm>
            <a:off x="2228352" y="2101310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37" name="37 path">
            <a:extLst>
              <a:ext uri="{FF2B5EF4-FFF2-40B4-BE49-F238E27FC236}">
                <a16:creationId xmlns:a16="http://schemas.microsoft.com/office/drawing/2014/main" id="{BE11DEE7-1D54-98D6-9864-769965902A66}"/>
              </a:ext>
            </a:extLst>
          </p:cNvPr>
          <p:cNvSpPr>
            <a:spLocks/>
          </p:cNvSpPr>
          <p:nvPr/>
        </p:nvSpPr>
        <p:spPr>
          <a:xfrm>
            <a:off x="2483622" y="1990344"/>
            <a:ext cx="148590" cy="231458"/>
          </a:xfrm>
          <a:custGeom>
            <a:avLst/>
            <a:gdLst/>
            <a:ahLst/>
            <a:cxnLst/>
            <a:rect l="0" t="0" r="0" b="0"/>
            <a:pathLst>
              <a:path w="148590" h="231458">
                <a:moveTo>
                  <a:pt x="0" y="0"/>
                </a:moveTo>
                <a:lnTo>
                  <a:pt x="97155" y="0"/>
                </a:lnTo>
                <a:lnTo>
                  <a:pt x="148590" y="57864"/>
                </a:lnTo>
                <a:lnTo>
                  <a:pt x="148590" y="231458"/>
                </a:lnTo>
                <a:lnTo>
                  <a:pt x="0" y="231458"/>
                </a:lnTo>
                <a:close/>
              </a:path>
            </a:pathLst>
          </a:custGeom>
          <a:solidFill>
            <a:srgbClr val="F9FCFF"/>
          </a:solidFill>
          <a:ln w="11430">
            <a:solidFill>
              <a:srgbClr val="003496"/>
            </a:solidFill>
          </a:ln>
        </p:spPr>
      </p:sp>
      <p:sp>
        <p:nvSpPr>
          <p:cNvPr id="38" name="38 path">
            <a:extLst>
              <a:ext uri="{FF2B5EF4-FFF2-40B4-BE49-F238E27FC236}">
                <a16:creationId xmlns:a16="http://schemas.microsoft.com/office/drawing/2014/main" id="{E6280CA8-0057-FCA3-B69E-510258024B86}"/>
              </a:ext>
            </a:extLst>
          </p:cNvPr>
          <p:cNvSpPr>
            <a:spLocks/>
          </p:cNvSpPr>
          <p:nvPr/>
        </p:nvSpPr>
        <p:spPr>
          <a:xfrm>
            <a:off x="2580777" y="1990344"/>
            <a:ext cx="51435" cy="64294"/>
          </a:xfrm>
          <a:custGeom>
            <a:avLst/>
            <a:gdLst/>
            <a:ahLst/>
            <a:cxnLst/>
            <a:rect l="0" t="0" r="0" b="0"/>
            <a:pathLst>
              <a:path w="51435" h="64294">
                <a:moveTo>
                  <a:pt x="0" y="0"/>
                </a:moveTo>
                <a:lnTo>
                  <a:pt x="0" y="64294"/>
                </a:lnTo>
                <a:lnTo>
                  <a:pt x="51435" y="64294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39" name="39 path">
            <a:extLst>
              <a:ext uri="{FF2B5EF4-FFF2-40B4-BE49-F238E27FC236}">
                <a16:creationId xmlns:a16="http://schemas.microsoft.com/office/drawing/2014/main" id="{FAB12169-730F-B584-EFAF-013FB24C1304}"/>
              </a:ext>
            </a:extLst>
          </p:cNvPr>
          <p:cNvSpPr>
            <a:spLocks/>
          </p:cNvSpPr>
          <p:nvPr/>
        </p:nvSpPr>
        <p:spPr>
          <a:xfrm>
            <a:off x="2512197" y="2093214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0" name="40 path">
            <a:extLst>
              <a:ext uri="{FF2B5EF4-FFF2-40B4-BE49-F238E27FC236}">
                <a16:creationId xmlns:a16="http://schemas.microsoft.com/office/drawing/2014/main" id="{13C20C7A-1BB0-A128-5501-43305ED444AD}"/>
              </a:ext>
            </a:extLst>
          </p:cNvPr>
          <p:cNvSpPr>
            <a:spLocks/>
          </p:cNvSpPr>
          <p:nvPr/>
        </p:nvSpPr>
        <p:spPr>
          <a:xfrm>
            <a:off x="2512197" y="2125361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1" name="41 path">
            <a:extLst>
              <a:ext uri="{FF2B5EF4-FFF2-40B4-BE49-F238E27FC236}">
                <a16:creationId xmlns:a16="http://schemas.microsoft.com/office/drawing/2014/main" id="{D39FD34C-B879-377D-834C-C81F18C784F3}"/>
              </a:ext>
            </a:extLst>
          </p:cNvPr>
          <p:cNvSpPr>
            <a:spLocks/>
          </p:cNvSpPr>
          <p:nvPr/>
        </p:nvSpPr>
        <p:spPr>
          <a:xfrm>
            <a:off x="2512197" y="2157508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2" name="42 path">
            <a:extLst>
              <a:ext uri="{FF2B5EF4-FFF2-40B4-BE49-F238E27FC236}">
                <a16:creationId xmlns:a16="http://schemas.microsoft.com/office/drawing/2014/main" id="{3D6BEE9E-3FE4-511C-FCCC-18312CD28742}"/>
              </a:ext>
            </a:extLst>
          </p:cNvPr>
          <p:cNvSpPr>
            <a:spLocks/>
          </p:cNvSpPr>
          <p:nvPr/>
        </p:nvSpPr>
        <p:spPr>
          <a:xfrm>
            <a:off x="2512197" y="2189654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3" name="43 model.py">
            <a:extLst>
              <a:ext uri="{FF2B5EF4-FFF2-40B4-BE49-F238E27FC236}">
                <a16:creationId xmlns:a16="http://schemas.microsoft.com/office/drawing/2014/main" id="{EAE9E3D4-BE1D-D372-8792-F9582040404F}"/>
              </a:ext>
            </a:extLst>
          </p:cNvPr>
          <p:cNvSpPr>
            <a:spLocks/>
          </p:cNvSpPr>
          <p:nvPr/>
        </p:nvSpPr>
        <p:spPr>
          <a:xfrm>
            <a:off x="2828427" y="1967960"/>
            <a:ext cx="962025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model.py</a:t>
            </a:r>
          </a:p>
        </p:txBody>
      </p:sp>
      <p:sp>
        <p:nvSpPr>
          <p:cNvPr id="44" name="44 rect">
            <a:extLst>
              <a:ext uri="{FF2B5EF4-FFF2-40B4-BE49-F238E27FC236}">
                <a16:creationId xmlns:a16="http://schemas.microsoft.com/office/drawing/2014/main" id="{32AC9FF7-9732-7AFB-26EE-129C4ED57BB1}"/>
              </a:ext>
            </a:extLst>
          </p:cNvPr>
          <p:cNvSpPr>
            <a:spLocks/>
          </p:cNvSpPr>
          <p:nvPr/>
        </p:nvSpPr>
        <p:spPr>
          <a:xfrm>
            <a:off x="2685552" y="2291810"/>
            <a:ext cx="1095375" cy="295275"/>
          </a:xfrm>
          <a:prstGeom prst="roundRect">
            <a:avLst>
              <a:gd name="adj" fmla="val 19355"/>
            </a:avLst>
          </a:prstGeom>
          <a:solidFill>
            <a:srgbClr val="F2F5F8"/>
          </a:solidFill>
          <a:ln w="0">
            <a:noFill/>
          </a:ln>
        </p:spPr>
      </p:sp>
      <p:sp>
        <p:nvSpPr>
          <p:cNvPr id="45" name="45 path">
            <a:extLst>
              <a:ext uri="{FF2B5EF4-FFF2-40B4-BE49-F238E27FC236}">
                <a16:creationId xmlns:a16="http://schemas.microsoft.com/office/drawing/2014/main" id="{E7F95F62-A6F4-C6D0-ACFB-A00A94BEEB73}"/>
              </a:ext>
            </a:extLst>
          </p:cNvPr>
          <p:cNvSpPr>
            <a:spLocks/>
          </p:cNvSpPr>
          <p:nvPr/>
        </p:nvSpPr>
        <p:spPr>
          <a:xfrm>
            <a:off x="2228352" y="2434685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46" name="46 path">
            <a:extLst>
              <a:ext uri="{FF2B5EF4-FFF2-40B4-BE49-F238E27FC236}">
                <a16:creationId xmlns:a16="http://schemas.microsoft.com/office/drawing/2014/main" id="{E64D997E-CFBA-F1B9-ECA9-3A8BF7013141}"/>
              </a:ext>
            </a:extLst>
          </p:cNvPr>
          <p:cNvSpPr>
            <a:spLocks/>
          </p:cNvSpPr>
          <p:nvPr/>
        </p:nvSpPr>
        <p:spPr>
          <a:xfrm>
            <a:off x="2483622" y="2323719"/>
            <a:ext cx="148590" cy="231457"/>
          </a:xfrm>
          <a:custGeom>
            <a:avLst/>
            <a:gdLst/>
            <a:ahLst/>
            <a:cxnLst/>
            <a:rect l="0" t="0" r="0" b="0"/>
            <a:pathLst>
              <a:path w="148590" h="231457">
                <a:moveTo>
                  <a:pt x="0" y="0"/>
                </a:moveTo>
                <a:lnTo>
                  <a:pt x="97155" y="0"/>
                </a:lnTo>
                <a:lnTo>
                  <a:pt x="148590" y="57864"/>
                </a:lnTo>
                <a:lnTo>
                  <a:pt x="148590" y="231457"/>
                </a:lnTo>
                <a:lnTo>
                  <a:pt x="0" y="231457"/>
                </a:lnTo>
                <a:close/>
              </a:path>
            </a:pathLst>
          </a:custGeom>
          <a:solidFill>
            <a:srgbClr val="F9FCFF"/>
          </a:solidFill>
          <a:ln w="11430">
            <a:solidFill>
              <a:srgbClr val="003496"/>
            </a:solidFill>
          </a:ln>
        </p:spPr>
      </p:sp>
      <p:sp>
        <p:nvSpPr>
          <p:cNvPr id="47" name="47 path">
            <a:extLst>
              <a:ext uri="{FF2B5EF4-FFF2-40B4-BE49-F238E27FC236}">
                <a16:creationId xmlns:a16="http://schemas.microsoft.com/office/drawing/2014/main" id="{E3F9055C-066B-56DE-9936-9CF5304EAA04}"/>
              </a:ext>
            </a:extLst>
          </p:cNvPr>
          <p:cNvSpPr>
            <a:spLocks/>
          </p:cNvSpPr>
          <p:nvPr/>
        </p:nvSpPr>
        <p:spPr>
          <a:xfrm>
            <a:off x="2580777" y="2323719"/>
            <a:ext cx="51435" cy="64294"/>
          </a:xfrm>
          <a:custGeom>
            <a:avLst/>
            <a:gdLst/>
            <a:ahLst/>
            <a:cxnLst/>
            <a:rect l="0" t="0" r="0" b="0"/>
            <a:pathLst>
              <a:path w="51435" h="64294">
                <a:moveTo>
                  <a:pt x="0" y="0"/>
                </a:moveTo>
                <a:lnTo>
                  <a:pt x="0" y="64294"/>
                </a:lnTo>
                <a:lnTo>
                  <a:pt x="51435" y="64294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8" name="48 path">
            <a:extLst>
              <a:ext uri="{FF2B5EF4-FFF2-40B4-BE49-F238E27FC236}">
                <a16:creationId xmlns:a16="http://schemas.microsoft.com/office/drawing/2014/main" id="{BAC5C188-7FB2-D6DA-EEB1-5AF478B4AF79}"/>
              </a:ext>
            </a:extLst>
          </p:cNvPr>
          <p:cNvSpPr>
            <a:spLocks/>
          </p:cNvSpPr>
          <p:nvPr/>
        </p:nvSpPr>
        <p:spPr>
          <a:xfrm>
            <a:off x="2512197" y="2426589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9" name="49 path">
            <a:extLst>
              <a:ext uri="{FF2B5EF4-FFF2-40B4-BE49-F238E27FC236}">
                <a16:creationId xmlns:a16="http://schemas.microsoft.com/office/drawing/2014/main" id="{9AD8C0A4-1CFB-BE9E-C257-D5C2E70F4DC7}"/>
              </a:ext>
            </a:extLst>
          </p:cNvPr>
          <p:cNvSpPr>
            <a:spLocks/>
          </p:cNvSpPr>
          <p:nvPr/>
        </p:nvSpPr>
        <p:spPr>
          <a:xfrm>
            <a:off x="2512197" y="2458736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50" name="50 path">
            <a:extLst>
              <a:ext uri="{FF2B5EF4-FFF2-40B4-BE49-F238E27FC236}">
                <a16:creationId xmlns:a16="http://schemas.microsoft.com/office/drawing/2014/main" id="{55C69D7F-8BF5-0EE2-73F4-666A29461C16}"/>
              </a:ext>
            </a:extLst>
          </p:cNvPr>
          <p:cNvSpPr>
            <a:spLocks/>
          </p:cNvSpPr>
          <p:nvPr/>
        </p:nvSpPr>
        <p:spPr>
          <a:xfrm>
            <a:off x="2512197" y="2490883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51" name="51 path">
            <a:extLst>
              <a:ext uri="{FF2B5EF4-FFF2-40B4-BE49-F238E27FC236}">
                <a16:creationId xmlns:a16="http://schemas.microsoft.com/office/drawing/2014/main" id="{0A64113B-1BAC-049B-3709-9E4EE340BFC5}"/>
              </a:ext>
            </a:extLst>
          </p:cNvPr>
          <p:cNvSpPr>
            <a:spLocks/>
          </p:cNvSpPr>
          <p:nvPr/>
        </p:nvSpPr>
        <p:spPr>
          <a:xfrm>
            <a:off x="2512197" y="2523029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52" name="52 data.py">
            <a:extLst>
              <a:ext uri="{FF2B5EF4-FFF2-40B4-BE49-F238E27FC236}">
                <a16:creationId xmlns:a16="http://schemas.microsoft.com/office/drawing/2014/main" id="{8D7F82C5-D04F-4A5E-AAA9-E5E036BFB56B}"/>
              </a:ext>
            </a:extLst>
          </p:cNvPr>
          <p:cNvSpPr>
            <a:spLocks/>
          </p:cNvSpPr>
          <p:nvPr/>
        </p:nvSpPr>
        <p:spPr>
          <a:xfrm>
            <a:off x="2828427" y="2301335"/>
            <a:ext cx="962025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data.py</a:t>
            </a:r>
          </a:p>
        </p:txBody>
      </p:sp>
      <p:sp>
        <p:nvSpPr>
          <p:cNvPr id="82" name="82 path">
            <a:extLst>
              <a:ext uri="{FF2B5EF4-FFF2-40B4-BE49-F238E27FC236}">
                <a16:creationId xmlns:a16="http://schemas.microsoft.com/office/drawing/2014/main" id="{6E97BC9B-DBEC-3556-A302-9A5E3B13D8F2}"/>
              </a:ext>
            </a:extLst>
          </p:cNvPr>
          <p:cNvSpPr>
            <a:spLocks/>
          </p:cNvSpPr>
          <p:nvPr/>
        </p:nvSpPr>
        <p:spPr>
          <a:xfrm>
            <a:off x="2835307" y="2765425"/>
            <a:ext cx="342900" cy="247650"/>
          </a:xfrm>
          <a:custGeom>
            <a:avLst/>
            <a:gdLst/>
            <a:ahLst/>
            <a:cxnLst/>
            <a:rect l="0" t="0" r="0" b="0"/>
            <a:pathLst>
              <a:path w="342900" h="247650">
                <a:moveTo>
                  <a:pt x="85725" y="0"/>
                </a:moveTo>
                <a:lnTo>
                  <a:pt x="257175" y="0"/>
                </a:lnTo>
                <a:lnTo>
                  <a:pt x="257175" y="104775"/>
                </a:lnTo>
                <a:lnTo>
                  <a:pt x="342900" y="104775"/>
                </a:lnTo>
                <a:lnTo>
                  <a:pt x="171450" y="247650"/>
                </a:lnTo>
                <a:lnTo>
                  <a:pt x="0" y="104775"/>
                </a:lnTo>
                <a:lnTo>
                  <a:pt x="85725" y="104775"/>
                </a:lnTo>
                <a:close/>
              </a:path>
            </a:pathLst>
          </a:custGeom>
          <a:solidFill>
            <a:srgbClr val="B8BCC0"/>
          </a:solidFill>
          <a:ln w="9525">
            <a:solidFill>
              <a:srgbClr val="78828B"/>
            </a:solidFill>
          </a:ln>
        </p:spPr>
      </p:sp>
      <p:sp>
        <p:nvSpPr>
          <p:cNvPr id="178" name="178 filled flow arrow">
            <a:extLst>
              <a:ext uri="{FF2B5EF4-FFF2-40B4-BE49-F238E27FC236}">
                <a16:creationId xmlns:a16="http://schemas.microsoft.com/office/drawing/2014/main" id="{32C63F86-68DB-503F-CF02-6E0D25C2BB4B}"/>
              </a:ext>
            </a:extLst>
          </p:cNvPr>
          <p:cNvSpPr>
            <a:spLocks/>
          </p:cNvSpPr>
          <p:nvPr/>
        </p:nvSpPr>
        <p:spPr>
          <a:xfrm>
            <a:off x="4495420" y="2221802"/>
            <a:ext cx="400050" cy="495300"/>
          </a:xfrm>
          <a:custGeom>
            <a:avLst/>
            <a:gdLst/>
            <a:ahLst/>
            <a:cxnLst/>
            <a:rect l="0" t="0" r="0" b="0"/>
            <a:pathLst>
              <a:path w="400050" h="495300">
                <a:moveTo>
                  <a:pt x="0" y="123825"/>
                </a:moveTo>
                <a:lnTo>
                  <a:pt x="220028" y="123825"/>
                </a:lnTo>
                <a:lnTo>
                  <a:pt x="220028" y="0"/>
                </a:lnTo>
                <a:lnTo>
                  <a:pt x="400050" y="247650"/>
                </a:lnTo>
                <a:lnTo>
                  <a:pt x="220028" y="495300"/>
                </a:lnTo>
                <a:lnTo>
                  <a:pt x="220028" y="371475"/>
                </a:lnTo>
                <a:lnTo>
                  <a:pt x="0" y="371475"/>
                </a:lnTo>
                <a:close/>
              </a:path>
            </a:pathLst>
          </a:custGeom>
          <a:gradFill>
            <a:gsLst>
              <a:gs pos="0">
                <a:srgbClr val="FFE0B8"/>
              </a:gs>
              <a:gs pos="100000">
                <a:srgbClr val="FFF2D8"/>
              </a:gs>
            </a:gsLst>
            <a:lin ang="5400000"/>
          </a:gradFill>
          <a:ln w="12383">
            <a:solidFill>
              <a:srgbClr val="E77632"/>
            </a:solidFill>
          </a:ln>
        </p:spPr>
      </p:sp>
      <p:sp>
        <p:nvSpPr>
          <p:cNvPr id="179" name="179 filled flow arrow">
            <a:extLst>
              <a:ext uri="{FF2B5EF4-FFF2-40B4-BE49-F238E27FC236}">
                <a16:creationId xmlns:a16="http://schemas.microsoft.com/office/drawing/2014/main" id="{ED217B8D-0EAE-1FB4-1E4F-648C0E979D0D}"/>
              </a:ext>
            </a:extLst>
          </p:cNvPr>
          <p:cNvSpPr>
            <a:spLocks/>
          </p:cNvSpPr>
          <p:nvPr/>
        </p:nvSpPr>
        <p:spPr>
          <a:xfrm>
            <a:off x="12069318" y="1969503"/>
            <a:ext cx="400050" cy="495300"/>
          </a:xfrm>
          <a:custGeom>
            <a:avLst/>
            <a:gdLst/>
            <a:ahLst/>
            <a:cxnLst/>
            <a:rect l="0" t="0" r="0" b="0"/>
            <a:pathLst>
              <a:path w="400050" h="495300">
                <a:moveTo>
                  <a:pt x="0" y="123825"/>
                </a:moveTo>
                <a:lnTo>
                  <a:pt x="220027" y="123825"/>
                </a:lnTo>
                <a:lnTo>
                  <a:pt x="220027" y="0"/>
                </a:lnTo>
                <a:lnTo>
                  <a:pt x="400050" y="247650"/>
                </a:lnTo>
                <a:lnTo>
                  <a:pt x="220027" y="495300"/>
                </a:lnTo>
                <a:lnTo>
                  <a:pt x="220027" y="371475"/>
                </a:lnTo>
                <a:lnTo>
                  <a:pt x="0" y="371475"/>
                </a:lnTo>
                <a:close/>
              </a:path>
            </a:pathLst>
          </a:custGeom>
          <a:gradFill>
            <a:gsLst>
              <a:gs pos="0">
                <a:srgbClr val="97DEA7"/>
              </a:gs>
              <a:gs pos="100000">
                <a:srgbClr val="D8F7D9"/>
              </a:gs>
            </a:gsLst>
            <a:lin ang="5400000"/>
          </a:gradFill>
          <a:ln w="12383">
            <a:solidFill>
              <a:srgbClr val="188B44"/>
            </a:solidFill>
          </a:ln>
        </p:spPr>
      </p:sp>
      <p:sp>
        <p:nvSpPr>
          <p:cNvPr id="190" name="190 rect">
            <a:extLst>
              <a:ext uri="{FF2B5EF4-FFF2-40B4-BE49-F238E27FC236}">
                <a16:creationId xmlns:a16="http://schemas.microsoft.com/office/drawing/2014/main" id="{FD1B2735-3470-7FE9-F756-6EB7E6B10AD1}"/>
              </a:ext>
            </a:extLst>
          </p:cNvPr>
          <p:cNvSpPr>
            <a:spLocks/>
          </p:cNvSpPr>
          <p:nvPr/>
        </p:nvSpPr>
        <p:spPr>
          <a:xfrm>
            <a:off x="4933950" y="3648074"/>
            <a:ext cx="7048500" cy="411407"/>
          </a:xfrm>
          <a:prstGeom prst="roundRect">
            <a:avLst>
              <a:gd name="adj" fmla="val 15385"/>
            </a:avLst>
          </a:prstGeom>
          <a:gradFill>
            <a:gsLst>
              <a:gs pos="0">
                <a:srgbClr val="F8FCFF"/>
              </a:gs>
              <a:gs pos="100000">
                <a:srgbClr val="E4F4FF"/>
              </a:gs>
            </a:gsLst>
            <a:lin ang="5400000"/>
          </a:gradFill>
          <a:ln w="11430">
            <a:solidFill>
              <a:srgbClr val="3495F9"/>
            </a:solidFill>
          </a:ln>
        </p:spPr>
      </p:sp>
      <p:grpSp>
        <p:nvGrpSpPr>
          <p:cNvPr id="450" name="组合 449">
            <a:extLst>
              <a:ext uri="{FF2B5EF4-FFF2-40B4-BE49-F238E27FC236}">
                <a16:creationId xmlns:a16="http://schemas.microsoft.com/office/drawing/2014/main" id="{9D4F7DD3-F040-FA66-0C00-4258164B54F0}"/>
              </a:ext>
            </a:extLst>
          </p:cNvPr>
          <p:cNvGrpSpPr>
            <a:grpSpLocks noChangeAspect="1"/>
          </p:cNvGrpSpPr>
          <p:nvPr/>
        </p:nvGrpSpPr>
        <p:grpSpPr>
          <a:xfrm>
            <a:off x="7299742" y="3674696"/>
            <a:ext cx="418684" cy="334947"/>
            <a:chOff x="1921068" y="5224785"/>
            <a:chExt cx="514350" cy="411480"/>
          </a:xfrm>
        </p:grpSpPr>
        <p:sp>
          <p:nvSpPr>
            <p:cNvPr id="191" name="191 path">
              <a:extLst>
                <a:ext uri="{FF2B5EF4-FFF2-40B4-BE49-F238E27FC236}">
                  <a16:creationId xmlns:a16="http://schemas.microsoft.com/office/drawing/2014/main" id="{26434FFE-7A15-8CF4-438B-555854454C52}"/>
                </a:ext>
              </a:extLst>
            </p:cNvPr>
            <p:cNvSpPr>
              <a:spLocks/>
            </p:cNvSpPr>
            <p:nvPr/>
          </p:nvSpPr>
          <p:spPr>
            <a:xfrm>
              <a:off x="2178243" y="5270505"/>
              <a:ext cx="95" cy="91440"/>
            </a:xfrm>
            <a:custGeom>
              <a:avLst/>
              <a:gdLst/>
              <a:ahLst/>
              <a:cxnLst/>
              <a:rect l="0" t="0" r="0" b="0"/>
              <a:pathLst>
                <a:path w="95" h="91440">
                  <a:moveTo>
                    <a:pt x="0" y="0"/>
                  </a:moveTo>
                  <a:lnTo>
                    <a:pt x="0" y="91440"/>
                  </a:lnTo>
                </a:path>
              </a:pathLst>
            </a:custGeom>
            <a:noFill/>
            <a:ln w="26289">
              <a:solidFill>
                <a:srgbClr val="090D28"/>
              </a:solidFill>
            </a:ln>
          </p:spPr>
        </p:sp>
        <p:sp>
          <p:nvSpPr>
            <p:cNvPr id="192" name="192 ellipse">
              <a:extLst>
                <a:ext uri="{FF2B5EF4-FFF2-40B4-BE49-F238E27FC236}">
                  <a16:creationId xmlns:a16="http://schemas.microsoft.com/office/drawing/2014/main" id="{DCE49BD0-64E2-0906-486A-40CEEDF1F3D8}"/>
                </a:ext>
              </a:extLst>
            </p:cNvPr>
            <p:cNvSpPr>
              <a:spLocks/>
            </p:cNvSpPr>
            <p:nvPr/>
          </p:nvSpPr>
          <p:spPr>
            <a:xfrm>
              <a:off x="2146096" y="5224785"/>
              <a:ext cx="64294" cy="57150"/>
            </a:xfrm>
            <a:prstGeom prst="ellipse">
              <a:avLst/>
            </a:prstGeom>
            <a:solidFill>
              <a:srgbClr val="FFFFFF"/>
            </a:solidFill>
            <a:ln w="20574">
              <a:solidFill>
                <a:srgbClr val="090D28"/>
              </a:solidFill>
            </a:ln>
          </p:spPr>
        </p:sp>
        <p:sp>
          <p:nvSpPr>
            <p:cNvPr id="193" name="193 rect">
              <a:extLst>
                <a:ext uri="{FF2B5EF4-FFF2-40B4-BE49-F238E27FC236}">
                  <a16:creationId xmlns:a16="http://schemas.microsoft.com/office/drawing/2014/main" id="{39A2E3B9-AA70-0883-1391-FEA6D04BA78B}"/>
                </a:ext>
              </a:extLst>
            </p:cNvPr>
            <p:cNvSpPr>
              <a:spLocks/>
            </p:cNvSpPr>
            <p:nvPr/>
          </p:nvSpPr>
          <p:spPr>
            <a:xfrm>
              <a:off x="1921068" y="5441955"/>
              <a:ext cx="64294" cy="125730"/>
            </a:xfrm>
            <a:prstGeom prst="roundRect">
              <a:avLst>
                <a:gd name="adj" fmla="val 35556"/>
              </a:avLst>
            </a:prstGeom>
            <a:solidFill>
              <a:srgbClr val="C7DDF5"/>
            </a:solidFill>
            <a:ln w="22860">
              <a:solidFill>
                <a:srgbClr val="090D28"/>
              </a:solidFill>
            </a:ln>
          </p:spPr>
        </p:sp>
        <p:sp>
          <p:nvSpPr>
            <p:cNvPr id="194" name="194 rect">
              <a:extLst>
                <a:ext uri="{FF2B5EF4-FFF2-40B4-BE49-F238E27FC236}">
                  <a16:creationId xmlns:a16="http://schemas.microsoft.com/office/drawing/2014/main" id="{BE9D8EF8-866D-DBB0-B5D2-C96ED6FA7A73}"/>
                </a:ext>
              </a:extLst>
            </p:cNvPr>
            <p:cNvSpPr>
              <a:spLocks/>
            </p:cNvSpPr>
            <p:nvPr/>
          </p:nvSpPr>
          <p:spPr>
            <a:xfrm>
              <a:off x="2371124" y="5441955"/>
              <a:ext cx="64294" cy="125730"/>
            </a:xfrm>
            <a:prstGeom prst="roundRect">
              <a:avLst>
                <a:gd name="adj" fmla="val 35556"/>
              </a:avLst>
            </a:prstGeom>
            <a:solidFill>
              <a:srgbClr val="C7DDF5"/>
            </a:solidFill>
            <a:ln w="22860">
              <a:solidFill>
                <a:srgbClr val="090D28"/>
              </a:solidFill>
            </a:ln>
          </p:spPr>
        </p:sp>
        <p:sp>
          <p:nvSpPr>
            <p:cNvPr id="195" name="195 rect">
              <a:extLst>
                <a:ext uri="{FF2B5EF4-FFF2-40B4-BE49-F238E27FC236}">
                  <a16:creationId xmlns:a16="http://schemas.microsoft.com/office/drawing/2014/main" id="{97120F14-56D1-78C8-1474-DCC59561F7BA}"/>
                </a:ext>
              </a:extLst>
            </p:cNvPr>
            <p:cNvSpPr>
              <a:spLocks/>
            </p:cNvSpPr>
            <p:nvPr/>
          </p:nvSpPr>
          <p:spPr>
            <a:xfrm>
              <a:off x="1985362" y="5350515"/>
              <a:ext cx="385763" cy="285750"/>
            </a:xfrm>
            <a:prstGeom prst="roundRect">
              <a:avLst>
                <a:gd name="adj" fmla="val 28000"/>
              </a:avLst>
            </a:prstGeom>
            <a:gradFill>
              <a:gsLst>
                <a:gs pos="0">
                  <a:srgbClr val="FFFFFF"/>
                </a:gs>
                <a:gs pos="100000">
                  <a:srgbClr val="C7DDF5"/>
                </a:gs>
              </a:gsLst>
              <a:lin ang="5400000"/>
            </a:gradFill>
            <a:ln w="25146">
              <a:solidFill>
                <a:srgbClr val="090D28"/>
              </a:solidFill>
            </a:ln>
          </p:spPr>
        </p:sp>
        <p:sp>
          <p:nvSpPr>
            <p:cNvPr id="196" name="196 rect">
              <a:extLst>
                <a:ext uri="{FF2B5EF4-FFF2-40B4-BE49-F238E27FC236}">
                  <a16:creationId xmlns:a16="http://schemas.microsoft.com/office/drawing/2014/main" id="{B99784C4-7577-A879-3DFA-72E4AC1133F2}"/>
                </a:ext>
              </a:extLst>
            </p:cNvPr>
            <p:cNvSpPr>
              <a:spLocks/>
            </p:cNvSpPr>
            <p:nvPr/>
          </p:nvSpPr>
          <p:spPr>
            <a:xfrm>
              <a:off x="2049656" y="5419095"/>
              <a:ext cx="257175" cy="137160"/>
            </a:xfrm>
            <a:prstGeom prst="roundRect">
              <a:avLst>
                <a:gd name="adj" fmla="val 33333"/>
              </a:avLst>
            </a:prstGeom>
            <a:solidFill>
              <a:srgbClr val="15154A"/>
            </a:solidFill>
            <a:ln w="11430">
              <a:solidFill>
                <a:srgbClr val="090D28"/>
              </a:solidFill>
            </a:ln>
          </p:spPr>
        </p:sp>
        <p:sp>
          <p:nvSpPr>
            <p:cNvPr id="197" name="197 ellipse">
              <a:extLst>
                <a:ext uri="{FF2B5EF4-FFF2-40B4-BE49-F238E27FC236}">
                  <a16:creationId xmlns:a16="http://schemas.microsoft.com/office/drawing/2014/main" id="{299096A9-EEA2-1C85-6AAB-DC87FDE0BAAF}"/>
                </a:ext>
              </a:extLst>
            </p:cNvPr>
            <p:cNvSpPr>
              <a:spLocks/>
            </p:cNvSpPr>
            <p:nvPr/>
          </p:nvSpPr>
          <p:spPr>
            <a:xfrm>
              <a:off x="2101091" y="5453385"/>
              <a:ext cx="51435" cy="5715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198" name="198 ellipse">
              <a:extLst>
                <a:ext uri="{FF2B5EF4-FFF2-40B4-BE49-F238E27FC236}">
                  <a16:creationId xmlns:a16="http://schemas.microsoft.com/office/drawing/2014/main" id="{5582370F-8AC0-34CA-9172-31BD73160A46}"/>
                </a:ext>
              </a:extLst>
            </p:cNvPr>
            <p:cNvSpPr>
              <a:spLocks/>
            </p:cNvSpPr>
            <p:nvPr/>
          </p:nvSpPr>
          <p:spPr>
            <a:xfrm>
              <a:off x="2216819" y="5453385"/>
              <a:ext cx="51435" cy="57150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</p:grpSp>
      <p:sp>
        <p:nvSpPr>
          <p:cNvPr id="199" name="199 Orchestrator">
            <a:extLst>
              <a:ext uri="{FF2B5EF4-FFF2-40B4-BE49-F238E27FC236}">
                <a16:creationId xmlns:a16="http://schemas.microsoft.com/office/drawing/2014/main" id="{9F154388-EA06-9F01-C645-056AE5E7A003}"/>
              </a:ext>
            </a:extLst>
          </p:cNvPr>
          <p:cNvSpPr>
            <a:spLocks/>
          </p:cNvSpPr>
          <p:nvPr/>
        </p:nvSpPr>
        <p:spPr>
          <a:xfrm>
            <a:off x="7829551" y="3673109"/>
            <a:ext cx="1866900" cy="3806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175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Orchestrator</a:t>
            </a:r>
          </a:p>
        </p:txBody>
      </p:sp>
      <p:sp>
        <p:nvSpPr>
          <p:cNvPr id="226" name="226 rect">
            <a:extLst>
              <a:ext uri="{FF2B5EF4-FFF2-40B4-BE49-F238E27FC236}">
                <a16:creationId xmlns:a16="http://schemas.microsoft.com/office/drawing/2014/main" id="{0994BCF4-7093-FC91-8FEF-273E20D03811}"/>
              </a:ext>
            </a:extLst>
          </p:cNvPr>
          <p:cNvSpPr>
            <a:spLocks/>
          </p:cNvSpPr>
          <p:nvPr/>
        </p:nvSpPr>
        <p:spPr>
          <a:xfrm>
            <a:off x="4933950" y="748761"/>
            <a:ext cx="2341149" cy="1930939"/>
          </a:xfrm>
          <a:prstGeom prst="roundRect">
            <a:avLst>
              <a:gd name="adj" fmla="val 8284"/>
            </a:avLst>
          </a:prstGeom>
          <a:gradFill>
            <a:gsLst>
              <a:gs pos="0">
                <a:srgbClr val="E9F7FF"/>
              </a:gs>
              <a:gs pos="100000">
                <a:srgbClr val="F1FCFF"/>
              </a:gs>
            </a:gsLst>
            <a:lin ang="5400000"/>
          </a:gradFill>
          <a:ln w="11430">
            <a:solidFill>
              <a:srgbClr val="1186EC"/>
            </a:solidFill>
          </a:ln>
        </p:spPr>
      </p:sp>
      <p:sp>
        <p:nvSpPr>
          <p:cNvPr id="247" name="247 rect">
            <a:extLst>
              <a:ext uri="{FF2B5EF4-FFF2-40B4-BE49-F238E27FC236}">
                <a16:creationId xmlns:a16="http://schemas.microsoft.com/office/drawing/2014/main" id="{A4FE2E87-21B0-8BCB-7F71-3EDDC9AE490C}"/>
              </a:ext>
            </a:extLst>
          </p:cNvPr>
          <p:cNvSpPr>
            <a:spLocks/>
          </p:cNvSpPr>
          <p:nvPr/>
        </p:nvSpPr>
        <p:spPr>
          <a:xfrm>
            <a:off x="10118725" y="748762"/>
            <a:ext cx="1847850" cy="2772533"/>
          </a:xfrm>
          <a:prstGeom prst="roundRect">
            <a:avLst>
              <a:gd name="adj" fmla="val 8284"/>
            </a:avLst>
          </a:prstGeom>
          <a:gradFill>
            <a:gsLst>
              <a:gs pos="0">
                <a:srgbClr val="F1EAFF"/>
              </a:gs>
              <a:gs pos="100000">
                <a:srgbClr val="FBF7FF"/>
              </a:gs>
            </a:gsLst>
            <a:lin ang="5400000"/>
          </a:gradFill>
          <a:ln w="11430">
            <a:solidFill>
              <a:srgbClr val="793ED9"/>
            </a:solidFill>
          </a:ln>
        </p:spPr>
      </p:sp>
      <p:sp>
        <p:nvSpPr>
          <p:cNvPr id="248" name="248 path">
            <a:extLst>
              <a:ext uri="{FF2B5EF4-FFF2-40B4-BE49-F238E27FC236}">
                <a16:creationId xmlns:a16="http://schemas.microsoft.com/office/drawing/2014/main" id="{0B400E59-701A-31FA-1873-6D1654F20D1F}"/>
              </a:ext>
            </a:extLst>
          </p:cNvPr>
          <p:cNvSpPr>
            <a:spLocks/>
          </p:cNvSpPr>
          <p:nvPr/>
        </p:nvSpPr>
        <p:spPr>
          <a:xfrm>
            <a:off x="10499725" y="2268856"/>
            <a:ext cx="95" cy="62865"/>
          </a:xfrm>
          <a:custGeom>
            <a:avLst/>
            <a:gdLst/>
            <a:ahLst/>
            <a:cxnLst/>
            <a:rect l="0" t="0" r="0" b="0"/>
            <a:pathLst>
              <a:path w="95" h="62865">
                <a:moveTo>
                  <a:pt x="0" y="0"/>
                </a:moveTo>
                <a:lnTo>
                  <a:pt x="0" y="62865"/>
                </a:lnTo>
              </a:path>
            </a:pathLst>
          </a:custGeom>
          <a:noFill/>
          <a:ln w="18074">
            <a:solidFill>
              <a:srgbClr val="090D28"/>
            </a:solidFill>
          </a:ln>
        </p:spPr>
      </p:sp>
      <p:sp>
        <p:nvSpPr>
          <p:cNvPr id="249" name="249 ellipse">
            <a:extLst>
              <a:ext uri="{FF2B5EF4-FFF2-40B4-BE49-F238E27FC236}">
                <a16:creationId xmlns:a16="http://schemas.microsoft.com/office/drawing/2014/main" id="{E4626F44-37F5-76A2-A2DE-0DC0727D85D5}"/>
              </a:ext>
            </a:extLst>
          </p:cNvPr>
          <p:cNvSpPr>
            <a:spLocks/>
          </p:cNvSpPr>
          <p:nvPr/>
        </p:nvSpPr>
        <p:spPr>
          <a:xfrm>
            <a:off x="10478294" y="2237423"/>
            <a:ext cx="42863" cy="39291"/>
          </a:xfrm>
          <a:prstGeom prst="ellipse">
            <a:avLst/>
          </a:prstGeom>
          <a:solidFill>
            <a:srgbClr val="FFFFFF"/>
          </a:solidFill>
          <a:ln w="14145">
            <a:solidFill>
              <a:srgbClr val="090D28"/>
            </a:solidFill>
          </a:ln>
        </p:spPr>
      </p:sp>
      <p:sp>
        <p:nvSpPr>
          <p:cNvPr id="250" name="250 rect">
            <a:extLst>
              <a:ext uri="{FF2B5EF4-FFF2-40B4-BE49-F238E27FC236}">
                <a16:creationId xmlns:a16="http://schemas.microsoft.com/office/drawing/2014/main" id="{106A9C8E-1DB4-E713-8656-111142651970}"/>
              </a:ext>
            </a:extLst>
          </p:cNvPr>
          <p:cNvSpPr>
            <a:spLocks/>
          </p:cNvSpPr>
          <p:nvPr/>
        </p:nvSpPr>
        <p:spPr>
          <a:xfrm>
            <a:off x="10328275" y="2386728"/>
            <a:ext cx="42863" cy="86439"/>
          </a:xfrm>
          <a:prstGeom prst="roundRect">
            <a:avLst>
              <a:gd name="adj" fmla="val 36667"/>
            </a:avLst>
          </a:prstGeom>
          <a:solidFill>
            <a:srgbClr val="CBA5FF"/>
          </a:solidFill>
          <a:ln w="15716">
            <a:solidFill>
              <a:srgbClr val="090D28"/>
            </a:solidFill>
          </a:ln>
        </p:spPr>
      </p:sp>
      <p:sp>
        <p:nvSpPr>
          <p:cNvPr id="251" name="251 rect">
            <a:extLst>
              <a:ext uri="{FF2B5EF4-FFF2-40B4-BE49-F238E27FC236}">
                <a16:creationId xmlns:a16="http://schemas.microsoft.com/office/drawing/2014/main" id="{54288776-8AA5-04D2-1205-860C9DB95983}"/>
              </a:ext>
            </a:extLst>
          </p:cNvPr>
          <p:cNvSpPr>
            <a:spLocks/>
          </p:cNvSpPr>
          <p:nvPr/>
        </p:nvSpPr>
        <p:spPr>
          <a:xfrm>
            <a:off x="10628313" y="2386728"/>
            <a:ext cx="42863" cy="86439"/>
          </a:xfrm>
          <a:prstGeom prst="roundRect">
            <a:avLst>
              <a:gd name="adj" fmla="val 36667"/>
            </a:avLst>
          </a:prstGeom>
          <a:solidFill>
            <a:srgbClr val="CBA5FF"/>
          </a:solidFill>
          <a:ln w="15716">
            <a:solidFill>
              <a:srgbClr val="090D28"/>
            </a:solidFill>
          </a:ln>
        </p:spPr>
      </p:sp>
      <p:sp>
        <p:nvSpPr>
          <p:cNvPr id="252" name="252 rect">
            <a:extLst>
              <a:ext uri="{FF2B5EF4-FFF2-40B4-BE49-F238E27FC236}">
                <a16:creationId xmlns:a16="http://schemas.microsoft.com/office/drawing/2014/main" id="{A9828214-7486-8E59-9CC8-51EA76199A2D}"/>
              </a:ext>
            </a:extLst>
          </p:cNvPr>
          <p:cNvSpPr>
            <a:spLocks/>
          </p:cNvSpPr>
          <p:nvPr/>
        </p:nvSpPr>
        <p:spPr>
          <a:xfrm>
            <a:off x="10371138" y="2323863"/>
            <a:ext cx="257175" cy="196453"/>
          </a:xfrm>
          <a:prstGeom prst="roundRect">
            <a:avLst>
              <a:gd name="adj" fmla="val 28000"/>
            </a:avLst>
          </a:prstGeom>
          <a:gradFill>
            <a:gsLst>
              <a:gs pos="0">
                <a:srgbClr val="FFFFFF"/>
              </a:gs>
              <a:gs pos="100000">
                <a:srgbClr val="CBA5FF"/>
              </a:gs>
            </a:gsLst>
            <a:lin ang="5400000"/>
          </a:gradFill>
          <a:ln w="17288">
            <a:solidFill>
              <a:srgbClr val="090D28"/>
            </a:solidFill>
          </a:ln>
        </p:spPr>
      </p:sp>
      <p:sp>
        <p:nvSpPr>
          <p:cNvPr id="253" name="253 rect">
            <a:extLst>
              <a:ext uri="{FF2B5EF4-FFF2-40B4-BE49-F238E27FC236}">
                <a16:creationId xmlns:a16="http://schemas.microsoft.com/office/drawing/2014/main" id="{FC621726-8029-8168-1CBA-2E94B4F47AFE}"/>
              </a:ext>
            </a:extLst>
          </p:cNvPr>
          <p:cNvSpPr>
            <a:spLocks/>
          </p:cNvSpPr>
          <p:nvPr/>
        </p:nvSpPr>
        <p:spPr>
          <a:xfrm>
            <a:off x="10414000" y="2371011"/>
            <a:ext cx="171450" cy="94298"/>
          </a:xfrm>
          <a:prstGeom prst="roundRect">
            <a:avLst>
              <a:gd name="adj" fmla="val 33333"/>
            </a:avLst>
          </a:prstGeom>
          <a:solidFill>
            <a:srgbClr val="15154A"/>
          </a:solidFill>
          <a:ln w="7858">
            <a:solidFill>
              <a:srgbClr val="090D28"/>
            </a:solidFill>
          </a:ln>
        </p:spPr>
      </p:sp>
      <p:sp>
        <p:nvSpPr>
          <p:cNvPr id="254" name="254 ellipse">
            <a:extLst>
              <a:ext uri="{FF2B5EF4-FFF2-40B4-BE49-F238E27FC236}">
                <a16:creationId xmlns:a16="http://schemas.microsoft.com/office/drawing/2014/main" id="{D21CF66D-194E-6BAC-CADF-B9A5ADAE52B8}"/>
              </a:ext>
            </a:extLst>
          </p:cNvPr>
          <p:cNvSpPr>
            <a:spLocks/>
          </p:cNvSpPr>
          <p:nvPr/>
        </p:nvSpPr>
        <p:spPr>
          <a:xfrm>
            <a:off x="10448290" y="2394586"/>
            <a:ext cx="34290" cy="39291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55" name="255 ellipse">
            <a:extLst>
              <a:ext uri="{FF2B5EF4-FFF2-40B4-BE49-F238E27FC236}">
                <a16:creationId xmlns:a16="http://schemas.microsoft.com/office/drawing/2014/main" id="{341DCA73-E993-16FE-E7A4-D080F02CC25F}"/>
              </a:ext>
            </a:extLst>
          </p:cNvPr>
          <p:cNvSpPr>
            <a:spLocks/>
          </p:cNvSpPr>
          <p:nvPr/>
        </p:nvSpPr>
        <p:spPr>
          <a:xfrm>
            <a:off x="10525443" y="2394586"/>
            <a:ext cx="34290" cy="39291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256" name="256 Repairer">
            <a:extLst>
              <a:ext uri="{FF2B5EF4-FFF2-40B4-BE49-F238E27FC236}">
                <a16:creationId xmlns:a16="http://schemas.microsoft.com/office/drawing/2014/main" id="{15B2B65A-1C01-CC08-586B-D96C3F60C82F}"/>
              </a:ext>
            </a:extLst>
          </p:cNvPr>
          <p:cNvSpPr>
            <a:spLocks/>
          </p:cNvSpPr>
          <p:nvPr/>
        </p:nvSpPr>
        <p:spPr>
          <a:xfrm>
            <a:off x="10925175" y="867573"/>
            <a:ext cx="10572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Repairer</a:t>
            </a:r>
          </a:p>
        </p:txBody>
      </p:sp>
      <p:sp>
        <p:nvSpPr>
          <p:cNvPr id="258" name="258 rect">
            <a:extLst>
              <a:ext uri="{FF2B5EF4-FFF2-40B4-BE49-F238E27FC236}">
                <a16:creationId xmlns:a16="http://schemas.microsoft.com/office/drawing/2014/main" id="{F252BA99-3864-A42A-1DCB-F7B645013037}"/>
              </a:ext>
            </a:extLst>
          </p:cNvPr>
          <p:cNvSpPr>
            <a:spLocks/>
          </p:cNvSpPr>
          <p:nvPr/>
        </p:nvSpPr>
        <p:spPr>
          <a:xfrm>
            <a:off x="10213975" y="2714625"/>
            <a:ext cx="16573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259" name="259 rect">
            <a:extLst>
              <a:ext uri="{FF2B5EF4-FFF2-40B4-BE49-F238E27FC236}">
                <a16:creationId xmlns:a16="http://schemas.microsoft.com/office/drawing/2014/main" id="{4546B46C-E6AB-0415-0770-A633797B0992}"/>
              </a:ext>
            </a:extLst>
          </p:cNvPr>
          <p:cNvSpPr>
            <a:spLocks/>
          </p:cNvSpPr>
          <p:nvPr/>
        </p:nvSpPr>
        <p:spPr>
          <a:xfrm>
            <a:off x="10261600" y="2781300"/>
            <a:ext cx="1562100" cy="219075"/>
          </a:xfrm>
          <a:prstGeom prst="roundRect">
            <a:avLst>
              <a:gd name="adj" fmla="val 17391"/>
            </a:avLst>
          </a:prstGeom>
          <a:solidFill>
            <a:srgbClr val="FFE6EA"/>
          </a:solidFill>
          <a:ln w="0">
            <a:noFill/>
          </a:ln>
        </p:spPr>
      </p:sp>
      <p:sp>
        <p:nvSpPr>
          <p:cNvPr id="260" name="260 rect">
            <a:extLst>
              <a:ext uri="{FF2B5EF4-FFF2-40B4-BE49-F238E27FC236}">
                <a16:creationId xmlns:a16="http://schemas.microsoft.com/office/drawing/2014/main" id="{E59B3824-5B0F-358C-948A-19E78689C763}"/>
              </a:ext>
            </a:extLst>
          </p:cNvPr>
          <p:cNvSpPr>
            <a:spLocks/>
          </p:cNvSpPr>
          <p:nvPr/>
        </p:nvSpPr>
        <p:spPr>
          <a:xfrm>
            <a:off x="10261600" y="3038475"/>
            <a:ext cx="1562100" cy="228600"/>
          </a:xfrm>
          <a:prstGeom prst="roundRect">
            <a:avLst>
              <a:gd name="adj" fmla="val 16667"/>
            </a:avLst>
          </a:prstGeom>
          <a:solidFill>
            <a:srgbClr val="DDF9EF"/>
          </a:solidFill>
          <a:ln w="0">
            <a:noFill/>
          </a:ln>
        </p:spPr>
      </p:sp>
      <p:sp>
        <p:nvSpPr>
          <p:cNvPr id="261" name="261 -  loss = model(data)">
            <a:extLst>
              <a:ext uri="{FF2B5EF4-FFF2-40B4-BE49-F238E27FC236}">
                <a16:creationId xmlns:a16="http://schemas.microsoft.com/office/drawing/2014/main" id="{5D889173-83CD-FEEA-315E-3AFB38B178D4}"/>
              </a:ext>
            </a:extLst>
          </p:cNvPr>
          <p:cNvSpPr>
            <a:spLocks/>
          </p:cNvSpPr>
          <p:nvPr/>
        </p:nvSpPr>
        <p:spPr>
          <a:xfrm>
            <a:off x="10318750" y="2800350"/>
            <a:ext cx="1504950" cy="2007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0">
                <a:solidFill>
                  <a:srgbClr val="F2123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F21239"/>
                </a:solidFill>
                <a:latin typeface="Times New Roman"/>
                <a:ea typeface="Times New Roman"/>
                <a:cs typeface="Times New Roman"/>
              </a:rPr>
              <a:t>-  loss = model(data)</a:t>
            </a:r>
          </a:p>
        </p:txBody>
      </p:sp>
      <p:sp>
        <p:nvSpPr>
          <p:cNvPr id="262" name="262 +  loss = model(x, y)">
            <a:extLst>
              <a:ext uri="{FF2B5EF4-FFF2-40B4-BE49-F238E27FC236}">
                <a16:creationId xmlns:a16="http://schemas.microsoft.com/office/drawing/2014/main" id="{1A877E27-F911-FA1D-EEBC-6CEF3343387E}"/>
              </a:ext>
            </a:extLst>
          </p:cNvPr>
          <p:cNvSpPr>
            <a:spLocks/>
          </p:cNvSpPr>
          <p:nvPr/>
        </p:nvSpPr>
        <p:spPr>
          <a:xfrm>
            <a:off x="10318750" y="3057525"/>
            <a:ext cx="1504950" cy="2007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0">
                <a:solidFill>
                  <a:srgbClr val="0D54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0D5454"/>
                </a:solidFill>
                <a:latin typeface="Times New Roman"/>
                <a:ea typeface="Times New Roman"/>
                <a:cs typeface="Times New Roman"/>
              </a:rPr>
              <a:t>+  loss = model(x, y)</a:t>
            </a:r>
          </a:p>
        </p:txBody>
      </p:sp>
      <p:sp>
        <p:nvSpPr>
          <p:cNvPr id="263" name="263 …">
            <a:extLst>
              <a:ext uri="{FF2B5EF4-FFF2-40B4-BE49-F238E27FC236}">
                <a16:creationId xmlns:a16="http://schemas.microsoft.com/office/drawing/2014/main" id="{D342CA14-924B-1B23-3081-41BFB2186142}"/>
              </a:ext>
            </a:extLst>
          </p:cNvPr>
          <p:cNvSpPr>
            <a:spLocks/>
          </p:cNvSpPr>
          <p:nvPr/>
        </p:nvSpPr>
        <p:spPr>
          <a:xfrm>
            <a:off x="10328275" y="3238500"/>
            <a:ext cx="1390650" cy="3188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268" name="268 path">
            <a:extLst>
              <a:ext uri="{FF2B5EF4-FFF2-40B4-BE49-F238E27FC236}">
                <a16:creationId xmlns:a16="http://schemas.microsoft.com/office/drawing/2014/main" id="{F65DDC83-63B9-857E-8FBB-736C73ABE425}"/>
              </a:ext>
            </a:extLst>
          </p:cNvPr>
          <p:cNvSpPr>
            <a:spLocks/>
          </p:cNvSpPr>
          <p:nvPr/>
        </p:nvSpPr>
        <p:spPr>
          <a:xfrm>
            <a:off x="9277350" y="2581275"/>
            <a:ext cx="809625" cy="95"/>
          </a:xfrm>
          <a:custGeom>
            <a:avLst/>
            <a:gdLst/>
            <a:ahLst/>
            <a:cxnLst/>
            <a:rect l="0" t="0" r="0" b="0"/>
            <a:pathLst>
              <a:path w="809625" h="9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28575">
            <a:solidFill>
              <a:srgbClr val="273247"/>
            </a:solidFill>
          </a:ln>
        </p:spPr>
      </p:sp>
      <p:sp>
        <p:nvSpPr>
          <p:cNvPr id="269" name="269 arrow head">
            <a:extLst>
              <a:ext uri="{FF2B5EF4-FFF2-40B4-BE49-F238E27FC236}">
                <a16:creationId xmlns:a16="http://schemas.microsoft.com/office/drawing/2014/main" id="{3DA49F13-4FFF-5379-A114-9059F27F4784}"/>
              </a:ext>
            </a:extLst>
          </p:cNvPr>
          <p:cNvSpPr>
            <a:spLocks/>
          </p:cNvSpPr>
          <p:nvPr/>
        </p:nvSpPr>
        <p:spPr>
          <a:xfrm>
            <a:off x="9999671" y="2526411"/>
            <a:ext cx="114300" cy="109728"/>
          </a:xfrm>
          <a:custGeom>
            <a:avLst/>
            <a:gdLst/>
            <a:ahLst/>
            <a:cxnLst/>
            <a:rect l="0" t="0" r="0" b="0"/>
            <a:pathLst>
              <a:path w="114300" h="109728">
                <a:moveTo>
                  <a:pt x="114300" y="54864"/>
                </a:move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solidFill>
            <a:srgbClr val="273247"/>
          </a:solidFill>
          <a:ln w="4763">
            <a:solidFill>
              <a:srgbClr val="273247"/>
            </a:solidFill>
          </a:ln>
        </p:spPr>
      </p:sp>
      <p:sp>
        <p:nvSpPr>
          <p:cNvPr id="270" name="270 diagnosis">
            <a:extLst>
              <a:ext uri="{FF2B5EF4-FFF2-40B4-BE49-F238E27FC236}">
                <a16:creationId xmlns:a16="http://schemas.microsoft.com/office/drawing/2014/main" id="{AF80A917-777B-0B00-2B29-734DFA9A4F3B}"/>
              </a:ext>
            </a:extLst>
          </p:cNvPr>
          <p:cNvSpPr>
            <a:spLocks/>
          </p:cNvSpPr>
          <p:nvPr/>
        </p:nvSpPr>
        <p:spPr>
          <a:xfrm>
            <a:off x="9363075" y="2085975"/>
            <a:ext cx="676275" cy="2007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diagnosis</a:t>
            </a:r>
          </a:p>
        </p:txBody>
      </p:sp>
      <p:sp>
        <p:nvSpPr>
          <p:cNvPr id="271" name="271 &amp; feedback">
            <a:extLst>
              <a:ext uri="{FF2B5EF4-FFF2-40B4-BE49-F238E27FC236}">
                <a16:creationId xmlns:a16="http://schemas.microsoft.com/office/drawing/2014/main" id="{A4C7AA05-ABBE-A028-162F-0300B077C072}"/>
              </a:ext>
            </a:extLst>
          </p:cNvPr>
          <p:cNvSpPr>
            <a:spLocks/>
          </p:cNvSpPr>
          <p:nvPr/>
        </p:nvSpPr>
        <p:spPr>
          <a:xfrm>
            <a:off x="9324975" y="2276475"/>
            <a:ext cx="762000" cy="19724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52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52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&amp; feedback</a:t>
            </a:r>
          </a:p>
        </p:txBody>
      </p:sp>
      <p:sp>
        <p:nvSpPr>
          <p:cNvPr id="272" name="272 path">
            <a:extLst>
              <a:ext uri="{FF2B5EF4-FFF2-40B4-BE49-F238E27FC236}">
                <a16:creationId xmlns:a16="http://schemas.microsoft.com/office/drawing/2014/main" id="{5DE1D794-2A1A-E3F2-F180-AE5A46A7025F}"/>
              </a:ext>
            </a:extLst>
          </p:cNvPr>
          <p:cNvSpPr>
            <a:spLocks/>
          </p:cNvSpPr>
          <p:nvPr/>
        </p:nvSpPr>
        <p:spPr>
          <a:xfrm>
            <a:off x="9305928" y="3067050"/>
            <a:ext cx="800100" cy="95"/>
          </a:xfrm>
          <a:custGeom>
            <a:avLst/>
            <a:gdLst/>
            <a:ahLst/>
            <a:cxnLst/>
            <a:rect l="0" t="0" r="0" b="0"/>
            <a:pathLst>
              <a:path w="800100" h="95">
                <a:moveTo>
                  <a:pt x="80010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273247"/>
            </a:solidFill>
          </a:ln>
        </p:spPr>
      </p:sp>
      <p:sp>
        <p:nvSpPr>
          <p:cNvPr id="273" name="273 arrow head">
            <a:extLst>
              <a:ext uri="{FF2B5EF4-FFF2-40B4-BE49-F238E27FC236}">
                <a16:creationId xmlns:a16="http://schemas.microsoft.com/office/drawing/2014/main" id="{B2C57067-EA06-2400-6C95-D01EE9819E3E}"/>
              </a:ext>
            </a:extLst>
          </p:cNvPr>
          <p:cNvSpPr>
            <a:spLocks/>
          </p:cNvSpPr>
          <p:nvPr/>
        </p:nvSpPr>
        <p:spPr>
          <a:xfrm>
            <a:off x="9283696" y="3012186"/>
            <a:ext cx="114300" cy="109728"/>
          </a:xfrm>
          <a:custGeom>
            <a:avLst/>
            <a:gdLst/>
            <a:ahLst/>
            <a:cxnLst/>
            <a:rect l="0" t="0" r="0" b="0"/>
            <a:pathLst>
              <a:path w="114300" h="109728">
                <a:moveTo>
                  <a:pt x="0" y="54864"/>
                </a:moveTo>
                <a:lnTo>
                  <a:pt x="114300" y="109728"/>
                </a:lnTo>
                <a:lnTo>
                  <a:pt x="114300" y="0"/>
                </a:lnTo>
                <a:close/>
              </a:path>
            </a:pathLst>
          </a:custGeom>
          <a:solidFill>
            <a:srgbClr val="273247"/>
          </a:solidFill>
          <a:ln w="4763">
            <a:solidFill>
              <a:srgbClr val="273247"/>
            </a:solidFill>
          </a:ln>
        </p:spPr>
      </p:sp>
      <p:sp>
        <p:nvSpPr>
          <p:cNvPr id="274" name="274 repaired">
            <a:extLst>
              <a:ext uri="{FF2B5EF4-FFF2-40B4-BE49-F238E27FC236}">
                <a16:creationId xmlns:a16="http://schemas.microsoft.com/office/drawing/2014/main" id="{066C6286-C131-F68D-1FBF-B5771DC426DC}"/>
              </a:ext>
            </a:extLst>
          </p:cNvPr>
          <p:cNvSpPr>
            <a:spLocks/>
          </p:cNvSpPr>
          <p:nvPr/>
        </p:nvSpPr>
        <p:spPr>
          <a:xfrm>
            <a:off x="9420225" y="3171825"/>
            <a:ext cx="628650" cy="2007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repaired</a:t>
            </a:r>
          </a:p>
        </p:txBody>
      </p:sp>
      <p:sp>
        <p:nvSpPr>
          <p:cNvPr id="275" name="275 code">
            <a:extLst>
              <a:ext uri="{FF2B5EF4-FFF2-40B4-BE49-F238E27FC236}">
                <a16:creationId xmlns:a16="http://schemas.microsoft.com/office/drawing/2014/main" id="{51DCD30F-0897-1A67-B36A-B2A7CA0076EB}"/>
              </a:ext>
            </a:extLst>
          </p:cNvPr>
          <p:cNvSpPr>
            <a:spLocks/>
          </p:cNvSpPr>
          <p:nvPr/>
        </p:nvSpPr>
        <p:spPr>
          <a:xfrm>
            <a:off x="9505950" y="3362325"/>
            <a:ext cx="457200" cy="2007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code</a:t>
            </a:r>
          </a:p>
        </p:txBody>
      </p:sp>
      <p:sp>
        <p:nvSpPr>
          <p:cNvPr id="280" name="280 filled flow arrow">
            <a:extLst>
              <a:ext uri="{FF2B5EF4-FFF2-40B4-BE49-F238E27FC236}">
                <a16:creationId xmlns:a16="http://schemas.microsoft.com/office/drawing/2014/main" id="{F4951206-14EC-1726-483A-AD2B93129525}"/>
              </a:ext>
            </a:extLst>
          </p:cNvPr>
          <p:cNvSpPr>
            <a:spLocks/>
          </p:cNvSpPr>
          <p:nvPr/>
        </p:nvSpPr>
        <p:spPr>
          <a:xfrm>
            <a:off x="8405812" y="3218353"/>
            <a:ext cx="200025" cy="285750"/>
          </a:xfrm>
          <a:custGeom>
            <a:avLst/>
            <a:gdLst/>
            <a:ahLst/>
            <a:cxnLst/>
            <a:rect l="0" t="0" r="0" b="0"/>
            <a:pathLst>
              <a:path w="200025" h="285750">
                <a:moveTo>
                  <a:pt x="60007" y="285750"/>
                </a:moveTo>
                <a:lnTo>
                  <a:pt x="140018" y="285750"/>
                </a:lnTo>
                <a:lnTo>
                  <a:pt x="140018" y="128588"/>
                </a:lnTo>
                <a:lnTo>
                  <a:pt x="200025" y="128588"/>
                </a:lnTo>
                <a:lnTo>
                  <a:pt x="100013" y="0"/>
                </a:lnTo>
                <a:lnTo>
                  <a:pt x="0" y="128588"/>
                </a:lnTo>
                <a:lnTo>
                  <a:pt x="60007" y="128588"/>
                </a:lnTo>
                <a:close/>
              </a:path>
            </a:pathLst>
          </a:custGeom>
          <a:gradFill>
            <a:gsLst>
              <a:gs pos="0">
                <a:srgbClr val="A1DCAB"/>
              </a:gs>
              <a:gs pos="100000">
                <a:srgbClr val="D4F8D7"/>
              </a:gs>
            </a:gsLst>
            <a:lin ang="5400000"/>
          </a:gradFill>
          <a:ln w="12383">
            <a:solidFill>
              <a:srgbClr val="198444"/>
            </a:solidFill>
          </a:ln>
        </p:spPr>
      </p:sp>
      <p:sp>
        <p:nvSpPr>
          <p:cNvPr id="306" name="306 filled flow arrow">
            <a:extLst>
              <a:ext uri="{FF2B5EF4-FFF2-40B4-BE49-F238E27FC236}">
                <a16:creationId xmlns:a16="http://schemas.microsoft.com/office/drawing/2014/main" id="{EB356E8B-7521-0F27-FE08-57B20E7CF167}"/>
              </a:ext>
            </a:extLst>
          </p:cNvPr>
          <p:cNvSpPr>
            <a:spLocks/>
          </p:cNvSpPr>
          <p:nvPr/>
        </p:nvSpPr>
        <p:spPr>
          <a:xfrm>
            <a:off x="6096000" y="5362575"/>
            <a:ext cx="209550" cy="285750"/>
          </a:xfrm>
          <a:custGeom>
            <a:avLst/>
            <a:gdLst/>
            <a:ahLst/>
            <a:cxnLst/>
            <a:rect l="0" t="0" r="0" b="0"/>
            <a:pathLst>
              <a:path w="209550" h="285750">
                <a:moveTo>
                  <a:pt x="62865" y="285750"/>
                </a:moveTo>
                <a:lnTo>
                  <a:pt x="146685" y="285750"/>
                </a:lnTo>
                <a:lnTo>
                  <a:pt x="146685" y="128588"/>
                </a:lnTo>
                <a:lnTo>
                  <a:pt x="209550" y="128588"/>
                </a:lnTo>
                <a:lnTo>
                  <a:pt x="104775" y="0"/>
                </a:lnTo>
                <a:lnTo>
                  <a:pt x="0" y="128588"/>
                </a:lnTo>
                <a:lnTo>
                  <a:pt x="62865" y="128588"/>
                </a:lnTo>
                <a:close/>
              </a:path>
            </a:pathLst>
          </a:custGeom>
          <a:gradFill>
            <a:gsLst>
              <a:gs pos="0">
                <a:srgbClr val="62BE76"/>
              </a:gs>
              <a:gs pos="100000">
                <a:srgbClr val="C7EEC7"/>
              </a:gs>
            </a:gsLst>
            <a:lin ang="5400000"/>
          </a:gradFill>
          <a:ln w="12383">
            <a:solidFill>
              <a:srgbClr val="267C4F"/>
            </a:solidFill>
          </a:ln>
        </p:spPr>
      </p:sp>
      <p:sp>
        <p:nvSpPr>
          <p:cNvPr id="307" name="307 filled flow arrow">
            <a:extLst>
              <a:ext uri="{FF2B5EF4-FFF2-40B4-BE49-F238E27FC236}">
                <a16:creationId xmlns:a16="http://schemas.microsoft.com/office/drawing/2014/main" id="{82D94521-5190-B69F-0299-ED5A8EA6244C}"/>
              </a:ext>
            </a:extLst>
          </p:cNvPr>
          <p:cNvSpPr>
            <a:spLocks/>
          </p:cNvSpPr>
          <p:nvPr/>
        </p:nvSpPr>
        <p:spPr>
          <a:xfrm>
            <a:off x="8248650" y="5334000"/>
            <a:ext cx="266700" cy="314325"/>
          </a:xfrm>
          <a:custGeom>
            <a:avLst/>
            <a:gdLst/>
            <a:ahLst/>
            <a:cxnLst/>
            <a:rect l="0" t="0" r="0" b="0"/>
            <a:pathLst>
              <a:path w="266700" h="314325">
                <a:moveTo>
                  <a:pt x="80010" y="314325"/>
                </a:moveTo>
                <a:lnTo>
                  <a:pt x="186690" y="314325"/>
                </a:lnTo>
                <a:lnTo>
                  <a:pt x="186690" y="141446"/>
                </a:lnTo>
                <a:lnTo>
                  <a:pt x="266700" y="141446"/>
                </a:lnTo>
                <a:lnTo>
                  <a:pt x="133350" y="0"/>
                </a:lnTo>
                <a:lnTo>
                  <a:pt x="0" y="141446"/>
                </a:lnTo>
                <a:lnTo>
                  <a:pt x="80010" y="141446"/>
                </a:lnTo>
                <a:close/>
              </a:path>
            </a:pathLst>
          </a:custGeom>
          <a:gradFill>
            <a:gsLst>
              <a:gs pos="0">
                <a:srgbClr val="B9ECC3"/>
              </a:gs>
              <a:gs pos="100000">
                <a:srgbClr val="DDF9DC"/>
              </a:gs>
            </a:gsLst>
            <a:lin ang="5400000"/>
          </a:gradFill>
          <a:ln w="12383">
            <a:solidFill>
              <a:srgbClr val="53AB72"/>
            </a:solidFill>
          </a:ln>
        </p:spPr>
      </p:sp>
      <p:sp>
        <p:nvSpPr>
          <p:cNvPr id="308" name="308 filled flow arrow">
            <a:extLst>
              <a:ext uri="{FF2B5EF4-FFF2-40B4-BE49-F238E27FC236}">
                <a16:creationId xmlns:a16="http://schemas.microsoft.com/office/drawing/2014/main" id="{00DE8A99-3D69-D595-32E0-4BA70B4F9E6A}"/>
              </a:ext>
            </a:extLst>
          </p:cNvPr>
          <p:cNvSpPr>
            <a:spLocks/>
          </p:cNvSpPr>
          <p:nvPr/>
        </p:nvSpPr>
        <p:spPr>
          <a:xfrm>
            <a:off x="10820400" y="5362575"/>
            <a:ext cx="209550" cy="285750"/>
          </a:xfrm>
          <a:custGeom>
            <a:avLst/>
            <a:gdLst/>
            <a:ahLst/>
            <a:cxnLst/>
            <a:rect l="0" t="0" r="0" b="0"/>
            <a:pathLst>
              <a:path w="209550" h="285750">
                <a:moveTo>
                  <a:pt x="62865" y="285750"/>
                </a:moveTo>
                <a:lnTo>
                  <a:pt x="146685" y="285750"/>
                </a:lnTo>
                <a:lnTo>
                  <a:pt x="146685" y="128588"/>
                </a:lnTo>
                <a:lnTo>
                  <a:pt x="209550" y="128588"/>
                </a:lnTo>
                <a:lnTo>
                  <a:pt x="104775" y="0"/>
                </a:lnTo>
                <a:lnTo>
                  <a:pt x="0" y="128588"/>
                </a:lnTo>
                <a:lnTo>
                  <a:pt x="62865" y="128588"/>
                </a:lnTo>
                <a:close/>
              </a:path>
            </a:pathLst>
          </a:custGeom>
          <a:gradFill>
            <a:gsLst>
              <a:gs pos="0">
                <a:srgbClr val="66C37E"/>
              </a:gs>
              <a:gs pos="100000">
                <a:srgbClr val="CDEFD0"/>
              </a:gs>
            </a:gsLst>
            <a:lin ang="5400000"/>
          </a:gradFill>
          <a:ln w="12383">
            <a:solidFill>
              <a:srgbClr val="277B4D"/>
            </a:solidFill>
          </a:ln>
        </p:spPr>
      </p:sp>
      <p:sp>
        <p:nvSpPr>
          <p:cNvPr id="309" name="309 rect">
            <a:extLst>
              <a:ext uri="{FF2B5EF4-FFF2-40B4-BE49-F238E27FC236}">
                <a16:creationId xmlns:a16="http://schemas.microsoft.com/office/drawing/2014/main" id="{F1657AB5-FBA4-7EE8-360E-48B4652442F0}"/>
              </a:ext>
            </a:extLst>
          </p:cNvPr>
          <p:cNvSpPr>
            <a:spLocks/>
          </p:cNvSpPr>
          <p:nvPr/>
        </p:nvSpPr>
        <p:spPr>
          <a:xfrm>
            <a:off x="4867275" y="5648325"/>
            <a:ext cx="7172325" cy="2181225"/>
          </a:xfrm>
          <a:prstGeom prst="roundRect">
            <a:avLst>
              <a:gd name="adj" fmla="val 6987"/>
            </a:avLst>
          </a:prstGeom>
          <a:gradFill>
            <a:gsLst>
              <a:gs pos="0">
                <a:srgbClr val="EEF7FE"/>
              </a:gs>
              <a:gs pos="80000">
                <a:schemeClr val="tx2">
                  <a:lumMod val="10000"/>
                  <a:lumOff val="90000"/>
                </a:schemeClr>
              </a:gs>
            </a:gsLst>
            <a:lin ang="5400000"/>
          </a:gradFill>
          <a:ln w="11430">
            <a:solidFill>
              <a:srgbClr val="165CC7"/>
            </a:solidFill>
          </a:ln>
        </p:spPr>
      </p:sp>
      <p:sp>
        <p:nvSpPr>
          <p:cNvPr id="310" name="310 rect">
            <a:extLst>
              <a:ext uri="{FF2B5EF4-FFF2-40B4-BE49-F238E27FC236}">
                <a16:creationId xmlns:a16="http://schemas.microsoft.com/office/drawing/2014/main" id="{77B4EC47-155A-EB1E-51C3-47961A71E785}"/>
              </a:ext>
            </a:extLst>
          </p:cNvPr>
          <p:cNvSpPr>
            <a:spLocks/>
          </p:cNvSpPr>
          <p:nvPr/>
        </p:nvSpPr>
        <p:spPr>
          <a:xfrm>
            <a:off x="5044678" y="5781675"/>
            <a:ext cx="264319" cy="278606"/>
          </a:xfrm>
          <a:prstGeom prst="rect">
            <a:avLst/>
          </a:prstGeom>
          <a:gradFill>
            <a:gsLst>
              <a:gs pos="0">
                <a:srgbClr val="81C9FA"/>
              </a:gs>
              <a:gs pos="100000">
                <a:srgbClr val="87ACDF"/>
              </a:gs>
            </a:gsLst>
            <a:lin ang="5400000"/>
          </a:gradFill>
          <a:ln w="19383">
            <a:solidFill>
              <a:srgbClr val="090D28"/>
            </a:solidFill>
          </a:ln>
        </p:spPr>
      </p:sp>
      <p:sp>
        <p:nvSpPr>
          <p:cNvPr id="311" name="311 ellipse">
            <a:extLst>
              <a:ext uri="{FF2B5EF4-FFF2-40B4-BE49-F238E27FC236}">
                <a16:creationId xmlns:a16="http://schemas.microsoft.com/office/drawing/2014/main" id="{62A3469C-2248-1A40-129B-DF31007001ED}"/>
              </a:ext>
            </a:extLst>
          </p:cNvPr>
          <p:cNvSpPr>
            <a:spLocks/>
          </p:cNvSpPr>
          <p:nvPr/>
        </p:nvSpPr>
        <p:spPr>
          <a:xfrm>
            <a:off x="5044678" y="5963841"/>
            <a:ext cx="264319" cy="139303"/>
          </a:xfrm>
          <a:prstGeom prst="ellipse">
            <a:avLst/>
          </a:prstGeom>
          <a:solidFill>
            <a:srgbClr val="94B9E8"/>
          </a:solidFill>
          <a:ln w="19383">
            <a:solidFill>
              <a:srgbClr val="090D28"/>
            </a:solidFill>
          </a:ln>
        </p:spPr>
      </p:sp>
      <p:sp>
        <p:nvSpPr>
          <p:cNvPr id="312" name="312 rect">
            <a:extLst>
              <a:ext uri="{FF2B5EF4-FFF2-40B4-BE49-F238E27FC236}">
                <a16:creationId xmlns:a16="http://schemas.microsoft.com/office/drawing/2014/main" id="{25EC89A1-1178-E37C-2E1D-CCAC8A5F7B6F}"/>
              </a:ext>
            </a:extLst>
          </p:cNvPr>
          <p:cNvSpPr>
            <a:spLocks/>
          </p:cNvSpPr>
          <p:nvPr/>
        </p:nvSpPr>
        <p:spPr>
          <a:xfrm>
            <a:off x="5053489" y="5878116"/>
            <a:ext cx="246698" cy="150019"/>
          </a:xfrm>
          <a:prstGeom prst="rect">
            <a:avLst/>
          </a:prstGeom>
          <a:gradFill>
            <a:gsLst>
              <a:gs pos="0">
                <a:srgbClr val="81C9FA"/>
              </a:gs>
              <a:gs pos="100000">
                <a:srgbClr val="9DBDE5"/>
              </a:gs>
            </a:gsLst>
            <a:lin ang="5400000"/>
          </a:gradFill>
          <a:ln w="0">
            <a:noFill/>
          </a:ln>
        </p:spPr>
      </p:sp>
      <p:sp>
        <p:nvSpPr>
          <p:cNvPr id="313" name="313 path">
            <a:extLst>
              <a:ext uri="{FF2B5EF4-FFF2-40B4-BE49-F238E27FC236}">
                <a16:creationId xmlns:a16="http://schemas.microsoft.com/office/drawing/2014/main" id="{1AF83CC8-371B-6CC6-5D33-23C0DE132AED}"/>
              </a:ext>
            </a:extLst>
          </p:cNvPr>
          <p:cNvSpPr>
            <a:spLocks/>
          </p:cNvSpPr>
          <p:nvPr/>
        </p:nvSpPr>
        <p:spPr>
          <a:xfrm>
            <a:off x="5044678" y="5899547"/>
            <a:ext cx="264319" cy="48220"/>
          </a:xfrm>
          <a:custGeom>
            <a:avLst/>
            <a:gdLst/>
            <a:ahLst/>
            <a:cxnLst/>
            <a:rect l="0" t="0" r="0" b="0"/>
            <a:pathLst>
              <a:path w="264319" h="48220">
                <a:moveTo>
                  <a:pt x="0" y="0"/>
                </a:moveTo>
                <a:lnTo>
                  <a:pt x="6426" y="6215"/>
                </a:lnTo>
                <a:lnTo>
                  <a:pt x="13345" y="12001"/>
                </a:lnTo>
                <a:lnTo>
                  <a:pt x="20723" y="17359"/>
                </a:lnTo>
                <a:lnTo>
                  <a:pt x="28523" y="22289"/>
                </a:lnTo>
                <a:lnTo>
                  <a:pt x="36711" y="26789"/>
                </a:lnTo>
                <a:lnTo>
                  <a:pt x="45251" y="30861"/>
                </a:lnTo>
                <a:lnTo>
                  <a:pt x="54109" y="34504"/>
                </a:lnTo>
                <a:lnTo>
                  <a:pt x="63249" y="37719"/>
                </a:lnTo>
                <a:lnTo>
                  <a:pt x="72635" y="40505"/>
                </a:lnTo>
                <a:lnTo>
                  <a:pt x="82232" y="42863"/>
                </a:lnTo>
                <a:lnTo>
                  <a:pt x="92006" y="44791"/>
                </a:lnTo>
                <a:lnTo>
                  <a:pt x="101921" y="46292"/>
                </a:lnTo>
                <a:lnTo>
                  <a:pt x="111942" y="47363"/>
                </a:lnTo>
                <a:lnTo>
                  <a:pt x="122033" y="48006"/>
                </a:lnTo>
                <a:lnTo>
                  <a:pt x="132159" y="48220"/>
                </a:lnTo>
                <a:lnTo>
                  <a:pt x="142286" y="48006"/>
                </a:lnTo>
                <a:lnTo>
                  <a:pt x="152377" y="47363"/>
                </a:lnTo>
                <a:lnTo>
                  <a:pt x="162397" y="46292"/>
                </a:lnTo>
                <a:lnTo>
                  <a:pt x="172312" y="44791"/>
                </a:lnTo>
                <a:lnTo>
                  <a:pt x="182086" y="42863"/>
                </a:lnTo>
                <a:lnTo>
                  <a:pt x="191684" y="40505"/>
                </a:lnTo>
                <a:lnTo>
                  <a:pt x="201070" y="37719"/>
                </a:lnTo>
                <a:lnTo>
                  <a:pt x="210210" y="34504"/>
                </a:lnTo>
                <a:lnTo>
                  <a:pt x="219067" y="30861"/>
                </a:lnTo>
                <a:lnTo>
                  <a:pt x="227608" y="26789"/>
                </a:lnTo>
                <a:lnTo>
                  <a:pt x="235796" y="22289"/>
                </a:lnTo>
                <a:lnTo>
                  <a:pt x="243596" y="17359"/>
                </a:lnTo>
                <a:lnTo>
                  <a:pt x="250974" y="12001"/>
                </a:lnTo>
                <a:lnTo>
                  <a:pt x="257893" y="6215"/>
                </a:lnTo>
                <a:lnTo>
                  <a:pt x="264319" y="0"/>
                </a:lnTo>
              </a:path>
            </a:pathLst>
          </a:custGeom>
          <a:noFill/>
          <a:ln w="17621">
            <a:solidFill>
              <a:srgbClr val="090D28"/>
            </a:solidFill>
          </a:ln>
        </p:spPr>
      </p:sp>
      <p:sp>
        <p:nvSpPr>
          <p:cNvPr id="314" name="314 path">
            <a:extLst>
              <a:ext uri="{FF2B5EF4-FFF2-40B4-BE49-F238E27FC236}">
                <a16:creationId xmlns:a16="http://schemas.microsoft.com/office/drawing/2014/main" id="{39B362DA-00A1-2D54-4A2C-529B9D42BD81}"/>
              </a:ext>
            </a:extLst>
          </p:cNvPr>
          <p:cNvSpPr>
            <a:spLocks/>
          </p:cNvSpPr>
          <p:nvPr/>
        </p:nvSpPr>
        <p:spPr>
          <a:xfrm>
            <a:off x="5044678" y="5985272"/>
            <a:ext cx="264319" cy="48220"/>
          </a:xfrm>
          <a:custGeom>
            <a:avLst/>
            <a:gdLst/>
            <a:ahLst/>
            <a:cxnLst/>
            <a:rect l="0" t="0" r="0" b="0"/>
            <a:pathLst>
              <a:path w="264319" h="48220">
                <a:moveTo>
                  <a:pt x="0" y="0"/>
                </a:moveTo>
                <a:lnTo>
                  <a:pt x="6426" y="6215"/>
                </a:lnTo>
                <a:lnTo>
                  <a:pt x="13345" y="12001"/>
                </a:lnTo>
                <a:lnTo>
                  <a:pt x="20723" y="17359"/>
                </a:lnTo>
                <a:lnTo>
                  <a:pt x="28523" y="22289"/>
                </a:lnTo>
                <a:lnTo>
                  <a:pt x="36711" y="26789"/>
                </a:lnTo>
                <a:lnTo>
                  <a:pt x="45251" y="30861"/>
                </a:lnTo>
                <a:lnTo>
                  <a:pt x="54109" y="34504"/>
                </a:lnTo>
                <a:lnTo>
                  <a:pt x="63249" y="37719"/>
                </a:lnTo>
                <a:lnTo>
                  <a:pt x="72635" y="40505"/>
                </a:lnTo>
                <a:lnTo>
                  <a:pt x="82232" y="42863"/>
                </a:lnTo>
                <a:lnTo>
                  <a:pt x="92006" y="44791"/>
                </a:lnTo>
                <a:lnTo>
                  <a:pt x="101921" y="46292"/>
                </a:lnTo>
                <a:lnTo>
                  <a:pt x="111942" y="47363"/>
                </a:lnTo>
                <a:lnTo>
                  <a:pt x="122033" y="48006"/>
                </a:lnTo>
                <a:lnTo>
                  <a:pt x="132159" y="48220"/>
                </a:lnTo>
                <a:lnTo>
                  <a:pt x="142286" y="48006"/>
                </a:lnTo>
                <a:lnTo>
                  <a:pt x="152377" y="47363"/>
                </a:lnTo>
                <a:lnTo>
                  <a:pt x="162397" y="46292"/>
                </a:lnTo>
                <a:lnTo>
                  <a:pt x="172312" y="44791"/>
                </a:lnTo>
                <a:lnTo>
                  <a:pt x="182086" y="42863"/>
                </a:lnTo>
                <a:lnTo>
                  <a:pt x="191684" y="40505"/>
                </a:lnTo>
                <a:lnTo>
                  <a:pt x="201070" y="37719"/>
                </a:lnTo>
                <a:lnTo>
                  <a:pt x="210210" y="34504"/>
                </a:lnTo>
                <a:lnTo>
                  <a:pt x="219067" y="30861"/>
                </a:lnTo>
                <a:lnTo>
                  <a:pt x="227608" y="26789"/>
                </a:lnTo>
                <a:lnTo>
                  <a:pt x="235796" y="22289"/>
                </a:lnTo>
                <a:lnTo>
                  <a:pt x="243596" y="17359"/>
                </a:lnTo>
                <a:lnTo>
                  <a:pt x="250974" y="12001"/>
                </a:lnTo>
                <a:lnTo>
                  <a:pt x="257893" y="6215"/>
                </a:lnTo>
                <a:lnTo>
                  <a:pt x="264319" y="0"/>
                </a:lnTo>
              </a:path>
            </a:pathLst>
          </a:custGeom>
          <a:noFill/>
          <a:ln w="17621">
            <a:solidFill>
              <a:srgbClr val="090D28"/>
            </a:solidFill>
          </a:ln>
        </p:spPr>
      </p:sp>
      <p:sp>
        <p:nvSpPr>
          <p:cNvPr id="315" name="315 ellipse">
            <a:extLst>
              <a:ext uri="{FF2B5EF4-FFF2-40B4-BE49-F238E27FC236}">
                <a16:creationId xmlns:a16="http://schemas.microsoft.com/office/drawing/2014/main" id="{BC108E3E-550E-A4A5-FF46-E9193E02DC8F}"/>
              </a:ext>
            </a:extLst>
          </p:cNvPr>
          <p:cNvSpPr>
            <a:spLocks/>
          </p:cNvSpPr>
          <p:nvPr/>
        </p:nvSpPr>
        <p:spPr>
          <a:xfrm>
            <a:off x="5044678" y="5717381"/>
            <a:ext cx="264319" cy="139303"/>
          </a:xfrm>
          <a:prstGeom prst="ellipse">
            <a:avLst/>
          </a:prstGeom>
          <a:solidFill>
            <a:srgbClr val="81C9FA"/>
          </a:solidFill>
          <a:ln w="19383">
            <a:solidFill>
              <a:srgbClr val="090D28"/>
            </a:solidFill>
          </a:ln>
        </p:spPr>
      </p:sp>
      <p:sp>
        <p:nvSpPr>
          <p:cNvPr id="316" name="316 Dependency-Aware Workspace">
            <a:extLst>
              <a:ext uri="{FF2B5EF4-FFF2-40B4-BE49-F238E27FC236}">
                <a16:creationId xmlns:a16="http://schemas.microsoft.com/office/drawing/2014/main" id="{395E2814-690A-03D1-2D21-66E378193162}"/>
              </a:ext>
            </a:extLst>
          </p:cNvPr>
          <p:cNvSpPr>
            <a:spLocks/>
          </p:cNvSpPr>
          <p:nvPr/>
        </p:nvSpPr>
        <p:spPr>
          <a:xfrm>
            <a:off x="5524500" y="5764744"/>
            <a:ext cx="6267450" cy="30708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Dependency-Aware Workspace</a:t>
            </a:r>
          </a:p>
        </p:txBody>
      </p:sp>
      <p:sp>
        <p:nvSpPr>
          <p:cNvPr id="317" name="317 rect">
            <a:extLst>
              <a:ext uri="{FF2B5EF4-FFF2-40B4-BE49-F238E27FC236}">
                <a16:creationId xmlns:a16="http://schemas.microsoft.com/office/drawing/2014/main" id="{0C92CE45-4D24-F42A-8021-FE6CC20EF541}"/>
              </a:ext>
            </a:extLst>
          </p:cNvPr>
          <p:cNvSpPr>
            <a:spLocks/>
          </p:cNvSpPr>
          <p:nvPr/>
        </p:nvSpPr>
        <p:spPr>
          <a:xfrm>
            <a:off x="4972050" y="6191250"/>
            <a:ext cx="2019300" cy="1543050"/>
          </a:xfrm>
          <a:prstGeom prst="roundRect">
            <a:avLst>
              <a:gd name="adj" fmla="val 6790"/>
            </a:avLst>
          </a:pr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8" name="318 Repository Graph">
            <a:extLst>
              <a:ext uri="{FF2B5EF4-FFF2-40B4-BE49-F238E27FC236}">
                <a16:creationId xmlns:a16="http://schemas.microsoft.com/office/drawing/2014/main" id="{EFE9766C-8BAF-C65D-B7C9-12456BD5A6A6}"/>
              </a:ext>
            </a:extLst>
          </p:cNvPr>
          <p:cNvSpPr>
            <a:spLocks/>
          </p:cNvSpPr>
          <p:nvPr/>
        </p:nvSpPr>
        <p:spPr>
          <a:xfrm>
            <a:off x="5076825" y="6257925"/>
            <a:ext cx="1828800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Repository Graph</a:t>
            </a:r>
          </a:p>
        </p:txBody>
      </p:sp>
      <p:sp>
        <p:nvSpPr>
          <p:cNvPr id="320" name="320 path">
            <a:extLst>
              <a:ext uri="{FF2B5EF4-FFF2-40B4-BE49-F238E27FC236}">
                <a16:creationId xmlns:a16="http://schemas.microsoft.com/office/drawing/2014/main" id="{B0F33CC4-5CC1-81A2-894E-A91765F5E875}"/>
              </a:ext>
            </a:extLst>
          </p:cNvPr>
          <p:cNvSpPr>
            <a:spLocks/>
          </p:cNvSpPr>
          <p:nvPr/>
        </p:nvSpPr>
        <p:spPr>
          <a:xfrm>
            <a:off x="5118973" y="6605588"/>
            <a:ext cx="153829" cy="107156"/>
          </a:xfrm>
          <a:custGeom>
            <a:avLst/>
            <a:gdLst/>
            <a:ahLst/>
            <a:cxnLst/>
            <a:rect l="0" t="0" r="0" b="0"/>
            <a:pathLst>
              <a:path w="153829" h="107156">
                <a:moveTo>
                  <a:pt x="0" y="0"/>
                </a:moveTo>
                <a:lnTo>
                  <a:pt x="54293" y="0"/>
                </a:lnTo>
                <a:lnTo>
                  <a:pt x="67866" y="17145"/>
                </a:lnTo>
                <a:lnTo>
                  <a:pt x="153829" y="17145"/>
                </a:lnTo>
                <a:lnTo>
                  <a:pt x="153829" y="107156"/>
                </a:lnTo>
                <a:lnTo>
                  <a:pt x="0" y="107156"/>
                </a:lnTo>
                <a:close/>
              </a:path>
            </a:pathLst>
          </a:custGeom>
          <a:solidFill>
            <a:srgbClr val="D2ECFF"/>
          </a:solidFill>
          <a:ln w="8573">
            <a:solidFill>
              <a:srgbClr val="003496"/>
            </a:solidFill>
          </a:ln>
        </p:spPr>
      </p:sp>
      <p:sp>
        <p:nvSpPr>
          <p:cNvPr id="321" name="321 path">
            <a:extLst>
              <a:ext uri="{FF2B5EF4-FFF2-40B4-BE49-F238E27FC236}">
                <a16:creationId xmlns:a16="http://schemas.microsoft.com/office/drawing/2014/main" id="{BA25AB0C-2399-7FA5-AEC4-E0A740727F62}"/>
              </a:ext>
            </a:extLst>
          </p:cNvPr>
          <p:cNvSpPr>
            <a:spLocks/>
          </p:cNvSpPr>
          <p:nvPr/>
        </p:nvSpPr>
        <p:spPr>
          <a:xfrm>
            <a:off x="5123498" y="6635591"/>
            <a:ext cx="144780" cy="77153"/>
          </a:xfrm>
          <a:custGeom>
            <a:avLst/>
            <a:gdLst/>
            <a:ahLst/>
            <a:cxnLst/>
            <a:rect l="0" t="0" r="0" b="0"/>
            <a:pathLst>
              <a:path w="144780" h="77153">
                <a:moveTo>
                  <a:pt x="0" y="0"/>
                </a:moveTo>
                <a:lnTo>
                  <a:pt x="144780" y="0"/>
                </a:lnTo>
                <a:lnTo>
                  <a:pt x="144780" y="77153"/>
                </a:lnTo>
                <a:lnTo>
                  <a:pt x="0" y="77153"/>
                </a:lnTo>
                <a:close/>
              </a:path>
            </a:pathLst>
          </a:custGeom>
          <a:solidFill>
            <a:srgbClr val="F7FCFF"/>
          </a:solidFill>
          <a:ln w="5572">
            <a:solidFill>
              <a:srgbClr val="003496"/>
            </a:solidFill>
          </a:ln>
        </p:spPr>
      </p:sp>
      <p:sp>
        <p:nvSpPr>
          <p:cNvPr id="322" name="322 src/">
            <a:extLst>
              <a:ext uri="{FF2B5EF4-FFF2-40B4-BE49-F238E27FC236}">
                <a16:creationId xmlns:a16="http://schemas.microsoft.com/office/drawing/2014/main" id="{13228705-3053-0151-957B-716D27744907}"/>
              </a:ext>
            </a:extLst>
          </p:cNvPr>
          <p:cNvSpPr>
            <a:spLocks/>
          </p:cNvSpPr>
          <p:nvPr/>
        </p:nvSpPr>
        <p:spPr>
          <a:xfrm>
            <a:off x="5381625" y="6534150"/>
            <a:ext cx="123825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src/</a:t>
            </a:r>
          </a:p>
        </p:txBody>
      </p:sp>
      <p:sp>
        <p:nvSpPr>
          <p:cNvPr id="323" name="323 path">
            <a:extLst>
              <a:ext uri="{FF2B5EF4-FFF2-40B4-BE49-F238E27FC236}">
                <a16:creationId xmlns:a16="http://schemas.microsoft.com/office/drawing/2014/main" id="{FAF91E12-204E-63DC-817E-78A65B6C8EC0}"/>
              </a:ext>
            </a:extLst>
          </p:cNvPr>
          <p:cNvSpPr>
            <a:spLocks/>
          </p:cNvSpPr>
          <p:nvPr/>
        </p:nvSpPr>
        <p:spPr>
          <a:xfrm>
            <a:off x="5381625" y="6791325"/>
            <a:ext cx="95" cy="657225"/>
          </a:xfrm>
          <a:custGeom>
            <a:avLst/>
            <a:gdLst/>
            <a:ahLst/>
            <a:cxnLst/>
            <a:rect l="0" t="0" r="0" b="0"/>
            <a:pathLst>
              <a:path w="95"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noFill/>
          <a:ln w="12383">
            <a:solidFill>
              <a:srgbClr val="758391"/>
            </a:solidFill>
          </a:ln>
        </p:spPr>
      </p:sp>
      <p:sp>
        <p:nvSpPr>
          <p:cNvPr id="324" name="324 path">
            <a:extLst>
              <a:ext uri="{FF2B5EF4-FFF2-40B4-BE49-F238E27FC236}">
                <a16:creationId xmlns:a16="http://schemas.microsoft.com/office/drawing/2014/main" id="{50575495-1403-626B-1FB5-5DF8866FFAEA}"/>
              </a:ext>
            </a:extLst>
          </p:cNvPr>
          <p:cNvSpPr>
            <a:spLocks/>
          </p:cNvSpPr>
          <p:nvPr/>
        </p:nvSpPr>
        <p:spPr>
          <a:xfrm>
            <a:off x="5381625" y="6867525"/>
            <a:ext cx="133350" cy="95"/>
          </a:xfrm>
          <a:custGeom>
            <a:avLst/>
            <a:gdLst/>
            <a:ahLst/>
            <a:cxnLst/>
            <a:rect l="0" t="0" r="0" b="0"/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12383">
            <a:solidFill>
              <a:srgbClr val="758391"/>
            </a:solidFill>
          </a:ln>
        </p:spPr>
      </p:sp>
      <p:sp>
        <p:nvSpPr>
          <p:cNvPr id="331" name="331 model.py">
            <a:extLst>
              <a:ext uri="{FF2B5EF4-FFF2-40B4-BE49-F238E27FC236}">
                <a16:creationId xmlns:a16="http://schemas.microsoft.com/office/drawing/2014/main" id="{76B8F550-5E6D-2AD5-89BC-9B6D281AE5EB}"/>
              </a:ext>
            </a:extLst>
          </p:cNvPr>
          <p:cNvSpPr>
            <a:spLocks/>
          </p:cNvSpPr>
          <p:nvPr/>
        </p:nvSpPr>
        <p:spPr>
          <a:xfrm>
            <a:off x="5619750" y="6732651"/>
            <a:ext cx="97155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model.py</a:t>
            </a:r>
          </a:p>
        </p:txBody>
      </p:sp>
      <p:sp>
        <p:nvSpPr>
          <p:cNvPr id="332" name="332 path">
            <a:extLst>
              <a:ext uri="{FF2B5EF4-FFF2-40B4-BE49-F238E27FC236}">
                <a16:creationId xmlns:a16="http://schemas.microsoft.com/office/drawing/2014/main" id="{DCFE5C9A-930D-A545-00FC-019229139225}"/>
              </a:ext>
            </a:extLst>
          </p:cNvPr>
          <p:cNvSpPr>
            <a:spLocks/>
          </p:cNvSpPr>
          <p:nvPr/>
        </p:nvSpPr>
        <p:spPr>
          <a:xfrm>
            <a:off x="5381625" y="7153275"/>
            <a:ext cx="133350" cy="95"/>
          </a:xfrm>
          <a:custGeom>
            <a:avLst/>
            <a:gdLst/>
            <a:ahLst/>
            <a:cxnLst/>
            <a:rect l="0" t="0" r="0" b="0"/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12383">
            <a:solidFill>
              <a:srgbClr val="758391"/>
            </a:solidFill>
          </a:ln>
        </p:spPr>
      </p:sp>
      <p:sp>
        <p:nvSpPr>
          <p:cNvPr id="339" name="339 train.py">
            <a:extLst>
              <a:ext uri="{FF2B5EF4-FFF2-40B4-BE49-F238E27FC236}">
                <a16:creationId xmlns:a16="http://schemas.microsoft.com/office/drawing/2014/main" id="{2ECFD334-A3E5-8E3A-74DB-637854007DB0}"/>
              </a:ext>
            </a:extLst>
          </p:cNvPr>
          <p:cNvSpPr>
            <a:spLocks/>
          </p:cNvSpPr>
          <p:nvPr/>
        </p:nvSpPr>
        <p:spPr>
          <a:xfrm>
            <a:off x="5619750" y="7018401"/>
            <a:ext cx="97155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train.py</a:t>
            </a:r>
          </a:p>
        </p:txBody>
      </p:sp>
      <p:sp>
        <p:nvSpPr>
          <p:cNvPr id="340" name="340 path">
            <a:extLst>
              <a:ext uri="{FF2B5EF4-FFF2-40B4-BE49-F238E27FC236}">
                <a16:creationId xmlns:a16="http://schemas.microsoft.com/office/drawing/2014/main" id="{350FB19E-022A-F1DD-87BF-096686E928BF}"/>
              </a:ext>
            </a:extLst>
          </p:cNvPr>
          <p:cNvSpPr>
            <a:spLocks/>
          </p:cNvSpPr>
          <p:nvPr/>
        </p:nvSpPr>
        <p:spPr>
          <a:xfrm>
            <a:off x="5381625" y="7439025"/>
            <a:ext cx="133350" cy="95"/>
          </a:xfrm>
          <a:custGeom>
            <a:avLst/>
            <a:gdLst/>
            <a:ahLst/>
            <a:cxnLst/>
            <a:rect l="0" t="0" r="0" b="0"/>
            <a:pathLst>
              <a:path w="133350" h="95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/>
          <a:ln w="12383">
            <a:solidFill>
              <a:srgbClr val="758391"/>
            </a:solidFill>
          </a:ln>
        </p:spPr>
      </p:sp>
      <p:sp>
        <p:nvSpPr>
          <p:cNvPr id="347" name="347 data.py">
            <a:extLst>
              <a:ext uri="{FF2B5EF4-FFF2-40B4-BE49-F238E27FC236}">
                <a16:creationId xmlns:a16="http://schemas.microsoft.com/office/drawing/2014/main" id="{E1E3AC05-458E-A293-866E-358AF7B22F38}"/>
              </a:ext>
            </a:extLst>
          </p:cNvPr>
          <p:cNvSpPr>
            <a:spLocks/>
          </p:cNvSpPr>
          <p:nvPr/>
        </p:nvSpPr>
        <p:spPr>
          <a:xfrm>
            <a:off x="5619750" y="7304151"/>
            <a:ext cx="971550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data.py</a:t>
            </a:r>
          </a:p>
        </p:txBody>
      </p:sp>
      <p:sp>
        <p:nvSpPr>
          <p:cNvPr id="348" name="348 rect">
            <a:extLst>
              <a:ext uri="{FF2B5EF4-FFF2-40B4-BE49-F238E27FC236}">
                <a16:creationId xmlns:a16="http://schemas.microsoft.com/office/drawing/2014/main" id="{E3550078-1BF2-B6A5-030A-E8C7B5E3ACCD}"/>
              </a:ext>
            </a:extLst>
          </p:cNvPr>
          <p:cNvSpPr>
            <a:spLocks/>
          </p:cNvSpPr>
          <p:nvPr/>
        </p:nvSpPr>
        <p:spPr>
          <a:xfrm>
            <a:off x="7086600" y="6191250"/>
            <a:ext cx="1704975" cy="1543050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9525">
            <a:noFill/>
          </a:ln>
        </p:spPr>
      </p:sp>
      <p:sp>
        <p:nvSpPr>
          <p:cNvPr id="349" name="349 Evidence Store">
            <a:extLst>
              <a:ext uri="{FF2B5EF4-FFF2-40B4-BE49-F238E27FC236}">
                <a16:creationId xmlns:a16="http://schemas.microsoft.com/office/drawing/2014/main" id="{9F58B74D-1D1F-EEFE-2197-AED1EDA6EFE7}"/>
              </a:ext>
            </a:extLst>
          </p:cNvPr>
          <p:cNvSpPr>
            <a:spLocks/>
          </p:cNvSpPr>
          <p:nvPr/>
        </p:nvSpPr>
        <p:spPr>
          <a:xfrm>
            <a:off x="7200900" y="6257925"/>
            <a:ext cx="1524000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Evidence Store</a:t>
            </a:r>
          </a:p>
        </p:txBody>
      </p:sp>
      <p:sp>
        <p:nvSpPr>
          <p:cNvPr id="350" name="350 rect">
            <a:extLst>
              <a:ext uri="{FF2B5EF4-FFF2-40B4-BE49-F238E27FC236}">
                <a16:creationId xmlns:a16="http://schemas.microsoft.com/office/drawing/2014/main" id="{971C774E-D584-2E92-C8A0-AEA0DE0951F8}"/>
              </a:ext>
            </a:extLst>
          </p:cNvPr>
          <p:cNvSpPr>
            <a:spLocks/>
          </p:cNvSpPr>
          <p:nvPr/>
        </p:nvSpPr>
        <p:spPr>
          <a:xfrm>
            <a:off x="7181850" y="6496050"/>
            <a:ext cx="1495425" cy="352425"/>
          </a:xfrm>
          <a:prstGeom prst="roundRect">
            <a:avLst>
              <a:gd name="adj" fmla="val 18919"/>
            </a:avLst>
          </a:prstGeom>
          <a:solidFill>
            <a:srgbClr val="F5F8FB"/>
          </a:solidFill>
          <a:ln w="6668">
            <a:solidFill>
              <a:srgbClr val="D4E0ED"/>
            </a:solidFill>
          </a:ln>
        </p:spPr>
      </p:sp>
      <p:grpSp>
        <p:nvGrpSpPr>
          <p:cNvPr id="560" name="icon-document-350">
            <a:extLst>
              <a:ext uri="{FF2B5EF4-FFF2-40B4-BE49-F238E27FC236}">
                <a16:creationId xmlns:a16="http://schemas.microsoft.com/office/drawing/2014/main" id="{44DA293F-8566-0DE0-B7E7-D90D36FF2ED1}"/>
              </a:ext>
            </a:extLst>
          </p:cNvPr>
          <p:cNvGrpSpPr/>
          <p:nvPr/>
        </p:nvGrpSpPr>
        <p:grpSpPr>
          <a:xfrm>
            <a:off x="7309485" y="6583204"/>
            <a:ext cx="136208" cy="197168"/>
            <a:chOff x="7309485" y="6583204"/>
            <a:chExt cx="136208" cy="197168"/>
          </a:xfrm>
        </p:grpSpPr>
        <p:sp>
          <p:nvSpPr>
            <p:cNvPr id="351" name="351 path">
              <a:extLst>
                <a:ext uri="{FF2B5EF4-FFF2-40B4-BE49-F238E27FC236}">
                  <a16:creationId xmlns:a16="http://schemas.microsoft.com/office/drawing/2014/main" id="{1CE96BB3-6B37-8CB4-8124-5361A0B9FD07}"/>
                </a:ext>
              </a:extLst>
            </p:cNvPr>
            <p:cNvSpPr>
              <a:spLocks/>
            </p:cNvSpPr>
            <p:nvPr/>
          </p:nvSpPr>
          <p:spPr>
            <a:xfrm>
              <a:off x="7309485" y="6583204"/>
              <a:ext cx="136208" cy="197168"/>
            </a:xfrm>
            <a:custGeom>
              <a:avLst/>
              <a:gdLst/>
              <a:ahLst/>
              <a:cxnLst/>
              <a:rect l="0" t="0" r="0" b="0"/>
              <a:pathLst>
                <a:path w="136208" h="197168">
                  <a:moveTo>
                    <a:pt x="0" y="0"/>
                  </a:moveTo>
                  <a:lnTo>
                    <a:pt x="89059" y="0"/>
                  </a:lnTo>
                  <a:lnTo>
                    <a:pt x="136208" y="49292"/>
                  </a:lnTo>
                  <a:lnTo>
                    <a:pt x="136208" y="197168"/>
                  </a:lnTo>
                  <a:lnTo>
                    <a:pt x="0" y="197168"/>
                  </a:lnTo>
                  <a:close/>
                </a:path>
              </a:pathLst>
            </a:custGeom>
            <a:solidFill>
              <a:srgbClr val="F9FCFF"/>
            </a:solidFill>
            <a:ln w="10478">
              <a:solidFill>
                <a:srgbClr val="003496"/>
              </a:solidFill>
            </a:ln>
          </p:spPr>
        </p:sp>
        <p:sp>
          <p:nvSpPr>
            <p:cNvPr id="352" name="352 path">
              <a:extLst>
                <a:ext uri="{FF2B5EF4-FFF2-40B4-BE49-F238E27FC236}">
                  <a16:creationId xmlns:a16="http://schemas.microsoft.com/office/drawing/2014/main" id="{E1D99762-8200-EB22-9956-45F3873DE7C9}"/>
                </a:ext>
              </a:extLst>
            </p:cNvPr>
            <p:cNvSpPr>
              <a:spLocks/>
            </p:cNvSpPr>
            <p:nvPr/>
          </p:nvSpPr>
          <p:spPr>
            <a:xfrm>
              <a:off x="7398544" y="6583204"/>
              <a:ext cx="47149" cy="54769"/>
            </a:xfrm>
            <a:custGeom>
              <a:avLst/>
              <a:gdLst/>
              <a:ahLst/>
              <a:cxnLst/>
              <a:rect l="0" t="0" r="0" b="0"/>
              <a:pathLst>
                <a:path w="47149" h="54769">
                  <a:moveTo>
                    <a:pt x="0" y="0"/>
                  </a:moveTo>
                  <a:lnTo>
                    <a:pt x="0" y="54769"/>
                  </a:lnTo>
                  <a:lnTo>
                    <a:pt x="47149" y="54769"/>
                  </a:lnTo>
                </a:path>
              </a:pathLst>
            </a:custGeom>
            <a:noFill/>
            <a:ln w="7858">
              <a:solidFill>
                <a:srgbClr val="003496"/>
              </a:solidFill>
            </a:ln>
          </p:spPr>
        </p:sp>
        <p:sp>
          <p:nvSpPr>
            <p:cNvPr id="353" name="353 path">
              <a:extLst>
                <a:ext uri="{FF2B5EF4-FFF2-40B4-BE49-F238E27FC236}">
                  <a16:creationId xmlns:a16="http://schemas.microsoft.com/office/drawing/2014/main" id="{C0CE5316-4843-B013-B482-7B897AB824E5}"/>
                </a:ext>
              </a:extLst>
            </p:cNvPr>
            <p:cNvSpPr>
              <a:spLocks/>
            </p:cNvSpPr>
            <p:nvPr/>
          </p:nvSpPr>
          <p:spPr>
            <a:xfrm>
              <a:off x="7335679" y="6670834"/>
              <a:ext cx="73343" cy="95"/>
            </a:xfrm>
            <a:custGeom>
              <a:avLst/>
              <a:gdLst/>
              <a:ahLst/>
              <a:cxnLst/>
              <a:rect l="0" t="0" r="0" b="0"/>
              <a:pathLst>
                <a:path w="73343" h="95">
                  <a:moveTo>
                    <a:pt x="0" y="0"/>
                  </a:moveTo>
                  <a:lnTo>
                    <a:pt x="73343" y="0"/>
                  </a:lnTo>
                </a:path>
              </a:pathLst>
            </a:custGeom>
            <a:noFill/>
            <a:ln w="7858">
              <a:solidFill>
                <a:srgbClr val="003496"/>
              </a:solidFill>
            </a:ln>
          </p:spPr>
        </p:sp>
        <p:sp>
          <p:nvSpPr>
            <p:cNvPr id="354" name="354 path">
              <a:extLst>
                <a:ext uri="{FF2B5EF4-FFF2-40B4-BE49-F238E27FC236}">
                  <a16:creationId xmlns:a16="http://schemas.microsoft.com/office/drawing/2014/main" id="{60830EED-0DE3-4F94-3170-87ECC45B1799}"/>
                </a:ext>
              </a:extLst>
            </p:cNvPr>
            <p:cNvSpPr>
              <a:spLocks/>
            </p:cNvSpPr>
            <p:nvPr/>
          </p:nvSpPr>
          <p:spPr>
            <a:xfrm>
              <a:off x="7335679" y="6698218"/>
              <a:ext cx="73343" cy="95"/>
            </a:xfrm>
            <a:custGeom>
              <a:avLst/>
              <a:gdLst/>
              <a:ahLst/>
              <a:cxnLst/>
              <a:rect l="0" t="0" r="0" b="0"/>
              <a:pathLst>
                <a:path w="73343" h="95">
                  <a:moveTo>
                    <a:pt x="0" y="0"/>
                  </a:moveTo>
                  <a:lnTo>
                    <a:pt x="73343" y="0"/>
                  </a:lnTo>
                </a:path>
              </a:pathLst>
            </a:custGeom>
            <a:noFill/>
            <a:ln w="7858">
              <a:solidFill>
                <a:srgbClr val="003496"/>
              </a:solidFill>
            </a:ln>
          </p:spPr>
        </p:sp>
        <p:sp>
          <p:nvSpPr>
            <p:cNvPr id="355" name="355 path">
              <a:extLst>
                <a:ext uri="{FF2B5EF4-FFF2-40B4-BE49-F238E27FC236}">
                  <a16:creationId xmlns:a16="http://schemas.microsoft.com/office/drawing/2014/main" id="{6D5E336C-2B56-6C0E-8FA6-00F073D5F763}"/>
                </a:ext>
              </a:extLst>
            </p:cNvPr>
            <p:cNvSpPr>
              <a:spLocks/>
            </p:cNvSpPr>
            <p:nvPr/>
          </p:nvSpPr>
          <p:spPr>
            <a:xfrm>
              <a:off x="7335679" y="6725603"/>
              <a:ext cx="73343" cy="95"/>
            </a:xfrm>
            <a:custGeom>
              <a:avLst/>
              <a:gdLst/>
              <a:ahLst/>
              <a:cxnLst/>
              <a:rect l="0" t="0" r="0" b="0"/>
              <a:pathLst>
                <a:path w="73343" h="95">
                  <a:moveTo>
                    <a:pt x="0" y="0"/>
                  </a:moveTo>
                  <a:lnTo>
                    <a:pt x="73343" y="0"/>
                  </a:lnTo>
                </a:path>
              </a:pathLst>
            </a:custGeom>
            <a:noFill/>
            <a:ln w="7858">
              <a:solidFill>
                <a:srgbClr val="003496"/>
              </a:solidFill>
            </a:ln>
          </p:spPr>
        </p:sp>
        <p:sp>
          <p:nvSpPr>
            <p:cNvPr id="356" name="356 path">
              <a:extLst>
                <a:ext uri="{FF2B5EF4-FFF2-40B4-BE49-F238E27FC236}">
                  <a16:creationId xmlns:a16="http://schemas.microsoft.com/office/drawing/2014/main" id="{04E5CBEB-9B1F-A08B-FA91-B4E263237F1F}"/>
                </a:ext>
              </a:extLst>
            </p:cNvPr>
            <p:cNvSpPr>
              <a:spLocks/>
            </p:cNvSpPr>
            <p:nvPr/>
          </p:nvSpPr>
          <p:spPr>
            <a:xfrm>
              <a:off x="7335679" y="6752987"/>
              <a:ext cx="73343" cy="95"/>
            </a:xfrm>
            <a:custGeom>
              <a:avLst/>
              <a:gdLst/>
              <a:ahLst/>
              <a:cxnLst/>
              <a:rect l="0" t="0" r="0" b="0"/>
              <a:pathLst>
                <a:path w="73343" h="95">
                  <a:moveTo>
                    <a:pt x="0" y="0"/>
                  </a:moveTo>
                  <a:lnTo>
                    <a:pt x="73343" y="0"/>
                  </a:lnTo>
                </a:path>
              </a:pathLst>
            </a:custGeom>
            <a:noFill/>
            <a:ln w="7858">
              <a:solidFill>
                <a:srgbClr val="003496"/>
              </a:solidFill>
            </a:ln>
          </p:spPr>
        </p:sp>
      </p:grpSp>
      <p:sp>
        <p:nvSpPr>
          <p:cNvPr id="357" name="357 Code snippets">
            <a:extLst>
              <a:ext uri="{FF2B5EF4-FFF2-40B4-BE49-F238E27FC236}">
                <a16:creationId xmlns:a16="http://schemas.microsoft.com/office/drawing/2014/main" id="{B64A154F-192C-04F9-CB50-F77369E228DE}"/>
              </a:ext>
            </a:extLst>
          </p:cNvPr>
          <p:cNvSpPr>
            <a:spLocks/>
          </p:cNvSpPr>
          <p:nvPr/>
        </p:nvSpPr>
        <p:spPr>
          <a:xfrm>
            <a:off x="7629525" y="6581775"/>
            <a:ext cx="1019175" cy="2066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Code snippets</a:t>
            </a:r>
          </a:p>
        </p:txBody>
      </p:sp>
      <p:sp>
        <p:nvSpPr>
          <p:cNvPr id="358" name="358 rect">
            <a:extLst>
              <a:ext uri="{FF2B5EF4-FFF2-40B4-BE49-F238E27FC236}">
                <a16:creationId xmlns:a16="http://schemas.microsoft.com/office/drawing/2014/main" id="{7370CCA1-9CE0-E125-56E8-9DA7F766645F}"/>
              </a:ext>
            </a:extLst>
          </p:cNvPr>
          <p:cNvSpPr>
            <a:spLocks/>
          </p:cNvSpPr>
          <p:nvPr/>
        </p:nvSpPr>
        <p:spPr>
          <a:xfrm>
            <a:off x="7181850" y="6877050"/>
            <a:ext cx="1495425" cy="352425"/>
          </a:xfrm>
          <a:prstGeom prst="roundRect">
            <a:avLst>
              <a:gd name="adj" fmla="val 18919"/>
            </a:avLst>
          </a:prstGeom>
          <a:solidFill>
            <a:srgbClr val="F5F8FB"/>
          </a:solidFill>
          <a:ln w="6668">
            <a:solidFill>
              <a:srgbClr val="D4E0ED"/>
            </a:solidFill>
          </a:ln>
        </p:spPr>
      </p:sp>
      <p:grpSp>
        <p:nvGrpSpPr>
          <p:cNvPr id="561" name="icon-trace-358">
            <a:extLst>
              <a:ext uri="{FF2B5EF4-FFF2-40B4-BE49-F238E27FC236}">
                <a16:creationId xmlns:a16="http://schemas.microsoft.com/office/drawing/2014/main" id="{A1E6D148-65C3-134F-54D8-C7EAB2BFB2F5}"/>
              </a:ext>
            </a:extLst>
          </p:cNvPr>
          <p:cNvGrpSpPr/>
          <p:nvPr/>
        </p:nvGrpSpPr>
        <p:grpSpPr>
          <a:xfrm>
            <a:off x="7293769" y="6969681"/>
            <a:ext cx="157163" cy="186214"/>
            <a:chOff x="7293769" y="6969681"/>
            <a:chExt cx="157163" cy="186214"/>
          </a:xfrm>
        </p:grpSpPr>
        <p:sp>
          <p:nvSpPr>
            <p:cNvPr id="359" name="359 rect">
              <a:extLst>
                <a:ext uri="{FF2B5EF4-FFF2-40B4-BE49-F238E27FC236}">
                  <a16:creationId xmlns:a16="http://schemas.microsoft.com/office/drawing/2014/main" id="{1A984025-D0AC-D332-C52F-E5962108E807}"/>
                </a:ext>
              </a:extLst>
            </p:cNvPr>
            <p:cNvSpPr>
              <a:spLocks/>
            </p:cNvSpPr>
            <p:nvPr/>
          </p:nvSpPr>
          <p:spPr>
            <a:xfrm>
              <a:off x="7293769" y="6969681"/>
              <a:ext cx="157163" cy="186214"/>
            </a:xfrm>
            <a:prstGeom prst="roundRect">
              <a:avLst>
                <a:gd name="adj" fmla="val 6667"/>
              </a:avLst>
            </a:prstGeom>
            <a:solidFill>
              <a:srgbClr val="B8CADD"/>
            </a:solidFill>
            <a:ln w="9430">
              <a:solidFill>
                <a:srgbClr val="090D28"/>
              </a:solidFill>
            </a:ln>
          </p:spPr>
        </p:sp>
        <p:sp>
          <p:nvSpPr>
            <p:cNvPr id="360" name="360 path">
              <a:extLst>
                <a:ext uri="{FF2B5EF4-FFF2-40B4-BE49-F238E27FC236}">
                  <a16:creationId xmlns:a16="http://schemas.microsoft.com/office/drawing/2014/main" id="{352096A4-A28A-9B0E-5258-DB0BD2779F1E}"/>
                </a:ext>
              </a:extLst>
            </p:cNvPr>
            <p:cNvSpPr>
              <a:spLocks/>
            </p:cNvSpPr>
            <p:nvPr/>
          </p:nvSpPr>
          <p:spPr>
            <a:xfrm>
              <a:off x="7325201" y="7008019"/>
              <a:ext cx="104775" cy="115014"/>
            </a:xfrm>
            <a:custGeom>
              <a:avLst/>
              <a:gdLst/>
              <a:ahLst/>
              <a:cxnLst/>
              <a:rect l="0" t="0" r="0" b="0"/>
              <a:pathLst>
                <a:path w="104775" h="115014">
                  <a:moveTo>
                    <a:pt x="0" y="0"/>
                  </a:moveTo>
                  <a:lnTo>
                    <a:pt x="31433" y="32861"/>
                  </a:lnTo>
                  <a:lnTo>
                    <a:pt x="10478" y="54769"/>
                  </a:lnTo>
                  <a:lnTo>
                    <a:pt x="62865" y="98584"/>
                  </a:lnTo>
                  <a:lnTo>
                    <a:pt x="83820" y="71199"/>
                  </a:lnTo>
                  <a:lnTo>
                    <a:pt x="104775" y="115014"/>
                  </a:lnTo>
                </a:path>
              </a:pathLst>
            </a:custGeom>
            <a:noFill/>
            <a:ln w="8382">
              <a:solidFill>
                <a:srgbClr val="090D28"/>
              </a:solidFill>
            </a:ln>
          </p:spPr>
        </p:sp>
      </p:grpSp>
      <p:sp>
        <p:nvSpPr>
          <p:cNvPr id="361" name="361 Execution traces">
            <a:extLst>
              <a:ext uri="{FF2B5EF4-FFF2-40B4-BE49-F238E27FC236}">
                <a16:creationId xmlns:a16="http://schemas.microsoft.com/office/drawing/2014/main" id="{18009FA2-1BFA-57B2-28F0-EFC70FAE4BC7}"/>
              </a:ext>
            </a:extLst>
          </p:cNvPr>
          <p:cNvSpPr>
            <a:spLocks/>
          </p:cNvSpPr>
          <p:nvPr/>
        </p:nvSpPr>
        <p:spPr>
          <a:xfrm>
            <a:off x="7629525" y="6962775"/>
            <a:ext cx="1019175" cy="18425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Execution traces</a:t>
            </a:r>
          </a:p>
        </p:txBody>
      </p:sp>
      <p:sp>
        <p:nvSpPr>
          <p:cNvPr id="362" name="362 rect">
            <a:extLst>
              <a:ext uri="{FF2B5EF4-FFF2-40B4-BE49-F238E27FC236}">
                <a16:creationId xmlns:a16="http://schemas.microsoft.com/office/drawing/2014/main" id="{BCB50DF2-8B15-6F3C-273D-8CB69BBF8F8A}"/>
              </a:ext>
            </a:extLst>
          </p:cNvPr>
          <p:cNvSpPr>
            <a:spLocks/>
          </p:cNvSpPr>
          <p:nvPr/>
        </p:nvSpPr>
        <p:spPr>
          <a:xfrm>
            <a:off x="7181850" y="7258050"/>
            <a:ext cx="1495425" cy="352425"/>
          </a:xfrm>
          <a:prstGeom prst="roundRect">
            <a:avLst>
              <a:gd name="adj" fmla="val 18919"/>
            </a:avLst>
          </a:prstGeom>
          <a:solidFill>
            <a:srgbClr val="F5F8FB"/>
          </a:solidFill>
          <a:ln w="6668">
            <a:solidFill>
              <a:srgbClr val="D4E0ED"/>
            </a:solidFill>
          </a:ln>
        </p:spPr>
      </p:sp>
      <p:grpSp>
        <p:nvGrpSpPr>
          <p:cNvPr id="562" name="icon-warning-362">
            <a:extLst>
              <a:ext uri="{FF2B5EF4-FFF2-40B4-BE49-F238E27FC236}">
                <a16:creationId xmlns:a16="http://schemas.microsoft.com/office/drawing/2014/main" id="{2A621923-9FC2-7437-2CC6-B0947A0B0FD5}"/>
              </a:ext>
            </a:extLst>
          </p:cNvPr>
          <p:cNvGrpSpPr/>
          <p:nvPr/>
        </p:nvGrpSpPr>
        <p:grpSpPr>
          <a:xfrm>
            <a:off x="7278053" y="7350681"/>
            <a:ext cx="188595" cy="180737"/>
            <a:chOff x="7278053" y="7350681"/>
            <a:chExt cx="188595" cy="180737"/>
          </a:xfrm>
        </p:grpSpPr>
        <p:sp>
          <p:nvSpPr>
            <p:cNvPr id="363" name="363 path">
              <a:extLst>
                <a:ext uri="{FF2B5EF4-FFF2-40B4-BE49-F238E27FC236}">
                  <a16:creationId xmlns:a16="http://schemas.microsoft.com/office/drawing/2014/main" id="{BC174B8F-C684-744F-7610-96870434EF63}"/>
                </a:ext>
              </a:extLst>
            </p:cNvPr>
            <p:cNvSpPr>
              <a:spLocks/>
            </p:cNvSpPr>
            <p:nvPr/>
          </p:nvSpPr>
          <p:spPr>
            <a:xfrm>
              <a:off x="7278053" y="7350681"/>
              <a:ext cx="188595" cy="180737"/>
            </a:xfrm>
            <a:custGeom>
              <a:avLst/>
              <a:gdLst/>
              <a:ahLst/>
              <a:cxnLst/>
              <a:rect l="0" t="0" r="0" b="0"/>
              <a:pathLst>
                <a:path w="188595" h="180737">
                  <a:moveTo>
                    <a:pt x="94297" y="0"/>
                  </a:moveTo>
                  <a:lnTo>
                    <a:pt x="188595" y="180737"/>
                  </a:lnTo>
                  <a:lnTo>
                    <a:pt x="0" y="180737"/>
                  </a:lnTo>
                  <a:close/>
                </a:path>
              </a:pathLst>
            </a:custGeom>
            <a:solidFill>
              <a:srgbClr val="FFFFFF"/>
            </a:solidFill>
            <a:ln w="13097">
              <a:solidFill>
                <a:srgbClr val="F82127"/>
              </a:solidFill>
            </a:ln>
          </p:spPr>
        </p:sp>
        <p:sp>
          <p:nvSpPr>
            <p:cNvPr id="364" name="364 path">
              <a:extLst>
                <a:ext uri="{FF2B5EF4-FFF2-40B4-BE49-F238E27FC236}">
                  <a16:creationId xmlns:a16="http://schemas.microsoft.com/office/drawing/2014/main" id="{0A68BE70-1757-E7B5-3BEA-C7C950F1CD4E}"/>
                </a:ext>
              </a:extLst>
            </p:cNvPr>
            <p:cNvSpPr>
              <a:spLocks/>
            </p:cNvSpPr>
            <p:nvPr/>
          </p:nvSpPr>
          <p:spPr>
            <a:xfrm>
              <a:off x="7372350" y="7405449"/>
              <a:ext cx="95" cy="65722"/>
            </a:xfrm>
            <a:custGeom>
              <a:avLst/>
              <a:gdLst/>
              <a:ahLst/>
              <a:cxnLst/>
              <a:rect l="0" t="0" r="0" b="0"/>
              <a:pathLst>
                <a:path w="95" h="65722">
                  <a:moveTo>
                    <a:pt x="0" y="0"/>
                  </a:moveTo>
                  <a:lnTo>
                    <a:pt x="0" y="65722"/>
                  </a:lnTo>
                </a:path>
              </a:pathLst>
            </a:custGeom>
            <a:noFill/>
            <a:ln w="15716">
              <a:solidFill>
                <a:srgbClr val="FA171B"/>
              </a:solidFill>
            </a:ln>
          </p:spPr>
        </p:sp>
        <p:sp>
          <p:nvSpPr>
            <p:cNvPr id="365" name="365 ellipse">
              <a:extLst>
                <a:ext uri="{FF2B5EF4-FFF2-40B4-BE49-F238E27FC236}">
                  <a16:creationId xmlns:a16="http://schemas.microsoft.com/office/drawing/2014/main" id="{C1683E50-F655-9A58-0B9C-64C83C151383}"/>
                </a:ext>
              </a:extLst>
            </p:cNvPr>
            <p:cNvSpPr>
              <a:spLocks/>
            </p:cNvSpPr>
            <p:nvPr/>
          </p:nvSpPr>
          <p:spPr>
            <a:xfrm>
              <a:off x="7364492" y="7493079"/>
              <a:ext cx="15716" cy="16431"/>
            </a:xfrm>
            <a:prstGeom prst="ellipse">
              <a:avLst/>
            </a:prstGeom>
            <a:solidFill>
              <a:srgbClr val="F71920"/>
            </a:solidFill>
            <a:ln w="0">
              <a:noFill/>
            </a:ln>
          </p:spPr>
        </p:sp>
      </p:grpSp>
      <p:sp>
        <p:nvSpPr>
          <p:cNvPr id="366" name="366 Error messages">
            <a:extLst>
              <a:ext uri="{FF2B5EF4-FFF2-40B4-BE49-F238E27FC236}">
                <a16:creationId xmlns:a16="http://schemas.microsoft.com/office/drawing/2014/main" id="{6DE2A4D8-9148-305F-E464-C107B293B5F9}"/>
              </a:ext>
            </a:extLst>
          </p:cNvPr>
          <p:cNvSpPr>
            <a:spLocks/>
          </p:cNvSpPr>
          <p:nvPr/>
        </p:nvSpPr>
        <p:spPr>
          <a:xfrm>
            <a:off x="7629525" y="7343775"/>
            <a:ext cx="1019175" cy="19960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68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68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Error messages</a:t>
            </a:r>
          </a:p>
        </p:txBody>
      </p:sp>
      <p:sp>
        <p:nvSpPr>
          <p:cNvPr id="367" name="367 rect">
            <a:extLst>
              <a:ext uri="{FF2B5EF4-FFF2-40B4-BE49-F238E27FC236}">
                <a16:creationId xmlns:a16="http://schemas.microsoft.com/office/drawing/2014/main" id="{AEFBDED7-3E7E-CB27-9791-8BE9F3EAD883}"/>
              </a:ext>
            </a:extLst>
          </p:cNvPr>
          <p:cNvSpPr>
            <a:spLocks/>
          </p:cNvSpPr>
          <p:nvPr/>
        </p:nvSpPr>
        <p:spPr>
          <a:xfrm>
            <a:off x="8886825" y="6191250"/>
            <a:ext cx="2038350" cy="1543050"/>
          </a:xfrm>
          <a:prstGeom prst="roundRect">
            <a:avLst>
              <a:gd name="adj" fmla="val 6790"/>
            </a:avLst>
          </a:prstGeom>
          <a:solidFill>
            <a:srgbClr val="FFFFFF"/>
          </a:solidFill>
          <a:ln w="9525">
            <a:noFill/>
          </a:ln>
        </p:spPr>
      </p:sp>
      <p:sp>
        <p:nvSpPr>
          <p:cNvPr id="368" name="368 Context for Next Iteration">
            <a:extLst>
              <a:ext uri="{FF2B5EF4-FFF2-40B4-BE49-F238E27FC236}">
                <a16:creationId xmlns:a16="http://schemas.microsoft.com/office/drawing/2014/main" id="{C04F5C89-539E-4A2A-77C1-75B3F7EB2B2C}"/>
              </a:ext>
            </a:extLst>
          </p:cNvPr>
          <p:cNvSpPr>
            <a:spLocks/>
          </p:cNvSpPr>
          <p:nvPr/>
        </p:nvSpPr>
        <p:spPr>
          <a:xfrm>
            <a:off x="9001125" y="6257925"/>
            <a:ext cx="1885950" cy="20196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83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3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Context for Next Iteration</a:t>
            </a:r>
          </a:p>
        </p:txBody>
      </p:sp>
      <p:sp>
        <p:nvSpPr>
          <p:cNvPr id="369" name="369 rect">
            <a:extLst>
              <a:ext uri="{FF2B5EF4-FFF2-40B4-BE49-F238E27FC236}">
                <a16:creationId xmlns:a16="http://schemas.microsoft.com/office/drawing/2014/main" id="{F7CF175B-94C6-648E-A846-45F51747A591}"/>
              </a:ext>
            </a:extLst>
          </p:cNvPr>
          <p:cNvSpPr>
            <a:spLocks/>
          </p:cNvSpPr>
          <p:nvPr/>
        </p:nvSpPr>
        <p:spPr>
          <a:xfrm>
            <a:off x="9010650" y="6496050"/>
            <a:ext cx="1800225" cy="352425"/>
          </a:xfrm>
          <a:prstGeom prst="roundRect">
            <a:avLst>
              <a:gd name="adj" fmla="val 18919"/>
            </a:avLst>
          </a:prstGeom>
          <a:solidFill>
            <a:srgbClr val="F5F8FB"/>
          </a:solidFill>
          <a:ln w="6668">
            <a:solidFill>
              <a:srgbClr val="D4E0ED"/>
            </a:solidFill>
          </a:ln>
        </p:spPr>
      </p:sp>
      <p:grpSp>
        <p:nvGrpSpPr>
          <p:cNvPr id="564" name="icon-document-369">
            <a:extLst>
              <a:ext uri="{FF2B5EF4-FFF2-40B4-BE49-F238E27FC236}">
                <a16:creationId xmlns:a16="http://schemas.microsoft.com/office/drawing/2014/main" id="{084D323F-AD88-6276-0BD2-A7A526AB83CE}"/>
              </a:ext>
            </a:extLst>
          </p:cNvPr>
          <p:cNvGrpSpPr/>
          <p:nvPr/>
        </p:nvGrpSpPr>
        <p:grpSpPr>
          <a:xfrm>
            <a:off x="9157335" y="6583204"/>
            <a:ext cx="136208" cy="197168"/>
            <a:chOff x="9157335" y="6583204"/>
            <a:chExt cx="136208" cy="197168"/>
          </a:xfrm>
        </p:grpSpPr>
        <p:sp>
          <p:nvSpPr>
            <p:cNvPr id="370" name="370 path">
              <a:extLst>
                <a:ext uri="{FF2B5EF4-FFF2-40B4-BE49-F238E27FC236}">
                  <a16:creationId xmlns:a16="http://schemas.microsoft.com/office/drawing/2014/main" id="{6636A47C-0E37-D499-4B24-0C53A4E206C0}"/>
                </a:ext>
              </a:extLst>
            </p:cNvPr>
            <p:cNvSpPr>
              <a:spLocks/>
            </p:cNvSpPr>
            <p:nvPr/>
          </p:nvSpPr>
          <p:spPr>
            <a:xfrm>
              <a:off x="9157335" y="6583204"/>
              <a:ext cx="136208" cy="197168"/>
            </a:xfrm>
            <a:custGeom>
              <a:avLst/>
              <a:gdLst/>
              <a:ahLst/>
              <a:cxnLst/>
              <a:rect l="0" t="0" r="0" b="0"/>
              <a:pathLst>
                <a:path w="136208" h="197168">
                  <a:moveTo>
                    <a:pt x="0" y="0"/>
                  </a:moveTo>
                  <a:lnTo>
                    <a:pt x="89059" y="0"/>
                  </a:lnTo>
                  <a:lnTo>
                    <a:pt x="136208" y="49292"/>
                  </a:lnTo>
                  <a:lnTo>
                    <a:pt x="136208" y="197168"/>
                  </a:lnTo>
                  <a:lnTo>
                    <a:pt x="0" y="197168"/>
                  </a:lnTo>
                  <a:close/>
                </a:path>
              </a:pathLst>
            </a:custGeom>
            <a:solidFill>
              <a:srgbClr val="F9FCFF"/>
            </a:solidFill>
            <a:ln w="10478">
              <a:solidFill>
                <a:srgbClr val="003496"/>
              </a:solidFill>
            </a:ln>
          </p:spPr>
        </p:sp>
        <p:sp>
          <p:nvSpPr>
            <p:cNvPr id="371" name="371 path">
              <a:extLst>
                <a:ext uri="{FF2B5EF4-FFF2-40B4-BE49-F238E27FC236}">
                  <a16:creationId xmlns:a16="http://schemas.microsoft.com/office/drawing/2014/main" id="{9B41A064-4042-01B6-EE6B-2A579736B7B1}"/>
                </a:ext>
              </a:extLst>
            </p:cNvPr>
            <p:cNvSpPr>
              <a:spLocks/>
            </p:cNvSpPr>
            <p:nvPr/>
          </p:nvSpPr>
          <p:spPr>
            <a:xfrm>
              <a:off x="9246394" y="6583204"/>
              <a:ext cx="47149" cy="54769"/>
            </a:xfrm>
            <a:custGeom>
              <a:avLst/>
              <a:gdLst/>
              <a:ahLst/>
              <a:cxnLst/>
              <a:rect l="0" t="0" r="0" b="0"/>
              <a:pathLst>
                <a:path w="47149" h="54769">
                  <a:moveTo>
                    <a:pt x="0" y="0"/>
                  </a:moveTo>
                  <a:lnTo>
                    <a:pt x="0" y="54769"/>
                  </a:lnTo>
                  <a:lnTo>
                    <a:pt x="47149" y="54769"/>
                  </a:lnTo>
                </a:path>
              </a:pathLst>
            </a:custGeom>
            <a:noFill/>
            <a:ln w="7858">
              <a:solidFill>
                <a:srgbClr val="003496"/>
              </a:solidFill>
            </a:ln>
          </p:spPr>
        </p:sp>
        <p:sp>
          <p:nvSpPr>
            <p:cNvPr id="372" name="372 path">
              <a:extLst>
                <a:ext uri="{FF2B5EF4-FFF2-40B4-BE49-F238E27FC236}">
                  <a16:creationId xmlns:a16="http://schemas.microsoft.com/office/drawing/2014/main" id="{87B93F81-C994-9B95-316B-F64401C32CDF}"/>
                </a:ext>
              </a:extLst>
            </p:cNvPr>
            <p:cNvSpPr>
              <a:spLocks/>
            </p:cNvSpPr>
            <p:nvPr/>
          </p:nvSpPr>
          <p:spPr>
            <a:xfrm>
              <a:off x="9183529" y="6670834"/>
              <a:ext cx="73343" cy="95"/>
            </a:xfrm>
            <a:custGeom>
              <a:avLst/>
              <a:gdLst/>
              <a:ahLst/>
              <a:cxnLst/>
              <a:rect l="0" t="0" r="0" b="0"/>
              <a:pathLst>
                <a:path w="73343" h="95">
                  <a:moveTo>
                    <a:pt x="0" y="0"/>
                  </a:moveTo>
                  <a:lnTo>
                    <a:pt x="73343" y="0"/>
                  </a:lnTo>
                </a:path>
              </a:pathLst>
            </a:custGeom>
            <a:noFill/>
            <a:ln w="7858">
              <a:solidFill>
                <a:srgbClr val="003496"/>
              </a:solidFill>
            </a:ln>
          </p:spPr>
        </p:sp>
        <p:sp>
          <p:nvSpPr>
            <p:cNvPr id="373" name="373 path">
              <a:extLst>
                <a:ext uri="{FF2B5EF4-FFF2-40B4-BE49-F238E27FC236}">
                  <a16:creationId xmlns:a16="http://schemas.microsoft.com/office/drawing/2014/main" id="{FBBBB1CA-A655-5B63-DDB1-F502E74E5AA4}"/>
                </a:ext>
              </a:extLst>
            </p:cNvPr>
            <p:cNvSpPr>
              <a:spLocks/>
            </p:cNvSpPr>
            <p:nvPr/>
          </p:nvSpPr>
          <p:spPr>
            <a:xfrm>
              <a:off x="9183529" y="6698218"/>
              <a:ext cx="73343" cy="95"/>
            </a:xfrm>
            <a:custGeom>
              <a:avLst/>
              <a:gdLst/>
              <a:ahLst/>
              <a:cxnLst/>
              <a:rect l="0" t="0" r="0" b="0"/>
              <a:pathLst>
                <a:path w="73343" h="95">
                  <a:moveTo>
                    <a:pt x="0" y="0"/>
                  </a:moveTo>
                  <a:lnTo>
                    <a:pt x="73343" y="0"/>
                  </a:lnTo>
                </a:path>
              </a:pathLst>
            </a:custGeom>
            <a:noFill/>
            <a:ln w="7858">
              <a:solidFill>
                <a:srgbClr val="003496"/>
              </a:solidFill>
            </a:ln>
          </p:spPr>
        </p:sp>
        <p:sp>
          <p:nvSpPr>
            <p:cNvPr id="374" name="374 path">
              <a:extLst>
                <a:ext uri="{FF2B5EF4-FFF2-40B4-BE49-F238E27FC236}">
                  <a16:creationId xmlns:a16="http://schemas.microsoft.com/office/drawing/2014/main" id="{73F3ECB2-DECE-2FDB-89CA-A626524BAF47}"/>
                </a:ext>
              </a:extLst>
            </p:cNvPr>
            <p:cNvSpPr>
              <a:spLocks/>
            </p:cNvSpPr>
            <p:nvPr/>
          </p:nvSpPr>
          <p:spPr>
            <a:xfrm>
              <a:off x="9183529" y="6725603"/>
              <a:ext cx="73343" cy="95"/>
            </a:xfrm>
            <a:custGeom>
              <a:avLst/>
              <a:gdLst/>
              <a:ahLst/>
              <a:cxnLst/>
              <a:rect l="0" t="0" r="0" b="0"/>
              <a:pathLst>
                <a:path w="73343" h="95">
                  <a:moveTo>
                    <a:pt x="0" y="0"/>
                  </a:moveTo>
                  <a:lnTo>
                    <a:pt x="73343" y="0"/>
                  </a:lnTo>
                </a:path>
              </a:pathLst>
            </a:custGeom>
            <a:noFill/>
            <a:ln w="7858">
              <a:solidFill>
                <a:srgbClr val="003496"/>
              </a:solidFill>
            </a:ln>
          </p:spPr>
        </p:sp>
        <p:sp>
          <p:nvSpPr>
            <p:cNvPr id="375" name="375 path">
              <a:extLst>
                <a:ext uri="{FF2B5EF4-FFF2-40B4-BE49-F238E27FC236}">
                  <a16:creationId xmlns:a16="http://schemas.microsoft.com/office/drawing/2014/main" id="{FFB8903E-4CB4-FA7A-745E-EAF81E088022}"/>
                </a:ext>
              </a:extLst>
            </p:cNvPr>
            <p:cNvSpPr>
              <a:spLocks/>
            </p:cNvSpPr>
            <p:nvPr/>
          </p:nvSpPr>
          <p:spPr>
            <a:xfrm>
              <a:off x="9183529" y="6752987"/>
              <a:ext cx="73343" cy="95"/>
            </a:xfrm>
            <a:custGeom>
              <a:avLst/>
              <a:gdLst/>
              <a:ahLst/>
              <a:cxnLst/>
              <a:rect l="0" t="0" r="0" b="0"/>
              <a:pathLst>
                <a:path w="73343" h="95">
                  <a:moveTo>
                    <a:pt x="0" y="0"/>
                  </a:moveTo>
                  <a:lnTo>
                    <a:pt x="73343" y="0"/>
                  </a:lnTo>
                </a:path>
              </a:pathLst>
            </a:custGeom>
            <a:noFill/>
            <a:ln w="7858">
              <a:solidFill>
                <a:srgbClr val="003496"/>
              </a:solidFill>
            </a:ln>
          </p:spPr>
        </p:sp>
      </p:grpSp>
      <p:sp>
        <p:nvSpPr>
          <p:cNvPr id="376" name="376 Related files">
            <a:extLst>
              <a:ext uri="{FF2B5EF4-FFF2-40B4-BE49-F238E27FC236}">
                <a16:creationId xmlns:a16="http://schemas.microsoft.com/office/drawing/2014/main" id="{0FB14F20-C54B-C1FD-FF6E-138DDB1CB3F3}"/>
              </a:ext>
            </a:extLst>
          </p:cNvPr>
          <p:cNvSpPr>
            <a:spLocks/>
          </p:cNvSpPr>
          <p:nvPr/>
        </p:nvSpPr>
        <p:spPr>
          <a:xfrm>
            <a:off x="9496425" y="6581775"/>
            <a:ext cx="1266825" cy="2066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Related files</a:t>
            </a:r>
          </a:p>
        </p:txBody>
      </p:sp>
      <p:sp>
        <p:nvSpPr>
          <p:cNvPr id="377" name="377 rect">
            <a:extLst>
              <a:ext uri="{FF2B5EF4-FFF2-40B4-BE49-F238E27FC236}">
                <a16:creationId xmlns:a16="http://schemas.microsoft.com/office/drawing/2014/main" id="{B6AC566B-587E-329B-73F8-0D34C1974F54}"/>
              </a:ext>
            </a:extLst>
          </p:cNvPr>
          <p:cNvSpPr>
            <a:spLocks/>
          </p:cNvSpPr>
          <p:nvPr/>
        </p:nvSpPr>
        <p:spPr>
          <a:xfrm>
            <a:off x="9010650" y="6877050"/>
            <a:ext cx="1800225" cy="352425"/>
          </a:xfrm>
          <a:prstGeom prst="roundRect">
            <a:avLst>
              <a:gd name="adj" fmla="val 18919"/>
            </a:avLst>
          </a:prstGeom>
          <a:solidFill>
            <a:srgbClr val="F5F8FB"/>
          </a:solidFill>
          <a:ln w="6668">
            <a:solidFill>
              <a:srgbClr val="D4E0ED"/>
            </a:solidFill>
          </a:ln>
        </p:spPr>
      </p:sp>
      <p:grpSp>
        <p:nvGrpSpPr>
          <p:cNvPr id="565" name="icon-clock-377">
            <a:extLst>
              <a:ext uri="{FF2B5EF4-FFF2-40B4-BE49-F238E27FC236}">
                <a16:creationId xmlns:a16="http://schemas.microsoft.com/office/drawing/2014/main" id="{931D4846-1DCC-2581-AD4F-704FF6E9C66E}"/>
              </a:ext>
            </a:extLst>
          </p:cNvPr>
          <p:cNvGrpSpPr/>
          <p:nvPr/>
        </p:nvGrpSpPr>
        <p:grpSpPr>
          <a:xfrm>
            <a:off x="9125903" y="6964204"/>
            <a:ext cx="188595" cy="197168"/>
            <a:chOff x="9125903" y="6964204"/>
            <a:chExt cx="188595" cy="197168"/>
          </a:xfrm>
        </p:grpSpPr>
        <p:sp>
          <p:nvSpPr>
            <p:cNvPr id="378" name="378 ellipse">
              <a:extLst>
                <a:ext uri="{FF2B5EF4-FFF2-40B4-BE49-F238E27FC236}">
                  <a16:creationId xmlns:a16="http://schemas.microsoft.com/office/drawing/2014/main" id="{DC30A2D8-5BC7-D690-F92F-61AF2AC8A3F0}"/>
                </a:ext>
              </a:extLst>
            </p:cNvPr>
            <p:cNvSpPr>
              <a:spLocks/>
            </p:cNvSpPr>
            <p:nvPr/>
          </p:nvSpPr>
          <p:spPr>
            <a:xfrm>
              <a:off x="9125903" y="6964204"/>
              <a:ext cx="188595" cy="197168"/>
            </a:xfrm>
            <a:prstGeom prst="ellipse">
              <a:avLst/>
            </a:prstGeom>
            <a:solidFill>
              <a:srgbClr val="FFFFFF"/>
            </a:solidFill>
            <a:ln w="12573">
              <a:solidFill>
                <a:srgbClr val="003496"/>
              </a:solidFill>
            </a:ln>
          </p:spPr>
        </p:sp>
        <p:sp>
          <p:nvSpPr>
            <p:cNvPr id="379" name="379 path">
              <a:extLst>
                <a:ext uri="{FF2B5EF4-FFF2-40B4-BE49-F238E27FC236}">
                  <a16:creationId xmlns:a16="http://schemas.microsoft.com/office/drawing/2014/main" id="{2AD7978E-FE6E-E47A-29ED-9BC4208A5218}"/>
                </a:ext>
              </a:extLst>
            </p:cNvPr>
            <p:cNvSpPr>
              <a:spLocks/>
            </p:cNvSpPr>
            <p:nvPr/>
          </p:nvSpPr>
          <p:spPr>
            <a:xfrm>
              <a:off x="9220200" y="6991588"/>
              <a:ext cx="47149" cy="98584"/>
            </a:xfrm>
            <a:custGeom>
              <a:avLst/>
              <a:gdLst/>
              <a:ahLst/>
              <a:cxnLst/>
              <a:rect l="0" t="0" r="0" b="0"/>
              <a:pathLst>
                <a:path w="47149" h="98584">
                  <a:moveTo>
                    <a:pt x="0" y="0"/>
                  </a:moveTo>
                  <a:lnTo>
                    <a:pt x="0" y="71199"/>
                  </a:lnTo>
                  <a:lnTo>
                    <a:pt x="47149" y="98584"/>
                  </a:lnTo>
                </a:path>
              </a:pathLst>
            </a:custGeom>
            <a:noFill/>
            <a:ln w="12049">
              <a:solidFill>
                <a:srgbClr val="003496"/>
              </a:solidFill>
            </a:ln>
          </p:spPr>
        </p:sp>
      </p:grpSp>
      <p:sp>
        <p:nvSpPr>
          <p:cNvPr id="380" name="380 Historical patches">
            <a:extLst>
              <a:ext uri="{FF2B5EF4-FFF2-40B4-BE49-F238E27FC236}">
                <a16:creationId xmlns:a16="http://schemas.microsoft.com/office/drawing/2014/main" id="{C0D3F138-EF74-239F-5286-43F131731DFD}"/>
              </a:ext>
            </a:extLst>
          </p:cNvPr>
          <p:cNvSpPr>
            <a:spLocks/>
          </p:cNvSpPr>
          <p:nvPr/>
        </p:nvSpPr>
        <p:spPr>
          <a:xfrm>
            <a:off x="9496425" y="6962775"/>
            <a:ext cx="1266825" cy="2066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Historical patches</a:t>
            </a:r>
          </a:p>
        </p:txBody>
      </p:sp>
      <p:sp>
        <p:nvSpPr>
          <p:cNvPr id="381" name="381 rect">
            <a:extLst>
              <a:ext uri="{FF2B5EF4-FFF2-40B4-BE49-F238E27FC236}">
                <a16:creationId xmlns:a16="http://schemas.microsoft.com/office/drawing/2014/main" id="{3F4248FF-AC76-4A77-C156-0518BB038B1E}"/>
              </a:ext>
            </a:extLst>
          </p:cNvPr>
          <p:cNvSpPr>
            <a:spLocks/>
          </p:cNvSpPr>
          <p:nvPr/>
        </p:nvSpPr>
        <p:spPr>
          <a:xfrm>
            <a:off x="9010650" y="7258050"/>
            <a:ext cx="1800225" cy="352425"/>
          </a:xfrm>
          <a:prstGeom prst="roundRect">
            <a:avLst>
              <a:gd name="adj" fmla="val 18919"/>
            </a:avLst>
          </a:prstGeom>
          <a:solidFill>
            <a:srgbClr val="F5F8FB"/>
          </a:solidFill>
          <a:ln w="6668">
            <a:solidFill>
              <a:srgbClr val="D4E0ED"/>
            </a:solidFill>
          </a:ln>
        </p:spPr>
      </p:sp>
      <p:grpSp>
        <p:nvGrpSpPr>
          <p:cNvPr id="566" name="icon-database-381">
            <a:extLst>
              <a:ext uri="{FF2B5EF4-FFF2-40B4-BE49-F238E27FC236}">
                <a16:creationId xmlns:a16="http://schemas.microsoft.com/office/drawing/2014/main" id="{D02D8E4F-3FE2-B380-539E-FD6EC5B42A4A}"/>
              </a:ext>
            </a:extLst>
          </p:cNvPr>
          <p:cNvGrpSpPr/>
          <p:nvPr/>
        </p:nvGrpSpPr>
        <p:grpSpPr>
          <a:xfrm>
            <a:off x="9141619" y="7345204"/>
            <a:ext cx="157163" cy="197167"/>
            <a:chOff x="9141619" y="7345204"/>
            <a:chExt cx="157163" cy="197167"/>
          </a:xfrm>
        </p:grpSpPr>
        <p:sp>
          <p:nvSpPr>
            <p:cNvPr id="382" name="382 rect">
              <a:extLst>
                <a:ext uri="{FF2B5EF4-FFF2-40B4-BE49-F238E27FC236}">
                  <a16:creationId xmlns:a16="http://schemas.microsoft.com/office/drawing/2014/main" id="{EEF4A469-C4F3-577A-38AA-D3EE111A20BB}"/>
                </a:ext>
              </a:extLst>
            </p:cNvPr>
            <p:cNvSpPr>
              <a:spLocks/>
            </p:cNvSpPr>
            <p:nvPr/>
          </p:nvSpPr>
          <p:spPr>
            <a:xfrm>
              <a:off x="9141619" y="7378065"/>
              <a:ext cx="157163" cy="142399"/>
            </a:xfrm>
            <a:prstGeom prst="rect">
              <a:avLst/>
            </a:prstGeom>
            <a:gradFill>
              <a:gsLst>
                <a:gs pos="0">
                  <a:srgbClr val="6CC9FF"/>
                </a:gs>
                <a:gs pos="100000">
                  <a:srgbClr val="87ACDF"/>
                </a:gs>
              </a:gsLst>
              <a:lin ang="5400000"/>
            </a:gradFill>
            <a:ln w="11525">
              <a:solidFill>
                <a:srgbClr val="090D28"/>
              </a:solidFill>
            </a:ln>
          </p:spPr>
        </p:sp>
        <p:sp>
          <p:nvSpPr>
            <p:cNvPr id="383" name="383 ellipse">
              <a:extLst>
                <a:ext uri="{FF2B5EF4-FFF2-40B4-BE49-F238E27FC236}">
                  <a16:creationId xmlns:a16="http://schemas.microsoft.com/office/drawing/2014/main" id="{3A2AB598-D2C2-6F18-B82E-80112BE76F98}"/>
                </a:ext>
              </a:extLst>
            </p:cNvPr>
            <p:cNvSpPr>
              <a:spLocks/>
            </p:cNvSpPr>
            <p:nvPr/>
          </p:nvSpPr>
          <p:spPr>
            <a:xfrm>
              <a:off x="9141619" y="7471172"/>
              <a:ext cx="157163" cy="71199"/>
            </a:xfrm>
            <a:prstGeom prst="ellipse">
              <a:avLst/>
            </a:prstGeom>
            <a:solidFill>
              <a:srgbClr val="94B9E8"/>
            </a:solidFill>
            <a:ln w="11525">
              <a:solidFill>
                <a:srgbClr val="090D28"/>
              </a:solidFill>
            </a:ln>
          </p:spPr>
        </p:sp>
        <p:sp>
          <p:nvSpPr>
            <p:cNvPr id="384" name="384 rect">
              <a:extLst>
                <a:ext uri="{FF2B5EF4-FFF2-40B4-BE49-F238E27FC236}">
                  <a16:creationId xmlns:a16="http://schemas.microsoft.com/office/drawing/2014/main" id="{2DCF94DC-CE82-4FA0-F56D-CADF190C7FDB}"/>
                </a:ext>
              </a:extLst>
            </p:cNvPr>
            <p:cNvSpPr>
              <a:spLocks/>
            </p:cNvSpPr>
            <p:nvPr/>
          </p:nvSpPr>
          <p:spPr>
            <a:xfrm>
              <a:off x="9146858" y="7427357"/>
              <a:ext cx="146685" cy="76676"/>
            </a:xfrm>
            <a:prstGeom prst="rect">
              <a:avLst/>
            </a:prstGeom>
            <a:gradFill>
              <a:gsLst>
                <a:gs pos="0">
                  <a:srgbClr val="6CC9FF"/>
                </a:gs>
                <a:gs pos="100000">
                  <a:srgbClr val="9DBDE5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385" name="385 path">
              <a:extLst>
                <a:ext uri="{FF2B5EF4-FFF2-40B4-BE49-F238E27FC236}">
                  <a16:creationId xmlns:a16="http://schemas.microsoft.com/office/drawing/2014/main" id="{F967170F-F0D1-933C-94D0-1892D2241C3F}"/>
                </a:ext>
              </a:extLst>
            </p:cNvPr>
            <p:cNvSpPr>
              <a:spLocks/>
            </p:cNvSpPr>
            <p:nvPr/>
          </p:nvSpPr>
          <p:spPr>
            <a:xfrm>
              <a:off x="9141619" y="7438311"/>
              <a:ext cx="157163" cy="24646"/>
            </a:xfrm>
            <a:custGeom>
              <a:avLst/>
              <a:gdLst/>
              <a:ahLst/>
              <a:cxnLst/>
              <a:rect l="0" t="0" r="0" b="0"/>
              <a:pathLst>
                <a:path w="157163" h="24646">
                  <a:moveTo>
                    <a:pt x="0" y="0"/>
                  </a:moveTo>
                  <a:lnTo>
                    <a:pt x="3821" y="3177"/>
                  </a:lnTo>
                  <a:lnTo>
                    <a:pt x="7935" y="6134"/>
                  </a:lnTo>
                  <a:lnTo>
                    <a:pt x="12322" y="8873"/>
                  </a:lnTo>
                  <a:lnTo>
                    <a:pt x="16960" y="11392"/>
                  </a:lnTo>
                  <a:lnTo>
                    <a:pt x="21828" y="13692"/>
                  </a:lnTo>
                  <a:lnTo>
                    <a:pt x="26906" y="15773"/>
                  </a:lnTo>
                  <a:lnTo>
                    <a:pt x="32173" y="17636"/>
                  </a:lnTo>
                  <a:lnTo>
                    <a:pt x="37607" y="19279"/>
                  </a:lnTo>
                  <a:lnTo>
                    <a:pt x="43188" y="20703"/>
                  </a:lnTo>
                  <a:lnTo>
                    <a:pt x="48895" y="21908"/>
                  </a:lnTo>
                  <a:lnTo>
                    <a:pt x="54707" y="22893"/>
                  </a:lnTo>
                  <a:lnTo>
                    <a:pt x="60602" y="23660"/>
                  </a:lnTo>
                  <a:lnTo>
                    <a:pt x="66560" y="24208"/>
                  </a:lnTo>
                  <a:lnTo>
                    <a:pt x="72560" y="24536"/>
                  </a:lnTo>
                  <a:lnTo>
                    <a:pt x="78581" y="24646"/>
                  </a:lnTo>
                  <a:lnTo>
                    <a:pt x="84602" y="24536"/>
                  </a:lnTo>
                  <a:lnTo>
                    <a:pt x="90602" y="24208"/>
                  </a:lnTo>
                  <a:lnTo>
                    <a:pt x="96561" y="23660"/>
                  </a:lnTo>
                  <a:lnTo>
                    <a:pt x="102456" y="22893"/>
                  </a:lnTo>
                  <a:lnTo>
                    <a:pt x="108268" y="21908"/>
                  </a:lnTo>
                  <a:lnTo>
                    <a:pt x="113974" y="20703"/>
                  </a:lnTo>
                  <a:lnTo>
                    <a:pt x="119555" y="19279"/>
                  </a:lnTo>
                  <a:lnTo>
                    <a:pt x="124990" y="17636"/>
                  </a:lnTo>
                  <a:lnTo>
                    <a:pt x="130256" y="15773"/>
                  </a:lnTo>
                  <a:lnTo>
                    <a:pt x="135334" y="13692"/>
                  </a:lnTo>
                  <a:lnTo>
                    <a:pt x="140203" y="11392"/>
                  </a:lnTo>
                  <a:lnTo>
                    <a:pt x="144841" y="8873"/>
                  </a:lnTo>
                  <a:lnTo>
                    <a:pt x="149228" y="6134"/>
                  </a:lnTo>
                  <a:lnTo>
                    <a:pt x="153342" y="3177"/>
                  </a:lnTo>
                  <a:lnTo>
                    <a:pt x="157163" y="0"/>
                  </a:lnTo>
                </a:path>
              </a:pathLst>
            </a:custGeom>
            <a:noFill/>
            <a:ln w="10478">
              <a:solidFill>
                <a:srgbClr val="090D28"/>
              </a:solidFill>
            </a:ln>
          </p:spPr>
        </p:sp>
        <p:sp>
          <p:nvSpPr>
            <p:cNvPr id="386" name="386 path">
              <a:extLst>
                <a:ext uri="{FF2B5EF4-FFF2-40B4-BE49-F238E27FC236}">
                  <a16:creationId xmlns:a16="http://schemas.microsoft.com/office/drawing/2014/main" id="{38B9DB91-185D-EB10-37EA-29CEEC4B7DF7}"/>
                </a:ext>
              </a:extLst>
            </p:cNvPr>
            <p:cNvSpPr>
              <a:spLocks/>
            </p:cNvSpPr>
            <p:nvPr/>
          </p:nvSpPr>
          <p:spPr>
            <a:xfrm>
              <a:off x="9141619" y="7482126"/>
              <a:ext cx="157163" cy="24646"/>
            </a:xfrm>
            <a:custGeom>
              <a:avLst/>
              <a:gdLst/>
              <a:ahLst/>
              <a:cxnLst/>
              <a:rect l="0" t="0" r="0" b="0"/>
              <a:pathLst>
                <a:path w="157163" h="24646">
                  <a:moveTo>
                    <a:pt x="0" y="0"/>
                  </a:moveTo>
                  <a:lnTo>
                    <a:pt x="3821" y="3177"/>
                  </a:lnTo>
                  <a:lnTo>
                    <a:pt x="7935" y="6134"/>
                  </a:lnTo>
                  <a:lnTo>
                    <a:pt x="12322" y="8873"/>
                  </a:lnTo>
                  <a:lnTo>
                    <a:pt x="16960" y="11392"/>
                  </a:lnTo>
                  <a:lnTo>
                    <a:pt x="21828" y="13692"/>
                  </a:lnTo>
                  <a:lnTo>
                    <a:pt x="26906" y="15773"/>
                  </a:lnTo>
                  <a:lnTo>
                    <a:pt x="32173" y="17636"/>
                  </a:lnTo>
                  <a:lnTo>
                    <a:pt x="37607" y="19279"/>
                  </a:lnTo>
                  <a:lnTo>
                    <a:pt x="43188" y="20703"/>
                  </a:lnTo>
                  <a:lnTo>
                    <a:pt x="48895" y="21908"/>
                  </a:lnTo>
                  <a:lnTo>
                    <a:pt x="54707" y="22893"/>
                  </a:lnTo>
                  <a:lnTo>
                    <a:pt x="60602" y="23660"/>
                  </a:lnTo>
                  <a:lnTo>
                    <a:pt x="66560" y="24208"/>
                  </a:lnTo>
                  <a:lnTo>
                    <a:pt x="72560" y="24536"/>
                  </a:lnTo>
                  <a:lnTo>
                    <a:pt x="78581" y="24646"/>
                  </a:lnTo>
                  <a:lnTo>
                    <a:pt x="84602" y="24536"/>
                  </a:lnTo>
                  <a:lnTo>
                    <a:pt x="90602" y="24208"/>
                  </a:lnTo>
                  <a:lnTo>
                    <a:pt x="96561" y="23660"/>
                  </a:lnTo>
                  <a:lnTo>
                    <a:pt x="102456" y="22893"/>
                  </a:lnTo>
                  <a:lnTo>
                    <a:pt x="108268" y="21908"/>
                  </a:lnTo>
                  <a:lnTo>
                    <a:pt x="113974" y="20703"/>
                  </a:lnTo>
                  <a:lnTo>
                    <a:pt x="119555" y="19279"/>
                  </a:lnTo>
                  <a:lnTo>
                    <a:pt x="124990" y="17636"/>
                  </a:lnTo>
                  <a:lnTo>
                    <a:pt x="130256" y="15773"/>
                  </a:lnTo>
                  <a:lnTo>
                    <a:pt x="135334" y="13692"/>
                  </a:lnTo>
                  <a:lnTo>
                    <a:pt x="140203" y="11392"/>
                  </a:lnTo>
                  <a:lnTo>
                    <a:pt x="144841" y="8873"/>
                  </a:lnTo>
                  <a:lnTo>
                    <a:pt x="149228" y="6134"/>
                  </a:lnTo>
                  <a:lnTo>
                    <a:pt x="153342" y="3177"/>
                  </a:lnTo>
                  <a:lnTo>
                    <a:pt x="157163" y="0"/>
                  </a:lnTo>
                </a:path>
              </a:pathLst>
            </a:custGeom>
            <a:noFill/>
            <a:ln w="10478">
              <a:solidFill>
                <a:srgbClr val="090D28"/>
              </a:solidFill>
            </a:ln>
          </p:spPr>
        </p:sp>
        <p:sp>
          <p:nvSpPr>
            <p:cNvPr id="387" name="387 ellipse">
              <a:extLst>
                <a:ext uri="{FF2B5EF4-FFF2-40B4-BE49-F238E27FC236}">
                  <a16:creationId xmlns:a16="http://schemas.microsoft.com/office/drawing/2014/main" id="{560C54FF-CF0A-6C34-EC49-A955B20D0824}"/>
                </a:ext>
              </a:extLst>
            </p:cNvPr>
            <p:cNvSpPr>
              <a:spLocks/>
            </p:cNvSpPr>
            <p:nvPr/>
          </p:nvSpPr>
          <p:spPr>
            <a:xfrm>
              <a:off x="9141619" y="7345204"/>
              <a:ext cx="157163" cy="71199"/>
            </a:xfrm>
            <a:prstGeom prst="ellipse">
              <a:avLst/>
            </a:prstGeom>
            <a:solidFill>
              <a:srgbClr val="6CC9FF"/>
            </a:solidFill>
            <a:ln w="11525">
              <a:solidFill>
                <a:srgbClr val="090D28"/>
              </a:solidFill>
            </a:ln>
          </p:spPr>
        </p:sp>
      </p:grpSp>
      <p:sp>
        <p:nvSpPr>
          <p:cNvPr id="388" name="388 Runtime states">
            <a:extLst>
              <a:ext uri="{FF2B5EF4-FFF2-40B4-BE49-F238E27FC236}">
                <a16:creationId xmlns:a16="http://schemas.microsoft.com/office/drawing/2014/main" id="{95674A6B-EE7E-4CC1-35DB-27491CD0F457}"/>
              </a:ext>
            </a:extLst>
          </p:cNvPr>
          <p:cNvSpPr>
            <a:spLocks/>
          </p:cNvSpPr>
          <p:nvPr/>
        </p:nvSpPr>
        <p:spPr>
          <a:xfrm>
            <a:off x="9496425" y="7343775"/>
            <a:ext cx="1266825" cy="2066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Runtime states</a:t>
            </a:r>
          </a:p>
        </p:txBody>
      </p:sp>
      <p:sp>
        <p:nvSpPr>
          <p:cNvPr id="389" name="389 path">
            <a:extLst>
              <a:ext uri="{FF2B5EF4-FFF2-40B4-BE49-F238E27FC236}">
                <a16:creationId xmlns:a16="http://schemas.microsoft.com/office/drawing/2014/main" id="{396FEBC1-65F3-0E60-0264-EBB9E9C2DB99}"/>
              </a:ext>
            </a:extLst>
          </p:cNvPr>
          <p:cNvSpPr>
            <a:spLocks/>
          </p:cNvSpPr>
          <p:nvPr/>
        </p:nvSpPr>
        <p:spPr>
          <a:xfrm>
            <a:off x="11077575" y="6326981"/>
            <a:ext cx="838200" cy="435769"/>
          </a:xfrm>
          <a:custGeom>
            <a:avLst/>
            <a:gdLst/>
            <a:ahLst/>
            <a:cxnLst/>
            <a:rect l="0" t="0" r="0" b="0"/>
            <a:pathLst>
              <a:path w="838200" h="435769">
                <a:moveTo>
                  <a:pt x="0" y="435769"/>
                </a:moveTo>
                <a:lnTo>
                  <a:pt x="12983" y="379603"/>
                </a:lnTo>
                <a:lnTo>
                  <a:pt x="28933" y="327311"/>
                </a:lnTo>
                <a:lnTo>
                  <a:pt x="47644" y="278892"/>
                </a:lnTo>
                <a:lnTo>
                  <a:pt x="68907" y="234347"/>
                </a:lnTo>
                <a:lnTo>
                  <a:pt x="92516" y="193675"/>
                </a:lnTo>
                <a:lnTo>
                  <a:pt x="118262" y="156877"/>
                </a:lnTo>
                <a:lnTo>
                  <a:pt x="145939" y="123952"/>
                </a:lnTo>
                <a:lnTo>
                  <a:pt x="175339" y="94901"/>
                </a:lnTo>
                <a:lnTo>
                  <a:pt x="206254" y="69723"/>
                </a:lnTo>
                <a:lnTo>
                  <a:pt x="238478" y="48419"/>
                </a:lnTo>
                <a:lnTo>
                  <a:pt x="271802" y="30988"/>
                </a:lnTo>
                <a:lnTo>
                  <a:pt x="306019" y="17431"/>
                </a:lnTo>
                <a:lnTo>
                  <a:pt x="340922" y="7747"/>
                </a:lnTo>
                <a:lnTo>
                  <a:pt x="376304" y="1937"/>
                </a:lnTo>
                <a:lnTo>
                  <a:pt x="411956" y="0"/>
                </a:lnTo>
                <a:lnTo>
                  <a:pt x="447672" y="1937"/>
                </a:lnTo>
                <a:lnTo>
                  <a:pt x="483244" y="7747"/>
                </a:lnTo>
                <a:lnTo>
                  <a:pt x="518465" y="17431"/>
                </a:lnTo>
                <a:lnTo>
                  <a:pt x="553127" y="30988"/>
                </a:lnTo>
                <a:lnTo>
                  <a:pt x="587022" y="48419"/>
                </a:lnTo>
                <a:lnTo>
                  <a:pt x="619944" y="69723"/>
                </a:lnTo>
                <a:lnTo>
                  <a:pt x="651685" y="94901"/>
                </a:lnTo>
                <a:lnTo>
                  <a:pt x="682037" y="123952"/>
                </a:lnTo>
                <a:lnTo>
                  <a:pt x="710794" y="156877"/>
                </a:lnTo>
                <a:lnTo>
                  <a:pt x="737747" y="193675"/>
                </a:lnTo>
                <a:lnTo>
                  <a:pt x="762689" y="234347"/>
                </a:lnTo>
                <a:lnTo>
                  <a:pt x="785412" y="278892"/>
                </a:lnTo>
                <a:lnTo>
                  <a:pt x="805711" y="327311"/>
                </a:lnTo>
                <a:lnTo>
                  <a:pt x="823376" y="379603"/>
                </a:lnTo>
                <a:lnTo>
                  <a:pt x="838200" y="435769"/>
                </a:lnTo>
              </a:path>
            </a:pathLst>
          </a:custGeom>
          <a:noFill/>
          <a:ln w="21908">
            <a:solidFill>
              <a:srgbClr val="003496"/>
            </a:solidFill>
          </a:ln>
        </p:spPr>
      </p:sp>
      <p:sp>
        <p:nvSpPr>
          <p:cNvPr id="390" name="390 arrow head">
            <a:extLst>
              <a:ext uri="{FF2B5EF4-FFF2-40B4-BE49-F238E27FC236}">
                <a16:creationId xmlns:a16="http://schemas.microsoft.com/office/drawing/2014/main" id="{2435DF39-BFDB-7881-2C94-4B1CD84EFFDB}"/>
              </a:ext>
            </a:extLst>
          </p:cNvPr>
          <p:cNvSpPr>
            <a:spLocks/>
          </p:cNvSpPr>
          <p:nvPr/>
        </p:nvSpPr>
        <p:spPr>
          <a:xfrm>
            <a:off x="11847261" y="6658986"/>
            <a:ext cx="88412" cy="103764"/>
          </a:xfrm>
          <a:custGeom>
            <a:avLst/>
            <a:gdLst/>
            <a:ahLst/>
            <a:cxnLst/>
            <a:rect l="0" t="0" r="0" b="0"/>
            <a:pathLst>
              <a:path w="88412" h="103764">
                <a:moveTo>
                  <a:pt x="68514" y="103764"/>
                </a:moveTo>
                <a:lnTo>
                  <a:pt x="88412" y="0"/>
                </a:lnTo>
                <a:lnTo>
                  <a:pt x="0" y="23336"/>
                </a:lnTo>
                <a:close/>
              </a:path>
            </a:pathLst>
          </a:custGeom>
          <a:solidFill>
            <a:srgbClr val="003496"/>
          </a:solidFill>
          <a:ln w="4763">
            <a:solidFill>
              <a:srgbClr val="003496"/>
            </a:solidFill>
          </a:ln>
        </p:spPr>
      </p:sp>
      <p:sp>
        <p:nvSpPr>
          <p:cNvPr id="391" name="391 path">
            <a:extLst>
              <a:ext uri="{FF2B5EF4-FFF2-40B4-BE49-F238E27FC236}">
                <a16:creationId xmlns:a16="http://schemas.microsoft.com/office/drawing/2014/main" id="{84694DE4-840D-E9D5-80A7-6F64F27A0E9F}"/>
              </a:ext>
            </a:extLst>
          </p:cNvPr>
          <p:cNvSpPr>
            <a:spLocks/>
          </p:cNvSpPr>
          <p:nvPr/>
        </p:nvSpPr>
        <p:spPr>
          <a:xfrm>
            <a:off x="11077575" y="7210425"/>
            <a:ext cx="847725" cy="404813"/>
          </a:xfrm>
          <a:custGeom>
            <a:avLst/>
            <a:gdLst/>
            <a:ahLst/>
            <a:cxnLst/>
            <a:rect l="0" t="0" r="0" b="0"/>
            <a:pathLst>
              <a:path w="847725" h="404813">
                <a:moveTo>
                  <a:pt x="847725" y="0"/>
                </a:moveTo>
                <a:lnTo>
                  <a:pt x="833023" y="50734"/>
                </a:lnTo>
                <a:lnTo>
                  <a:pt x="815707" y="98148"/>
                </a:lnTo>
                <a:lnTo>
                  <a:pt x="795957" y="142227"/>
                </a:lnTo>
                <a:lnTo>
                  <a:pt x="773952" y="182953"/>
                </a:lnTo>
                <a:lnTo>
                  <a:pt x="749873" y="220310"/>
                </a:lnTo>
                <a:lnTo>
                  <a:pt x="723900" y="254279"/>
                </a:lnTo>
                <a:lnTo>
                  <a:pt x="696212" y="284845"/>
                </a:lnTo>
                <a:lnTo>
                  <a:pt x="666990" y="311991"/>
                </a:lnTo>
                <a:lnTo>
                  <a:pt x="636413" y="335699"/>
                </a:lnTo>
                <a:lnTo>
                  <a:pt x="604661" y="355953"/>
                </a:lnTo>
                <a:lnTo>
                  <a:pt x="571915" y="372735"/>
                </a:lnTo>
                <a:lnTo>
                  <a:pt x="538353" y="386029"/>
                </a:lnTo>
                <a:lnTo>
                  <a:pt x="504156" y="395818"/>
                </a:lnTo>
                <a:lnTo>
                  <a:pt x="469505" y="402085"/>
                </a:lnTo>
                <a:lnTo>
                  <a:pt x="434578" y="404813"/>
                </a:lnTo>
                <a:lnTo>
                  <a:pt x="399556" y="403984"/>
                </a:lnTo>
                <a:lnTo>
                  <a:pt x="364619" y="399583"/>
                </a:lnTo>
                <a:lnTo>
                  <a:pt x="329946" y="391592"/>
                </a:lnTo>
                <a:lnTo>
                  <a:pt x="295718" y="379994"/>
                </a:lnTo>
                <a:lnTo>
                  <a:pt x="262114" y="364772"/>
                </a:lnTo>
                <a:lnTo>
                  <a:pt x="229314" y="345910"/>
                </a:lnTo>
                <a:lnTo>
                  <a:pt x="197499" y="323390"/>
                </a:lnTo>
                <a:lnTo>
                  <a:pt x="166848" y="297196"/>
                </a:lnTo>
                <a:lnTo>
                  <a:pt x="137541" y="267310"/>
                </a:lnTo>
                <a:lnTo>
                  <a:pt x="109758" y="233715"/>
                </a:lnTo>
                <a:lnTo>
                  <a:pt x="83679" y="196396"/>
                </a:lnTo>
                <a:lnTo>
                  <a:pt x="59484" y="155334"/>
                </a:lnTo>
                <a:lnTo>
                  <a:pt x="37352" y="110513"/>
                </a:lnTo>
                <a:lnTo>
                  <a:pt x="17464" y="61915"/>
                </a:lnTo>
                <a:lnTo>
                  <a:pt x="0" y="9525"/>
                </a:lnTo>
              </a:path>
            </a:pathLst>
          </a:custGeom>
          <a:noFill/>
          <a:ln w="21908">
            <a:solidFill>
              <a:srgbClr val="003496"/>
            </a:solidFill>
          </a:ln>
        </p:spPr>
      </p:sp>
      <p:sp>
        <p:nvSpPr>
          <p:cNvPr id="392" name="392 arrow head">
            <a:extLst>
              <a:ext uri="{FF2B5EF4-FFF2-40B4-BE49-F238E27FC236}">
                <a16:creationId xmlns:a16="http://schemas.microsoft.com/office/drawing/2014/main" id="{3706E509-35AF-F013-84F2-41AE42BEB793}"/>
              </a:ext>
            </a:extLst>
          </p:cNvPr>
          <p:cNvSpPr>
            <a:spLocks/>
          </p:cNvSpPr>
          <p:nvPr/>
        </p:nvSpPr>
        <p:spPr>
          <a:xfrm>
            <a:off x="11064323" y="7219950"/>
            <a:ext cx="86747" cy="104820"/>
          </a:xfrm>
          <a:custGeom>
            <a:avLst/>
            <a:gdLst/>
            <a:ahLst/>
            <a:cxnLst/>
            <a:rect l="0" t="0" r="0" b="0"/>
            <a:pathLst>
              <a:path w="86747" h="104820">
                <a:moveTo>
                  <a:pt x="13252" y="0"/>
                </a:moveTo>
                <a:lnTo>
                  <a:pt x="0" y="104820"/>
                </a:lnTo>
                <a:lnTo>
                  <a:pt x="86747" y="75903"/>
                </a:lnTo>
                <a:close/>
              </a:path>
            </a:pathLst>
          </a:custGeom>
          <a:solidFill>
            <a:srgbClr val="003496"/>
          </a:solidFill>
          <a:ln w="4763">
            <a:solidFill>
              <a:srgbClr val="003496"/>
            </a:solidFill>
          </a:ln>
        </p:spPr>
      </p:sp>
      <p:sp>
        <p:nvSpPr>
          <p:cNvPr id="394" name="394 Preserve">
            <a:extLst>
              <a:ext uri="{FF2B5EF4-FFF2-40B4-BE49-F238E27FC236}">
                <a16:creationId xmlns:a16="http://schemas.microsoft.com/office/drawing/2014/main" id="{2C066F87-F0CF-26A2-B673-4D5B3C30A3DC}"/>
              </a:ext>
            </a:extLst>
          </p:cNvPr>
          <p:cNvSpPr>
            <a:spLocks/>
          </p:cNvSpPr>
          <p:nvPr/>
        </p:nvSpPr>
        <p:spPr>
          <a:xfrm>
            <a:off x="11109424" y="6758368"/>
            <a:ext cx="781050" cy="19488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38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Preserve</a:t>
            </a:r>
          </a:p>
        </p:txBody>
      </p:sp>
      <p:sp>
        <p:nvSpPr>
          <p:cNvPr id="395" name="395 and update">
            <a:extLst>
              <a:ext uri="{FF2B5EF4-FFF2-40B4-BE49-F238E27FC236}">
                <a16:creationId xmlns:a16="http://schemas.microsoft.com/office/drawing/2014/main" id="{C5783243-A8D0-35B8-5921-F2F54613998A}"/>
              </a:ext>
            </a:extLst>
          </p:cNvPr>
          <p:cNvSpPr>
            <a:spLocks/>
          </p:cNvSpPr>
          <p:nvPr/>
        </p:nvSpPr>
        <p:spPr>
          <a:xfrm>
            <a:off x="11109424" y="6931247"/>
            <a:ext cx="781050" cy="19488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38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and update</a:t>
            </a:r>
          </a:p>
        </p:txBody>
      </p:sp>
      <p:sp>
        <p:nvSpPr>
          <p:cNvPr id="398" name="398 rect">
            <a:extLst>
              <a:ext uri="{FF2B5EF4-FFF2-40B4-BE49-F238E27FC236}">
                <a16:creationId xmlns:a16="http://schemas.microsoft.com/office/drawing/2014/main" id="{636F8030-E437-C378-5468-2E793AF329F6}"/>
              </a:ext>
            </a:extLst>
          </p:cNvPr>
          <p:cNvSpPr>
            <a:spLocks/>
          </p:cNvSpPr>
          <p:nvPr/>
        </p:nvSpPr>
        <p:spPr>
          <a:xfrm>
            <a:off x="12603956" y="996528"/>
            <a:ext cx="300038" cy="260033"/>
          </a:xfrm>
          <a:prstGeom prst="rect">
            <a:avLst/>
          </a:prstGeom>
          <a:gradFill>
            <a:gsLst>
              <a:gs pos="0">
                <a:srgbClr val="64C1FA"/>
              </a:gs>
              <a:gs pos="100000">
                <a:srgbClr val="87ACDF"/>
              </a:gs>
            </a:gsLst>
            <a:lin ang="5400000"/>
          </a:gradFill>
          <a:ln w="22003">
            <a:solidFill>
              <a:srgbClr val="090D28"/>
            </a:solidFill>
          </a:ln>
        </p:spPr>
      </p:sp>
      <p:sp>
        <p:nvSpPr>
          <p:cNvPr id="399" name="399 ellipse">
            <a:extLst>
              <a:ext uri="{FF2B5EF4-FFF2-40B4-BE49-F238E27FC236}">
                <a16:creationId xmlns:a16="http://schemas.microsoft.com/office/drawing/2014/main" id="{24C73A98-7F80-F49A-4001-85DC1F52A789}"/>
              </a:ext>
            </a:extLst>
          </p:cNvPr>
          <p:cNvSpPr>
            <a:spLocks/>
          </p:cNvSpPr>
          <p:nvPr/>
        </p:nvSpPr>
        <p:spPr>
          <a:xfrm>
            <a:off x="12603956" y="1166549"/>
            <a:ext cx="300038" cy="130016"/>
          </a:xfrm>
          <a:prstGeom prst="ellipse">
            <a:avLst/>
          </a:prstGeom>
          <a:solidFill>
            <a:srgbClr val="94B9E8"/>
          </a:solidFill>
          <a:ln w="22003">
            <a:solidFill>
              <a:srgbClr val="090D28"/>
            </a:solidFill>
          </a:ln>
        </p:spPr>
      </p:sp>
      <p:sp>
        <p:nvSpPr>
          <p:cNvPr id="400" name="400 rect">
            <a:extLst>
              <a:ext uri="{FF2B5EF4-FFF2-40B4-BE49-F238E27FC236}">
                <a16:creationId xmlns:a16="http://schemas.microsoft.com/office/drawing/2014/main" id="{60D33B66-0700-28C5-86D3-234D6E02161E}"/>
              </a:ext>
            </a:extLst>
          </p:cNvPr>
          <p:cNvSpPr>
            <a:spLocks/>
          </p:cNvSpPr>
          <p:nvPr/>
        </p:nvSpPr>
        <p:spPr>
          <a:xfrm>
            <a:off x="12613958" y="1086539"/>
            <a:ext cx="280035" cy="140018"/>
          </a:xfrm>
          <a:prstGeom prst="rect">
            <a:avLst/>
          </a:prstGeom>
          <a:gradFill>
            <a:gsLst>
              <a:gs pos="0">
                <a:srgbClr val="64C1FA"/>
              </a:gs>
              <a:gs pos="100000">
                <a:srgbClr val="9DBDE5"/>
              </a:gs>
            </a:gsLst>
            <a:lin ang="5400000"/>
          </a:gradFill>
          <a:ln w="0">
            <a:noFill/>
          </a:ln>
        </p:spPr>
      </p:sp>
      <p:sp>
        <p:nvSpPr>
          <p:cNvPr id="401" name="401 path">
            <a:extLst>
              <a:ext uri="{FF2B5EF4-FFF2-40B4-BE49-F238E27FC236}">
                <a16:creationId xmlns:a16="http://schemas.microsoft.com/office/drawing/2014/main" id="{1A77582A-9E01-7F10-97A1-7F559D0F43A6}"/>
              </a:ext>
            </a:extLst>
          </p:cNvPr>
          <p:cNvSpPr>
            <a:spLocks/>
          </p:cNvSpPr>
          <p:nvPr/>
        </p:nvSpPr>
        <p:spPr>
          <a:xfrm>
            <a:off x="12603956" y="1106542"/>
            <a:ext cx="300038" cy="45006"/>
          </a:xfrm>
          <a:custGeom>
            <a:avLst/>
            <a:gdLst/>
            <a:ahLst/>
            <a:cxnLst/>
            <a:rect l="0" t="0" r="0" b="0"/>
            <a:pathLst>
              <a:path w="300038" h="45006">
                <a:moveTo>
                  <a:pt x="0" y="0"/>
                </a:moveTo>
                <a:lnTo>
                  <a:pt x="7294" y="5801"/>
                </a:lnTo>
                <a:lnTo>
                  <a:pt x="15149" y="11201"/>
                </a:lnTo>
                <a:lnTo>
                  <a:pt x="23523" y="16202"/>
                </a:lnTo>
                <a:lnTo>
                  <a:pt x="32377" y="20803"/>
                </a:lnTo>
                <a:lnTo>
                  <a:pt x="41672" y="25003"/>
                </a:lnTo>
                <a:lnTo>
                  <a:pt x="51366" y="28804"/>
                </a:lnTo>
                <a:lnTo>
                  <a:pt x="61421" y="32204"/>
                </a:lnTo>
                <a:lnTo>
                  <a:pt x="71796" y="35204"/>
                </a:lnTo>
                <a:lnTo>
                  <a:pt x="82450" y="37805"/>
                </a:lnTo>
                <a:lnTo>
                  <a:pt x="93345" y="40005"/>
                </a:lnTo>
                <a:lnTo>
                  <a:pt x="104440" y="41805"/>
                </a:lnTo>
                <a:lnTo>
                  <a:pt x="115694" y="43205"/>
                </a:lnTo>
                <a:lnTo>
                  <a:pt x="127069" y="44206"/>
                </a:lnTo>
                <a:lnTo>
                  <a:pt x="138524" y="44806"/>
                </a:lnTo>
                <a:lnTo>
                  <a:pt x="150019" y="45006"/>
                </a:lnTo>
                <a:lnTo>
                  <a:pt x="161514" y="44806"/>
                </a:lnTo>
                <a:lnTo>
                  <a:pt x="172968" y="44206"/>
                </a:lnTo>
                <a:lnTo>
                  <a:pt x="184343" y="43205"/>
                </a:lnTo>
                <a:lnTo>
                  <a:pt x="195598" y="41805"/>
                </a:lnTo>
                <a:lnTo>
                  <a:pt x="206693" y="40005"/>
                </a:lnTo>
                <a:lnTo>
                  <a:pt x="217587" y="37805"/>
                </a:lnTo>
                <a:lnTo>
                  <a:pt x="228242" y="35204"/>
                </a:lnTo>
                <a:lnTo>
                  <a:pt x="238616" y="32204"/>
                </a:lnTo>
                <a:lnTo>
                  <a:pt x="248671" y="28804"/>
                </a:lnTo>
                <a:lnTo>
                  <a:pt x="258366" y="25003"/>
                </a:lnTo>
                <a:lnTo>
                  <a:pt x="267660" y="20803"/>
                </a:lnTo>
                <a:lnTo>
                  <a:pt x="276515" y="16202"/>
                </a:lnTo>
                <a:lnTo>
                  <a:pt x="284889" y="11201"/>
                </a:lnTo>
                <a:lnTo>
                  <a:pt x="292743" y="5801"/>
                </a:lnTo>
                <a:lnTo>
                  <a:pt x="300038" y="0"/>
                </a:lnTo>
              </a:path>
            </a:pathLst>
          </a:custGeom>
          <a:noFill/>
          <a:ln w="20003">
            <a:solidFill>
              <a:srgbClr val="090D28"/>
            </a:solidFill>
          </a:ln>
        </p:spPr>
      </p:sp>
      <p:sp>
        <p:nvSpPr>
          <p:cNvPr id="402" name="402 path">
            <a:extLst>
              <a:ext uri="{FF2B5EF4-FFF2-40B4-BE49-F238E27FC236}">
                <a16:creationId xmlns:a16="http://schemas.microsoft.com/office/drawing/2014/main" id="{7DCFE6E2-1B01-30B5-10C9-1539ADCAAAFE}"/>
              </a:ext>
            </a:extLst>
          </p:cNvPr>
          <p:cNvSpPr>
            <a:spLocks/>
          </p:cNvSpPr>
          <p:nvPr/>
        </p:nvSpPr>
        <p:spPr>
          <a:xfrm>
            <a:off x="12603956" y="1186552"/>
            <a:ext cx="300038" cy="45006"/>
          </a:xfrm>
          <a:custGeom>
            <a:avLst/>
            <a:gdLst/>
            <a:ahLst/>
            <a:cxnLst/>
            <a:rect l="0" t="0" r="0" b="0"/>
            <a:pathLst>
              <a:path w="300038" h="45006">
                <a:moveTo>
                  <a:pt x="0" y="0"/>
                </a:moveTo>
                <a:lnTo>
                  <a:pt x="7294" y="5801"/>
                </a:lnTo>
                <a:lnTo>
                  <a:pt x="15149" y="11201"/>
                </a:lnTo>
                <a:lnTo>
                  <a:pt x="23523" y="16202"/>
                </a:lnTo>
                <a:lnTo>
                  <a:pt x="32377" y="20803"/>
                </a:lnTo>
                <a:lnTo>
                  <a:pt x="41672" y="25003"/>
                </a:lnTo>
                <a:lnTo>
                  <a:pt x="51366" y="28804"/>
                </a:lnTo>
                <a:lnTo>
                  <a:pt x="61421" y="32204"/>
                </a:lnTo>
                <a:lnTo>
                  <a:pt x="71796" y="35204"/>
                </a:lnTo>
                <a:lnTo>
                  <a:pt x="82450" y="37805"/>
                </a:lnTo>
                <a:lnTo>
                  <a:pt x="93345" y="40005"/>
                </a:lnTo>
                <a:lnTo>
                  <a:pt x="104440" y="41805"/>
                </a:lnTo>
                <a:lnTo>
                  <a:pt x="115694" y="43205"/>
                </a:lnTo>
                <a:lnTo>
                  <a:pt x="127069" y="44206"/>
                </a:lnTo>
                <a:lnTo>
                  <a:pt x="138524" y="44806"/>
                </a:lnTo>
                <a:lnTo>
                  <a:pt x="150019" y="45006"/>
                </a:lnTo>
                <a:lnTo>
                  <a:pt x="161514" y="44806"/>
                </a:lnTo>
                <a:lnTo>
                  <a:pt x="172968" y="44206"/>
                </a:lnTo>
                <a:lnTo>
                  <a:pt x="184343" y="43205"/>
                </a:lnTo>
                <a:lnTo>
                  <a:pt x="195598" y="41805"/>
                </a:lnTo>
                <a:lnTo>
                  <a:pt x="206693" y="40005"/>
                </a:lnTo>
                <a:lnTo>
                  <a:pt x="217587" y="37805"/>
                </a:lnTo>
                <a:lnTo>
                  <a:pt x="228242" y="35204"/>
                </a:lnTo>
                <a:lnTo>
                  <a:pt x="238616" y="32204"/>
                </a:lnTo>
                <a:lnTo>
                  <a:pt x="248671" y="28804"/>
                </a:lnTo>
                <a:lnTo>
                  <a:pt x="258366" y="25003"/>
                </a:lnTo>
                <a:lnTo>
                  <a:pt x="267660" y="20803"/>
                </a:lnTo>
                <a:lnTo>
                  <a:pt x="276515" y="16202"/>
                </a:lnTo>
                <a:lnTo>
                  <a:pt x="284889" y="11201"/>
                </a:lnTo>
                <a:lnTo>
                  <a:pt x="292743" y="5801"/>
                </a:lnTo>
                <a:lnTo>
                  <a:pt x="300038" y="0"/>
                </a:lnTo>
              </a:path>
            </a:pathLst>
          </a:custGeom>
          <a:noFill/>
          <a:ln w="20003">
            <a:solidFill>
              <a:srgbClr val="090D28"/>
            </a:solidFill>
          </a:ln>
        </p:spPr>
      </p:sp>
      <p:sp>
        <p:nvSpPr>
          <p:cNvPr id="403" name="403 ellipse">
            <a:extLst>
              <a:ext uri="{FF2B5EF4-FFF2-40B4-BE49-F238E27FC236}">
                <a16:creationId xmlns:a16="http://schemas.microsoft.com/office/drawing/2014/main" id="{D3374D2E-37ED-1687-2D05-57CDBCDC1EFC}"/>
              </a:ext>
            </a:extLst>
          </p:cNvPr>
          <p:cNvSpPr>
            <a:spLocks/>
          </p:cNvSpPr>
          <p:nvPr/>
        </p:nvSpPr>
        <p:spPr>
          <a:xfrm>
            <a:off x="12603956" y="936521"/>
            <a:ext cx="300038" cy="130016"/>
          </a:xfrm>
          <a:prstGeom prst="ellipse">
            <a:avLst/>
          </a:prstGeom>
          <a:solidFill>
            <a:srgbClr val="64C1FA"/>
          </a:solidFill>
          <a:ln w="22003">
            <a:solidFill>
              <a:srgbClr val="090D28"/>
            </a:solidFill>
          </a:ln>
        </p:spPr>
      </p:sp>
      <p:sp>
        <p:nvSpPr>
          <p:cNvPr id="404" name="404 ellipse">
            <a:extLst>
              <a:ext uri="{FF2B5EF4-FFF2-40B4-BE49-F238E27FC236}">
                <a16:creationId xmlns:a16="http://schemas.microsoft.com/office/drawing/2014/main" id="{5867587B-8A4E-4D79-9CE8-50637FB8C0DE}"/>
              </a:ext>
            </a:extLst>
          </p:cNvPr>
          <p:cNvSpPr>
            <a:spLocks/>
          </p:cNvSpPr>
          <p:nvPr/>
        </p:nvSpPr>
        <p:spPr>
          <a:xfrm>
            <a:off x="12798266" y="1103684"/>
            <a:ext cx="235268" cy="235268"/>
          </a:xfrm>
          <a:prstGeom prst="ellipse">
            <a:avLst/>
          </a:prstGeom>
          <a:gradFill>
            <a:gsLst>
              <a:gs pos="0">
                <a:srgbClr val="27B35B"/>
              </a:gs>
              <a:gs pos="100000">
                <a:srgbClr val="0C974A"/>
              </a:gs>
            </a:gsLst>
            <a:lin ang="5400000"/>
          </a:gradFill>
          <a:ln w="3715">
            <a:solidFill>
              <a:srgbClr val="198D48"/>
            </a:solidFill>
          </a:ln>
        </p:spPr>
      </p:sp>
      <p:sp>
        <p:nvSpPr>
          <p:cNvPr id="405" name="405 path">
            <a:extLst>
              <a:ext uri="{FF2B5EF4-FFF2-40B4-BE49-F238E27FC236}">
                <a16:creationId xmlns:a16="http://schemas.microsoft.com/office/drawing/2014/main" id="{FA8B9A77-45F3-568A-B054-AA45CE81260B}"/>
              </a:ext>
            </a:extLst>
          </p:cNvPr>
          <p:cNvSpPr>
            <a:spLocks/>
          </p:cNvSpPr>
          <p:nvPr/>
        </p:nvSpPr>
        <p:spPr>
          <a:xfrm>
            <a:off x="12853988" y="1171788"/>
            <a:ext cx="117634" cy="92869"/>
          </a:xfrm>
          <a:custGeom>
            <a:avLst/>
            <a:gdLst/>
            <a:ahLst/>
            <a:cxnLst/>
            <a:rect l="0" t="0" r="0" b="0"/>
            <a:pathLst>
              <a:path w="117634" h="92869">
                <a:moveTo>
                  <a:pt x="0" y="49530"/>
                </a:moveTo>
                <a:lnTo>
                  <a:pt x="43339" y="92869"/>
                </a:lnTo>
                <a:lnTo>
                  <a:pt x="117634" y="0"/>
                </a:lnTo>
              </a:path>
            </a:pathLst>
          </a:custGeom>
          <a:noFill/>
          <a:ln w="24765">
            <a:solidFill>
              <a:srgbClr val="FFFFFF"/>
            </a:solidFill>
          </a:ln>
        </p:spPr>
      </p:sp>
      <p:sp>
        <p:nvSpPr>
          <p:cNvPr id="406" name="406 Repaired Repository">
            <a:extLst>
              <a:ext uri="{FF2B5EF4-FFF2-40B4-BE49-F238E27FC236}">
                <a16:creationId xmlns:a16="http://schemas.microsoft.com/office/drawing/2014/main" id="{8858418D-5D5A-6C77-EFFC-DD7B261A938E}"/>
              </a:ext>
            </a:extLst>
          </p:cNvPr>
          <p:cNvSpPr>
            <a:spLocks/>
          </p:cNvSpPr>
          <p:nvPr/>
        </p:nvSpPr>
        <p:spPr>
          <a:xfrm>
            <a:off x="13173075" y="935568"/>
            <a:ext cx="2381250" cy="3188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Repaired Repository</a:t>
            </a:r>
          </a:p>
        </p:txBody>
      </p:sp>
      <p:sp>
        <p:nvSpPr>
          <p:cNvPr id="619" name="280 filled flow arrow">
            <a:extLst>
              <a:ext uri="{FF2B5EF4-FFF2-40B4-BE49-F238E27FC236}">
                <a16:creationId xmlns:a16="http://schemas.microsoft.com/office/drawing/2014/main" id="{175D0CC8-44AF-5582-1DA5-575A46990942}"/>
              </a:ext>
            </a:extLst>
          </p:cNvPr>
          <p:cNvSpPr>
            <a:spLocks/>
          </p:cNvSpPr>
          <p:nvPr/>
        </p:nvSpPr>
        <p:spPr>
          <a:xfrm>
            <a:off x="10923587" y="3638550"/>
            <a:ext cx="200025" cy="285750"/>
          </a:xfrm>
          <a:custGeom>
            <a:avLst/>
            <a:gdLst/>
            <a:ahLst/>
            <a:cxnLst/>
            <a:rect l="0" t="0" r="0" b="0"/>
            <a:pathLst>
              <a:path w="200025" h="285750">
                <a:moveTo>
                  <a:pt x="60007" y="285750"/>
                </a:moveTo>
                <a:lnTo>
                  <a:pt x="140018" y="285750"/>
                </a:lnTo>
                <a:lnTo>
                  <a:pt x="140018" y="128588"/>
                </a:lnTo>
                <a:lnTo>
                  <a:pt x="200025" y="128588"/>
                </a:lnTo>
                <a:lnTo>
                  <a:pt x="100013" y="0"/>
                </a:lnTo>
                <a:lnTo>
                  <a:pt x="0" y="128588"/>
                </a:lnTo>
                <a:lnTo>
                  <a:pt x="60007" y="128588"/>
                </a:lnTo>
                <a:close/>
              </a:path>
            </a:pathLst>
          </a:custGeom>
          <a:gradFill>
            <a:gsLst>
              <a:gs pos="0">
                <a:srgbClr val="A1DCAB"/>
              </a:gs>
              <a:gs pos="100000">
                <a:srgbClr val="D4F8D7"/>
              </a:gs>
            </a:gsLst>
            <a:lin ang="5400000"/>
          </a:gradFill>
          <a:ln w="12383">
            <a:solidFill>
              <a:srgbClr val="198444"/>
            </a:solidFill>
          </a:ln>
        </p:spPr>
      </p:sp>
      <p:sp>
        <p:nvSpPr>
          <p:cNvPr id="461" name="461 rect">
            <a:extLst>
              <a:ext uri="{FF2B5EF4-FFF2-40B4-BE49-F238E27FC236}">
                <a16:creationId xmlns:a16="http://schemas.microsoft.com/office/drawing/2014/main" id="{75D8FA9D-3232-4D18-D42D-430143DC5F2E}"/>
              </a:ext>
            </a:extLst>
          </p:cNvPr>
          <p:cNvSpPr>
            <a:spLocks/>
          </p:cNvSpPr>
          <p:nvPr/>
        </p:nvSpPr>
        <p:spPr>
          <a:xfrm>
            <a:off x="12553950" y="3912603"/>
            <a:ext cx="3048000" cy="682752"/>
          </a:xfrm>
          <a:prstGeom prst="roundRect">
            <a:avLst>
              <a:gd name="adj" fmla="val 14458"/>
            </a:avLst>
          </a:prstGeom>
          <a:gradFill>
            <a:gsLst>
              <a:gs pos="0">
                <a:srgbClr val="E5FFF0"/>
              </a:gs>
              <a:gs pos="100000">
                <a:srgbClr val="F3FFF8"/>
              </a:gs>
            </a:gsLst>
            <a:lin ang="5400000"/>
          </a:gradFill>
          <a:ln w="10478">
            <a:solidFill>
              <a:srgbClr val="4EBD88"/>
            </a:solidFill>
          </a:ln>
        </p:spPr>
      </p:sp>
      <p:grpSp>
        <p:nvGrpSpPr>
          <p:cNvPr id="583" name="icon-check-461">
            <a:extLst>
              <a:ext uri="{FF2B5EF4-FFF2-40B4-BE49-F238E27FC236}">
                <a16:creationId xmlns:a16="http://schemas.microsoft.com/office/drawing/2014/main" id="{8E3DC264-78E6-6023-259C-AACAB8BAB28F}"/>
              </a:ext>
            </a:extLst>
          </p:cNvPr>
          <p:cNvGrpSpPr/>
          <p:nvPr/>
        </p:nvGrpSpPr>
        <p:grpSpPr>
          <a:xfrm>
            <a:off x="12699683" y="3997135"/>
            <a:ext cx="470535" cy="470535"/>
            <a:chOff x="12709208" y="4184333"/>
            <a:chExt cx="470535" cy="470535"/>
          </a:xfrm>
        </p:grpSpPr>
        <p:sp>
          <p:nvSpPr>
            <p:cNvPr id="462" name="462 ellipse">
              <a:extLst>
                <a:ext uri="{FF2B5EF4-FFF2-40B4-BE49-F238E27FC236}">
                  <a16:creationId xmlns:a16="http://schemas.microsoft.com/office/drawing/2014/main" id="{7D720ED3-4F77-6FA5-4D52-3ACB0D8A2B24}"/>
                </a:ext>
              </a:extLst>
            </p:cNvPr>
            <p:cNvSpPr>
              <a:spLocks/>
            </p:cNvSpPr>
            <p:nvPr/>
          </p:nvSpPr>
          <p:spPr>
            <a:xfrm>
              <a:off x="12709208" y="4184333"/>
              <a:ext cx="470535" cy="470535"/>
            </a:xfrm>
            <a:prstGeom prst="ellipse">
              <a:avLst/>
            </a:prstGeom>
            <a:gradFill>
              <a:gsLst>
                <a:gs pos="0">
                  <a:srgbClr val="27B35B"/>
                </a:gs>
                <a:gs pos="100000">
                  <a:srgbClr val="0C974A"/>
                </a:gs>
              </a:gsLst>
              <a:lin ang="5400000"/>
            </a:gradFill>
            <a:ln w="7430">
              <a:solidFill>
                <a:srgbClr val="198D48"/>
              </a:solidFill>
            </a:ln>
          </p:spPr>
        </p:sp>
        <p:sp>
          <p:nvSpPr>
            <p:cNvPr id="463" name="463 path">
              <a:extLst>
                <a:ext uri="{FF2B5EF4-FFF2-40B4-BE49-F238E27FC236}">
                  <a16:creationId xmlns:a16="http://schemas.microsoft.com/office/drawing/2014/main" id="{DD3A9E5C-AC6B-A899-AA4A-FC3F70B2E995}"/>
                </a:ext>
              </a:extLst>
            </p:cNvPr>
            <p:cNvSpPr>
              <a:spLocks/>
            </p:cNvSpPr>
            <p:nvPr/>
          </p:nvSpPr>
          <p:spPr>
            <a:xfrm>
              <a:off x="12820650" y="4320540"/>
              <a:ext cx="235268" cy="185738"/>
            </a:xfrm>
            <a:custGeom>
              <a:avLst/>
              <a:gdLst/>
              <a:ahLst/>
              <a:cxnLst/>
              <a:rect l="0" t="0" r="0" b="0"/>
              <a:pathLst>
                <a:path w="235268" h="185738">
                  <a:moveTo>
                    <a:pt x="0" y="99060"/>
                  </a:moveTo>
                  <a:lnTo>
                    <a:pt x="86677" y="185738"/>
                  </a:lnTo>
                  <a:lnTo>
                    <a:pt x="235268" y="0"/>
                  </a:lnTo>
                </a:path>
              </a:pathLst>
            </a:custGeom>
            <a:noFill/>
            <a:ln w="49530">
              <a:solidFill>
                <a:srgbClr val="FFFFFF"/>
              </a:solidFill>
            </a:ln>
          </p:spPr>
        </p:sp>
      </p:grpSp>
      <p:sp>
        <p:nvSpPr>
          <p:cNvPr id="464" name="464 Migration successful">
            <a:extLst>
              <a:ext uri="{FF2B5EF4-FFF2-40B4-BE49-F238E27FC236}">
                <a16:creationId xmlns:a16="http://schemas.microsoft.com/office/drawing/2014/main" id="{6C2528F7-C8C6-93E2-4F42-6C0A0A4693C9}"/>
              </a:ext>
            </a:extLst>
          </p:cNvPr>
          <p:cNvSpPr>
            <a:spLocks/>
          </p:cNvSpPr>
          <p:nvPr/>
        </p:nvSpPr>
        <p:spPr>
          <a:xfrm>
            <a:off x="13300075" y="4095877"/>
            <a:ext cx="2228850" cy="30472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35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35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Migration successful</a:t>
            </a:r>
          </a:p>
        </p:txBody>
      </p:sp>
      <p:sp>
        <p:nvSpPr>
          <p:cNvPr id="478" name="478 rect">
            <a:extLst>
              <a:ext uri="{FF2B5EF4-FFF2-40B4-BE49-F238E27FC236}">
                <a16:creationId xmlns:a16="http://schemas.microsoft.com/office/drawing/2014/main" id="{ABA575E1-6B2A-44EE-1F0E-BE14A757A06C}"/>
              </a:ext>
            </a:extLst>
          </p:cNvPr>
          <p:cNvSpPr>
            <a:spLocks/>
          </p:cNvSpPr>
          <p:nvPr/>
        </p:nvSpPr>
        <p:spPr>
          <a:xfrm>
            <a:off x="171450" y="8096250"/>
            <a:ext cx="15582900" cy="733425"/>
          </a:xfrm>
          <a:prstGeom prst="roundRect">
            <a:avLst>
              <a:gd name="adj" fmla="val 22078"/>
            </a:avLst>
          </a:prstGeom>
          <a:gradFill>
            <a:gsLst>
              <a:gs pos="0">
                <a:srgbClr val="FAFCFE"/>
              </a:gs>
              <a:gs pos="100000">
                <a:srgbClr val="EFF3F7"/>
              </a:gs>
            </a:gsLst>
            <a:lin ang="5400000"/>
          </a:gradFill>
          <a:ln w="10478">
            <a:solidFill>
              <a:srgbClr val="859DB9"/>
            </a:solidFill>
          </a:ln>
        </p:spPr>
      </p:sp>
      <p:sp>
        <p:nvSpPr>
          <p:cNvPr id="479" name="479 Generalization and Efficiency">
            <a:extLst>
              <a:ext uri="{FF2B5EF4-FFF2-40B4-BE49-F238E27FC236}">
                <a16:creationId xmlns:a16="http://schemas.microsoft.com/office/drawing/2014/main" id="{C6B96FF0-E727-9347-FC3C-9F9CDFB3C2F8}"/>
              </a:ext>
            </a:extLst>
          </p:cNvPr>
          <p:cNvSpPr>
            <a:spLocks/>
          </p:cNvSpPr>
          <p:nvPr/>
        </p:nvSpPr>
        <p:spPr>
          <a:xfrm>
            <a:off x="409575" y="8277225"/>
            <a:ext cx="3257550" cy="30826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8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8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Generalization and Efficiency</a:t>
            </a:r>
          </a:p>
        </p:txBody>
      </p:sp>
      <p:sp>
        <p:nvSpPr>
          <p:cNvPr id="480" name="480 path">
            <a:extLst>
              <a:ext uri="{FF2B5EF4-FFF2-40B4-BE49-F238E27FC236}">
                <a16:creationId xmlns:a16="http://schemas.microsoft.com/office/drawing/2014/main" id="{D0FA5573-F315-D4F0-2685-1951BBD3AC6A}"/>
              </a:ext>
            </a:extLst>
          </p:cNvPr>
          <p:cNvSpPr>
            <a:spLocks/>
          </p:cNvSpPr>
          <p:nvPr/>
        </p:nvSpPr>
        <p:spPr>
          <a:xfrm>
            <a:off x="3743325" y="8239125"/>
            <a:ext cx="95" cy="466725"/>
          </a:xfrm>
          <a:custGeom>
            <a:avLst/>
            <a:gdLst/>
            <a:ahLst/>
            <a:cxnLst/>
            <a:rect l="0" t="0" r="0" b="0"/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11430">
            <a:solidFill>
              <a:srgbClr val="839AB6"/>
            </a:solidFill>
          </a:ln>
        </p:spPr>
      </p:sp>
      <p:sp>
        <p:nvSpPr>
          <p:cNvPr id="481" name="481 path">
            <a:extLst>
              <a:ext uri="{FF2B5EF4-FFF2-40B4-BE49-F238E27FC236}">
                <a16:creationId xmlns:a16="http://schemas.microsoft.com/office/drawing/2014/main" id="{EF99F056-B5DC-3F0F-C3E9-DD2638F7A6D2}"/>
              </a:ext>
            </a:extLst>
          </p:cNvPr>
          <p:cNvSpPr>
            <a:spLocks/>
          </p:cNvSpPr>
          <p:nvPr/>
        </p:nvSpPr>
        <p:spPr>
          <a:xfrm>
            <a:off x="6610350" y="8239125"/>
            <a:ext cx="95" cy="466725"/>
          </a:xfrm>
          <a:custGeom>
            <a:avLst/>
            <a:gdLst/>
            <a:ahLst/>
            <a:cxnLst/>
            <a:rect l="0" t="0" r="0" b="0"/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11430">
            <a:solidFill>
              <a:srgbClr val="839AB6"/>
            </a:solidFill>
          </a:ln>
        </p:spPr>
      </p:sp>
      <p:sp>
        <p:nvSpPr>
          <p:cNvPr id="482" name="482 path">
            <a:extLst>
              <a:ext uri="{FF2B5EF4-FFF2-40B4-BE49-F238E27FC236}">
                <a16:creationId xmlns:a16="http://schemas.microsoft.com/office/drawing/2014/main" id="{56BF583E-46C5-13AD-2802-FF2B4C620888}"/>
              </a:ext>
            </a:extLst>
          </p:cNvPr>
          <p:cNvSpPr>
            <a:spLocks/>
          </p:cNvSpPr>
          <p:nvPr/>
        </p:nvSpPr>
        <p:spPr>
          <a:xfrm>
            <a:off x="9334500" y="8239125"/>
            <a:ext cx="95" cy="466725"/>
          </a:xfrm>
          <a:custGeom>
            <a:avLst/>
            <a:gdLst/>
            <a:ahLst/>
            <a:cxnLst/>
            <a:rect l="0" t="0" r="0" b="0"/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11430">
            <a:solidFill>
              <a:srgbClr val="839AB6"/>
            </a:solidFill>
          </a:ln>
        </p:spPr>
      </p:sp>
      <p:sp>
        <p:nvSpPr>
          <p:cNvPr id="483" name="483 path">
            <a:extLst>
              <a:ext uri="{FF2B5EF4-FFF2-40B4-BE49-F238E27FC236}">
                <a16:creationId xmlns:a16="http://schemas.microsoft.com/office/drawing/2014/main" id="{A09A8AE8-7BA9-5E10-2368-47D0CE3B5F14}"/>
              </a:ext>
            </a:extLst>
          </p:cNvPr>
          <p:cNvSpPr>
            <a:spLocks/>
          </p:cNvSpPr>
          <p:nvPr/>
        </p:nvSpPr>
        <p:spPr>
          <a:xfrm>
            <a:off x="12620625" y="8239125"/>
            <a:ext cx="95" cy="466725"/>
          </a:xfrm>
          <a:custGeom>
            <a:avLst/>
            <a:gdLst/>
            <a:ahLst/>
            <a:cxnLst/>
            <a:rect l="0" t="0" r="0" b="0"/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11430">
            <a:solidFill>
              <a:srgbClr val="839AB6"/>
            </a:solidFill>
          </a:ln>
        </p:spPr>
      </p:sp>
      <p:grpSp>
        <p:nvGrpSpPr>
          <p:cNvPr id="589" name="icon-globe-483">
            <a:extLst>
              <a:ext uri="{FF2B5EF4-FFF2-40B4-BE49-F238E27FC236}">
                <a16:creationId xmlns:a16="http://schemas.microsoft.com/office/drawing/2014/main" id="{BB88434C-46B3-9D4C-FF6D-8C9A0DE10EF0}"/>
              </a:ext>
            </a:extLst>
          </p:cNvPr>
          <p:cNvGrpSpPr/>
          <p:nvPr/>
        </p:nvGrpSpPr>
        <p:grpSpPr>
          <a:xfrm>
            <a:off x="4117658" y="8262938"/>
            <a:ext cx="394335" cy="428625"/>
            <a:chOff x="4117658" y="8262938"/>
            <a:chExt cx="394335" cy="428625"/>
          </a:xfrm>
        </p:grpSpPr>
        <p:sp>
          <p:nvSpPr>
            <p:cNvPr id="484" name="484 ellipse">
              <a:extLst>
                <a:ext uri="{FF2B5EF4-FFF2-40B4-BE49-F238E27FC236}">
                  <a16:creationId xmlns:a16="http://schemas.microsoft.com/office/drawing/2014/main" id="{48C02A2F-8696-AEDF-942E-26BD5A4991CD}"/>
                </a:ext>
              </a:extLst>
            </p:cNvPr>
            <p:cNvSpPr>
              <a:spLocks/>
            </p:cNvSpPr>
            <p:nvPr/>
          </p:nvSpPr>
          <p:spPr>
            <a:xfrm>
              <a:off x="4117658" y="8262938"/>
              <a:ext cx="394335" cy="428625"/>
            </a:xfrm>
            <a:prstGeom prst="ellipse">
              <a:avLst/>
            </a:prstGeom>
            <a:solidFill>
              <a:srgbClr val="D5EEFC"/>
            </a:solidFill>
            <a:ln w="21908">
              <a:solidFill>
                <a:srgbClr val="003496"/>
              </a:solidFill>
            </a:ln>
          </p:spPr>
        </p:sp>
        <p:sp>
          <p:nvSpPr>
            <p:cNvPr id="485" name="485 ellipse">
              <a:extLst>
                <a:ext uri="{FF2B5EF4-FFF2-40B4-BE49-F238E27FC236}">
                  <a16:creationId xmlns:a16="http://schemas.microsoft.com/office/drawing/2014/main" id="{978FBB41-2D70-ABCD-054C-DF4CCA8B14E1}"/>
                </a:ext>
              </a:extLst>
            </p:cNvPr>
            <p:cNvSpPr>
              <a:spLocks/>
            </p:cNvSpPr>
            <p:nvPr/>
          </p:nvSpPr>
          <p:spPr>
            <a:xfrm>
              <a:off x="4216241" y="8262938"/>
              <a:ext cx="197168" cy="428625"/>
            </a:xfrm>
            <a:prstGeom prst="ellipse">
              <a:avLst/>
            </a:prstGeom>
            <a:noFill/>
            <a:ln w="18621">
              <a:solidFill>
                <a:srgbClr val="003496"/>
              </a:solidFill>
            </a:ln>
          </p:spPr>
        </p:sp>
        <p:sp>
          <p:nvSpPr>
            <p:cNvPr id="486" name="486 path">
              <a:extLst>
                <a:ext uri="{FF2B5EF4-FFF2-40B4-BE49-F238E27FC236}">
                  <a16:creationId xmlns:a16="http://schemas.microsoft.com/office/drawing/2014/main" id="{D624C47D-F94D-AD02-3ECA-BBF56C98DA2F}"/>
                </a:ext>
              </a:extLst>
            </p:cNvPr>
            <p:cNvSpPr>
              <a:spLocks/>
            </p:cNvSpPr>
            <p:nvPr/>
          </p:nvSpPr>
          <p:spPr>
            <a:xfrm>
              <a:off x="4314825" y="8262938"/>
              <a:ext cx="95" cy="428625"/>
            </a:xfrm>
            <a:custGeom>
              <a:avLst/>
              <a:gdLst/>
              <a:ahLst/>
              <a:cxnLst/>
              <a:rect l="0" t="0" r="0" b="0"/>
              <a:pathLst>
                <a:path w="9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6431">
              <a:solidFill>
                <a:srgbClr val="003496"/>
              </a:solidFill>
            </a:ln>
          </p:spPr>
        </p:sp>
        <p:sp>
          <p:nvSpPr>
            <p:cNvPr id="487" name="487 path">
              <a:extLst>
                <a:ext uri="{FF2B5EF4-FFF2-40B4-BE49-F238E27FC236}">
                  <a16:creationId xmlns:a16="http://schemas.microsoft.com/office/drawing/2014/main" id="{7C048339-992D-E97F-87F6-EAE4817B838B}"/>
                </a:ext>
              </a:extLst>
            </p:cNvPr>
            <p:cNvSpPr>
              <a:spLocks/>
            </p:cNvSpPr>
            <p:nvPr/>
          </p:nvSpPr>
          <p:spPr>
            <a:xfrm>
              <a:off x="4117658" y="8477250"/>
              <a:ext cx="394335" cy="95"/>
            </a:xfrm>
            <a:custGeom>
              <a:avLst/>
              <a:gdLst/>
              <a:ahLst/>
              <a:cxnLst/>
              <a:rect l="0" t="0" r="0" b="0"/>
              <a:pathLst>
                <a:path w="394335" h="95">
                  <a:moveTo>
                    <a:pt x="0" y="0"/>
                  </a:moveTo>
                  <a:lnTo>
                    <a:pt x="394335" y="0"/>
                  </a:lnTo>
                </a:path>
              </a:pathLst>
            </a:custGeom>
            <a:noFill/>
            <a:ln w="17526">
              <a:solidFill>
                <a:srgbClr val="003496"/>
              </a:solidFill>
            </a:ln>
          </p:spPr>
        </p:sp>
        <p:sp>
          <p:nvSpPr>
            <p:cNvPr id="488" name="488 path">
              <a:extLst>
                <a:ext uri="{FF2B5EF4-FFF2-40B4-BE49-F238E27FC236}">
                  <a16:creationId xmlns:a16="http://schemas.microsoft.com/office/drawing/2014/main" id="{1EF2BC4D-1519-7E5E-1AC5-B9502315EAD2}"/>
                </a:ext>
              </a:extLst>
            </p:cNvPr>
            <p:cNvSpPr>
              <a:spLocks/>
            </p:cNvSpPr>
            <p:nvPr/>
          </p:nvSpPr>
          <p:spPr>
            <a:xfrm>
              <a:off x="4161473" y="8358188"/>
              <a:ext cx="306705" cy="35719"/>
            </a:xfrm>
            <a:custGeom>
              <a:avLst/>
              <a:gdLst/>
              <a:ahLst/>
              <a:cxnLst/>
              <a:rect l="0" t="0" r="0" b="0"/>
              <a:pathLst>
                <a:path w="306705" h="35719">
                  <a:moveTo>
                    <a:pt x="0" y="0"/>
                  </a:moveTo>
                  <a:lnTo>
                    <a:pt x="9894" y="4604"/>
                  </a:lnTo>
                  <a:lnTo>
                    <a:pt x="19856" y="8890"/>
                  </a:lnTo>
                  <a:lnTo>
                    <a:pt x="29882" y="12859"/>
                  </a:lnTo>
                  <a:lnTo>
                    <a:pt x="39966" y="16510"/>
                  </a:lnTo>
                  <a:lnTo>
                    <a:pt x="50103" y="19844"/>
                  </a:lnTo>
                  <a:lnTo>
                    <a:pt x="60289" y="22860"/>
                  </a:lnTo>
                  <a:lnTo>
                    <a:pt x="70519" y="25559"/>
                  </a:lnTo>
                  <a:lnTo>
                    <a:pt x="80788" y="27940"/>
                  </a:lnTo>
                  <a:lnTo>
                    <a:pt x="91091" y="30004"/>
                  </a:lnTo>
                  <a:lnTo>
                    <a:pt x="101424" y="31750"/>
                  </a:lnTo>
                  <a:lnTo>
                    <a:pt x="111780" y="33179"/>
                  </a:lnTo>
                  <a:lnTo>
                    <a:pt x="122156" y="34290"/>
                  </a:lnTo>
                  <a:lnTo>
                    <a:pt x="132547" y="35084"/>
                  </a:lnTo>
                  <a:lnTo>
                    <a:pt x="142947" y="35560"/>
                  </a:lnTo>
                  <a:lnTo>
                    <a:pt x="153353" y="35719"/>
                  </a:lnTo>
                  <a:lnTo>
                    <a:pt x="163758" y="35560"/>
                  </a:lnTo>
                  <a:lnTo>
                    <a:pt x="174158" y="35084"/>
                  </a:lnTo>
                  <a:lnTo>
                    <a:pt x="184549" y="34290"/>
                  </a:lnTo>
                  <a:lnTo>
                    <a:pt x="194925" y="33179"/>
                  </a:lnTo>
                  <a:lnTo>
                    <a:pt x="205281" y="31750"/>
                  </a:lnTo>
                  <a:lnTo>
                    <a:pt x="215614" y="30004"/>
                  </a:lnTo>
                  <a:lnTo>
                    <a:pt x="225917" y="27940"/>
                  </a:lnTo>
                  <a:lnTo>
                    <a:pt x="236186" y="25559"/>
                  </a:lnTo>
                  <a:lnTo>
                    <a:pt x="246416" y="22860"/>
                  </a:lnTo>
                  <a:lnTo>
                    <a:pt x="256602" y="19844"/>
                  </a:lnTo>
                  <a:lnTo>
                    <a:pt x="266739" y="16510"/>
                  </a:lnTo>
                  <a:lnTo>
                    <a:pt x="276823" y="12859"/>
                  </a:lnTo>
                  <a:lnTo>
                    <a:pt x="286849" y="8890"/>
                  </a:lnTo>
                  <a:lnTo>
                    <a:pt x="296811" y="4604"/>
                  </a:lnTo>
                  <a:lnTo>
                    <a:pt x="306705" y="0"/>
                  </a:lnTo>
                </a:path>
              </a:pathLst>
            </a:custGeom>
            <a:noFill/>
            <a:ln w="16431">
              <a:solidFill>
                <a:srgbClr val="003496"/>
              </a:solidFill>
            </a:ln>
          </p:spPr>
        </p:sp>
        <p:sp>
          <p:nvSpPr>
            <p:cNvPr id="489" name="489 path">
              <a:extLst>
                <a:ext uri="{FF2B5EF4-FFF2-40B4-BE49-F238E27FC236}">
                  <a16:creationId xmlns:a16="http://schemas.microsoft.com/office/drawing/2014/main" id="{66FF6D28-40AB-C1C8-300A-7EF2A8C32AFA}"/>
                </a:ext>
              </a:extLst>
            </p:cNvPr>
            <p:cNvSpPr>
              <a:spLocks/>
            </p:cNvSpPr>
            <p:nvPr/>
          </p:nvSpPr>
          <p:spPr>
            <a:xfrm>
              <a:off x="4161473" y="8596313"/>
              <a:ext cx="306705" cy="35719"/>
            </a:xfrm>
            <a:custGeom>
              <a:avLst/>
              <a:gdLst/>
              <a:ahLst/>
              <a:cxnLst/>
              <a:rect l="0" t="0" r="0" b="0"/>
              <a:pathLst>
                <a:path w="306705" h="35719">
                  <a:moveTo>
                    <a:pt x="0" y="0"/>
                  </a:moveTo>
                  <a:lnTo>
                    <a:pt x="9894" y="4604"/>
                  </a:lnTo>
                  <a:lnTo>
                    <a:pt x="19856" y="8890"/>
                  </a:lnTo>
                  <a:lnTo>
                    <a:pt x="29882" y="12859"/>
                  </a:lnTo>
                  <a:lnTo>
                    <a:pt x="39966" y="16510"/>
                  </a:lnTo>
                  <a:lnTo>
                    <a:pt x="50103" y="19844"/>
                  </a:lnTo>
                  <a:lnTo>
                    <a:pt x="60289" y="22860"/>
                  </a:lnTo>
                  <a:lnTo>
                    <a:pt x="70519" y="25559"/>
                  </a:lnTo>
                  <a:lnTo>
                    <a:pt x="80788" y="27940"/>
                  </a:lnTo>
                  <a:lnTo>
                    <a:pt x="91091" y="30004"/>
                  </a:lnTo>
                  <a:lnTo>
                    <a:pt x="101424" y="31750"/>
                  </a:lnTo>
                  <a:lnTo>
                    <a:pt x="111780" y="33179"/>
                  </a:lnTo>
                  <a:lnTo>
                    <a:pt x="122156" y="34290"/>
                  </a:lnTo>
                  <a:lnTo>
                    <a:pt x="132547" y="35084"/>
                  </a:lnTo>
                  <a:lnTo>
                    <a:pt x="142947" y="35560"/>
                  </a:lnTo>
                  <a:lnTo>
                    <a:pt x="153353" y="35719"/>
                  </a:lnTo>
                  <a:lnTo>
                    <a:pt x="163758" y="35560"/>
                  </a:lnTo>
                  <a:lnTo>
                    <a:pt x="174158" y="35084"/>
                  </a:lnTo>
                  <a:lnTo>
                    <a:pt x="184549" y="34290"/>
                  </a:lnTo>
                  <a:lnTo>
                    <a:pt x="194925" y="33179"/>
                  </a:lnTo>
                  <a:lnTo>
                    <a:pt x="205281" y="31750"/>
                  </a:lnTo>
                  <a:lnTo>
                    <a:pt x="215614" y="30004"/>
                  </a:lnTo>
                  <a:lnTo>
                    <a:pt x="225917" y="27940"/>
                  </a:lnTo>
                  <a:lnTo>
                    <a:pt x="236186" y="25559"/>
                  </a:lnTo>
                  <a:lnTo>
                    <a:pt x="246416" y="22860"/>
                  </a:lnTo>
                  <a:lnTo>
                    <a:pt x="256602" y="19844"/>
                  </a:lnTo>
                  <a:lnTo>
                    <a:pt x="266739" y="16510"/>
                  </a:lnTo>
                  <a:lnTo>
                    <a:pt x="276823" y="12859"/>
                  </a:lnTo>
                  <a:lnTo>
                    <a:pt x="286849" y="8890"/>
                  </a:lnTo>
                  <a:lnTo>
                    <a:pt x="296811" y="4604"/>
                  </a:lnTo>
                  <a:lnTo>
                    <a:pt x="306705" y="0"/>
                  </a:lnTo>
                </a:path>
              </a:pathLst>
            </a:custGeom>
            <a:noFill/>
            <a:ln w="16431">
              <a:solidFill>
                <a:srgbClr val="003496"/>
              </a:solidFill>
            </a:ln>
          </p:spPr>
        </p:sp>
      </p:grpSp>
      <p:sp>
        <p:nvSpPr>
          <p:cNvPr id="490" name="490 Cross-framework">
            <a:extLst>
              <a:ext uri="{FF2B5EF4-FFF2-40B4-BE49-F238E27FC236}">
                <a16:creationId xmlns:a16="http://schemas.microsoft.com/office/drawing/2014/main" id="{D2AA3F49-7C11-EB9A-073F-52A3D8CC2101}"/>
              </a:ext>
            </a:extLst>
          </p:cNvPr>
          <p:cNvSpPr>
            <a:spLocks/>
          </p:cNvSpPr>
          <p:nvPr/>
        </p:nvSpPr>
        <p:spPr>
          <a:xfrm>
            <a:off x="4733925" y="8334375"/>
            <a:ext cx="1724025" cy="274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40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4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Cross</a:t>
            </a:r>
            <a:r>
              <a:rPr lang="en-US" sz="174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 F</a:t>
            </a:r>
            <a:r>
              <a:rPr sz="174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ramework</a:t>
            </a:r>
          </a:p>
        </p:txBody>
      </p:sp>
      <p:grpSp>
        <p:nvGrpSpPr>
          <p:cNvPr id="590" name="icon-code-page-490">
            <a:extLst>
              <a:ext uri="{FF2B5EF4-FFF2-40B4-BE49-F238E27FC236}">
                <a16:creationId xmlns:a16="http://schemas.microsoft.com/office/drawing/2014/main" id="{ED33A85C-6F54-2813-2E2E-C8E649EE1F20}"/>
              </a:ext>
            </a:extLst>
          </p:cNvPr>
          <p:cNvGrpSpPr/>
          <p:nvPr/>
        </p:nvGrpSpPr>
        <p:grpSpPr>
          <a:xfrm>
            <a:off x="7089458" y="8250793"/>
            <a:ext cx="394335" cy="443389"/>
            <a:chOff x="7089458" y="8250793"/>
            <a:chExt cx="394335" cy="443389"/>
          </a:xfrm>
        </p:grpSpPr>
        <p:sp>
          <p:nvSpPr>
            <p:cNvPr id="491" name="491 rect">
              <a:extLst>
                <a:ext uri="{FF2B5EF4-FFF2-40B4-BE49-F238E27FC236}">
                  <a16:creationId xmlns:a16="http://schemas.microsoft.com/office/drawing/2014/main" id="{FED389D3-6B4B-BA50-FB5E-10008EA5533E}"/>
                </a:ext>
              </a:extLst>
            </p:cNvPr>
            <p:cNvSpPr>
              <a:spLocks/>
            </p:cNvSpPr>
            <p:nvPr/>
          </p:nvSpPr>
          <p:spPr>
            <a:xfrm>
              <a:off x="7089458" y="8250793"/>
              <a:ext cx="394335" cy="443389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21908">
              <a:solidFill>
                <a:srgbClr val="090D28"/>
              </a:solidFill>
            </a:ln>
          </p:spPr>
        </p:sp>
        <p:sp>
          <p:nvSpPr>
            <p:cNvPr id="492" name="492 path">
              <a:extLst>
                <a:ext uri="{FF2B5EF4-FFF2-40B4-BE49-F238E27FC236}">
                  <a16:creationId xmlns:a16="http://schemas.microsoft.com/office/drawing/2014/main" id="{BE8BB929-CB2B-2A2C-77C0-F5DFADD8A245}"/>
                </a:ext>
              </a:extLst>
            </p:cNvPr>
            <p:cNvSpPr>
              <a:spLocks/>
            </p:cNvSpPr>
            <p:nvPr/>
          </p:nvSpPr>
          <p:spPr>
            <a:xfrm>
              <a:off x="7133273" y="8379143"/>
              <a:ext cx="76676" cy="186690"/>
            </a:xfrm>
            <a:custGeom>
              <a:avLst/>
              <a:gdLst/>
              <a:ahLst/>
              <a:cxnLst/>
              <a:rect l="0" t="0" r="0" b="0"/>
              <a:pathLst>
                <a:path w="76676" h="186690">
                  <a:moveTo>
                    <a:pt x="76676" y="0"/>
                  </a:moveTo>
                  <a:lnTo>
                    <a:pt x="0" y="93345"/>
                  </a:lnTo>
                  <a:lnTo>
                    <a:pt x="76676" y="186690"/>
                  </a:lnTo>
                </a:path>
              </a:pathLst>
            </a:custGeom>
            <a:noFill/>
            <a:ln w="28480">
              <a:solidFill>
                <a:srgbClr val="090D28"/>
              </a:solidFill>
            </a:ln>
          </p:spPr>
        </p:sp>
        <p:sp>
          <p:nvSpPr>
            <p:cNvPr id="493" name="493 path">
              <a:extLst>
                <a:ext uri="{FF2B5EF4-FFF2-40B4-BE49-F238E27FC236}">
                  <a16:creationId xmlns:a16="http://schemas.microsoft.com/office/drawing/2014/main" id="{4B7BA7DD-71B7-B6F3-B287-1D35E351E744}"/>
                </a:ext>
              </a:extLst>
            </p:cNvPr>
            <p:cNvSpPr>
              <a:spLocks/>
            </p:cNvSpPr>
            <p:nvPr/>
          </p:nvSpPr>
          <p:spPr>
            <a:xfrm>
              <a:off x="7363301" y="8379143"/>
              <a:ext cx="76676" cy="186690"/>
            </a:xfrm>
            <a:custGeom>
              <a:avLst/>
              <a:gdLst/>
              <a:ahLst/>
              <a:cxnLst/>
              <a:rect l="0" t="0" r="0" b="0"/>
              <a:pathLst>
                <a:path w="76676" h="186690">
                  <a:moveTo>
                    <a:pt x="0" y="0"/>
                  </a:moveTo>
                  <a:lnTo>
                    <a:pt x="76676" y="93345"/>
                  </a:lnTo>
                  <a:lnTo>
                    <a:pt x="0" y="186690"/>
                  </a:lnTo>
                </a:path>
              </a:pathLst>
            </a:custGeom>
            <a:noFill/>
            <a:ln w="28480">
              <a:solidFill>
                <a:srgbClr val="090D28"/>
              </a:solidFill>
            </a:ln>
          </p:spPr>
        </p:sp>
        <p:sp>
          <p:nvSpPr>
            <p:cNvPr id="494" name="494 path">
              <a:extLst>
                <a:ext uri="{FF2B5EF4-FFF2-40B4-BE49-F238E27FC236}">
                  <a16:creationId xmlns:a16="http://schemas.microsoft.com/office/drawing/2014/main" id="{59651021-08BB-351B-085D-7722D68336FA}"/>
                </a:ext>
              </a:extLst>
            </p:cNvPr>
            <p:cNvSpPr>
              <a:spLocks/>
            </p:cNvSpPr>
            <p:nvPr/>
          </p:nvSpPr>
          <p:spPr>
            <a:xfrm>
              <a:off x="7253764" y="8344138"/>
              <a:ext cx="65723" cy="268367"/>
            </a:xfrm>
            <a:custGeom>
              <a:avLst/>
              <a:gdLst/>
              <a:ahLst/>
              <a:cxnLst/>
              <a:rect l="0" t="0" r="0" b="0"/>
              <a:pathLst>
                <a:path w="65723" h="268367">
                  <a:moveTo>
                    <a:pt x="65723" y="0"/>
                  </a:moveTo>
                  <a:lnTo>
                    <a:pt x="0" y="268367"/>
                  </a:lnTo>
                </a:path>
              </a:pathLst>
            </a:custGeom>
            <a:noFill/>
            <a:ln w="26289">
              <a:solidFill>
                <a:srgbClr val="090D28"/>
              </a:solidFill>
            </a:ln>
          </p:spPr>
        </p:sp>
      </p:grpSp>
      <p:sp>
        <p:nvSpPr>
          <p:cNvPr id="495" name="495 Cross-language">
            <a:extLst>
              <a:ext uri="{FF2B5EF4-FFF2-40B4-BE49-F238E27FC236}">
                <a16:creationId xmlns:a16="http://schemas.microsoft.com/office/drawing/2014/main" id="{B552A3BD-286C-687F-9809-5D9E6A260B22}"/>
              </a:ext>
            </a:extLst>
          </p:cNvPr>
          <p:cNvSpPr>
            <a:spLocks/>
          </p:cNvSpPr>
          <p:nvPr/>
        </p:nvSpPr>
        <p:spPr>
          <a:xfrm>
            <a:off x="7708900" y="8334375"/>
            <a:ext cx="1581150" cy="2834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Cross</a:t>
            </a:r>
            <a:r>
              <a:rPr lang="en-US" sz="18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L</a:t>
            </a:r>
            <a:r>
              <a:rPr sz="18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anguage</a:t>
            </a:r>
          </a:p>
        </p:txBody>
      </p:sp>
      <p:grpSp>
        <p:nvGrpSpPr>
          <p:cNvPr id="591" name="icon-database-495">
            <a:extLst>
              <a:ext uri="{FF2B5EF4-FFF2-40B4-BE49-F238E27FC236}">
                <a16:creationId xmlns:a16="http://schemas.microsoft.com/office/drawing/2014/main" id="{7496F076-8A14-165B-EFD4-BC6BD7469BFB}"/>
              </a:ext>
            </a:extLst>
          </p:cNvPr>
          <p:cNvGrpSpPr/>
          <p:nvPr/>
        </p:nvGrpSpPr>
        <p:grpSpPr>
          <a:xfrm>
            <a:off x="9823847" y="8237220"/>
            <a:ext cx="364331" cy="480060"/>
            <a:chOff x="9823847" y="8237220"/>
            <a:chExt cx="364331" cy="480060"/>
          </a:xfrm>
        </p:grpSpPr>
        <p:sp>
          <p:nvSpPr>
            <p:cNvPr id="496" name="496 rect">
              <a:extLst>
                <a:ext uri="{FF2B5EF4-FFF2-40B4-BE49-F238E27FC236}">
                  <a16:creationId xmlns:a16="http://schemas.microsoft.com/office/drawing/2014/main" id="{F7B2C3CB-311E-9CCE-7179-C219782424D2}"/>
                </a:ext>
              </a:extLst>
            </p:cNvPr>
            <p:cNvSpPr>
              <a:spLocks/>
            </p:cNvSpPr>
            <p:nvPr/>
          </p:nvSpPr>
          <p:spPr>
            <a:xfrm>
              <a:off x="9823847" y="8317230"/>
              <a:ext cx="364331" cy="346710"/>
            </a:xfrm>
            <a:prstGeom prst="rect">
              <a:avLst/>
            </a:prstGeom>
            <a:gradFill>
              <a:gsLst>
                <a:gs pos="0">
                  <a:srgbClr val="78BDF4"/>
                </a:gs>
                <a:gs pos="100000">
                  <a:srgbClr val="87ACDF"/>
                </a:gs>
              </a:gsLst>
              <a:lin ang="5400000"/>
            </a:gradFill>
            <a:ln w="26718">
              <a:solidFill>
                <a:srgbClr val="090D28"/>
              </a:solidFill>
            </a:ln>
          </p:spPr>
        </p:sp>
        <p:sp>
          <p:nvSpPr>
            <p:cNvPr id="497" name="497 ellipse">
              <a:extLst>
                <a:ext uri="{FF2B5EF4-FFF2-40B4-BE49-F238E27FC236}">
                  <a16:creationId xmlns:a16="http://schemas.microsoft.com/office/drawing/2014/main" id="{B76CCD1C-F627-2E16-7FFC-D6CBC6FD3062}"/>
                </a:ext>
              </a:extLst>
            </p:cNvPr>
            <p:cNvSpPr>
              <a:spLocks/>
            </p:cNvSpPr>
            <p:nvPr/>
          </p:nvSpPr>
          <p:spPr>
            <a:xfrm>
              <a:off x="9823847" y="8543925"/>
              <a:ext cx="364331" cy="173355"/>
            </a:xfrm>
            <a:prstGeom prst="ellipse">
              <a:avLst/>
            </a:prstGeom>
            <a:solidFill>
              <a:srgbClr val="94B9E8"/>
            </a:solidFill>
            <a:ln w="26718">
              <a:solidFill>
                <a:srgbClr val="090D28"/>
              </a:solidFill>
            </a:ln>
          </p:spPr>
        </p:sp>
        <p:sp>
          <p:nvSpPr>
            <p:cNvPr id="498" name="498 rect">
              <a:extLst>
                <a:ext uri="{FF2B5EF4-FFF2-40B4-BE49-F238E27FC236}">
                  <a16:creationId xmlns:a16="http://schemas.microsoft.com/office/drawing/2014/main" id="{F582E8BA-E1BC-984E-C4C5-AE51F0242F7B}"/>
                </a:ext>
              </a:extLst>
            </p:cNvPr>
            <p:cNvSpPr>
              <a:spLocks/>
            </p:cNvSpPr>
            <p:nvPr/>
          </p:nvSpPr>
          <p:spPr>
            <a:xfrm>
              <a:off x="9835991" y="8437245"/>
              <a:ext cx="340043" cy="186690"/>
            </a:xfrm>
            <a:prstGeom prst="rect">
              <a:avLst/>
            </a:prstGeom>
            <a:gradFill>
              <a:gsLst>
                <a:gs pos="0">
                  <a:srgbClr val="78BDF4"/>
                </a:gs>
                <a:gs pos="100000">
                  <a:srgbClr val="9DBDE5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499" name="499 path">
              <a:extLst>
                <a:ext uri="{FF2B5EF4-FFF2-40B4-BE49-F238E27FC236}">
                  <a16:creationId xmlns:a16="http://schemas.microsoft.com/office/drawing/2014/main" id="{33AFEA0B-E9DE-0855-1D95-8CDF8BDB14C0}"/>
                </a:ext>
              </a:extLst>
            </p:cNvPr>
            <p:cNvSpPr>
              <a:spLocks/>
            </p:cNvSpPr>
            <p:nvPr/>
          </p:nvSpPr>
          <p:spPr>
            <a:xfrm>
              <a:off x="9823847" y="8463915"/>
              <a:ext cx="364331" cy="60007"/>
            </a:xfrm>
            <a:custGeom>
              <a:avLst/>
              <a:gdLst/>
              <a:ahLst/>
              <a:cxnLst/>
              <a:rect l="0" t="0" r="0" b="0"/>
              <a:pathLst>
                <a:path w="364331" h="60007">
                  <a:moveTo>
                    <a:pt x="0" y="0"/>
                  </a:moveTo>
                  <a:lnTo>
                    <a:pt x="8857" y="7734"/>
                  </a:lnTo>
                  <a:lnTo>
                    <a:pt x="18395" y="14935"/>
                  </a:lnTo>
                  <a:lnTo>
                    <a:pt x="28564" y="21603"/>
                  </a:lnTo>
                  <a:lnTo>
                    <a:pt x="39315" y="27737"/>
                  </a:lnTo>
                  <a:lnTo>
                    <a:pt x="50602" y="33338"/>
                  </a:lnTo>
                  <a:lnTo>
                    <a:pt x="62374" y="38405"/>
                  </a:lnTo>
                  <a:lnTo>
                    <a:pt x="74583" y="42939"/>
                  </a:lnTo>
                  <a:lnTo>
                    <a:pt x="87180" y="46939"/>
                  </a:lnTo>
                  <a:lnTo>
                    <a:pt x="100118" y="50406"/>
                  </a:lnTo>
                  <a:lnTo>
                    <a:pt x="113348" y="53340"/>
                  </a:lnTo>
                  <a:lnTo>
                    <a:pt x="126820" y="55740"/>
                  </a:lnTo>
                  <a:lnTo>
                    <a:pt x="140486" y="57607"/>
                  </a:lnTo>
                  <a:lnTo>
                    <a:pt x="154298" y="58941"/>
                  </a:lnTo>
                  <a:lnTo>
                    <a:pt x="168208" y="59741"/>
                  </a:lnTo>
                  <a:lnTo>
                    <a:pt x="182166" y="60007"/>
                  </a:lnTo>
                  <a:lnTo>
                    <a:pt x="196124" y="59741"/>
                  </a:lnTo>
                  <a:lnTo>
                    <a:pt x="210033" y="58941"/>
                  </a:lnTo>
                  <a:lnTo>
                    <a:pt x="223845" y="57607"/>
                  </a:lnTo>
                  <a:lnTo>
                    <a:pt x="237512" y="55740"/>
                  </a:lnTo>
                  <a:lnTo>
                    <a:pt x="250984" y="53340"/>
                  </a:lnTo>
                  <a:lnTo>
                    <a:pt x="264213" y="50406"/>
                  </a:lnTo>
                  <a:lnTo>
                    <a:pt x="277151" y="46939"/>
                  </a:lnTo>
                  <a:lnTo>
                    <a:pt x="289749" y="42939"/>
                  </a:lnTo>
                  <a:lnTo>
                    <a:pt x="301958" y="38405"/>
                  </a:lnTo>
                  <a:lnTo>
                    <a:pt x="313730" y="33338"/>
                  </a:lnTo>
                  <a:lnTo>
                    <a:pt x="325016" y="27737"/>
                  </a:lnTo>
                  <a:lnTo>
                    <a:pt x="335768" y="21603"/>
                  </a:lnTo>
                  <a:lnTo>
                    <a:pt x="345937" y="14935"/>
                  </a:lnTo>
                  <a:lnTo>
                    <a:pt x="355474" y="7734"/>
                  </a:lnTo>
                  <a:lnTo>
                    <a:pt x="364331" y="0"/>
                  </a:lnTo>
                </a:path>
              </a:pathLst>
            </a:custGeom>
            <a:noFill/>
            <a:ln w="24289">
              <a:solidFill>
                <a:srgbClr val="090D28"/>
              </a:solidFill>
            </a:ln>
          </p:spPr>
        </p:sp>
        <p:sp>
          <p:nvSpPr>
            <p:cNvPr id="500" name="500 path">
              <a:extLst>
                <a:ext uri="{FF2B5EF4-FFF2-40B4-BE49-F238E27FC236}">
                  <a16:creationId xmlns:a16="http://schemas.microsoft.com/office/drawing/2014/main" id="{5B8FEFF9-3DE3-663B-EDC6-02539BC9AD8A}"/>
                </a:ext>
              </a:extLst>
            </p:cNvPr>
            <p:cNvSpPr>
              <a:spLocks/>
            </p:cNvSpPr>
            <p:nvPr/>
          </p:nvSpPr>
          <p:spPr>
            <a:xfrm>
              <a:off x="9823847" y="8570595"/>
              <a:ext cx="364331" cy="60008"/>
            </a:xfrm>
            <a:custGeom>
              <a:avLst/>
              <a:gdLst/>
              <a:ahLst/>
              <a:cxnLst/>
              <a:rect l="0" t="0" r="0" b="0"/>
              <a:pathLst>
                <a:path w="364331" h="60008">
                  <a:moveTo>
                    <a:pt x="0" y="0"/>
                  </a:moveTo>
                  <a:lnTo>
                    <a:pt x="8857" y="7734"/>
                  </a:lnTo>
                  <a:lnTo>
                    <a:pt x="18395" y="14935"/>
                  </a:lnTo>
                  <a:lnTo>
                    <a:pt x="28564" y="21603"/>
                  </a:lnTo>
                  <a:lnTo>
                    <a:pt x="39315" y="27737"/>
                  </a:lnTo>
                  <a:lnTo>
                    <a:pt x="50602" y="33338"/>
                  </a:lnTo>
                  <a:lnTo>
                    <a:pt x="62374" y="38405"/>
                  </a:lnTo>
                  <a:lnTo>
                    <a:pt x="74583" y="42939"/>
                  </a:lnTo>
                  <a:lnTo>
                    <a:pt x="87180" y="46939"/>
                  </a:lnTo>
                  <a:lnTo>
                    <a:pt x="100118" y="50406"/>
                  </a:lnTo>
                  <a:lnTo>
                    <a:pt x="113348" y="53340"/>
                  </a:lnTo>
                  <a:lnTo>
                    <a:pt x="126820" y="55740"/>
                  </a:lnTo>
                  <a:lnTo>
                    <a:pt x="140486" y="57607"/>
                  </a:lnTo>
                  <a:lnTo>
                    <a:pt x="154298" y="58941"/>
                  </a:lnTo>
                  <a:lnTo>
                    <a:pt x="168208" y="59741"/>
                  </a:lnTo>
                  <a:lnTo>
                    <a:pt x="182166" y="60008"/>
                  </a:lnTo>
                  <a:lnTo>
                    <a:pt x="196124" y="59741"/>
                  </a:lnTo>
                  <a:lnTo>
                    <a:pt x="210033" y="58941"/>
                  </a:lnTo>
                  <a:lnTo>
                    <a:pt x="223845" y="57607"/>
                  </a:lnTo>
                  <a:lnTo>
                    <a:pt x="237512" y="55740"/>
                  </a:lnTo>
                  <a:lnTo>
                    <a:pt x="250984" y="53340"/>
                  </a:lnTo>
                  <a:lnTo>
                    <a:pt x="264213" y="50406"/>
                  </a:lnTo>
                  <a:lnTo>
                    <a:pt x="277151" y="46939"/>
                  </a:lnTo>
                  <a:lnTo>
                    <a:pt x="289749" y="42939"/>
                  </a:lnTo>
                  <a:lnTo>
                    <a:pt x="301958" y="38405"/>
                  </a:lnTo>
                  <a:lnTo>
                    <a:pt x="313730" y="33338"/>
                  </a:lnTo>
                  <a:lnTo>
                    <a:pt x="325016" y="27737"/>
                  </a:lnTo>
                  <a:lnTo>
                    <a:pt x="335768" y="21603"/>
                  </a:lnTo>
                  <a:lnTo>
                    <a:pt x="345937" y="14935"/>
                  </a:lnTo>
                  <a:lnTo>
                    <a:pt x="355474" y="7734"/>
                  </a:lnTo>
                  <a:lnTo>
                    <a:pt x="364331" y="0"/>
                  </a:lnTo>
                </a:path>
              </a:pathLst>
            </a:custGeom>
            <a:noFill/>
            <a:ln w="24289">
              <a:solidFill>
                <a:srgbClr val="090D28"/>
              </a:solidFill>
            </a:ln>
          </p:spPr>
        </p:sp>
        <p:sp>
          <p:nvSpPr>
            <p:cNvPr id="501" name="501 ellipse">
              <a:extLst>
                <a:ext uri="{FF2B5EF4-FFF2-40B4-BE49-F238E27FC236}">
                  <a16:creationId xmlns:a16="http://schemas.microsoft.com/office/drawing/2014/main" id="{303AB0A4-9497-9999-3370-F134FE6CC7C7}"/>
                </a:ext>
              </a:extLst>
            </p:cNvPr>
            <p:cNvSpPr>
              <a:spLocks/>
            </p:cNvSpPr>
            <p:nvPr/>
          </p:nvSpPr>
          <p:spPr>
            <a:xfrm>
              <a:off x="9823847" y="8237220"/>
              <a:ext cx="364331" cy="173355"/>
            </a:xfrm>
            <a:prstGeom prst="ellipse">
              <a:avLst/>
            </a:prstGeom>
            <a:solidFill>
              <a:srgbClr val="78BDF4"/>
            </a:solidFill>
            <a:ln w="26718">
              <a:solidFill>
                <a:srgbClr val="090D28"/>
              </a:solidFill>
            </a:ln>
          </p:spPr>
        </p:sp>
      </p:grpSp>
      <p:sp>
        <p:nvSpPr>
          <p:cNvPr id="502" name="502 Repository-scale">
            <a:extLst>
              <a:ext uri="{FF2B5EF4-FFF2-40B4-BE49-F238E27FC236}">
                <a16:creationId xmlns:a16="http://schemas.microsoft.com/office/drawing/2014/main" id="{90CAB1B6-6664-77A9-016D-70D26E309D82}"/>
              </a:ext>
            </a:extLst>
          </p:cNvPr>
          <p:cNvSpPr>
            <a:spLocks/>
          </p:cNvSpPr>
          <p:nvPr/>
        </p:nvSpPr>
        <p:spPr>
          <a:xfrm>
            <a:off x="10515600" y="8334375"/>
            <a:ext cx="1981200" cy="2834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Repository</a:t>
            </a:r>
            <a:r>
              <a:rPr lang="en-US" sz="18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8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cale</a:t>
            </a:r>
          </a:p>
        </p:txBody>
      </p:sp>
      <p:grpSp>
        <p:nvGrpSpPr>
          <p:cNvPr id="592" name="icon-lightning-502">
            <a:extLst>
              <a:ext uri="{FF2B5EF4-FFF2-40B4-BE49-F238E27FC236}">
                <a16:creationId xmlns:a16="http://schemas.microsoft.com/office/drawing/2014/main" id="{49FB9CA5-ABB5-0D8F-57B1-E26BCFE43BCA}"/>
              </a:ext>
            </a:extLst>
          </p:cNvPr>
          <p:cNvGrpSpPr/>
          <p:nvPr/>
        </p:nvGrpSpPr>
        <p:grpSpPr>
          <a:xfrm>
            <a:off x="13240941" y="8220075"/>
            <a:ext cx="292894" cy="504825"/>
            <a:chOff x="13240941" y="8220075"/>
            <a:chExt cx="292894" cy="504825"/>
          </a:xfrm>
        </p:grpSpPr>
        <p:sp>
          <p:nvSpPr>
            <p:cNvPr id="503" name="503 path">
              <a:extLst>
                <a:ext uri="{FF2B5EF4-FFF2-40B4-BE49-F238E27FC236}">
                  <a16:creationId xmlns:a16="http://schemas.microsoft.com/office/drawing/2014/main" id="{F96CC0E1-A38A-B595-725C-91DEC7DAC672}"/>
                </a:ext>
              </a:extLst>
            </p:cNvPr>
            <p:cNvSpPr>
              <a:spLocks/>
            </p:cNvSpPr>
            <p:nvPr/>
          </p:nvSpPr>
          <p:spPr>
            <a:xfrm>
              <a:off x="13240941" y="8220075"/>
              <a:ext cx="292894" cy="504825"/>
            </a:xfrm>
            <a:custGeom>
              <a:avLst/>
              <a:gdLst/>
              <a:ahLst/>
              <a:cxnLst/>
              <a:rect l="0" t="0" r="0" b="0"/>
              <a:pathLst>
                <a:path w="292894" h="504825">
                  <a:moveTo>
                    <a:pt x="214789" y="0"/>
                  </a:moveTo>
                  <a:lnTo>
                    <a:pt x="0" y="302895"/>
                  </a:lnTo>
                  <a:lnTo>
                    <a:pt x="136684" y="302895"/>
                  </a:lnTo>
                  <a:lnTo>
                    <a:pt x="78105" y="504825"/>
                  </a:lnTo>
                  <a:lnTo>
                    <a:pt x="292894" y="201930"/>
                  </a:lnTo>
                  <a:lnTo>
                    <a:pt x="165973" y="201930"/>
                  </a:lnTo>
                  <a:close/>
                </a:path>
              </a:pathLst>
            </a:custGeom>
            <a:solidFill>
              <a:srgbClr val="DBEAFF"/>
            </a:solidFill>
            <a:ln w="19526">
              <a:solidFill>
                <a:srgbClr val="090D28"/>
              </a:solidFill>
            </a:ln>
          </p:spPr>
        </p:sp>
      </p:grpSp>
      <p:sp>
        <p:nvSpPr>
          <p:cNvPr id="504" name="504 Token-efficient">
            <a:extLst>
              <a:ext uri="{FF2B5EF4-FFF2-40B4-BE49-F238E27FC236}">
                <a16:creationId xmlns:a16="http://schemas.microsoft.com/office/drawing/2014/main" id="{CB0A4D6C-D8EF-4CBA-B0FC-77DA27011685}"/>
              </a:ext>
            </a:extLst>
          </p:cNvPr>
          <p:cNvSpPr>
            <a:spLocks/>
          </p:cNvSpPr>
          <p:nvPr/>
        </p:nvSpPr>
        <p:spPr>
          <a:xfrm>
            <a:off x="13811250" y="8334375"/>
            <a:ext cx="1771650" cy="2834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Token</a:t>
            </a:r>
            <a:r>
              <a:rPr lang="en-US" sz="18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E</a:t>
            </a:r>
            <a:r>
              <a:rPr sz="18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fficient</a:t>
            </a:r>
          </a:p>
        </p:txBody>
      </p:sp>
      <p:sp>
        <p:nvSpPr>
          <p:cNvPr id="210" name="210 rect">
            <a:extLst>
              <a:ext uri="{FF2B5EF4-FFF2-40B4-BE49-F238E27FC236}">
                <a16:creationId xmlns:a16="http://schemas.microsoft.com/office/drawing/2014/main" id="{3D9420C7-824A-999E-3262-CAD1AF496677}"/>
              </a:ext>
            </a:extLst>
          </p:cNvPr>
          <p:cNvSpPr>
            <a:spLocks/>
          </p:cNvSpPr>
          <p:nvPr/>
        </p:nvSpPr>
        <p:spPr>
          <a:xfrm>
            <a:off x="2159058" y="3014808"/>
            <a:ext cx="1860493" cy="440592"/>
          </a:xfrm>
          <a:prstGeom prst="roundRect">
            <a:avLst>
              <a:gd name="adj" fmla="val 8383"/>
            </a:avLst>
          </a:prstGeom>
          <a:gradFill>
            <a:gsLst>
              <a:gs pos="0">
                <a:srgbClr val="FFF6DD"/>
              </a:gs>
              <a:gs pos="100000">
                <a:srgbClr val="FFFCEE"/>
              </a:gs>
            </a:gsLst>
            <a:lin ang="5400000"/>
          </a:gradFill>
          <a:ln w="11430">
            <a:solidFill>
              <a:srgbClr val="B78013"/>
            </a:solidFill>
          </a:ln>
        </p:spPr>
      </p:sp>
      <p:grpSp>
        <p:nvGrpSpPr>
          <p:cNvPr id="541" name="icon-robot-210">
            <a:extLst>
              <a:ext uri="{FF2B5EF4-FFF2-40B4-BE49-F238E27FC236}">
                <a16:creationId xmlns:a16="http://schemas.microsoft.com/office/drawing/2014/main" id="{01FCF21B-5B3D-C9C7-787A-40AEB4C4CD46}"/>
              </a:ext>
            </a:extLst>
          </p:cNvPr>
          <p:cNvGrpSpPr/>
          <p:nvPr/>
        </p:nvGrpSpPr>
        <p:grpSpPr>
          <a:xfrm>
            <a:off x="2269463" y="3074031"/>
            <a:ext cx="333375" cy="282893"/>
            <a:chOff x="5229225" y="2112883"/>
            <a:chExt cx="333375" cy="282893"/>
          </a:xfrm>
        </p:grpSpPr>
        <p:sp>
          <p:nvSpPr>
            <p:cNvPr id="211" name="211 path">
              <a:extLst>
                <a:ext uri="{FF2B5EF4-FFF2-40B4-BE49-F238E27FC236}">
                  <a16:creationId xmlns:a16="http://schemas.microsoft.com/office/drawing/2014/main" id="{87069CA3-1776-AD89-200C-73D66FD15B01}"/>
                </a:ext>
              </a:extLst>
            </p:cNvPr>
            <p:cNvSpPr>
              <a:spLocks/>
            </p:cNvSpPr>
            <p:nvPr/>
          </p:nvSpPr>
          <p:spPr>
            <a:xfrm>
              <a:off x="5395913" y="2144316"/>
              <a:ext cx="95" cy="62865"/>
            </a:xfrm>
            <a:custGeom>
              <a:avLst/>
              <a:gdLst/>
              <a:ahLst/>
              <a:cxnLst/>
              <a:rect l="0" t="0" r="0" b="0"/>
              <a:pathLst>
                <a:path w="95" h="62865">
                  <a:moveTo>
                    <a:pt x="0" y="0"/>
                  </a:moveTo>
                  <a:lnTo>
                    <a:pt x="0" y="62865"/>
                  </a:lnTo>
                </a:path>
              </a:pathLst>
            </a:custGeom>
            <a:noFill/>
            <a:ln w="18074">
              <a:solidFill>
                <a:srgbClr val="090D28"/>
              </a:solidFill>
            </a:ln>
          </p:spPr>
        </p:sp>
        <p:sp>
          <p:nvSpPr>
            <p:cNvPr id="212" name="212 ellipse">
              <a:extLst>
                <a:ext uri="{FF2B5EF4-FFF2-40B4-BE49-F238E27FC236}">
                  <a16:creationId xmlns:a16="http://schemas.microsoft.com/office/drawing/2014/main" id="{9B1A8C3A-7D90-6E52-53EB-B0F88D54D258}"/>
                </a:ext>
              </a:extLst>
            </p:cNvPr>
            <p:cNvSpPr>
              <a:spLocks/>
            </p:cNvSpPr>
            <p:nvPr/>
          </p:nvSpPr>
          <p:spPr>
            <a:xfrm>
              <a:off x="5375077" y="2112883"/>
              <a:ext cx="41672" cy="39291"/>
            </a:xfrm>
            <a:prstGeom prst="ellipse">
              <a:avLst/>
            </a:prstGeom>
            <a:solidFill>
              <a:srgbClr val="FFFFFF"/>
            </a:solidFill>
            <a:ln w="14145">
              <a:solidFill>
                <a:srgbClr val="090D28"/>
              </a:solidFill>
            </a:ln>
          </p:spPr>
        </p:sp>
        <p:sp>
          <p:nvSpPr>
            <p:cNvPr id="213" name="213 rect">
              <a:extLst>
                <a:ext uri="{FF2B5EF4-FFF2-40B4-BE49-F238E27FC236}">
                  <a16:creationId xmlns:a16="http://schemas.microsoft.com/office/drawing/2014/main" id="{367D181D-556E-3CEC-6AB5-667A06E629D7}"/>
                </a:ext>
              </a:extLst>
            </p:cNvPr>
            <p:cNvSpPr>
              <a:spLocks/>
            </p:cNvSpPr>
            <p:nvPr/>
          </p:nvSpPr>
          <p:spPr>
            <a:xfrm>
              <a:off x="5229225" y="2262188"/>
              <a:ext cx="41672" cy="86439"/>
            </a:xfrm>
            <a:prstGeom prst="roundRect">
              <a:avLst>
                <a:gd name="adj" fmla="val 37714"/>
              </a:avLst>
            </a:prstGeom>
            <a:solidFill>
              <a:srgbClr val="FFE04B"/>
            </a:solidFill>
            <a:ln w="15716">
              <a:solidFill>
                <a:srgbClr val="090D28"/>
              </a:solidFill>
            </a:ln>
          </p:spPr>
        </p:sp>
        <p:sp>
          <p:nvSpPr>
            <p:cNvPr id="214" name="214 rect">
              <a:extLst>
                <a:ext uri="{FF2B5EF4-FFF2-40B4-BE49-F238E27FC236}">
                  <a16:creationId xmlns:a16="http://schemas.microsoft.com/office/drawing/2014/main" id="{5F00BF12-D743-04B3-C851-325DBAB6133C}"/>
                </a:ext>
              </a:extLst>
            </p:cNvPr>
            <p:cNvSpPr>
              <a:spLocks/>
            </p:cNvSpPr>
            <p:nvPr/>
          </p:nvSpPr>
          <p:spPr>
            <a:xfrm>
              <a:off x="5520928" y="2262188"/>
              <a:ext cx="41672" cy="86439"/>
            </a:xfrm>
            <a:prstGeom prst="roundRect">
              <a:avLst>
                <a:gd name="adj" fmla="val 37714"/>
              </a:avLst>
            </a:prstGeom>
            <a:solidFill>
              <a:srgbClr val="FFE04B"/>
            </a:solidFill>
            <a:ln w="15716">
              <a:solidFill>
                <a:srgbClr val="090D28"/>
              </a:solidFill>
            </a:ln>
          </p:spPr>
        </p:sp>
        <p:sp>
          <p:nvSpPr>
            <p:cNvPr id="215" name="215 rect">
              <a:extLst>
                <a:ext uri="{FF2B5EF4-FFF2-40B4-BE49-F238E27FC236}">
                  <a16:creationId xmlns:a16="http://schemas.microsoft.com/office/drawing/2014/main" id="{AB3EE497-E1D8-C4DD-7222-EA580EC94E0F}"/>
                </a:ext>
              </a:extLst>
            </p:cNvPr>
            <p:cNvSpPr>
              <a:spLocks/>
            </p:cNvSpPr>
            <p:nvPr/>
          </p:nvSpPr>
          <p:spPr>
            <a:xfrm>
              <a:off x="5270897" y="2199323"/>
              <a:ext cx="250031" cy="196453"/>
            </a:xfrm>
            <a:prstGeom prst="roundRect">
              <a:avLst>
                <a:gd name="adj" fmla="val 28000"/>
              </a:avLst>
            </a:prstGeom>
            <a:gradFill>
              <a:gsLst>
                <a:gs pos="0">
                  <a:srgbClr val="FFFFFF"/>
                </a:gs>
                <a:gs pos="100000">
                  <a:srgbClr val="FFE04B"/>
                </a:gs>
              </a:gsLst>
              <a:lin ang="5400000"/>
            </a:gradFill>
            <a:ln w="17288">
              <a:solidFill>
                <a:srgbClr val="090D28"/>
              </a:solidFill>
            </a:ln>
          </p:spPr>
        </p:sp>
        <p:sp>
          <p:nvSpPr>
            <p:cNvPr id="216" name="216 rect">
              <a:extLst>
                <a:ext uri="{FF2B5EF4-FFF2-40B4-BE49-F238E27FC236}">
                  <a16:creationId xmlns:a16="http://schemas.microsoft.com/office/drawing/2014/main" id="{5B6A3E1D-EC9B-EC0D-D021-6441C3C4638B}"/>
                </a:ext>
              </a:extLst>
            </p:cNvPr>
            <p:cNvSpPr>
              <a:spLocks/>
            </p:cNvSpPr>
            <p:nvPr/>
          </p:nvSpPr>
          <p:spPr>
            <a:xfrm>
              <a:off x="5312569" y="2246471"/>
              <a:ext cx="166688" cy="94298"/>
            </a:xfrm>
            <a:prstGeom prst="roundRect">
              <a:avLst>
                <a:gd name="adj" fmla="val 33333"/>
              </a:avLst>
            </a:prstGeom>
            <a:solidFill>
              <a:srgbClr val="15154A"/>
            </a:solidFill>
            <a:ln w="7858">
              <a:solidFill>
                <a:srgbClr val="090D28"/>
              </a:solidFill>
            </a:ln>
          </p:spPr>
        </p:sp>
        <p:sp>
          <p:nvSpPr>
            <p:cNvPr id="217" name="217 ellipse">
              <a:extLst>
                <a:ext uri="{FF2B5EF4-FFF2-40B4-BE49-F238E27FC236}">
                  <a16:creationId xmlns:a16="http://schemas.microsoft.com/office/drawing/2014/main" id="{5A0955DA-12A9-D02E-AFED-F802081DE309}"/>
                </a:ext>
              </a:extLst>
            </p:cNvPr>
            <p:cNvSpPr>
              <a:spLocks/>
            </p:cNvSpPr>
            <p:nvPr/>
          </p:nvSpPr>
          <p:spPr>
            <a:xfrm>
              <a:off x="5345906" y="2270046"/>
              <a:ext cx="33338" cy="39291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218" name="218 ellipse">
              <a:extLst>
                <a:ext uri="{FF2B5EF4-FFF2-40B4-BE49-F238E27FC236}">
                  <a16:creationId xmlns:a16="http://schemas.microsoft.com/office/drawing/2014/main" id="{7371D441-C427-13C0-5893-B179DE2B4969}"/>
                </a:ext>
              </a:extLst>
            </p:cNvPr>
            <p:cNvSpPr>
              <a:spLocks/>
            </p:cNvSpPr>
            <p:nvPr/>
          </p:nvSpPr>
          <p:spPr>
            <a:xfrm>
              <a:off x="5420916" y="2270046"/>
              <a:ext cx="33338" cy="39291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</p:grpSp>
      <p:sp>
        <p:nvSpPr>
          <p:cNvPr id="219" name="219 Translator">
            <a:extLst>
              <a:ext uri="{FF2B5EF4-FFF2-40B4-BE49-F238E27FC236}">
                <a16:creationId xmlns:a16="http://schemas.microsoft.com/office/drawing/2014/main" id="{D8F16B58-8B80-2CC8-F578-DBA1D7642029}"/>
              </a:ext>
            </a:extLst>
          </p:cNvPr>
          <p:cNvSpPr>
            <a:spLocks/>
          </p:cNvSpPr>
          <p:nvPr/>
        </p:nvSpPr>
        <p:spPr>
          <a:xfrm>
            <a:off x="2752350" y="3076265"/>
            <a:ext cx="1143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Translator</a:t>
            </a:r>
          </a:p>
        </p:txBody>
      </p:sp>
      <p:pic>
        <p:nvPicPr>
          <p:cNvPr id="596" name="图形 595">
            <a:extLst>
              <a:ext uri="{FF2B5EF4-FFF2-40B4-BE49-F238E27FC236}">
                <a16:creationId xmlns:a16="http://schemas.microsoft.com/office/drawing/2014/main" id="{B88E58DD-F2A0-D5F1-9471-36CC2494DA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87102" y="1611717"/>
            <a:ext cx="274637" cy="334018"/>
          </a:xfrm>
          <a:prstGeom prst="rect">
            <a:avLst/>
          </a:prstGeom>
        </p:spPr>
      </p:pic>
      <p:sp>
        <p:nvSpPr>
          <p:cNvPr id="407" name="407 rect">
            <a:extLst>
              <a:ext uri="{FF2B5EF4-FFF2-40B4-BE49-F238E27FC236}">
                <a16:creationId xmlns:a16="http://schemas.microsoft.com/office/drawing/2014/main" id="{77ED84A9-82AA-19C6-F5B8-72E945BB399E}"/>
              </a:ext>
            </a:extLst>
          </p:cNvPr>
          <p:cNvSpPr>
            <a:spLocks/>
          </p:cNvSpPr>
          <p:nvPr/>
        </p:nvSpPr>
        <p:spPr>
          <a:xfrm>
            <a:off x="12544425" y="1758950"/>
            <a:ext cx="3067050" cy="1936750"/>
          </a:xfrm>
          <a:prstGeom prst="roundRect">
            <a:avLst>
              <a:gd name="adj" fmla="val 4104"/>
            </a:avLst>
          </a:prstGeom>
          <a:solidFill>
            <a:srgbClr val="FFFFFF"/>
          </a:solidFill>
          <a:ln w="10478"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08" name="408 path">
            <a:extLst>
              <a:ext uri="{FF2B5EF4-FFF2-40B4-BE49-F238E27FC236}">
                <a16:creationId xmlns:a16="http://schemas.microsoft.com/office/drawing/2014/main" id="{8F67478F-C778-E345-DE3F-3D3F81249961}"/>
              </a:ext>
            </a:extLst>
          </p:cNvPr>
          <p:cNvSpPr>
            <a:spLocks/>
          </p:cNvSpPr>
          <p:nvPr/>
        </p:nvSpPr>
        <p:spPr>
          <a:xfrm>
            <a:off x="12933390" y="1941780"/>
            <a:ext cx="186214" cy="136922"/>
          </a:xfrm>
          <a:custGeom>
            <a:avLst/>
            <a:gdLst/>
            <a:ahLst/>
            <a:cxnLst/>
            <a:rect l="0" t="0" r="0" b="0"/>
            <a:pathLst>
              <a:path w="186214" h="136922">
                <a:moveTo>
                  <a:pt x="0" y="0"/>
                </a:moveTo>
                <a:lnTo>
                  <a:pt x="65723" y="0"/>
                </a:lnTo>
                <a:lnTo>
                  <a:pt x="82153" y="21908"/>
                </a:lnTo>
                <a:lnTo>
                  <a:pt x="186214" y="21908"/>
                </a:lnTo>
                <a:lnTo>
                  <a:pt x="186214" y="136922"/>
                </a:lnTo>
                <a:lnTo>
                  <a:pt x="0" y="136922"/>
                </a:lnTo>
                <a:close/>
              </a:path>
            </a:pathLst>
          </a:custGeom>
          <a:solidFill>
            <a:srgbClr val="D2ECFF"/>
          </a:solidFill>
          <a:ln w="10954">
            <a:solidFill>
              <a:srgbClr val="003496"/>
            </a:solidFill>
          </a:ln>
        </p:spPr>
      </p:sp>
      <p:sp>
        <p:nvSpPr>
          <p:cNvPr id="409" name="409 path">
            <a:extLst>
              <a:ext uri="{FF2B5EF4-FFF2-40B4-BE49-F238E27FC236}">
                <a16:creationId xmlns:a16="http://schemas.microsoft.com/office/drawing/2014/main" id="{42377E71-59D3-4F7C-79D6-5576198F0A35}"/>
              </a:ext>
            </a:extLst>
          </p:cNvPr>
          <p:cNvSpPr>
            <a:spLocks/>
          </p:cNvSpPr>
          <p:nvPr/>
        </p:nvSpPr>
        <p:spPr>
          <a:xfrm>
            <a:off x="12938867" y="1980118"/>
            <a:ext cx="175260" cy="98584"/>
          </a:xfrm>
          <a:custGeom>
            <a:avLst/>
            <a:gdLst/>
            <a:ahLst/>
            <a:cxnLst/>
            <a:rect l="0" t="0" r="0" b="0"/>
            <a:pathLst>
              <a:path w="175260" h="98584">
                <a:moveTo>
                  <a:pt x="0" y="0"/>
                </a:moveTo>
                <a:lnTo>
                  <a:pt x="175260" y="0"/>
                </a:lnTo>
                <a:lnTo>
                  <a:pt x="175260" y="98584"/>
                </a:lnTo>
                <a:lnTo>
                  <a:pt x="0" y="98584"/>
                </a:lnTo>
                <a:close/>
              </a:path>
            </a:pathLst>
          </a:custGeom>
          <a:solidFill>
            <a:srgbClr val="F7FCFF"/>
          </a:solidFill>
          <a:ln w="7120">
            <a:solidFill>
              <a:srgbClr val="003496"/>
            </a:solidFill>
          </a:ln>
        </p:spPr>
      </p:sp>
      <p:sp>
        <p:nvSpPr>
          <p:cNvPr id="410" name="410 migrated_project/">
            <a:extLst>
              <a:ext uri="{FF2B5EF4-FFF2-40B4-BE49-F238E27FC236}">
                <a16:creationId xmlns:a16="http://schemas.microsoft.com/office/drawing/2014/main" id="{BC071287-94FC-795B-9DF7-B8CEC65BB924}"/>
              </a:ext>
            </a:extLst>
          </p:cNvPr>
          <p:cNvSpPr>
            <a:spLocks/>
          </p:cNvSpPr>
          <p:nvPr/>
        </p:nvSpPr>
        <p:spPr>
          <a:xfrm>
            <a:off x="13240809" y="1867961"/>
            <a:ext cx="1952625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migrated_project/</a:t>
            </a:r>
          </a:p>
        </p:txBody>
      </p:sp>
      <p:sp>
        <p:nvSpPr>
          <p:cNvPr id="411" name="411 path">
            <a:extLst>
              <a:ext uri="{FF2B5EF4-FFF2-40B4-BE49-F238E27FC236}">
                <a16:creationId xmlns:a16="http://schemas.microsoft.com/office/drawing/2014/main" id="{72EDDCB5-E22C-AB9B-DE78-1A728357239F}"/>
              </a:ext>
            </a:extLst>
          </p:cNvPr>
          <p:cNvSpPr>
            <a:spLocks/>
          </p:cNvSpPr>
          <p:nvPr/>
        </p:nvSpPr>
        <p:spPr>
          <a:xfrm flipH="1">
            <a:off x="12956965" y="2125136"/>
            <a:ext cx="45719" cy="1435309"/>
          </a:xfrm>
          <a:custGeom>
            <a:avLst/>
            <a:gdLst/>
            <a:ahLst/>
            <a:cxnLst/>
            <a:rect l="0" t="0" r="0" b="0"/>
            <a:pathLst>
              <a:path w="95" h="1838325">
                <a:moveTo>
                  <a:pt x="0" y="0"/>
                </a:moveTo>
                <a:lnTo>
                  <a:pt x="0" y="1838325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412" name="412 path">
            <a:extLst>
              <a:ext uri="{FF2B5EF4-FFF2-40B4-BE49-F238E27FC236}">
                <a16:creationId xmlns:a16="http://schemas.microsoft.com/office/drawing/2014/main" id="{1B69F119-69BF-FF33-AB86-526AA248FC69}"/>
              </a:ext>
            </a:extLst>
          </p:cNvPr>
          <p:cNvSpPr>
            <a:spLocks/>
          </p:cNvSpPr>
          <p:nvPr/>
        </p:nvSpPr>
        <p:spPr>
          <a:xfrm>
            <a:off x="13002684" y="2334686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415" name="415 ellipse">
            <a:extLst>
              <a:ext uri="{FF2B5EF4-FFF2-40B4-BE49-F238E27FC236}">
                <a16:creationId xmlns:a16="http://schemas.microsoft.com/office/drawing/2014/main" id="{3EEE0C71-FCB2-A75F-4475-5796F8457C02}"/>
              </a:ext>
            </a:extLst>
          </p:cNvPr>
          <p:cNvSpPr>
            <a:spLocks/>
          </p:cNvSpPr>
          <p:nvPr/>
        </p:nvSpPr>
        <p:spPr>
          <a:xfrm>
            <a:off x="13263669" y="2275155"/>
            <a:ext cx="11430" cy="12859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16" name="416 ellipse">
            <a:extLst>
              <a:ext uri="{FF2B5EF4-FFF2-40B4-BE49-F238E27FC236}">
                <a16:creationId xmlns:a16="http://schemas.microsoft.com/office/drawing/2014/main" id="{52875DA3-63B2-70D2-52BF-3587790A8FF9}"/>
              </a:ext>
            </a:extLst>
          </p:cNvPr>
          <p:cNvSpPr>
            <a:spLocks/>
          </p:cNvSpPr>
          <p:nvPr/>
        </p:nvSpPr>
        <p:spPr>
          <a:xfrm>
            <a:off x="13372254" y="2390884"/>
            <a:ext cx="11430" cy="12859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17" name="417 train.py">
            <a:extLst>
              <a:ext uri="{FF2B5EF4-FFF2-40B4-BE49-F238E27FC236}">
                <a16:creationId xmlns:a16="http://schemas.microsoft.com/office/drawing/2014/main" id="{7D6F5A6F-CCCF-8DE8-69A6-117EBC7B91D7}"/>
              </a:ext>
            </a:extLst>
          </p:cNvPr>
          <p:cNvSpPr>
            <a:spLocks/>
          </p:cNvSpPr>
          <p:nvPr/>
        </p:nvSpPr>
        <p:spPr>
          <a:xfrm>
            <a:off x="13602759" y="2201336"/>
            <a:ext cx="1571625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train.py</a:t>
            </a:r>
          </a:p>
        </p:txBody>
      </p:sp>
      <p:sp>
        <p:nvSpPr>
          <p:cNvPr id="418" name="418 ellipse">
            <a:extLst>
              <a:ext uri="{FF2B5EF4-FFF2-40B4-BE49-F238E27FC236}">
                <a16:creationId xmlns:a16="http://schemas.microsoft.com/office/drawing/2014/main" id="{A15F333D-0CE7-7AA7-32F7-E1EC9C55FA2A}"/>
              </a:ext>
            </a:extLst>
          </p:cNvPr>
          <p:cNvSpPr>
            <a:spLocks/>
          </p:cNvSpPr>
          <p:nvPr/>
        </p:nvSpPr>
        <p:spPr>
          <a:xfrm>
            <a:off x="14836961" y="2244913"/>
            <a:ext cx="208121" cy="208121"/>
          </a:xfrm>
          <a:prstGeom prst="ellipse">
            <a:avLst/>
          </a:prstGeom>
          <a:gradFill>
            <a:gsLst>
              <a:gs pos="0">
                <a:srgbClr val="27B35B"/>
              </a:gs>
              <a:gs pos="100000">
                <a:srgbClr val="0C974A"/>
              </a:gs>
            </a:gsLst>
            <a:lin ang="5400000"/>
          </a:gradFill>
          <a:ln w="3286">
            <a:solidFill>
              <a:srgbClr val="198D48"/>
            </a:solidFill>
          </a:ln>
        </p:spPr>
      </p:sp>
      <p:sp>
        <p:nvSpPr>
          <p:cNvPr id="419" name="419 path">
            <a:extLst>
              <a:ext uri="{FF2B5EF4-FFF2-40B4-BE49-F238E27FC236}">
                <a16:creationId xmlns:a16="http://schemas.microsoft.com/office/drawing/2014/main" id="{6F2AF635-DD53-FFB5-15A6-41CC9295CF9E}"/>
              </a:ext>
            </a:extLst>
          </p:cNvPr>
          <p:cNvSpPr>
            <a:spLocks/>
          </p:cNvSpPr>
          <p:nvPr/>
        </p:nvSpPr>
        <p:spPr>
          <a:xfrm>
            <a:off x="14886253" y="2305159"/>
            <a:ext cx="104061" cy="82153"/>
          </a:xfrm>
          <a:custGeom>
            <a:avLst/>
            <a:gdLst/>
            <a:ahLst/>
            <a:cxnLst/>
            <a:rect l="0" t="0" r="0" b="0"/>
            <a:pathLst>
              <a:path w="104061" h="82153">
                <a:moveTo>
                  <a:pt x="0" y="43815"/>
                </a:moveTo>
                <a:lnTo>
                  <a:pt x="38338" y="82153"/>
                </a:lnTo>
                <a:lnTo>
                  <a:pt x="104061" y="0"/>
                </a:lnTo>
              </a:path>
            </a:pathLst>
          </a:custGeom>
          <a:noFill/>
          <a:ln w="21908">
            <a:solidFill>
              <a:srgbClr val="FFFFFF"/>
            </a:solidFill>
          </a:ln>
        </p:spPr>
      </p:sp>
      <p:sp>
        <p:nvSpPr>
          <p:cNvPr id="420" name="420 path">
            <a:extLst>
              <a:ext uri="{FF2B5EF4-FFF2-40B4-BE49-F238E27FC236}">
                <a16:creationId xmlns:a16="http://schemas.microsoft.com/office/drawing/2014/main" id="{CC522DF8-5BC5-6CFC-5283-F191259091DF}"/>
              </a:ext>
            </a:extLst>
          </p:cNvPr>
          <p:cNvSpPr>
            <a:spLocks/>
          </p:cNvSpPr>
          <p:nvPr/>
        </p:nvSpPr>
        <p:spPr>
          <a:xfrm>
            <a:off x="13002684" y="2696636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421" name="421 path">
            <a:extLst>
              <a:ext uri="{FF2B5EF4-FFF2-40B4-BE49-F238E27FC236}">
                <a16:creationId xmlns:a16="http://schemas.microsoft.com/office/drawing/2014/main" id="{750A6F86-4AB2-3CE6-B82B-8516AA37DBBE}"/>
              </a:ext>
            </a:extLst>
          </p:cNvPr>
          <p:cNvSpPr>
            <a:spLocks/>
          </p:cNvSpPr>
          <p:nvPr/>
        </p:nvSpPr>
        <p:spPr>
          <a:xfrm>
            <a:off x="13257954" y="2585670"/>
            <a:ext cx="148590" cy="231458"/>
          </a:xfrm>
          <a:custGeom>
            <a:avLst/>
            <a:gdLst/>
            <a:ahLst/>
            <a:cxnLst/>
            <a:rect l="0" t="0" r="0" b="0"/>
            <a:pathLst>
              <a:path w="148590" h="231458">
                <a:moveTo>
                  <a:pt x="0" y="0"/>
                </a:moveTo>
                <a:lnTo>
                  <a:pt x="97155" y="0"/>
                </a:lnTo>
                <a:lnTo>
                  <a:pt x="148590" y="57864"/>
                </a:lnTo>
                <a:lnTo>
                  <a:pt x="148590" y="231458"/>
                </a:lnTo>
                <a:lnTo>
                  <a:pt x="0" y="231458"/>
                </a:lnTo>
                <a:close/>
              </a:path>
            </a:pathLst>
          </a:custGeom>
          <a:solidFill>
            <a:srgbClr val="F9FCFF"/>
          </a:solidFill>
          <a:ln w="11430">
            <a:solidFill>
              <a:srgbClr val="003496"/>
            </a:solidFill>
          </a:ln>
        </p:spPr>
      </p:sp>
      <p:sp>
        <p:nvSpPr>
          <p:cNvPr id="422" name="422 path">
            <a:extLst>
              <a:ext uri="{FF2B5EF4-FFF2-40B4-BE49-F238E27FC236}">
                <a16:creationId xmlns:a16="http://schemas.microsoft.com/office/drawing/2014/main" id="{7975689B-1204-2EA6-DBF8-93E0AFCA87FB}"/>
              </a:ext>
            </a:extLst>
          </p:cNvPr>
          <p:cNvSpPr>
            <a:spLocks/>
          </p:cNvSpPr>
          <p:nvPr/>
        </p:nvSpPr>
        <p:spPr>
          <a:xfrm>
            <a:off x="13355109" y="2585670"/>
            <a:ext cx="51435" cy="64294"/>
          </a:xfrm>
          <a:custGeom>
            <a:avLst/>
            <a:gdLst/>
            <a:ahLst/>
            <a:cxnLst/>
            <a:rect l="0" t="0" r="0" b="0"/>
            <a:pathLst>
              <a:path w="51435" h="64294">
                <a:moveTo>
                  <a:pt x="0" y="0"/>
                </a:moveTo>
                <a:lnTo>
                  <a:pt x="0" y="64294"/>
                </a:lnTo>
                <a:lnTo>
                  <a:pt x="51435" y="64294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23" name="423 path">
            <a:extLst>
              <a:ext uri="{FF2B5EF4-FFF2-40B4-BE49-F238E27FC236}">
                <a16:creationId xmlns:a16="http://schemas.microsoft.com/office/drawing/2014/main" id="{437D29AB-E0A8-5C18-6659-DC8434E7B966}"/>
              </a:ext>
            </a:extLst>
          </p:cNvPr>
          <p:cNvSpPr>
            <a:spLocks/>
          </p:cNvSpPr>
          <p:nvPr/>
        </p:nvSpPr>
        <p:spPr>
          <a:xfrm>
            <a:off x="13286529" y="2688540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24" name="424 path">
            <a:extLst>
              <a:ext uri="{FF2B5EF4-FFF2-40B4-BE49-F238E27FC236}">
                <a16:creationId xmlns:a16="http://schemas.microsoft.com/office/drawing/2014/main" id="{319BD7A2-AA7D-C634-B20C-5432B0CE8DE4}"/>
              </a:ext>
            </a:extLst>
          </p:cNvPr>
          <p:cNvSpPr>
            <a:spLocks/>
          </p:cNvSpPr>
          <p:nvPr/>
        </p:nvSpPr>
        <p:spPr>
          <a:xfrm>
            <a:off x="13286529" y="2720687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25" name="425 path">
            <a:extLst>
              <a:ext uri="{FF2B5EF4-FFF2-40B4-BE49-F238E27FC236}">
                <a16:creationId xmlns:a16="http://schemas.microsoft.com/office/drawing/2014/main" id="{CDD331AC-F445-4171-34D5-130A658D74D2}"/>
              </a:ext>
            </a:extLst>
          </p:cNvPr>
          <p:cNvSpPr>
            <a:spLocks/>
          </p:cNvSpPr>
          <p:nvPr/>
        </p:nvSpPr>
        <p:spPr>
          <a:xfrm>
            <a:off x="13286529" y="2752834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26" name="426 path">
            <a:extLst>
              <a:ext uri="{FF2B5EF4-FFF2-40B4-BE49-F238E27FC236}">
                <a16:creationId xmlns:a16="http://schemas.microsoft.com/office/drawing/2014/main" id="{64F650BA-ED66-D8DD-BD08-41BF0965D160}"/>
              </a:ext>
            </a:extLst>
          </p:cNvPr>
          <p:cNvSpPr>
            <a:spLocks/>
          </p:cNvSpPr>
          <p:nvPr/>
        </p:nvSpPr>
        <p:spPr>
          <a:xfrm>
            <a:off x="13286529" y="2784980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27" name="427 model.py">
            <a:extLst>
              <a:ext uri="{FF2B5EF4-FFF2-40B4-BE49-F238E27FC236}">
                <a16:creationId xmlns:a16="http://schemas.microsoft.com/office/drawing/2014/main" id="{7B475726-C0A4-C452-D3DC-4345118AA1B8}"/>
              </a:ext>
            </a:extLst>
          </p:cNvPr>
          <p:cNvSpPr>
            <a:spLocks/>
          </p:cNvSpPr>
          <p:nvPr/>
        </p:nvSpPr>
        <p:spPr>
          <a:xfrm>
            <a:off x="13602759" y="2563286"/>
            <a:ext cx="1571625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model.py</a:t>
            </a:r>
          </a:p>
        </p:txBody>
      </p:sp>
      <p:sp>
        <p:nvSpPr>
          <p:cNvPr id="428" name="428 ellipse">
            <a:extLst>
              <a:ext uri="{FF2B5EF4-FFF2-40B4-BE49-F238E27FC236}">
                <a16:creationId xmlns:a16="http://schemas.microsoft.com/office/drawing/2014/main" id="{91B2B01F-91BB-CC54-D56B-9384C20A6681}"/>
              </a:ext>
            </a:extLst>
          </p:cNvPr>
          <p:cNvSpPr>
            <a:spLocks/>
          </p:cNvSpPr>
          <p:nvPr/>
        </p:nvSpPr>
        <p:spPr>
          <a:xfrm>
            <a:off x="14836961" y="2606863"/>
            <a:ext cx="208121" cy="208121"/>
          </a:xfrm>
          <a:prstGeom prst="ellipse">
            <a:avLst/>
          </a:prstGeom>
          <a:gradFill>
            <a:gsLst>
              <a:gs pos="0">
                <a:srgbClr val="27B35B"/>
              </a:gs>
              <a:gs pos="100000">
                <a:srgbClr val="0C974A"/>
              </a:gs>
            </a:gsLst>
            <a:lin ang="5400000"/>
          </a:gradFill>
          <a:ln w="3286">
            <a:solidFill>
              <a:srgbClr val="198D48"/>
            </a:solidFill>
          </a:ln>
        </p:spPr>
      </p:sp>
      <p:sp>
        <p:nvSpPr>
          <p:cNvPr id="429" name="429 path">
            <a:extLst>
              <a:ext uri="{FF2B5EF4-FFF2-40B4-BE49-F238E27FC236}">
                <a16:creationId xmlns:a16="http://schemas.microsoft.com/office/drawing/2014/main" id="{CC2BC943-D0B2-CA5F-CE8B-7A34FD10C5C5}"/>
              </a:ext>
            </a:extLst>
          </p:cNvPr>
          <p:cNvSpPr>
            <a:spLocks/>
          </p:cNvSpPr>
          <p:nvPr/>
        </p:nvSpPr>
        <p:spPr>
          <a:xfrm>
            <a:off x="14886253" y="2667109"/>
            <a:ext cx="104061" cy="82153"/>
          </a:xfrm>
          <a:custGeom>
            <a:avLst/>
            <a:gdLst/>
            <a:ahLst/>
            <a:cxnLst/>
            <a:rect l="0" t="0" r="0" b="0"/>
            <a:pathLst>
              <a:path w="104061" h="82153">
                <a:moveTo>
                  <a:pt x="0" y="43815"/>
                </a:moveTo>
                <a:lnTo>
                  <a:pt x="38338" y="82153"/>
                </a:lnTo>
                <a:lnTo>
                  <a:pt x="104061" y="0"/>
                </a:lnTo>
              </a:path>
            </a:pathLst>
          </a:custGeom>
          <a:noFill/>
          <a:ln w="21908">
            <a:solidFill>
              <a:srgbClr val="FFFFFF"/>
            </a:solidFill>
          </a:ln>
        </p:spPr>
      </p:sp>
      <p:sp>
        <p:nvSpPr>
          <p:cNvPr id="430" name="430 path">
            <a:extLst>
              <a:ext uri="{FF2B5EF4-FFF2-40B4-BE49-F238E27FC236}">
                <a16:creationId xmlns:a16="http://schemas.microsoft.com/office/drawing/2014/main" id="{3C0A2DA5-F2FC-66A7-42E5-68E1E3411042}"/>
              </a:ext>
            </a:extLst>
          </p:cNvPr>
          <p:cNvSpPr>
            <a:spLocks/>
          </p:cNvSpPr>
          <p:nvPr/>
        </p:nvSpPr>
        <p:spPr>
          <a:xfrm>
            <a:off x="13002684" y="3058586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431" name="431 path">
            <a:extLst>
              <a:ext uri="{FF2B5EF4-FFF2-40B4-BE49-F238E27FC236}">
                <a16:creationId xmlns:a16="http://schemas.microsoft.com/office/drawing/2014/main" id="{1F0C137A-ECA7-204F-FE3F-4C1739991952}"/>
              </a:ext>
            </a:extLst>
          </p:cNvPr>
          <p:cNvSpPr>
            <a:spLocks/>
          </p:cNvSpPr>
          <p:nvPr/>
        </p:nvSpPr>
        <p:spPr>
          <a:xfrm>
            <a:off x="13257954" y="2947620"/>
            <a:ext cx="148590" cy="231457"/>
          </a:xfrm>
          <a:custGeom>
            <a:avLst/>
            <a:gdLst/>
            <a:ahLst/>
            <a:cxnLst/>
            <a:rect l="0" t="0" r="0" b="0"/>
            <a:pathLst>
              <a:path w="148590" h="231457">
                <a:moveTo>
                  <a:pt x="0" y="0"/>
                </a:moveTo>
                <a:lnTo>
                  <a:pt x="97155" y="0"/>
                </a:lnTo>
                <a:lnTo>
                  <a:pt x="148590" y="57864"/>
                </a:lnTo>
                <a:lnTo>
                  <a:pt x="148590" y="231457"/>
                </a:lnTo>
                <a:lnTo>
                  <a:pt x="0" y="231457"/>
                </a:lnTo>
                <a:close/>
              </a:path>
            </a:pathLst>
          </a:custGeom>
          <a:solidFill>
            <a:srgbClr val="F9FCFF"/>
          </a:solidFill>
          <a:ln w="11430">
            <a:solidFill>
              <a:srgbClr val="003496"/>
            </a:solidFill>
          </a:ln>
        </p:spPr>
      </p:sp>
      <p:sp>
        <p:nvSpPr>
          <p:cNvPr id="432" name="432 path">
            <a:extLst>
              <a:ext uri="{FF2B5EF4-FFF2-40B4-BE49-F238E27FC236}">
                <a16:creationId xmlns:a16="http://schemas.microsoft.com/office/drawing/2014/main" id="{F78C78B8-F7A6-013E-D2CC-225D4FD57946}"/>
              </a:ext>
            </a:extLst>
          </p:cNvPr>
          <p:cNvSpPr>
            <a:spLocks/>
          </p:cNvSpPr>
          <p:nvPr/>
        </p:nvSpPr>
        <p:spPr>
          <a:xfrm>
            <a:off x="13355109" y="2947620"/>
            <a:ext cx="51435" cy="64294"/>
          </a:xfrm>
          <a:custGeom>
            <a:avLst/>
            <a:gdLst/>
            <a:ahLst/>
            <a:cxnLst/>
            <a:rect l="0" t="0" r="0" b="0"/>
            <a:pathLst>
              <a:path w="51435" h="64294">
                <a:moveTo>
                  <a:pt x="0" y="0"/>
                </a:moveTo>
                <a:lnTo>
                  <a:pt x="0" y="64294"/>
                </a:lnTo>
                <a:lnTo>
                  <a:pt x="51435" y="64294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33" name="433 path">
            <a:extLst>
              <a:ext uri="{FF2B5EF4-FFF2-40B4-BE49-F238E27FC236}">
                <a16:creationId xmlns:a16="http://schemas.microsoft.com/office/drawing/2014/main" id="{2390E5E4-B614-584E-4192-33E61EBE90D4}"/>
              </a:ext>
            </a:extLst>
          </p:cNvPr>
          <p:cNvSpPr>
            <a:spLocks/>
          </p:cNvSpPr>
          <p:nvPr/>
        </p:nvSpPr>
        <p:spPr>
          <a:xfrm>
            <a:off x="13286529" y="3050490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34" name="434 path">
            <a:extLst>
              <a:ext uri="{FF2B5EF4-FFF2-40B4-BE49-F238E27FC236}">
                <a16:creationId xmlns:a16="http://schemas.microsoft.com/office/drawing/2014/main" id="{0A157B83-C0F9-6F9C-E4BE-A2B248B2D257}"/>
              </a:ext>
            </a:extLst>
          </p:cNvPr>
          <p:cNvSpPr>
            <a:spLocks/>
          </p:cNvSpPr>
          <p:nvPr/>
        </p:nvSpPr>
        <p:spPr>
          <a:xfrm>
            <a:off x="13286529" y="3082637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35" name="435 path">
            <a:extLst>
              <a:ext uri="{FF2B5EF4-FFF2-40B4-BE49-F238E27FC236}">
                <a16:creationId xmlns:a16="http://schemas.microsoft.com/office/drawing/2014/main" id="{B066EA53-8490-11FE-6D44-AA763B3C2D17}"/>
              </a:ext>
            </a:extLst>
          </p:cNvPr>
          <p:cNvSpPr>
            <a:spLocks/>
          </p:cNvSpPr>
          <p:nvPr/>
        </p:nvSpPr>
        <p:spPr>
          <a:xfrm>
            <a:off x="13286529" y="3114784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36" name="436 path">
            <a:extLst>
              <a:ext uri="{FF2B5EF4-FFF2-40B4-BE49-F238E27FC236}">
                <a16:creationId xmlns:a16="http://schemas.microsoft.com/office/drawing/2014/main" id="{592095E1-EC1D-94D2-5E19-83099BCB7A55}"/>
              </a:ext>
            </a:extLst>
          </p:cNvPr>
          <p:cNvSpPr>
            <a:spLocks/>
          </p:cNvSpPr>
          <p:nvPr/>
        </p:nvSpPr>
        <p:spPr>
          <a:xfrm>
            <a:off x="13286529" y="3146930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37" name="437 data.py">
            <a:extLst>
              <a:ext uri="{FF2B5EF4-FFF2-40B4-BE49-F238E27FC236}">
                <a16:creationId xmlns:a16="http://schemas.microsoft.com/office/drawing/2014/main" id="{D36E839E-4354-DD01-9B3A-1DA902BB5F62}"/>
              </a:ext>
            </a:extLst>
          </p:cNvPr>
          <p:cNvSpPr>
            <a:spLocks/>
          </p:cNvSpPr>
          <p:nvPr/>
        </p:nvSpPr>
        <p:spPr>
          <a:xfrm>
            <a:off x="13602759" y="2925236"/>
            <a:ext cx="1571625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data.py</a:t>
            </a:r>
          </a:p>
        </p:txBody>
      </p:sp>
      <p:sp>
        <p:nvSpPr>
          <p:cNvPr id="438" name="438 ellipse">
            <a:extLst>
              <a:ext uri="{FF2B5EF4-FFF2-40B4-BE49-F238E27FC236}">
                <a16:creationId xmlns:a16="http://schemas.microsoft.com/office/drawing/2014/main" id="{D386F5AB-1096-AD4E-9B52-4C0F702AE0E5}"/>
              </a:ext>
            </a:extLst>
          </p:cNvPr>
          <p:cNvSpPr>
            <a:spLocks/>
          </p:cNvSpPr>
          <p:nvPr/>
        </p:nvSpPr>
        <p:spPr>
          <a:xfrm>
            <a:off x="14836961" y="2968813"/>
            <a:ext cx="208121" cy="208121"/>
          </a:xfrm>
          <a:prstGeom prst="ellipse">
            <a:avLst/>
          </a:prstGeom>
          <a:gradFill>
            <a:gsLst>
              <a:gs pos="0">
                <a:srgbClr val="27B35B"/>
              </a:gs>
              <a:gs pos="100000">
                <a:srgbClr val="0C974A"/>
              </a:gs>
            </a:gsLst>
            <a:lin ang="5400000"/>
          </a:gradFill>
          <a:ln w="3286">
            <a:solidFill>
              <a:srgbClr val="198D48"/>
            </a:solidFill>
          </a:ln>
        </p:spPr>
      </p:sp>
      <p:sp>
        <p:nvSpPr>
          <p:cNvPr id="439" name="439 path">
            <a:extLst>
              <a:ext uri="{FF2B5EF4-FFF2-40B4-BE49-F238E27FC236}">
                <a16:creationId xmlns:a16="http://schemas.microsoft.com/office/drawing/2014/main" id="{CEB5891F-C463-5398-F028-5A079FEC8E11}"/>
              </a:ext>
            </a:extLst>
          </p:cNvPr>
          <p:cNvSpPr>
            <a:spLocks/>
          </p:cNvSpPr>
          <p:nvPr/>
        </p:nvSpPr>
        <p:spPr>
          <a:xfrm>
            <a:off x="14886253" y="3029059"/>
            <a:ext cx="104061" cy="82153"/>
          </a:xfrm>
          <a:custGeom>
            <a:avLst/>
            <a:gdLst/>
            <a:ahLst/>
            <a:cxnLst/>
            <a:rect l="0" t="0" r="0" b="0"/>
            <a:pathLst>
              <a:path w="104061" h="82153">
                <a:moveTo>
                  <a:pt x="0" y="43815"/>
                </a:moveTo>
                <a:lnTo>
                  <a:pt x="38338" y="82153"/>
                </a:lnTo>
                <a:lnTo>
                  <a:pt x="104061" y="0"/>
                </a:lnTo>
              </a:path>
            </a:pathLst>
          </a:custGeom>
          <a:noFill/>
          <a:ln w="21908">
            <a:solidFill>
              <a:srgbClr val="FFFFFF"/>
            </a:solidFill>
          </a:ln>
        </p:spPr>
      </p:sp>
      <p:sp>
        <p:nvSpPr>
          <p:cNvPr id="440" name="440 path">
            <a:extLst>
              <a:ext uri="{FF2B5EF4-FFF2-40B4-BE49-F238E27FC236}">
                <a16:creationId xmlns:a16="http://schemas.microsoft.com/office/drawing/2014/main" id="{47C49BC5-C7FC-A442-C918-D0DDE7A1548D}"/>
              </a:ext>
            </a:extLst>
          </p:cNvPr>
          <p:cNvSpPr>
            <a:spLocks/>
          </p:cNvSpPr>
          <p:nvPr/>
        </p:nvSpPr>
        <p:spPr>
          <a:xfrm>
            <a:off x="13002684" y="3420536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441" name="441 path">
            <a:extLst>
              <a:ext uri="{FF2B5EF4-FFF2-40B4-BE49-F238E27FC236}">
                <a16:creationId xmlns:a16="http://schemas.microsoft.com/office/drawing/2014/main" id="{1174628B-3356-CE87-0A1C-5792D8B7218A}"/>
              </a:ext>
            </a:extLst>
          </p:cNvPr>
          <p:cNvSpPr>
            <a:spLocks/>
          </p:cNvSpPr>
          <p:nvPr/>
        </p:nvSpPr>
        <p:spPr>
          <a:xfrm>
            <a:off x="13257954" y="3309570"/>
            <a:ext cx="148590" cy="231457"/>
          </a:xfrm>
          <a:custGeom>
            <a:avLst/>
            <a:gdLst/>
            <a:ahLst/>
            <a:cxnLst/>
            <a:rect l="0" t="0" r="0" b="0"/>
            <a:pathLst>
              <a:path w="148590" h="231457">
                <a:moveTo>
                  <a:pt x="0" y="0"/>
                </a:moveTo>
                <a:lnTo>
                  <a:pt x="97155" y="0"/>
                </a:lnTo>
                <a:lnTo>
                  <a:pt x="148590" y="57864"/>
                </a:lnTo>
                <a:lnTo>
                  <a:pt x="148590" y="231457"/>
                </a:lnTo>
                <a:lnTo>
                  <a:pt x="0" y="231457"/>
                </a:lnTo>
                <a:close/>
              </a:path>
            </a:pathLst>
          </a:custGeom>
          <a:solidFill>
            <a:srgbClr val="F9FCFF"/>
          </a:solidFill>
          <a:ln w="11430">
            <a:solidFill>
              <a:srgbClr val="003496"/>
            </a:solidFill>
          </a:ln>
        </p:spPr>
      </p:sp>
      <p:sp>
        <p:nvSpPr>
          <p:cNvPr id="442" name="442 path">
            <a:extLst>
              <a:ext uri="{FF2B5EF4-FFF2-40B4-BE49-F238E27FC236}">
                <a16:creationId xmlns:a16="http://schemas.microsoft.com/office/drawing/2014/main" id="{A9E24351-6124-FA49-CBD6-38227D662B16}"/>
              </a:ext>
            </a:extLst>
          </p:cNvPr>
          <p:cNvSpPr>
            <a:spLocks/>
          </p:cNvSpPr>
          <p:nvPr/>
        </p:nvSpPr>
        <p:spPr>
          <a:xfrm>
            <a:off x="13355109" y="3309570"/>
            <a:ext cx="51435" cy="64294"/>
          </a:xfrm>
          <a:custGeom>
            <a:avLst/>
            <a:gdLst/>
            <a:ahLst/>
            <a:cxnLst/>
            <a:rect l="0" t="0" r="0" b="0"/>
            <a:pathLst>
              <a:path w="51435" h="64294">
                <a:moveTo>
                  <a:pt x="0" y="0"/>
                </a:moveTo>
                <a:lnTo>
                  <a:pt x="0" y="64294"/>
                </a:lnTo>
                <a:lnTo>
                  <a:pt x="51435" y="64294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43" name="443 path">
            <a:extLst>
              <a:ext uri="{FF2B5EF4-FFF2-40B4-BE49-F238E27FC236}">
                <a16:creationId xmlns:a16="http://schemas.microsoft.com/office/drawing/2014/main" id="{257057E9-D90F-8BAA-C773-A85ACFB880A3}"/>
              </a:ext>
            </a:extLst>
          </p:cNvPr>
          <p:cNvSpPr>
            <a:spLocks/>
          </p:cNvSpPr>
          <p:nvPr/>
        </p:nvSpPr>
        <p:spPr>
          <a:xfrm>
            <a:off x="13286529" y="3412440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44" name="444 path">
            <a:extLst>
              <a:ext uri="{FF2B5EF4-FFF2-40B4-BE49-F238E27FC236}">
                <a16:creationId xmlns:a16="http://schemas.microsoft.com/office/drawing/2014/main" id="{559D357F-6D05-4DB3-AF08-0A98F0195C7F}"/>
              </a:ext>
            </a:extLst>
          </p:cNvPr>
          <p:cNvSpPr>
            <a:spLocks/>
          </p:cNvSpPr>
          <p:nvPr/>
        </p:nvSpPr>
        <p:spPr>
          <a:xfrm>
            <a:off x="13286529" y="3444587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45" name="445 path">
            <a:extLst>
              <a:ext uri="{FF2B5EF4-FFF2-40B4-BE49-F238E27FC236}">
                <a16:creationId xmlns:a16="http://schemas.microsoft.com/office/drawing/2014/main" id="{BB64C870-095A-1AFC-BA3D-8D993775DEB8}"/>
              </a:ext>
            </a:extLst>
          </p:cNvPr>
          <p:cNvSpPr>
            <a:spLocks/>
          </p:cNvSpPr>
          <p:nvPr/>
        </p:nvSpPr>
        <p:spPr>
          <a:xfrm>
            <a:off x="13286529" y="3476734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46" name="446 path">
            <a:extLst>
              <a:ext uri="{FF2B5EF4-FFF2-40B4-BE49-F238E27FC236}">
                <a16:creationId xmlns:a16="http://schemas.microsoft.com/office/drawing/2014/main" id="{B2311045-2A9F-D240-AE0A-77214DAB1AAE}"/>
              </a:ext>
            </a:extLst>
          </p:cNvPr>
          <p:cNvSpPr>
            <a:spLocks/>
          </p:cNvSpPr>
          <p:nvPr/>
        </p:nvSpPr>
        <p:spPr>
          <a:xfrm>
            <a:off x="13286529" y="3508880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447" name="447 utils.py">
            <a:extLst>
              <a:ext uri="{FF2B5EF4-FFF2-40B4-BE49-F238E27FC236}">
                <a16:creationId xmlns:a16="http://schemas.microsoft.com/office/drawing/2014/main" id="{0A744DD1-FB1B-1B79-D617-1EAAC217F831}"/>
              </a:ext>
            </a:extLst>
          </p:cNvPr>
          <p:cNvSpPr>
            <a:spLocks/>
          </p:cNvSpPr>
          <p:nvPr/>
        </p:nvSpPr>
        <p:spPr>
          <a:xfrm>
            <a:off x="13602759" y="3287186"/>
            <a:ext cx="1571625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utils.py</a:t>
            </a:r>
          </a:p>
        </p:txBody>
      </p:sp>
      <p:sp>
        <p:nvSpPr>
          <p:cNvPr id="448" name="448 ellipse">
            <a:extLst>
              <a:ext uri="{FF2B5EF4-FFF2-40B4-BE49-F238E27FC236}">
                <a16:creationId xmlns:a16="http://schemas.microsoft.com/office/drawing/2014/main" id="{E93E1D19-215B-3FAA-F4C8-848D1CA3C8FE}"/>
              </a:ext>
            </a:extLst>
          </p:cNvPr>
          <p:cNvSpPr>
            <a:spLocks/>
          </p:cNvSpPr>
          <p:nvPr/>
        </p:nvSpPr>
        <p:spPr>
          <a:xfrm>
            <a:off x="14836961" y="3330763"/>
            <a:ext cx="208121" cy="208121"/>
          </a:xfrm>
          <a:prstGeom prst="ellipse">
            <a:avLst/>
          </a:prstGeom>
          <a:gradFill>
            <a:gsLst>
              <a:gs pos="0">
                <a:srgbClr val="27B35B"/>
              </a:gs>
              <a:gs pos="100000">
                <a:srgbClr val="0C974A"/>
              </a:gs>
            </a:gsLst>
            <a:lin ang="5400000"/>
          </a:gradFill>
          <a:ln w="3286">
            <a:solidFill>
              <a:srgbClr val="198D48"/>
            </a:solidFill>
          </a:ln>
        </p:spPr>
      </p:sp>
      <p:sp>
        <p:nvSpPr>
          <p:cNvPr id="449" name="449 path">
            <a:extLst>
              <a:ext uri="{FF2B5EF4-FFF2-40B4-BE49-F238E27FC236}">
                <a16:creationId xmlns:a16="http://schemas.microsoft.com/office/drawing/2014/main" id="{A2A59941-8099-B51F-8CB4-3DEC731E7803}"/>
              </a:ext>
            </a:extLst>
          </p:cNvPr>
          <p:cNvSpPr>
            <a:spLocks/>
          </p:cNvSpPr>
          <p:nvPr/>
        </p:nvSpPr>
        <p:spPr>
          <a:xfrm>
            <a:off x="14886253" y="3391009"/>
            <a:ext cx="104061" cy="82153"/>
          </a:xfrm>
          <a:custGeom>
            <a:avLst/>
            <a:gdLst/>
            <a:ahLst/>
            <a:cxnLst/>
            <a:rect l="0" t="0" r="0" b="0"/>
            <a:pathLst>
              <a:path w="104061" h="82153">
                <a:moveTo>
                  <a:pt x="0" y="43815"/>
                </a:moveTo>
                <a:lnTo>
                  <a:pt x="38338" y="82153"/>
                </a:lnTo>
                <a:lnTo>
                  <a:pt x="104061" y="0"/>
                </a:lnTo>
              </a:path>
            </a:pathLst>
          </a:custGeom>
          <a:noFill/>
          <a:ln w="21908">
            <a:solidFill>
              <a:srgbClr val="FFFFFF"/>
            </a:solidFill>
          </a:ln>
        </p:spPr>
      </p:sp>
      <p:pic>
        <p:nvPicPr>
          <p:cNvPr id="598" name="图形 597">
            <a:extLst>
              <a:ext uri="{FF2B5EF4-FFF2-40B4-BE49-F238E27FC236}">
                <a16:creationId xmlns:a16="http://schemas.microsoft.com/office/drawing/2014/main" id="{F10F8853-8BBB-F2C8-C2C7-C5B83526DC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9534" y="2201809"/>
            <a:ext cx="274637" cy="334018"/>
          </a:xfrm>
          <a:prstGeom prst="rect">
            <a:avLst/>
          </a:prstGeom>
        </p:spPr>
      </p:pic>
      <p:sp>
        <p:nvSpPr>
          <p:cNvPr id="86" name="86 rect">
            <a:extLst>
              <a:ext uri="{FF2B5EF4-FFF2-40B4-BE49-F238E27FC236}">
                <a16:creationId xmlns:a16="http://schemas.microsoft.com/office/drawing/2014/main" id="{9E54AC29-C0C3-13D3-62AA-645217609563}"/>
              </a:ext>
            </a:extLst>
          </p:cNvPr>
          <p:cNvSpPr>
            <a:spLocks/>
          </p:cNvSpPr>
          <p:nvPr/>
        </p:nvSpPr>
        <p:spPr>
          <a:xfrm>
            <a:off x="2159058" y="3517201"/>
            <a:ext cx="856516" cy="424562"/>
          </a:xfrm>
          <a:prstGeom prst="roundRect">
            <a:avLst>
              <a:gd name="adj" fmla="val 17500"/>
            </a:avLst>
          </a:prstGeom>
          <a:gradFill>
            <a:gsLst>
              <a:gs pos="0">
                <a:srgbClr val="EDE9FF"/>
              </a:gs>
              <a:gs pos="100000">
                <a:srgbClr val="FAF7FF"/>
              </a:gs>
            </a:gsLst>
            <a:lin ang="5400000"/>
          </a:gradFill>
          <a:ln w="7620">
            <a:solidFill>
              <a:srgbClr val="9B87ED"/>
            </a:solidFill>
          </a:ln>
        </p:spPr>
      </p:sp>
      <p:sp>
        <p:nvSpPr>
          <p:cNvPr id="89" name="89 Framework B">
            <a:extLst>
              <a:ext uri="{FF2B5EF4-FFF2-40B4-BE49-F238E27FC236}">
                <a16:creationId xmlns:a16="http://schemas.microsoft.com/office/drawing/2014/main" id="{D9C98204-9430-8858-85AE-8FBAD9A29226}"/>
              </a:ext>
            </a:extLst>
          </p:cNvPr>
          <p:cNvSpPr>
            <a:spLocks/>
          </p:cNvSpPr>
          <p:nvPr/>
        </p:nvSpPr>
        <p:spPr>
          <a:xfrm>
            <a:off x="2209832" y="3751525"/>
            <a:ext cx="828675" cy="1807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48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8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Framework</a:t>
            </a:r>
            <a:r>
              <a:rPr lang="en-US" altLang="zh-CN" sz="1148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s</a:t>
            </a:r>
            <a:endParaRPr sz="1148" b="0" dirty="0">
              <a:solidFill>
                <a:srgbClr val="090D28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05" name="mindspore official logo" descr="https://www.mindspore.cn/_static/logo-zh-light.Bh-KLwUB.svg | Original SVG bytes; proportional crop of the official symbol.">
            <a:extLst>
              <a:ext uri="{FF2B5EF4-FFF2-40B4-BE49-F238E27FC236}">
                <a16:creationId xmlns:a16="http://schemas.microsoft.com/office/drawing/2014/main" id="{0BD55DEB-3216-A6C7-795D-8607806AEF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2223916" y="3556219"/>
            <a:ext cx="358548" cy="200120"/>
          </a:xfrm>
          <a:prstGeom prst="rect">
            <a:avLst/>
          </a:prstGeom>
        </p:spPr>
      </p:pic>
      <p:pic>
        <p:nvPicPr>
          <p:cNvPr id="607" name="jax official logo" descr="https://raw.githubusercontent.com/google/jax/main/images/jax_logo.svg | Original SVG bytes; proportional crop of the official symbol.">
            <a:extLst>
              <a:ext uri="{FF2B5EF4-FFF2-40B4-BE49-F238E27FC236}">
                <a16:creationId xmlns:a16="http://schemas.microsoft.com/office/drawing/2014/main" id="{8578457A-1300-BD08-3B7B-FDE85059B5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2611469" y="3570833"/>
            <a:ext cx="323851" cy="187281"/>
          </a:xfrm>
          <a:prstGeom prst="rect">
            <a:avLst/>
          </a:prstGeom>
        </p:spPr>
      </p:pic>
      <p:cxnSp>
        <p:nvCxnSpPr>
          <p:cNvPr id="623" name="直接箭头连接符 622">
            <a:extLst>
              <a:ext uri="{FF2B5EF4-FFF2-40B4-BE49-F238E27FC236}">
                <a16:creationId xmlns:a16="http://schemas.microsoft.com/office/drawing/2014/main" id="{985B774E-225A-84C7-06C8-1026F3F0026F}"/>
              </a:ext>
            </a:extLst>
          </p:cNvPr>
          <p:cNvCxnSpPr>
            <a:cxnSpLocks/>
          </p:cNvCxnSpPr>
          <p:nvPr/>
        </p:nvCxnSpPr>
        <p:spPr>
          <a:xfrm flipV="1">
            <a:off x="5887508" y="6932295"/>
            <a:ext cx="0" cy="135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直接箭头连接符 624">
            <a:extLst>
              <a:ext uri="{FF2B5EF4-FFF2-40B4-BE49-F238E27FC236}">
                <a16:creationId xmlns:a16="http://schemas.microsoft.com/office/drawing/2014/main" id="{90FE8680-4B29-4BBC-4DA3-307C39710EF4}"/>
              </a:ext>
            </a:extLst>
          </p:cNvPr>
          <p:cNvCxnSpPr>
            <a:cxnSpLocks/>
          </p:cNvCxnSpPr>
          <p:nvPr/>
        </p:nvCxnSpPr>
        <p:spPr>
          <a:xfrm flipV="1">
            <a:off x="5887508" y="7232650"/>
            <a:ext cx="0" cy="133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0" name="pytorch official logo" descr="https://raw.githubusercontent.com/pytorch/pytorch/main/docs/source/_static/img/pytorch-logo-dark.svg | Original SVG bytes; proportional crop of the official symbol.">
            <a:extLst>
              <a:ext uri="{FF2B5EF4-FFF2-40B4-BE49-F238E27FC236}">
                <a16:creationId xmlns:a16="http://schemas.microsoft.com/office/drawing/2014/main" id="{24D1D97D-7D61-00B2-F4D3-4BA3F6F43D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2071720" y="752110"/>
            <a:ext cx="339725" cy="413751"/>
          </a:xfrm>
          <a:prstGeom prst="rect">
            <a:avLst/>
          </a:prstGeom>
        </p:spPr>
      </p:pic>
      <p:pic>
        <p:nvPicPr>
          <p:cNvPr id="644" name="pytorch official logo" descr="https://raw.githubusercontent.com/pytorch/pytorch/main/docs/source/_static/img/pytorch-logo-dark.svg | Original SVG bytes; proportional crop of the official symbol.">
            <a:extLst>
              <a:ext uri="{FF2B5EF4-FFF2-40B4-BE49-F238E27FC236}">
                <a16:creationId xmlns:a16="http://schemas.microsoft.com/office/drawing/2014/main" id="{85ED823C-027A-F128-00A7-286F602D4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3218430" y="1249683"/>
            <a:ext cx="294370" cy="358513"/>
          </a:xfrm>
          <a:prstGeom prst="rect">
            <a:avLst/>
          </a:prstGeom>
        </p:spPr>
      </p:pic>
      <p:pic>
        <p:nvPicPr>
          <p:cNvPr id="649" name="mindspore official logo" descr="https://www.mindspore.cn/_static/logo-zh-light.Bh-KLwUB.svg | Original SVG bytes; proportional crop of the official symbol.">
            <a:extLst>
              <a:ext uri="{FF2B5EF4-FFF2-40B4-BE49-F238E27FC236}">
                <a16:creationId xmlns:a16="http://schemas.microsoft.com/office/drawing/2014/main" id="{05A6B24A-3347-785D-FFAC-5158FDF527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3698350" y="1270698"/>
            <a:ext cx="545190" cy="304292"/>
          </a:xfrm>
          <a:prstGeom prst="rect">
            <a:avLst/>
          </a:prstGeom>
        </p:spPr>
      </p:pic>
      <p:pic>
        <p:nvPicPr>
          <p:cNvPr id="651" name="jax official logo" descr="https://raw.githubusercontent.com/google/jax/main/images/jax_logo.svg | Original SVG bytes; proportional crop of the official symbol.">
            <a:extLst>
              <a:ext uri="{FF2B5EF4-FFF2-40B4-BE49-F238E27FC236}">
                <a16:creationId xmlns:a16="http://schemas.microsoft.com/office/drawing/2014/main" id="{2C9B4902-D8CD-E4A9-FF23-B74E2AAEAA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4365590" y="1286485"/>
            <a:ext cx="488950" cy="282757"/>
          </a:xfrm>
          <a:prstGeom prst="rect">
            <a:avLst/>
          </a:prstGeom>
        </p:spPr>
      </p:pic>
      <p:sp>
        <p:nvSpPr>
          <p:cNvPr id="653" name="文本框 652">
            <a:extLst>
              <a:ext uri="{FF2B5EF4-FFF2-40B4-BE49-F238E27FC236}">
                <a16:creationId xmlns:a16="http://schemas.microsoft.com/office/drawing/2014/main" id="{5E6430C6-497D-AD13-35DF-5233C76A37C7}"/>
              </a:ext>
            </a:extLst>
          </p:cNvPr>
          <p:cNvSpPr txBox="1"/>
          <p:nvPr/>
        </p:nvSpPr>
        <p:spPr>
          <a:xfrm>
            <a:off x="15008341" y="1247775"/>
            <a:ext cx="457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····</a:t>
            </a:r>
            <a:endParaRPr lang="zh-CN" altLang="en-US" dirty="0"/>
          </a:p>
        </p:txBody>
      </p:sp>
      <p:sp>
        <p:nvSpPr>
          <p:cNvPr id="94" name="94 rect">
            <a:extLst>
              <a:ext uri="{FF2B5EF4-FFF2-40B4-BE49-F238E27FC236}">
                <a16:creationId xmlns:a16="http://schemas.microsoft.com/office/drawing/2014/main" id="{CAEA6F0A-347D-4602-3EF9-69F3970CE64A}"/>
              </a:ext>
            </a:extLst>
          </p:cNvPr>
          <p:cNvSpPr>
            <a:spLocks/>
          </p:cNvSpPr>
          <p:nvPr/>
        </p:nvSpPr>
        <p:spPr>
          <a:xfrm>
            <a:off x="3178207" y="3518693"/>
            <a:ext cx="841343" cy="419896"/>
          </a:xfrm>
          <a:prstGeom prst="roundRect">
            <a:avLst>
              <a:gd name="adj" fmla="val 17500"/>
            </a:avLst>
          </a:prstGeom>
          <a:gradFill>
            <a:gsLst>
              <a:gs pos="0">
                <a:srgbClr val="E7FFF1"/>
              </a:gs>
              <a:gs pos="100000">
                <a:srgbClr val="F7FFFB"/>
              </a:gs>
            </a:gsLst>
            <a:lin ang="5400000"/>
          </a:gradFill>
          <a:ln w="7620">
            <a:solidFill>
              <a:srgbClr val="62BFA0"/>
            </a:solidFill>
          </a:ln>
        </p:spPr>
      </p:sp>
      <p:sp>
        <p:nvSpPr>
          <p:cNvPr id="98" name="98 Language X">
            <a:extLst>
              <a:ext uri="{FF2B5EF4-FFF2-40B4-BE49-F238E27FC236}">
                <a16:creationId xmlns:a16="http://schemas.microsoft.com/office/drawing/2014/main" id="{8E7AA0B0-96A0-5F08-8240-80960B025214}"/>
              </a:ext>
            </a:extLst>
          </p:cNvPr>
          <p:cNvSpPr>
            <a:spLocks/>
          </p:cNvSpPr>
          <p:nvPr/>
        </p:nvSpPr>
        <p:spPr>
          <a:xfrm>
            <a:off x="3243182" y="3708929"/>
            <a:ext cx="911388" cy="21141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43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3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Language</a:t>
            </a:r>
            <a:r>
              <a:rPr lang="en-US" altLang="zh-CN" sz="1343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s</a:t>
            </a:r>
            <a:endParaRPr sz="1343" b="0" dirty="0">
              <a:solidFill>
                <a:srgbClr val="090D28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609" name="图形 608">
            <a:extLst>
              <a:ext uri="{FF2B5EF4-FFF2-40B4-BE49-F238E27FC236}">
                <a16:creationId xmlns:a16="http://schemas.microsoft.com/office/drawing/2014/main" id="{AEDF099D-E9A3-0D58-A0B8-4D8E61517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30575" y="3537632"/>
            <a:ext cx="216817" cy="206203"/>
          </a:xfrm>
          <a:prstGeom prst="rect">
            <a:avLst/>
          </a:prstGeom>
        </p:spPr>
      </p:pic>
      <p:pic>
        <p:nvPicPr>
          <p:cNvPr id="12" name="图形 11">
            <a:extLst>
              <a:ext uri="{FF2B5EF4-FFF2-40B4-BE49-F238E27FC236}">
                <a16:creationId xmlns:a16="http://schemas.microsoft.com/office/drawing/2014/main" id="{B854CB2A-FAEE-2516-E45A-25F62D0FB3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27229" y="3540093"/>
            <a:ext cx="231996" cy="23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504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3" name="组合 662">
            <a:extLst>
              <a:ext uri="{FF2B5EF4-FFF2-40B4-BE49-F238E27FC236}">
                <a16:creationId xmlns:a16="http://schemas.microsoft.com/office/drawing/2014/main" id="{E5FFB546-C9FC-9681-0238-A45B53A166C0}"/>
              </a:ext>
            </a:extLst>
          </p:cNvPr>
          <p:cNvGrpSpPr/>
          <p:nvPr/>
        </p:nvGrpSpPr>
        <p:grpSpPr>
          <a:xfrm>
            <a:off x="152400" y="66675"/>
            <a:ext cx="15640050" cy="8763000"/>
            <a:chOff x="152400" y="66675"/>
            <a:chExt cx="15640050" cy="8763000"/>
          </a:xfrm>
        </p:grpSpPr>
        <p:grpSp>
          <p:nvGrpSpPr>
            <p:cNvPr id="507" name="Framework background"/>
            <p:cNvGrpSpPr/>
            <p:nvPr/>
          </p:nvGrpSpPr>
          <p:grpSpPr>
            <a:xfrm>
              <a:off x="4743450" y="66675"/>
              <a:ext cx="7429500" cy="7877175"/>
              <a:chOff x="4743450" y="66675"/>
              <a:chExt cx="7429500" cy="7877175"/>
            </a:xfrm>
          </p:grpSpPr>
          <p:sp>
            <p:nvSpPr>
              <p:cNvPr id="5" name="5 green framework panel">
                <a:extLst>
                  <a:ext uri="{FF2B5EF4-FFF2-40B4-BE49-F238E27FC236}">
                    <a16:creationId xmlns:a16="http://schemas.microsoft.com/office/drawing/2014/main" id="{90D14899-68D3-4C8C-9ADC-7F354673CB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43450" y="66675"/>
                <a:ext cx="7429500" cy="7877175"/>
              </a:xfrm>
              <a:prstGeom prst="roundRect">
                <a:avLst>
                  <a:gd name="adj" fmla="val 2308"/>
                </a:avLst>
              </a:prstGeom>
              <a:gradFill>
                <a:gsLst>
                  <a:gs pos="0">
                    <a:srgbClr val="EAFEF5"/>
                  </a:gs>
                  <a:gs pos="100000">
                    <a:srgbClr val="F3FFF8"/>
                  </a:gs>
                </a:gsLst>
                <a:lin ang="5400000"/>
              </a:gradFill>
              <a:ln w="10478">
                <a:solidFill>
                  <a:srgbClr val="20AC7A"/>
                </a:solidFill>
              </a:ln>
            </p:spPr>
          </p:sp>
          <p:sp>
            <p:nvSpPr>
              <p:cNvPr id="6" name="6 rect">
                <a:extLst>
                  <a:ext uri="{FF2B5EF4-FFF2-40B4-BE49-F238E27FC236}">
                    <a16:creationId xmlns:a16="http://schemas.microsoft.com/office/drawing/2014/main" id="{6B164C10-A5C3-4112-B303-6EBBDBBA96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62500" y="85725"/>
                <a:ext cx="7391400" cy="609600"/>
              </a:xfrm>
              <a:prstGeom prst="roundRect">
                <a:avLst>
                  <a:gd name="adj" fmla="val 26563"/>
                </a:avLst>
              </a:prstGeom>
              <a:gradFill>
                <a:gsLst>
                  <a:gs pos="0">
                    <a:srgbClr val="C0EAD9"/>
                  </a:gs>
                  <a:gs pos="100000">
                    <a:srgbClr val="D1EFE1"/>
                  </a:gs>
                </a:gsLst>
                <a:lin ang="5400000"/>
              </a:gradFill>
              <a:ln w="0">
                <a:noFill/>
              </a:ln>
            </p:spPr>
          </p:sp>
          <p:sp>
            <p:nvSpPr>
              <p:cNvPr id="8" name="8 Dependency Guided Multi-Agent Framework">
                <a:extLst>
                  <a:ext uri="{FF2B5EF4-FFF2-40B4-BE49-F238E27FC236}">
                    <a16:creationId xmlns:a16="http://schemas.microsoft.com/office/drawing/2014/main" id="{3E67ACDD-6EB2-4D12-9E4E-074C4CCFD5A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33950" y="133350"/>
                <a:ext cx="7048500" cy="37795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4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24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Dependency Guided Multi-Agent Framework</a:t>
                </a:r>
              </a:p>
            </p:txBody>
          </p:sp>
        </p:grpSp>
        <p:grpSp>
          <p:nvGrpSpPr>
            <p:cNvPr id="506" name="Migration setting"/>
            <p:cNvGrpSpPr/>
            <p:nvPr/>
          </p:nvGrpSpPr>
          <p:grpSpPr>
            <a:xfrm>
              <a:off x="152400" y="66675"/>
              <a:ext cx="4457700" cy="7877175"/>
              <a:chOff x="152400" y="66675"/>
              <a:chExt cx="4457700" cy="7877175"/>
            </a:xfrm>
          </p:grpSpPr>
          <p:sp>
            <p:nvSpPr>
              <p:cNvPr id="505" name="1 orange setting panel">
                <a:extLst>
                  <a:ext uri="{FF2B5EF4-FFF2-40B4-BE49-F238E27FC236}">
                    <a16:creationId xmlns:a16="http://schemas.microsoft.com/office/drawing/2014/main" id="{A8E703A2-6CC5-4CA1-9275-2B4814D1BDC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2400" y="66675"/>
                <a:ext cx="4457700" cy="7877175"/>
              </a:xfrm>
              <a:prstGeom prst="roundRect">
                <a:avLst>
                  <a:gd name="adj" fmla="val 3846"/>
                </a:avLst>
              </a:prstGeom>
              <a:gradFill>
                <a:gsLst>
                  <a:gs pos="0">
                    <a:srgbClr val="FFEEE2"/>
                  </a:gs>
                  <a:gs pos="100000">
                    <a:srgbClr val="FFF8F1"/>
                  </a:gs>
                </a:gsLst>
                <a:lin ang="5400000"/>
              </a:gradFill>
              <a:ln w="10478">
                <a:solidFill>
                  <a:srgbClr val="EF6B2C"/>
                </a:solidFill>
              </a:ln>
            </p:spPr>
          </p:sp>
          <p:sp>
            <p:nvSpPr>
              <p:cNvPr id="2" name="2 setting title strip">
                <a:extLst>
                  <a:ext uri="{FF2B5EF4-FFF2-40B4-BE49-F238E27FC236}">
                    <a16:creationId xmlns:a16="http://schemas.microsoft.com/office/drawing/2014/main" id="{B6F52C5B-9F4A-4702-A195-EC5F6A65A55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1450" y="85725"/>
                <a:ext cx="4419600" cy="571500"/>
              </a:xfrm>
              <a:prstGeom prst="roundRect">
                <a:avLst>
                  <a:gd name="adj" fmla="val 28333"/>
                </a:avLst>
              </a:prstGeom>
              <a:gradFill>
                <a:gsLst>
                  <a:gs pos="0">
                    <a:srgbClr val="FFCFB0"/>
                  </a:gs>
                  <a:gs pos="100000">
                    <a:srgbClr val="FFE6D3"/>
                  </a:gs>
                </a:gsLst>
                <a:lin ang="5400000"/>
              </a:gradFill>
              <a:ln w="0">
                <a:noFill/>
              </a:ln>
            </p:spPr>
          </p:sp>
          <p:sp>
            <p:nvSpPr>
              <p:cNvPr id="4" name="4 Migration Setting">
                <a:extLst>
                  <a:ext uri="{FF2B5EF4-FFF2-40B4-BE49-F238E27FC236}">
                    <a16:creationId xmlns:a16="http://schemas.microsoft.com/office/drawing/2014/main" id="{633692EF-C7CD-4F06-A362-3B73FFF9D78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42900" y="152400"/>
                <a:ext cx="4076700" cy="42519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7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27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Migration Setting</a:t>
                </a:r>
              </a:p>
            </p:txBody>
          </p:sp>
        </p:grpSp>
        <p:sp>
          <p:nvSpPr>
            <p:cNvPr id="9" name="9 blue output panel">
              <a:extLst>
                <a:ext uri="{FF2B5EF4-FFF2-40B4-BE49-F238E27FC236}">
                  <a16:creationId xmlns:a16="http://schemas.microsoft.com/office/drawing/2014/main" id="{97F01903-CBD5-47C6-BE62-81572D1E4DC1}"/>
                </a:ext>
              </a:extLst>
            </p:cNvPr>
            <p:cNvSpPr>
              <a:spLocks/>
            </p:cNvSpPr>
            <p:nvPr/>
          </p:nvSpPr>
          <p:spPr>
            <a:xfrm>
              <a:off x="12287250" y="66675"/>
              <a:ext cx="3505200" cy="7877175"/>
            </a:xfrm>
            <a:prstGeom prst="roundRect">
              <a:avLst>
                <a:gd name="adj" fmla="val 4891"/>
              </a:avLst>
            </a:prstGeom>
            <a:gradFill>
              <a:gsLst>
                <a:gs pos="0">
                  <a:srgbClr val="DDEAFF">
                    <a:alpha val="79000"/>
                  </a:srgbClr>
                </a:gs>
                <a:gs pos="100000">
                  <a:srgbClr val="F1F7FF"/>
                </a:gs>
              </a:gsLst>
              <a:lin ang="5400000"/>
            </a:gradFill>
            <a:ln w="10478">
              <a:solidFill>
                <a:srgbClr val="276CE6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" name="10 rect">
              <a:extLst>
                <a:ext uri="{FF2B5EF4-FFF2-40B4-BE49-F238E27FC236}">
                  <a16:creationId xmlns:a16="http://schemas.microsoft.com/office/drawing/2014/main" id="{3760353C-237C-4531-B9E8-0D9858D06912}"/>
                </a:ext>
              </a:extLst>
            </p:cNvPr>
            <p:cNvSpPr>
              <a:spLocks/>
            </p:cNvSpPr>
            <p:nvPr/>
          </p:nvSpPr>
          <p:spPr>
            <a:xfrm>
              <a:off x="12306300" y="85725"/>
              <a:ext cx="3467100" cy="571500"/>
            </a:xfrm>
            <a:prstGeom prst="roundRect">
              <a:avLst>
                <a:gd name="adj" fmla="val 28333"/>
              </a:avLst>
            </a:prstGeom>
            <a:gradFill>
              <a:gsLst>
                <a:gs pos="0">
                  <a:srgbClr val="C0D8FC">
                    <a:alpha val="44000"/>
                    <a:lumMod val="100000"/>
                  </a:srgbClr>
                </a:gs>
                <a:gs pos="100000">
                  <a:srgbClr val="DAE8FF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3" name="13 Verified Output">
              <a:extLst>
                <a:ext uri="{FF2B5EF4-FFF2-40B4-BE49-F238E27FC236}">
                  <a16:creationId xmlns:a16="http://schemas.microsoft.com/office/drawing/2014/main" id="{125E23F5-6620-4E36-8E7B-4DAC9D7983AE}"/>
                </a:ext>
              </a:extLst>
            </p:cNvPr>
            <p:cNvSpPr>
              <a:spLocks/>
            </p:cNvSpPr>
            <p:nvPr/>
          </p:nvSpPr>
          <p:spPr>
            <a:xfrm>
              <a:off x="12477750" y="152400"/>
              <a:ext cx="3124200" cy="42519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7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7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Verified Output</a:t>
              </a:r>
            </a:p>
          </p:txBody>
        </p:sp>
        <p:sp>
          <p:nvSpPr>
            <p:cNvPr id="14" name="14 rect">
              <a:extLst>
                <a:ext uri="{FF2B5EF4-FFF2-40B4-BE49-F238E27FC236}">
                  <a16:creationId xmlns:a16="http://schemas.microsoft.com/office/drawing/2014/main" id="{13BB2F5A-5D51-4EFC-8A26-0A5CB03146E6}"/>
                </a:ext>
              </a:extLst>
            </p:cNvPr>
            <p:cNvSpPr>
              <a:spLocks/>
            </p:cNvSpPr>
            <p:nvPr/>
          </p:nvSpPr>
          <p:spPr>
            <a:xfrm>
              <a:off x="276225" y="752475"/>
              <a:ext cx="4210050" cy="2924175"/>
            </a:xfrm>
            <a:prstGeom prst="roundRect">
              <a:avLst>
                <a:gd name="adj" fmla="val 4560"/>
              </a:avLst>
            </a:prstGeom>
            <a:gradFill>
              <a:gsLst>
                <a:gs pos="0">
                  <a:srgbClr val="FFF2E3"/>
                </a:gs>
                <a:gs pos="100000">
                  <a:srgbClr val="FFF8EE"/>
                </a:gs>
              </a:gsLst>
              <a:lin ang="5400000"/>
            </a:gradFill>
            <a:ln w="9525">
              <a:solidFill>
                <a:srgbClr val="F19861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1" name="21 Source Repository">
              <a:extLst>
                <a:ext uri="{FF2B5EF4-FFF2-40B4-BE49-F238E27FC236}">
                  <a16:creationId xmlns:a16="http://schemas.microsoft.com/office/drawing/2014/main" id="{937F76B0-F03F-4A5C-A225-1CD2DF34AE43}"/>
                </a:ext>
              </a:extLst>
            </p:cNvPr>
            <p:cNvSpPr>
              <a:spLocks/>
            </p:cNvSpPr>
            <p:nvPr/>
          </p:nvSpPr>
          <p:spPr>
            <a:xfrm>
              <a:off x="923925" y="847725"/>
              <a:ext cx="1771650" cy="27165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72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Source Repository</a:t>
              </a:r>
            </a:p>
          </p:txBody>
        </p:sp>
        <p:sp>
          <p:nvSpPr>
            <p:cNvPr id="23" name="23 rect">
              <a:extLst>
                <a:ext uri="{FF2B5EF4-FFF2-40B4-BE49-F238E27FC236}">
                  <a16:creationId xmlns:a16="http://schemas.microsoft.com/office/drawing/2014/main" id="{CB8151CB-E0E7-4B22-8671-6F95B11504DA}"/>
                </a:ext>
              </a:extLst>
            </p:cNvPr>
            <p:cNvSpPr>
              <a:spLocks/>
            </p:cNvSpPr>
            <p:nvPr/>
          </p:nvSpPr>
          <p:spPr>
            <a:xfrm>
              <a:off x="361950" y="1247775"/>
              <a:ext cx="4029075" cy="2286000"/>
            </a:xfrm>
            <a:prstGeom prst="roundRect">
              <a:avLst>
                <a:gd name="adj" fmla="val 4583"/>
              </a:avLst>
            </a:prstGeom>
            <a:solidFill>
              <a:srgbClr val="FFFFFF"/>
            </a:solidFill>
            <a:ln w="11430">
              <a:solidFill>
                <a:srgbClr val="738FA3"/>
              </a:solidFill>
            </a:ln>
          </p:spPr>
        </p:sp>
        <p:grpSp>
          <p:nvGrpSpPr>
            <p:cNvPr id="511" name="icon-folder-23"/>
            <p:cNvGrpSpPr/>
            <p:nvPr/>
          </p:nvGrpSpPr>
          <p:grpSpPr>
            <a:xfrm>
              <a:off x="483156" y="1378744"/>
              <a:ext cx="186214" cy="136922"/>
              <a:chOff x="483156" y="1378744"/>
              <a:chExt cx="186214" cy="136922"/>
            </a:xfrm>
          </p:grpSpPr>
          <p:sp>
            <p:nvSpPr>
              <p:cNvPr id="24" name="24 path">
                <a:extLst>
                  <a:ext uri="{FF2B5EF4-FFF2-40B4-BE49-F238E27FC236}">
                    <a16:creationId xmlns:a16="http://schemas.microsoft.com/office/drawing/2014/main" id="{232B83DC-05AA-4184-BA86-6094C932DF2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3156" y="1378744"/>
                <a:ext cx="186214" cy="136922"/>
              </a:xfrm>
              <a:custGeom>
                <a:avLst/>
                <a:gdLst/>
                <a:ahLst/>
                <a:cxnLst/>
                <a:rect l="0" t="0" r="0" b="0"/>
                <a:pathLst>
                  <a:path w="186214" h="136922">
                    <a:moveTo>
                      <a:pt x="0" y="0"/>
                    </a:moveTo>
                    <a:lnTo>
                      <a:pt x="65722" y="0"/>
                    </a:lnTo>
                    <a:lnTo>
                      <a:pt x="82153" y="21908"/>
                    </a:lnTo>
                    <a:lnTo>
                      <a:pt x="186214" y="21908"/>
                    </a:lnTo>
                    <a:lnTo>
                      <a:pt x="186214" y="136922"/>
                    </a:lnTo>
                    <a:lnTo>
                      <a:pt x="0" y="136922"/>
                    </a:lnTo>
                    <a:close/>
                  </a:path>
                </a:pathLst>
              </a:custGeom>
              <a:solidFill>
                <a:srgbClr val="D2ECFF"/>
              </a:solidFill>
              <a:ln w="10954">
                <a:solidFill>
                  <a:srgbClr val="003496"/>
                </a:solidFill>
              </a:ln>
            </p:spPr>
          </p:sp>
          <p:sp>
            <p:nvSpPr>
              <p:cNvPr id="25" name="25 path">
                <a:extLst>
                  <a:ext uri="{FF2B5EF4-FFF2-40B4-BE49-F238E27FC236}">
                    <a16:creationId xmlns:a16="http://schemas.microsoft.com/office/drawing/2014/main" id="{C739228A-0A6E-4BCA-928C-179B60D301A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8633" y="1417082"/>
                <a:ext cx="175260" cy="98584"/>
              </a:xfrm>
              <a:custGeom>
                <a:avLst/>
                <a:gdLst/>
                <a:ahLst/>
                <a:cxnLst/>
                <a:rect l="0" t="0" r="0" b="0"/>
                <a:pathLst>
                  <a:path w="175260" h="98584">
                    <a:moveTo>
                      <a:pt x="0" y="0"/>
                    </a:moveTo>
                    <a:lnTo>
                      <a:pt x="175260" y="0"/>
                    </a:lnTo>
                    <a:lnTo>
                      <a:pt x="175260" y="98584"/>
                    </a:lnTo>
                    <a:lnTo>
                      <a:pt x="0" y="98584"/>
                    </a:lnTo>
                    <a:close/>
                  </a:path>
                </a:pathLst>
              </a:custGeom>
              <a:solidFill>
                <a:srgbClr val="F7FCFF"/>
              </a:solidFill>
              <a:ln w="7120">
                <a:solidFill>
                  <a:srgbClr val="003496"/>
                </a:solidFill>
              </a:ln>
            </p:spPr>
          </p:sp>
        </p:grpSp>
        <p:sp>
          <p:nvSpPr>
            <p:cNvPr id="26" name="26 my_project/">
              <a:extLst>
                <a:ext uri="{FF2B5EF4-FFF2-40B4-BE49-F238E27FC236}">
                  <a16:creationId xmlns:a16="http://schemas.microsoft.com/office/drawing/2014/main" id="{F6E38E3B-E6D9-48BA-A1D8-96F1B94CF171}"/>
                </a:ext>
              </a:extLst>
            </p:cNvPr>
            <p:cNvSpPr>
              <a:spLocks/>
            </p:cNvSpPr>
            <p:nvPr/>
          </p:nvSpPr>
          <p:spPr>
            <a:xfrm>
              <a:off x="790575" y="1304925"/>
              <a:ext cx="1343025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 dirty="0" err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my_project</a:t>
              </a:r>
              <a:r>
                <a:rPr sz="1575" b="0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/</a:t>
              </a:r>
            </a:p>
          </p:txBody>
        </p:sp>
        <p:sp>
          <p:nvSpPr>
            <p:cNvPr id="27" name="27 path">
              <a:extLst>
                <a:ext uri="{FF2B5EF4-FFF2-40B4-BE49-F238E27FC236}">
                  <a16:creationId xmlns:a16="http://schemas.microsoft.com/office/drawing/2014/main" id="{9C02F50F-7726-4C1F-8020-7B890F1EA71C}"/>
                </a:ext>
              </a:extLst>
            </p:cNvPr>
            <p:cNvSpPr>
              <a:spLocks/>
            </p:cNvSpPr>
            <p:nvPr/>
          </p:nvSpPr>
          <p:spPr>
            <a:xfrm>
              <a:off x="552450" y="1562100"/>
              <a:ext cx="95" cy="1724025"/>
            </a:xfrm>
            <a:custGeom>
              <a:avLst/>
              <a:gdLst/>
              <a:ahLst/>
              <a:cxnLst/>
              <a:rect l="0" t="0" r="0" b="0"/>
              <a:pathLst>
                <a:path w="95" h="1724025">
                  <a:moveTo>
                    <a:pt x="0" y="0"/>
                  </a:moveTo>
                  <a:lnTo>
                    <a:pt x="0" y="1724025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sp>
          <p:nvSpPr>
            <p:cNvPr id="28" name="28 rect">
              <a:extLst>
                <a:ext uri="{FF2B5EF4-FFF2-40B4-BE49-F238E27FC236}">
                  <a16:creationId xmlns:a16="http://schemas.microsoft.com/office/drawing/2014/main" id="{E78B294E-6805-41E3-83AA-47C536DCE9D5}"/>
                </a:ext>
              </a:extLst>
            </p:cNvPr>
            <p:cNvSpPr>
              <a:spLocks/>
            </p:cNvSpPr>
            <p:nvPr/>
          </p:nvSpPr>
          <p:spPr>
            <a:xfrm>
              <a:off x="1009650" y="1628775"/>
              <a:ext cx="1095375" cy="295275"/>
            </a:xfrm>
            <a:prstGeom prst="roundRect">
              <a:avLst>
                <a:gd name="adj" fmla="val 19355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29" name="29 path">
              <a:extLst>
                <a:ext uri="{FF2B5EF4-FFF2-40B4-BE49-F238E27FC236}">
                  <a16:creationId xmlns:a16="http://schemas.microsoft.com/office/drawing/2014/main" id="{F92D2216-A7E8-42FD-A6F4-3A057A3B10BA}"/>
                </a:ext>
              </a:extLst>
            </p:cNvPr>
            <p:cNvSpPr>
              <a:spLocks/>
            </p:cNvSpPr>
            <p:nvPr/>
          </p:nvSpPr>
          <p:spPr>
            <a:xfrm>
              <a:off x="552450" y="1771650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12" name="icon-python-29"/>
            <p:cNvGrpSpPr/>
            <p:nvPr/>
          </p:nvGrpSpPr>
          <p:grpSpPr>
            <a:xfrm>
              <a:off x="813435" y="1712119"/>
              <a:ext cx="120015" cy="128588"/>
              <a:chOff x="813435" y="1712119"/>
              <a:chExt cx="120015" cy="128588"/>
            </a:xfrm>
          </p:grpSpPr>
          <p:sp>
            <p:nvSpPr>
              <p:cNvPr id="32" name="32 ellipse">
                <a:extLst>
                  <a:ext uri="{FF2B5EF4-FFF2-40B4-BE49-F238E27FC236}">
                    <a16:creationId xmlns:a16="http://schemas.microsoft.com/office/drawing/2014/main" id="{2D6EF448-AA03-493F-8461-A57F58FF7B6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3435" y="1712119"/>
                <a:ext cx="11430" cy="12859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33" name="33 ellipse">
                <a:extLst>
                  <a:ext uri="{FF2B5EF4-FFF2-40B4-BE49-F238E27FC236}">
                    <a16:creationId xmlns:a16="http://schemas.microsoft.com/office/drawing/2014/main" id="{B4EDD5D4-CF35-4A75-9866-60B2772DC62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22020" y="1827848"/>
                <a:ext cx="11430" cy="12859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34" name="34 train.py">
              <a:extLst>
                <a:ext uri="{FF2B5EF4-FFF2-40B4-BE49-F238E27FC236}">
                  <a16:creationId xmlns:a16="http://schemas.microsoft.com/office/drawing/2014/main" id="{8A703783-626D-43FD-B589-932832ECBE1B}"/>
                </a:ext>
              </a:extLst>
            </p:cNvPr>
            <p:cNvSpPr>
              <a:spLocks/>
            </p:cNvSpPr>
            <p:nvPr/>
          </p:nvSpPr>
          <p:spPr>
            <a:xfrm>
              <a:off x="1152525" y="1638300"/>
              <a:ext cx="9620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35" name="35 rect">
              <a:extLst>
                <a:ext uri="{FF2B5EF4-FFF2-40B4-BE49-F238E27FC236}">
                  <a16:creationId xmlns:a16="http://schemas.microsoft.com/office/drawing/2014/main" id="{A9FA4B01-7268-49E8-8CC8-A2F95FF21918}"/>
                </a:ext>
              </a:extLst>
            </p:cNvPr>
            <p:cNvSpPr>
              <a:spLocks/>
            </p:cNvSpPr>
            <p:nvPr/>
          </p:nvSpPr>
          <p:spPr>
            <a:xfrm>
              <a:off x="1009650" y="1962150"/>
              <a:ext cx="1095375" cy="295275"/>
            </a:xfrm>
            <a:prstGeom prst="roundRect">
              <a:avLst>
                <a:gd name="adj" fmla="val 19355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36" name="36 path">
              <a:extLst>
                <a:ext uri="{FF2B5EF4-FFF2-40B4-BE49-F238E27FC236}">
                  <a16:creationId xmlns:a16="http://schemas.microsoft.com/office/drawing/2014/main" id="{3A74BE67-9AB3-4275-8178-53F77D3A5C6F}"/>
                </a:ext>
              </a:extLst>
            </p:cNvPr>
            <p:cNvSpPr>
              <a:spLocks/>
            </p:cNvSpPr>
            <p:nvPr/>
          </p:nvSpPr>
          <p:spPr>
            <a:xfrm>
              <a:off x="552450" y="2105025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13" name="icon-document-36"/>
            <p:cNvGrpSpPr/>
            <p:nvPr/>
          </p:nvGrpSpPr>
          <p:grpSpPr>
            <a:xfrm>
              <a:off x="807720" y="1994059"/>
              <a:ext cx="148590" cy="231458"/>
              <a:chOff x="807720" y="1994059"/>
              <a:chExt cx="148590" cy="231458"/>
            </a:xfrm>
          </p:grpSpPr>
          <p:sp>
            <p:nvSpPr>
              <p:cNvPr id="37" name="37 path">
                <a:extLst>
                  <a:ext uri="{FF2B5EF4-FFF2-40B4-BE49-F238E27FC236}">
                    <a16:creationId xmlns:a16="http://schemas.microsoft.com/office/drawing/2014/main" id="{D7607C3A-00B6-47B5-99D2-E0EECEB3E1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7720" y="1994059"/>
                <a:ext cx="148590" cy="231458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8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8"/>
                    </a:lnTo>
                    <a:lnTo>
                      <a:pt x="0" y="231458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38" name="38 path">
                <a:extLst>
                  <a:ext uri="{FF2B5EF4-FFF2-40B4-BE49-F238E27FC236}">
                    <a16:creationId xmlns:a16="http://schemas.microsoft.com/office/drawing/2014/main" id="{FAC82714-1595-4B8D-BF79-6732085836A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4875" y="1994059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39" name="39 path">
                <a:extLst>
                  <a:ext uri="{FF2B5EF4-FFF2-40B4-BE49-F238E27FC236}">
                    <a16:creationId xmlns:a16="http://schemas.microsoft.com/office/drawing/2014/main" id="{DC472A38-D146-46CE-B2D3-143DBFD2AC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09692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0" name="40 path">
                <a:extLst>
                  <a:ext uri="{FF2B5EF4-FFF2-40B4-BE49-F238E27FC236}">
                    <a16:creationId xmlns:a16="http://schemas.microsoft.com/office/drawing/2014/main" id="{E3E509B6-3C5B-484C-9F3B-C057E22EE32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129076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1" name="41 path">
                <a:extLst>
                  <a:ext uri="{FF2B5EF4-FFF2-40B4-BE49-F238E27FC236}">
                    <a16:creationId xmlns:a16="http://schemas.microsoft.com/office/drawing/2014/main" id="{8896FEE3-8280-411A-8443-07C5FB4F55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161223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2" name="42 path">
                <a:extLst>
                  <a:ext uri="{FF2B5EF4-FFF2-40B4-BE49-F238E27FC236}">
                    <a16:creationId xmlns:a16="http://schemas.microsoft.com/office/drawing/2014/main" id="{03C091C8-C269-4190-A054-CC23F099E10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19336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43" name="43 model.py">
              <a:extLst>
                <a:ext uri="{FF2B5EF4-FFF2-40B4-BE49-F238E27FC236}">
                  <a16:creationId xmlns:a16="http://schemas.microsoft.com/office/drawing/2014/main" id="{00AC5367-781C-4B51-90E1-5D7291CE80F5}"/>
                </a:ext>
              </a:extLst>
            </p:cNvPr>
            <p:cNvSpPr>
              <a:spLocks/>
            </p:cNvSpPr>
            <p:nvPr/>
          </p:nvSpPr>
          <p:spPr>
            <a:xfrm>
              <a:off x="1152525" y="1971675"/>
              <a:ext cx="9620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model.py</a:t>
              </a:r>
            </a:p>
          </p:txBody>
        </p:sp>
        <p:sp>
          <p:nvSpPr>
            <p:cNvPr id="44" name="44 rect">
              <a:extLst>
                <a:ext uri="{FF2B5EF4-FFF2-40B4-BE49-F238E27FC236}">
                  <a16:creationId xmlns:a16="http://schemas.microsoft.com/office/drawing/2014/main" id="{61026244-676E-4271-A9CA-EF5D85738261}"/>
                </a:ext>
              </a:extLst>
            </p:cNvPr>
            <p:cNvSpPr>
              <a:spLocks/>
            </p:cNvSpPr>
            <p:nvPr/>
          </p:nvSpPr>
          <p:spPr>
            <a:xfrm>
              <a:off x="1009650" y="2295525"/>
              <a:ext cx="1095375" cy="295275"/>
            </a:xfrm>
            <a:prstGeom prst="roundRect">
              <a:avLst>
                <a:gd name="adj" fmla="val 19355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45" name="45 path">
              <a:extLst>
                <a:ext uri="{FF2B5EF4-FFF2-40B4-BE49-F238E27FC236}">
                  <a16:creationId xmlns:a16="http://schemas.microsoft.com/office/drawing/2014/main" id="{EF7DD43E-6771-4AFE-B0BB-66229E815A0E}"/>
                </a:ext>
              </a:extLst>
            </p:cNvPr>
            <p:cNvSpPr>
              <a:spLocks/>
            </p:cNvSpPr>
            <p:nvPr/>
          </p:nvSpPr>
          <p:spPr>
            <a:xfrm>
              <a:off x="552450" y="2438400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14" name="icon-document-45"/>
            <p:cNvGrpSpPr/>
            <p:nvPr/>
          </p:nvGrpSpPr>
          <p:grpSpPr>
            <a:xfrm>
              <a:off x="807720" y="2327434"/>
              <a:ext cx="148590" cy="231457"/>
              <a:chOff x="807720" y="2327434"/>
              <a:chExt cx="148590" cy="231457"/>
            </a:xfrm>
          </p:grpSpPr>
          <p:sp>
            <p:nvSpPr>
              <p:cNvPr id="46" name="46 path">
                <a:extLst>
                  <a:ext uri="{FF2B5EF4-FFF2-40B4-BE49-F238E27FC236}">
                    <a16:creationId xmlns:a16="http://schemas.microsoft.com/office/drawing/2014/main" id="{18E49490-5D4B-4B7B-B541-91DB991D0F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7720" y="2327434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47" name="47 path">
                <a:extLst>
                  <a:ext uri="{FF2B5EF4-FFF2-40B4-BE49-F238E27FC236}">
                    <a16:creationId xmlns:a16="http://schemas.microsoft.com/office/drawing/2014/main" id="{64AC9063-67FD-4138-8718-AFB28DD16A4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4875" y="2327434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8" name="48 path">
                <a:extLst>
                  <a:ext uri="{FF2B5EF4-FFF2-40B4-BE49-F238E27FC236}">
                    <a16:creationId xmlns:a16="http://schemas.microsoft.com/office/drawing/2014/main" id="{1352F368-2D31-42D3-AEA2-AC4D4919E43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430304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9" name="49 path">
                <a:extLst>
                  <a:ext uri="{FF2B5EF4-FFF2-40B4-BE49-F238E27FC236}">
                    <a16:creationId xmlns:a16="http://schemas.microsoft.com/office/drawing/2014/main" id="{978FE25B-8F2E-40D1-9482-EC68182476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462451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50" name="50 path">
                <a:extLst>
                  <a:ext uri="{FF2B5EF4-FFF2-40B4-BE49-F238E27FC236}">
                    <a16:creationId xmlns:a16="http://schemas.microsoft.com/office/drawing/2014/main" id="{A0EDFB19-50DD-4893-99AE-C9A8D8B444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494598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51" name="51 path">
                <a:extLst>
                  <a:ext uri="{FF2B5EF4-FFF2-40B4-BE49-F238E27FC236}">
                    <a16:creationId xmlns:a16="http://schemas.microsoft.com/office/drawing/2014/main" id="{756210BD-0F39-411F-996B-F771C77019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526744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52" name="52 data.py">
              <a:extLst>
                <a:ext uri="{FF2B5EF4-FFF2-40B4-BE49-F238E27FC236}">
                  <a16:creationId xmlns:a16="http://schemas.microsoft.com/office/drawing/2014/main" id="{8300250C-1541-4131-ABE2-22B1237815D8}"/>
                </a:ext>
              </a:extLst>
            </p:cNvPr>
            <p:cNvSpPr>
              <a:spLocks/>
            </p:cNvSpPr>
            <p:nvPr/>
          </p:nvSpPr>
          <p:spPr>
            <a:xfrm>
              <a:off x="1152525" y="2305050"/>
              <a:ext cx="9620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data.py</a:t>
              </a:r>
            </a:p>
          </p:txBody>
        </p:sp>
        <p:sp>
          <p:nvSpPr>
            <p:cNvPr id="53" name="53 rect">
              <a:extLst>
                <a:ext uri="{FF2B5EF4-FFF2-40B4-BE49-F238E27FC236}">
                  <a16:creationId xmlns:a16="http://schemas.microsoft.com/office/drawing/2014/main" id="{F3B1B5B9-E689-47AE-96DA-BDDEF21A9B49}"/>
                </a:ext>
              </a:extLst>
            </p:cNvPr>
            <p:cNvSpPr>
              <a:spLocks/>
            </p:cNvSpPr>
            <p:nvPr/>
          </p:nvSpPr>
          <p:spPr>
            <a:xfrm>
              <a:off x="1009650" y="2628900"/>
              <a:ext cx="1095375" cy="295275"/>
            </a:xfrm>
            <a:prstGeom prst="roundRect">
              <a:avLst>
                <a:gd name="adj" fmla="val 19355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54" name="54 path">
              <a:extLst>
                <a:ext uri="{FF2B5EF4-FFF2-40B4-BE49-F238E27FC236}">
                  <a16:creationId xmlns:a16="http://schemas.microsoft.com/office/drawing/2014/main" id="{2CE7A821-B44C-4FAB-BAB7-E4018E8687E0}"/>
                </a:ext>
              </a:extLst>
            </p:cNvPr>
            <p:cNvSpPr>
              <a:spLocks/>
            </p:cNvSpPr>
            <p:nvPr/>
          </p:nvSpPr>
          <p:spPr>
            <a:xfrm>
              <a:off x="552450" y="2771775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15" name="icon-document-54"/>
            <p:cNvGrpSpPr/>
            <p:nvPr/>
          </p:nvGrpSpPr>
          <p:grpSpPr>
            <a:xfrm>
              <a:off x="807720" y="2660809"/>
              <a:ext cx="148590" cy="231457"/>
              <a:chOff x="807720" y="2660809"/>
              <a:chExt cx="148590" cy="231457"/>
            </a:xfrm>
          </p:grpSpPr>
          <p:sp>
            <p:nvSpPr>
              <p:cNvPr id="55" name="55 path">
                <a:extLst>
                  <a:ext uri="{FF2B5EF4-FFF2-40B4-BE49-F238E27FC236}">
                    <a16:creationId xmlns:a16="http://schemas.microsoft.com/office/drawing/2014/main" id="{60B9162B-5B67-494C-BC46-0630FA823BC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7720" y="2660809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56" name="56 path">
                <a:extLst>
                  <a:ext uri="{FF2B5EF4-FFF2-40B4-BE49-F238E27FC236}">
                    <a16:creationId xmlns:a16="http://schemas.microsoft.com/office/drawing/2014/main" id="{8ECAF4AC-4852-4C1D-A86D-86AD720287F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4875" y="2660809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57" name="57 path">
                <a:extLst>
                  <a:ext uri="{FF2B5EF4-FFF2-40B4-BE49-F238E27FC236}">
                    <a16:creationId xmlns:a16="http://schemas.microsoft.com/office/drawing/2014/main" id="{146EA8F0-69D5-428F-A788-3DBEA5F94E3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76367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58" name="58 path">
                <a:extLst>
                  <a:ext uri="{FF2B5EF4-FFF2-40B4-BE49-F238E27FC236}">
                    <a16:creationId xmlns:a16="http://schemas.microsoft.com/office/drawing/2014/main" id="{CE5E7205-A5A8-42EC-8E44-EC9D5E89D2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795826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59" name="59 path">
                <a:extLst>
                  <a:ext uri="{FF2B5EF4-FFF2-40B4-BE49-F238E27FC236}">
                    <a16:creationId xmlns:a16="http://schemas.microsoft.com/office/drawing/2014/main" id="{F088AE17-70F8-48CA-AE02-92864A5BEFF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827973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60" name="60 path">
                <a:extLst>
                  <a:ext uri="{FF2B5EF4-FFF2-40B4-BE49-F238E27FC236}">
                    <a16:creationId xmlns:a16="http://schemas.microsoft.com/office/drawing/2014/main" id="{0E891A13-3DD9-4A9A-B346-5AECC014C7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86011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61" name="61 utils.py">
              <a:extLst>
                <a:ext uri="{FF2B5EF4-FFF2-40B4-BE49-F238E27FC236}">
                  <a16:creationId xmlns:a16="http://schemas.microsoft.com/office/drawing/2014/main" id="{AD6CD1E2-A925-4EDF-9B33-2E6B8616DA65}"/>
                </a:ext>
              </a:extLst>
            </p:cNvPr>
            <p:cNvSpPr>
              <a:spLocks/>
            </p:cNvSpPr>
            <p:nvPr/>
          </p:nvSpPr>
          <p:spPr>
            <a:xfrm>
              <a:off x="1152525" y="2638425"/>
              <a:ext cx="9620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utils.py</a:t>
              </a:r>
            </a:p>
          </p:txBody>
        </p:sp>
        <p:sp>
          <p:nvSpPr>
            <p:cNvPr id="62" name="62 rect">
              <a:extLst>
                <a:ext uri="{FF2B5EF4-FFF2-40B4-BE49-F238E27FC236}">
                  <a16:creationId xmlns:a16="http://schemas.microsoft.com/office/drawing/2014/main" id="{0834C094-960D-463C-82D5-02408C86F823}"/>
                </a:ext>
              </a:extLst>
            </p:cNvPr>
            <p:cNvSpPr>
              <a:spLocks/>
            </p:cNvSpPr>
            <p:nvPr/>
          </p:nvSpPr>
          <p:spPr>
            <a:xfrm>
              <a:off x="1009650" y="2962275"/>
              <a:ext cx="1095375" cy="295275"/>
            </a:xfrm>
            <a:prstGeom prst="roundRect">
              <a:avLst>
                <a:gd name="adj" fmla="val 19355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63" name="63 path">
              <a:extLst>
                <a:ext uri="{FF2B5EF4-FFF2-40B4-BE49-F238E27FC236}">
                  <a16:creationId xmlns:a16="http://schemas.microsoft.com/office/drawing/2014/main" id="{BB09271F-B9D6-46BE-80C3-231F09145F2C}"/>
                </a:ext>
              </a:extLst>
            </p:cNvPr>
            <p:cNvSpPr>
              <a:spLocks/>
            </p:cNvSpPr>
            <p:nvPr/>
          </p:nvSpPr>
          <p:spPr>
            <a:xfrm>
              <a:off x="552450" y="3105150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16" name="icon-config-63"/>
            <p:cNvGrpSpPr/>
            <p:nvPr/>
          </p:nvGrpSpPr>
          <p:grpSpPr>
            <a:xfrm>
              <a:off x="807720" y="2994184"/>
              <a:ext cx="148590" cy="231457"/>
              <a:chOff x="807720" y="2994184"/>
              <a:chExt cx="148590" cy="231457"/>
            </a:xfrm>
          </p:grpSpPr>
          <p:sp>
            <p:nvSpPr>
              <p:cNvPr id="64" name="64 path">
                <a:extLst>
                  <a:ext uri="{FF2B5EF4-FFF2-40B4-BE49-F238E27FC236}">
                    <a16:creationId xmlns:a16="http://schemas.microsoft.com/office/drawing/2014/main" id="{C256F30D-2B0D-4E92-B0DF-A05EEBB7214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7720" y="2994184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92302D"/>
                </a:solidFill>
              </a:ln>
            </p:spPr>
          </p:sp>
          <p:sp>
            <p:nvSpPr>
              <p:cNvPr id="65" name="65 path">
                <a:extLst>
                  <a:ext uri="{FF2B5EF4-FFF2-40B4-BE49-F238E27FC236}">
                    <a16:creationId xmlns:a16="http://schemas.microsoft.com/office/drawing/2014/main" id="{CB95FEE5-FFB9-457E-8810-03E5D303893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4875" y="2994184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  <p:sp>
            <p:nvSpPr>
              <p:cNvPr id="66" name="66 path">
                <a:extLst>
                  <a:ext uri="{FF2B5EF4-FFF2-40B4-BE49-F238E27FC236}">
                    <a16:creationId xmlns:a16="http://schemas.microsoft.com/office/drawing/2014/main" id="{3BF3628D-C19C-499E-BF05-50F15A51E0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3097054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  <p:sp>
            <p:nvSpPr>
              <p:cNvPr id="67" name="67 path">
                <a:extLst>
                  <a:ext uri="{FF2B5EF4-FFF2-40B4-BE49-F238E27FC236}">
                    <a16:creationId xmlns:a16="http://schemas.microsoft.com/office/drawing/2014/main" id="{C6993B65-C95A-4D06-8F3E-1A9FD4986F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3129201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  <p:sp>
            <p:nvSpPr>
              <p:cNvPr id="68" name="68 path">
                <a:extLst>
                  <a:ext uri="{FF2B5EF4-FFF2-40B4-BE49-F238E27FC236}">
                    <a16:creationId xmlns:a16="http://schemas.microsoft.com/office/drawing/2014/main" id="{933D1BA8-60B8-4581-8F7D-17C43F6FD5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3161348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  <p:sp>
            <p:nvSpPr>
              <p:cNvPr id="69" name="69 path">
                <a:extLst>
                  <a:ext uri="{FF2B5EF4-FFF2-40B4-BE49-F238E27FC236}">
                    <a16:creationId xmlns:a16="http://schemas.microsoft.com/office/drawing/2014/main" id="{E1096CC9-C8EE-4EC9-A284-A5BD131FF7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3193494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</p:grpSp>
        <p:sp>
          <p:nvSpPr>
            <p:cNvPr id="70" name="70 config.yaml">
              <a:extLst>
                <a:ext uri="{FF2B5EF4-FFF2-40B4-BE49-F238E27FC236}">
                  <a16:creationId xmlns:a16="http://schemas.microsoft.com/office/drawing/2014/main" id="{FCE04234-0881-4B91-AC29-3E7562CC0452}"/>
                </a:ext>
              </a:extLst>
            </p:cNvPr>
            <p:cNvSpPr>
              <a:spLocks/>
            </p:cNvSpPr>
            <p:nvPr/>
          </p:nvSpPr>
          <p:spPr>
            <a:xfrm>
              <a:off x="1152525" y="2971800"/>
              <a:ext cx="9620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config.yaml</a:t>
              </a:r>
            </a:p>
          </p:txBody>
        </p:sp>
        <p:sp>
          <p:nvSpPr>
            <p:cNvPr id="71" name="71 …">
              <a:extLst>
                <a:ext uri="{FF2B5EF4-FFF2-40B4-BE49-F238E27FC236}">
                  <a16:creationId xmlns:a16="http://schemas.microsoft.com/office/drawing/2014/main" id="{0FCD69F3-1E92-4486-A6D8-61DC30E5C8D9}"/>
                </a:ext>
              </a:extLst>
            </p:cNvPr>
            <p:cNvSpPr>
              <a:spLocks/>
            </p:cNvSpPr>
            <p:nvPr/>
          </p:nvSpPr>
          <p:spPr>
            <a:xfrm>
              <a:off x="762000" y="3228975"/>
              <a:ext cx="476250" cy="190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72" name="72 rect">
              <a:extLst>
                <a:ext uri="{FF2B5EF4-FFF2-40B4-BE49-F238E27FC236}">
                  <a16:creationId xmlns:a16="http://schemas.microsoft.com/office/drawing/2014/main" id="{E067602C-F884-422E-B58C-475BEE3493D4}"/>
                </a:ext>
              </a:extLst>
            </p:cNvPr>
            <p:cNvSpPr>
              <a:spLocks/>
            </p:cNvSpPr>
            <p:nvPr/>
          </p:nvSpPr>
          <p:spPr>
            <a:xfrm>
              <a:off x="2228850" y="1352550"/>
              <a:ext cx="2057400" cy="2066925"/>
            </a:xfrm>
            <a:prstGeom prst="roundRect">
              <a:avLst>
                <a:gd name="adj" fmla="val 3704"/>
              </a:avLst>
            </a:prstGeom>
            <a:solidFill>
              <a:srgbClr val="F7FAFE"/>
            </a:solidFill>
            <a:ln w="5715">
              <a:solidFill>
                <a:srgbClr val="DCE6F1"/>
              </a:solidFill>
            </a:ln>
          </p:spPr>
        </p:sp>
        <p:sp>
          <p:nvSpPr>
            <p:cNvPr id="73" name="73 rect">
              <a:extLst>
                <a:ext uri="{FF2B5EF4-FFF2-40B4-BE49-F238E27FC236}">
                  <a16:creationId xmlns:a16="http://schemas.microsoft.com/office/drawing/2014/main" id="{EEC86B1F-3E16-4849-8495-59C978D6F80F}"/>
                </a:ext>
              </a:extLst>
            </p:cNvPr>
            <p:cNvSpPr>
              <a:spLocks/>
            </p:cNvSpPr>
            <p:nvPr/>
          </p:nvSpPr>
          <p:spPr>
            <a:xfrm>
              <a:off x="2228850" y="1352550"/>
              <a:ext cx="2057400" cy="276225"/>
            </a:xfrm>
            <a:prstGeom prst="roundRect">
              <a:avLst>
                <a:gd name="adj" fmla="val 27586"/>
              </a:avLst>
            </a:prstGeom>
            <a:solidFill>
              <a:srgbClr val="E7EDF3"/>
            </a:solidFill>
            <a:ln w="0">
              <a:noFill/>
            </a:ln>
          </p:spPr>
        </p:sp>
        <p:sp>
          <p:nvSpPr>
            <p:cNvPr id="74" name="74 train.py">
              <a:extLst>
                <a:ext uri="{FF2B5EF4-FFF2-40B4-BE49-F238E27FC236}">
                  <a16:creationId xmlns:a16="http://schemas.microsoft.com/office/drawing/2014/main" id="{AB69BBD3-838D-4DA0-830F-0BAFC6B2E55C}"/>
                </a:ext>
              </a:extLst>
            </p:cNvPr>
            <p:cNvSpPr>
              <a:spLocks/>
            </p:cNvSpPr>
            <p:nvPr/>
          </p:nvSpPr>
          <p:spPr>
            <a:xfrm>
              <a:off x="2362200" y="1381125"/>
              <a:ext cx="1762125" cy="2244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75" name="75 def train(model, loader):">
              <a:extLst>
                <a:ext uri="{FF2B5EF4-FFF2-40B4-BE49-F238E27FC236}">
                  <a16:creationId xmlns:a16="http://schemas.microsoft.com/office/drawing/2014/main" id="{76A269AD-800C-432E-BE15-59CC5838384D}"/>
                </a:ext>
              </a:extLst>
            </p:cNvPr>
            <p:cNvSpPr>
              <a:spLocks/>
            </p:cNvSpPr>
            <p:nvPr/>
          </p:nvSpPr>
          <p:spPr>
            <a:xfrm>
              <a:off x="2343150" y="1695450"/>
              <a:ext cx="1952625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def train(model, loader):</a:t>
              </a:r>
            </a:p>
          </p:txBody>
        </p:sp>
        <p:sp>
          <p:nvSpPr>
            <p:cNvPr id="76" name="76     model.train()">
              <a:extLst>
                <a:ext uri="{FF2B5EF4-FFF2-40B4-BE49-F238E27FC236}">
                  <a16:creationId xmlns:a16="http://schemas.microsoft.com/office/drawing/2014/main" id="{9177F691-C11C-4FB3-842D-231A06F93E1B}"/>
                </a:ext>
              </a:extLst>
            </p:cNvPr>
            <p:cNvSpPr>
              <a:spLocks/>
            </p:cNvSpPr>
            <p:nvPr/>
          </p:nvSpPr>
          <p:spPr>
            <a:xfrm>
              <a:off x="2343150" y="1887855"/>
              <a:ext cx="1952625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model.train()</a:t>
              </a:r>
            </a:p>
          </p:txBody>
        </p:sp>
        <p:sp>
          <p:nvSpPr>
            <p:cNvPr id="77" name="77     for x, y in loader:">
              <a:extLst>
                <a:ext uri="{FF2B5EF4-FFF2-40B4-BE49-F238E27FC236}">
                  <a16:creationId xmlns:a16="http://schemas.microsoft.com/office/drawing/2014/main" id="{D91A9889-C46A-4FDC-AF00-9E819FB60606}"/>
                </a:ext>
              </a:extLst>
            </p:cNvPr>
            <p:cNvSpPr>
              <a:spLocks/>
            </p:cNvSpPr>
            <p:nvPr/>
          </p:nvSpPr>
          <p:spPr>
            <a:xfrm>
              <a:off x="2343150" y="2080260"/>
              <a:ext cx="1952625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for x, y in loader:</a:t>
              </a:r>
            </a:p>
          </p:txBody>
        </p:sp>
        <p:sp>
          <p:nvSpPr>
            <p:cNvPr id="78" name="78         optim.zero_grad()">
              <a:extLst>
                <a:ext uri="{FF2B5EF4-FFF2-40B4-BE49-F238E27FC236}">
                  <a16:creationId xmlns:a16="http://schemas.microsoft.com/office/drawing/2014/main" id="{37989866-EABC-43E5-BF85-8A90945FB633}"/>
                </a:ext>
              </a:extLst>
            </p:cNvPr>
            <p:cNvSpPr>
              <a:spLocks/>
            </p:cNvSpPr>
            <p:nvPr/>
          </p:nvSpPr>
          <p:spPr>
            <a:xfrm>
              <a:off x="2343150" y="2272665"/>
              <a:ext cx="1952625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    optim.zero_grad()</a:t>
              </a:r>
            </a:p>
          </p:txBody>
        </p:sp>
        <p:sp>
          <p:nvSpPr>
            <p:cNvPr id="79" name="79         loss = model(x, y)">
              <a:extLst>
                <a:ext uri="{FF2B5EF4-FFF2-40B4-BE49-F238E27FC236}">
                  <a16:creationId xmlns:a16="http://schemas.microsoft.com/office/drawing/2014/main" id="{77B62FB4-4F0A-447F-9C0D-0469B67CBD8C}"/>
                </a:ext>
              </a:extLst>
            </p:cNvPr>
            <p:cNvSpPr>
              <a:spLocks/>
            </p:cNvSpPr>
            <p:nvPr/>
          </p:nvSpPr>
          <p:spPr>
            <a:xfrm>
              <a:off x="2343150" y="2465070"/>
              <a:ext cx="1952625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dirty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    loss = model(x, y)</a:t>
              </a:r>
            </a:p>
          </p:txBody>
        </p:sp>
        <p:sp>
          <p:nvSpPr>
            <p:cNvPr id="80" name="80         loss.backward()">
              <a:extLst>
                <a:ext uri="{FF2B5EF4-FFF2-40B4-BE49-F238E27FC236}">
                  <a16:creationId xmlns:a16="http://schemas.microsoft.com/office/drawing/2014/main" id="{36663C4B-9A32-4A42-AC4B-A8CE67D86D21}"/>
                </a:ext>
              </a:extLst>
            </p:cNvPr>
            <p:cNvSpPr>
              <a:spLocks/>
            </p:cNvSpPr>
            <p:nvPr/>
          </p:nvSpPr>
          <p:spPr>
            <a:xfrm>
              <a:off x="2343150" y="2657475"/>
              <a:ext cx="1952625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    loss.backward()</a:t>
              </a:r>
            </a:p>
          </p:txBody>
        </p:sp>
        <p:sp>
          <p:nvSpPr>
            <p:cNvPr id="81" name="81         optim.step()">
              <a:extLst>
                <a:ext uri="{FF2B5EF4-FFF2-40B4-BE49-F238E27FC236}">
                  <a16:creationId xmlns:a16="http://schemas.microsoft.com/office/drawing/2014/main" id="{E41A0781-1200-477A-BA93-76C36C7DBDBB}"/>
                </a:ext>
              </a:extLst>
            </p:cNvPr>
            <p:cNvSpPr>
              <a:spLocks/>
            </p:cNvSpPr>
            <p:nvPr/>
          </p:nvSpPr>
          <p:spPr>
            <a:xfrm>
              <a:off x="2343150" y="2849880"/>
              <a:ext cx="1952625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    optim.step()</a:t>
              </a:r>
            </a:p>
          </p:txBody>
        </p:sp>
        <p:sp>
          <p:nvSpPr>
            <p:cNvPr id="82" name="82 path">
              <a:extLst>
                <a:ext uri="{FF2B5EF4-FFF2-40B4-BE49-F238E27FC236}">
                  <a16:creationId xmlns:a16="http://schemas.microsoft.com/office/drawing/2014/main" id="{89CF9C77-7A1F-4C0F-8D53-89CB1625AC36}"/>
                </a:ext>
              </a:extLst>
            </p:cNvPr>
            <p:cNvSpPr>
              <a:spLocks/>
            </p:cNvSpPr>
            <p:nvPr/>
          </p:nvSpPr>
          <p:spPr>
            <a:xfrm>
              <a:off x="2228850" y="3533775"/>
              <a:ext cx="342900" cy="247650"/>
            </a:xfrm>
            <a:custGeom>
              <a:avLst/>
              <a:gdLst/>
              <a:ahLst/>
              <a:cxnLst/>
              <a:rect l="0" t="0" r="0" b="0"/>
              <a:pathLst>
                <a:path w="342900" h="247650">
                  <a:moveTo>
                    <a:pt x="85725" y="0"/>
                  </a:moveTo>
                  <a:lnTo>
                    <a:pt x="257175" y="0"/>
                  </a:lnTo>
                  <a:lnTo>
                    <a:pt x="257175" y="104775"/>
                  </a:lnTo>
                  <a:lnTo>
                    <a:pt x="342900" y="104775"/>
                  </a:lnTo>
                  <a:lnTo>
                    <a:pt x="171450" y="247650"/>
                  </a:lnTo>
                  <a:lnTo>
                    <a:pt x="0" y="104775"/>
                  </a:lnTo>
                  <a:lnTo>
                    <a:pt x="85725" y="104775"/>
                  </a:lnTo>
                  <a:close/>
                </a:path>
              </a:pathLst>
            </a:custGeom>
            <a:solidFill>
              <a:srgbClr val="B8BCC0"/>
            </a:solidFill>
            <a:ln w="9525">
              <a:solidFill>
                <a:srgbClr val="78828B"/>
              </a:solidFill>
            </a:ln>
          </p:spPr>
        </p:sp>
        <p:sp>
          <p:nvSpPr>
            <p:cNvPr id="83" name="83 rect">
              <a:extLst>
                <a:ext uri="{FF2B5EF4-FFF2-40B4-BE49-F238E27FC236}">
                  <a16:creationId xmlns:a16="http://schemas.microsoft.com/office/drawing/2014/main" id="{6FAB10B6-D5AD-4F5C-A3DE-F4ECFDB1DC04}"/>
                </a:ext>
              </a:extLst>
            </p:cNvPr>
            <p:cNvSpPr>
              <a:spLocks/>
            </p:cNvSpPr>
            <p:nvPr/>
          </p:nvSpPr>
          <p:spPr>
            <a:xfrm>
              <a:off x="1171575" y="3781425"/>
              <a:ext cx="2409825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84" name="84 Migrate to New Ecosystem">
              <a:extLst>
                <a:ext uri="{FF2B5EF4-FFF2-40B4-BE49-F238E27FC236}">
                  <a16:creationId xmlns:a16="http://schemas.microsoft.com/office/drawing/2014/main" id="{2DB3E387-E0EA-49B9-8C68-CC1D1CE9F30D}"/>
                </a:ext>
              </a:extLst>
            </p:cNvPr>
            <p:cNvSpPr>
              <a:spLocks/>
            </p:cNvSpPr>
            <p:nvPr/>
          </p:nvSpPr>
          <p:spPr>
            <a:xfrm>
              <a:off x="1219200" y="3790950"/>
              <a:ext cx="2314575" cy="24330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4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4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Migrate to New Ecosystem</a:t>
              </a:r>
            </a:p>
          </p:txBody>
        </p:sp>
        <p:sp>
          <p:nvSpPr>
            <p:cNvPr id="99" name="99 path">
              <a:extLst>
                <a:ext uri="{FF2B5EF4-FFF2-40B4-BE49-F238E27FC236}">
                  <a16:creationId xmlns:a16="http://schemas.microsoft.com/office/drawing/2014/main" id="{62AA9FBB-05BB-4CDE-89F1-10DCB7A8C7B2}"/>
                </a:ext>
              </a:extLst>
            </p:cNvPr>
            <p:cNvSpPr>
              <a:spLocks/>
            </p:cNvSpPr>
            <p:nvPr/>
          </p:nvSpPr>
          <p:spPr>
            <a:xfrm>
              <a:off x="2238375" y="4619625"/>
              <a:ext cx="323850" cy="190500"/>
            </a:xfrm>
            <a:custGeom>
              <a:avLst/>
              <a:gdLst/>
              <a:ahLst/>
              <a:cxnLst/>
              <a:rect l="0" t="0" r="0" b="0"/>
              <a:pathLst>
                <a:path w="323850" h="190500">
                  <a:moveTo>
                    <a:pt x="85725" y="0"/>
                  </a:moveTo>
                  <a:lnTo>
                    <a:pt x="247650" y="0"/>
                  </a:lnTo>
                  <a:lnTo>
                    <a:pt x="247650" y="57150"/>
                  </a:lnTo>
                  <a:lnTo>
                    <a:pt x="323850" y="57150"/>
                  </a:lnTo>
                  <a:lnTo>
                    <a:pt x="161925" y="190500"/>
                  </a:lnTo>
                  <a:lnTo>
                    <a:pt x="0" y="57150"/>
                  </a:lnTo>
                  <a:lnTo>
                    <a:pt x="85725" y="57150"/>
                  </a:lnTo>
                  <a:close/>
                </a:path>
              </a:pathLst>
            </a:custGeom>
            <a:solidFill>
              <a:srgbClr val="B8BCC0"/>
            </a:solidFill>
            <a:ln w="9525">
              <a:solidFill>
                <a:srgbClr val="78828B"/>
              </a:solidFill>
            </a:ln>
          </p:spPr>
        </p:sp>
        <p:sp>
          <p:nvSpPr>
            <p:cNvPr id="100" name="100 rect">
              <a:extLst>
                <a:ext uri="{FF2B5EF4-FFF2-40B4-BE49-F238E27FC236}">
                  <a16:creationId xmlns:a16="http://schemas.microsoft.com/office/drawing/2014/main" id="{4289369E-DB33-48A5-8455-EBC0A58D1B2C}"/>
                </a:ext>
              </a:extLst>
            </p:cNvPr>
            <p:cNvSpPr>
              <a:spLocks/>
            </p:cNvSpPr>
            <p:nvPr/>
          </p:nvSpPr>
          <p:spPr>
            <a:xfrm>
              <a:off x="276225" y="4781550"/>
              <a:ext cx="4210050" cy="3048000"/>
            </a:xfrm>
            <a:prstGeom prst="roundRect">
              <a:avLst>
                <a:gd name="adj" fmla="val 4375"/>
              </a:avLst>
            </a:prstGeom>
            <a:gradFill>
              <a:gsLst>
                <a:gs pos="0">
                  <a:srgbClr val="FFF0E0"/>
                </a:gs>
                <a:gs pos="100000">
                  <a:srgbClr val="FFF8EF"/>
                </a:gs>
              </a:gsLst>
              <a:lin ang="5400000"/>
            </a:gradFill>
            <a:ln w="9525">
              <a:solidFill>
                <a:srgbClr val="F18C4D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10" name="110 Initial Migrated Repository">
              <a:extLst>
                <a:ext uri="{FF2B5EF4-FFF2-40B4-BE49-F238E27FC236}">
                  <a16:creationId xmlns:a16="http://schemas.microsoft.com/office/drawing/2014/main" id="{1C69BB3A-9BBE-4E1A-8B97-188F0D004CFB}"/>
                </a:ext>
              </a:extLst>
            </p:cNvPr>
            <p:cNvSpPr>
              <a:spLocks/>
            </p:cNvSpPr>
            <p:nvPr/>
          </p:nvSpPr>
          <p:spPr>
            <a:xfrm>
              <a:off x="923925" y="4878515"/>
              <a:ext cx="3467100" cy="32918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>
                <a:defRPr sz="160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05" b="1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Initial Migrated Repository</a:t>
              </a:r>
              <a:r>
                <a:rPr lang="en-US" altLang="zh-CN" b="1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(Imperfect)</a:t>
              </a:r>
            </a:p>
          </p:txBody>
        </p:sp>
        <p:sp>
          <p:nvSpPr>
            <p:cNvPr id="112" name="112 rect">
              <a:extLst>
                <a:ext uri="{FF2B5EF4-FFF2-40B4-BE49-F238E27FC236}">
                  <a16:creationId xmlns:a16="http://schemas.microsoft.com/office/drawing/2014/main" id="{D82D7FDC-0A85-48F9-A7E2-60CF198F3CF3}"/>
                </a:ext>
              </a:extLst>
            </p:cNvPr>
            <p:cNvSpPr>
              <a:spLocks/>
            </p:cNvSpPr>
            <p:nvPr/>
          </p:nvSpPr>
          <p:spPr>
            <a:xfrm>
              <a:off x="371475" y="5295900"/>
              <a:ext cx="4019550" cy="1857375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11430">
              <a:solidFill>
                <a:srgbClr val="6E8AA0"/>
              </a:solidFill>
            </a:ln>
          </p:spPr>
        </p:sp>
        <p:grpSp>
          <p:nvGrpSpPr>
            <p:cNvPr id="524" name="icon-folder-112"/>
            <p:cNvGrpSpPr/>
            <p:nvPr/>
          </p:nvGrpSpPr>
          <p:grpSpPr>
            <a:xfrm>
              <a:off x="492681" y="5407819"/>
              <a:ext cx="186214" cy="136922"/>
              <a:chOff x="492681" y="5407819"/>
              <a:chExt cx="186214" cy="136922"/>
            </a:xfrm>
          </p:grpSpPr>
          <p:sp>
            <p:nvSpPr>
              <p:cNvPr id="113" name="113 path">
                <a:extLst>
                  <a:ext uri="{FF2B5EF4-FFF2-40B4-BE49-F238E27FC236}">
                    <a16:creationId xmlns:a16="http://schemas.microsoft.com/office/drawing/2014/main" id="{2F9C9957-F7F4-4032-94CE-1A29023D6F5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2681" y="5407819"/>
                <a:ext cx="186214" cy="136922"/>
              </a:xfrm>
              <a:custGeom>
                <a:avLst/>
                <a:gdLst/>
                <a:ahLst/>
                <a:cxnLst/>
                <a:rect l="0" t="0" r="0" b="0"/>
                <a:pathLst>
                  <a:path w="186214" h="136922">
                    <a:moveTo>
                      <a:pt x="0" y="0"/>
                    </a:moveTo>
                    <a:lnTo>
                      <a:pt x="65722" y="0"/>
                    </a:lnTo>
                    <a:lnTo>
                      <a:pt x="82153" y="21907"/>
                    </a:lnTo>
                    <a:lnTo>
                      <a:pt x="186214" y="21907"/>
                    </a:lnTo>
                    <a:lnTo>
                      <a:pt x="186214" y="136922"/>
                    </a:lnTo>
                    <a:lnTo>
                      <a:pt x="0" y="136922"/>
                    </a:lnTo>
                    <a:close/>
                  </a:path>
                </a:pathLst>
              </a:custGeom>
              <a:solidFill>
                <a:srgbClr val="D2ECFF"/>
              </a:solidFill>
              <a:ln w="10954">
                <a:solidFill>
                  <a:srgbClr val="003496"/>
                </a:solidFill>
              </a:ln>
            </p:spPr>
          </p:sp>
          <p:sp>
            <p:nvSpPr>
              <p:cNvPr id="114" name="114 path">
                <a:extLst>
                  <a:ext uri="{FF2B5EF4-FFF2-40B4-BE49-F238E27FC236}">
                    <a16:creationId xmlns:a16="http://schemas.microsoft.com/office/drawing/2014/main" id="{C75F1069-2E33-4672-8D00-CB4469E05C7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8158" y="5446157"/>
                <a:ext cx="175260" cy="98584"/>
              </a:xfrm>
              <a:custGeom>
                <a:avLst/>
                <a:gdLst/>
                <a:ahLst/>
                <a:cxnLst/>
                <a:rect l="0" t="0" r="0" b="0"/>
                <a:pathLst>
                  <a:path w="175260" h="98584">
                    <a:moveTo>
                      <a:pt x="0" y="0"/>
                    </a:moveTo>
                    <a:lnTo>
                      <a:pt x="175260" y="0"/>
                    </a:lnTo>
                    <a:lnTo>
                      <a:pt x="175260" y="98584"/>
                    </a:lnTo>
                    <a:lnTo>
                      <a:pt x="0" y="98584"/>
                    </a:lnTo>
                    <a:close/>
                  </a:path>
                </a:pathLst>
              </a:custGeom>
              <a:solidFill>
                <a:srgbClr val="F7FCFF"/>
              </a:solidFill>
              <a:ln w="7120">
                <a:solidFill>
                  <a:srgbClr val="003496"/>
                </a:solidFill>
              </a:ln>
            </p:spPr>
          </p:sp>
        </p:grpSp>
        <p:sp>
          <p:nvSpPr>
            <p:cNvPr id="115" name="115 migrated_project/">
              <a:extLst>
                <a:ext uri="{FF2B5EF4-FFF2-40B4-BE49-F238E27FC236}">
                  <a16:creationId xmlns:a16="http://schemas.microsoft.com/office/drawing/2014/main" id="{B3B67373-BBA6-45D1-8401-8A4358175DF1}"/>
                </a:ext>
              </a:extLst>
            </p:cNvPr>
            <p:cNvSpPr>
              <a:spLocks/>
            </p:cNvSpPr>
            <p:nvPr/>
          </p:nvSpPr>
          <p:spPr>
            <a:xfrm>
              <a:off x="790575" y="5365898"/>
              <a:ext cx="1362075" cy="2303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6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63" b="0" dirty="0" err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migrated_project</a:t>
              </a:r>
              <a:r>
                <a:rPr sz="1463" b="0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/</a:t>
              </a:r>
            </a:p>
          </p:txBody>
        </p:sp>
        <p:sp>
          <p:nvSpPr>
            <p:cNvPr id="116" name="116 path">
              <a:extLst>
                <a:ext uri="{FF2B5EF4-FFF2-40B4-BE49-F238E27FC236}">
                  <a16:creationId xmlns:a16="http://schemas.microsoft.com/office/drawing/2014/main" id="{10A4E65C-52E4-41D3-B566-2509C1D84F78}"/>
                </a:ext>
              </a:extLst>
            </p:cNvPr>
            <p:cNvSpPr>
              <a:spLocks/>
            </p:cNvSpPr>
            <p:nvPr/>
          </p:nvSpPr>
          <p:spPr>
            <a:xfrm>
              <a:off x="561975" y="5648326"/>
              <a:ext cx="45719" cy="1141382"/>
            </a:xfrm>
            <a:custGeom>
              <a:avLst/>
              <a:gdLst/>
              <a:ahLst/>
              <a:cxnLst/>
              <a:rect l="0" t="0" r="0" b="0"/>
              <a:pathLst>
                <a:path w="95" h="1419225">
                  <a:moveTo>
                    <a:pt x="0" y="0"/>
                  </a:moveTo>
                  <a:lnTo>
                    <a:pt x="0" y="1419225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sp>
          <p:nvSpPr>
            <p:cNvPr id="117" name="117 rect">
              <a:extLst>
                <a:ext uri="{FF2B5EF4-FFF2-40B4-BE49-F238E27FC236}">
                  <a16:creationId xmlns:a16="http://schemas.microsoft.com/office/drawing/2014/main" id="{83864631-2D55-4936-B360-F1AFEC25EC3C}"/>
                </a:ext>
              </a:extLst>
            </p:cNvPr>
            <p:cNvSpPr>
              <a:spLocks/>
            </p:cNvSpPr>
            <p:nvPr/>
          </p:nvSpPr>
          <p:spPr>
            <a:xfrm>
              <a:off x="1019173" y="5739345"/>
              <a:ext cx="1114425" cy="219075"/>
            </a:xfrm>
            <a:prstGeom prst="roundRect">
              <a:avLst>
                <a:gd name="adj" fmla="val 26087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118" name="118 path">
              <a:extLst>
                <a:ext uri="{FF2B5EF4-FFF2-40B4-BE49-F238E27FC236}">
                  <a16:creationId xmlns:a16="http://schemas.microsoft.com/office/drawing/2014/main" id="{56B2286F-6FA2-4CE1-9578-79870418500B}"/>
                </a:ext>
              </a:extLst>
            </p:cNvPr>
            <p:cNvSpPr>
              <a:spLocks/>
            </p:cNvSpPr>
            <p:nvPr/>
          </p:nvSpPr>
          <p:spPr>
            <a:xfrm>
              <a:off x="561975" y="5857875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25" name="icon-python-118"/>
            <p:cNvGrpSpPr/>
            <p:nvPr/>
          </p:nvGrpSpPr>
          <p:grpSpPr>
            <a:xfrm>
              <a:off x="822960" y="5798344"/>
              <a:ext cx="120015" cy="128588"/>
              <a:chOff x="822960" y="5741194"/>
              <a:chExt cx="120015" cy="128588"/>
            </a:xfrm>
          </p:grpSpPr>
          <p:sp>
            <p:nvSpPr>
              <p:cNvPr id="121" name="121 ellipse">
                <a:extLst>
                  <a:ext uri="{FF2B5EF4-FFF2-40B4-BE49-F238E27FC236}">
                    <a16:creationId xmlns:a16="http://schemas.microsoft.com/office/drawing/2014/main" id="{902991F2-5D16-4B23-8C0C-F1EBBEE076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2960" y="5741194"/>
                <a:ext cx="11430" cy="12859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22" name="122 ellipse">
                <a:extLst>
                  <a:ext uri="{FF2B5EF4-FFF2-40B4-BE49-F238E27FC236}">
                    <a16:creationId xmlns:a16="http://schemas.microsoft.com/office/drawing/2014/main" id="{19FF035A-46FD-4D9B-A955-B9C6E140923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545" y="5856923"/>
                <a:ext cx="11430" cy="12859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123" name="123 train.py">
              <a:extLst>
                <a:ext uri="{FF2B5EF4-FFF2-40B4-BE49-F238E27FC236}">
                  <a16:creationId xmlns:a16="http://schemas.microsoft.com/office/drawing/2014/main" id="{A5892652-159E-481F-AE42-9BCDB03CBAC7}"/>
                </a:ext>
              </a:extLst>
            </p:cNvPr>
            <p:cNvSpPr>
              <a:spLocks/>
            </p:cNvSpPr>
            <p:nvPr/>
          </p:nvSpPr>
          <p:spPr>
            <a:xfrm>
              <a:off x="1162050" y="5724525"/>
              <a:ext cx="98107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124" name="124 rect">
              <a:extLst>
                <a:ext uri="{FF2B5EF4-FFF2-40B4-BE49-F238E27FC236}">
                  <a16:creationId xmlns:a16="http://schemas.microsoft.com/office/drawing/2014/main" id="{681E7311-3F9B-4685-BD6D-8B403C5054C7}"/>
                </a:ext>
              </a:extLst>
            </p:cNvPr>
            <p:cNvSpPr>
              <a:spLocks/>
            </p:cNvSpPr>
            <p:nvPr/>
          </p:nvSpPr>
          <p:spPr>
            <a:xfrm>
              <a:off x="1019174" y="6008304"/>
              <a:ext cx="1114425" cy="219075"/>
            </a:xfrm>
            <a:prstGeom prst="roundRect">
              <a:avLst>
                <a:gd name="adj" fmla="val 26087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125" name="125 path">
              <a:extLst>
                <a:ext uri="{FF2B5EF4-FFF2-40B4-BE49-F238E27FC236}">
                  <a16:creationId xmlns:a16="http://schemas.microsoft.com/office/drawing/2014/main" id="{0402BBB5-72B3-4415-BD04-A7A07666F2F3}"/>
                </a:ext>
              </a:extLst>
            </p:cNvPr>
            <p:cNvSpPr>
              <a:spLocks/>
            </p:cNvSpPr>
            <p:nvPr/>
          </p:nvSpPr>
          <p:spPr>
            <a:xfrm>
              <a:off x="561975" y="6155563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26" name="icon-document-125"/>
            <p:cNvGrpSpPr/>
            <p:nvPr/>
          </p:nvGrpSpPr>
          <p:grpSpPr>
            <a:xfrm>
              <a:off x="817245" y="6004084"/>
              <a:ext cx="148590" cy="231457"/>
              <a:chOff x="817245" y="5946934"/>
              <a:chExt cx="148590" cy="231457"/>
            </a:xfrm>
          </p:grpSpPr>
          <p:sp>
            <p:nvSpPr>
              <p:cNvPr id="126" name="126 path">
                <a:extLst>
                  <a:ext uri="{FF2B5EF4-FFF2-40B4-BE49-F238E27FC236}">
                    <a16:creationId xmlns:a16="http://schemas.microsoft.com/office/drawing/2014/main" id="{A17F645B-39E8-434D-B560-B2D05FFEEE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7245" y="5946934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127" name="127 path">
                <a:extLst>
                  <a:ext uri="{FF2B5EF4-FFF2-40B4-BE49-F238E27FC236}">
                    <a16:creationId xmlns:a16="http://schemas.microsoft.com/office/drawing/2014/main" id="{03B5F39E-D747-46C2-8264-33D461273CC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400" y="5946934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28" name="128 path">
                <a:extLst>
                  <a:ext uri="{FF2B5EF4-FFF2-40B4-BE49-F238E27FC236}">
                    <a16:creationId xmlns:a16="http://schemas.microsoft.com/office/drawing/2014/main" id="{3CF93D20-B41D-45BA-B26E-7C24CF65B2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049804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29" name="129 path">
                <a:extLst>
                  <a:ext uri="{FF2B5EF4-FFF2-40B4-BE49-F238E27FC236}">
                    <a16:creationId xmlns:a16="http://schemas.microsoft.com/office/drawing/2014/main" id="{3BAB5F1D-4D9A-4771-A6D4-9FCB83527F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081951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30" name="130 path">
                <a:extLst>
                  <a:ext uri="{FF2B5EF4-FFF2-40B4-BE49-F238E27FC236}">
                    <a16:creationId xmlns:a16="http://schemas.microsoft.com/office/drawing/2014/main" id="{B890237E-3D4C-4CC6-8E73-7B7D5CD5C4E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114098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31" name="131 path">
                <a:extLst>
                  <a:ext uri="{FF2B5EF4-FFF2-40B4-BE49-F238E27FC236}">
                    <a16:creationId xmlns:a16="http://schemas.microsoft.com/office/drawing/2014/main" id="{4D5BDB36-DB7B-4656-9714-3BD08CADF12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146244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132" name="132 model.py">
              <a:extLst>
                <a:ext uri="{FF2B5EF4-FFF2-40B4-BE49-F238E27FC236}">
                  <a16:creationId xmlns:a16="http://schemas.microsoft.com/office/drawing/2014/main" id="{3EF02E5D-C216-4AC0-A840-14A5DE7274C2}"/>
                </a:ext>
              </a:extLst>
            </p:cNvPr>
            <p:cNvSpPr>
              <a:spLocks/>
            </p:cNvSpPr>
            <p:nvPr/>
          </p:nvSpPr>
          <p:spPr>
            <a:xfrm>
              <a:off x="1162050" y="5981700"/>
              <a:ext cx="98107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model.py</a:t>
              </a:r>
            </a:p>
          </p:txBody>
        </p:sp>
        <p:sp>
          <p:nvSpPr>
            <p:cNvPr id="133" name="133 rect">
              <a:extLst>
                <a:ext uri="{FF2B5EF4-FFF2-40B4-BE49-F238E27FC236}">
                  <a16:creationId xmlns:a16="http://schemas.microsoft.com/office/drawing/2014/main" id="{530A83DA-B039-4E02-9AD4-8AF043C36091}"/>
                </a:ext>
              </a:extLst>
            </p:cNvPr>
            <p:cNvSpPr>
              <a:spLocks/>
            </p:cNvSpPr>
            <p:nvPr/>
          </p:nvSpPr>
          <p:spPr>
            <a:xfrm>
              <a:off x="1017269" y="6276975"/>
              <a:ext cx="1114425" cy="219075"/>
            </a:xfrm>
            <a:prstGeom prst="roundRect">
              <a:avLst>
                <a:gd name="adj" fmla="val 26087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134" name="134 path">
              <a:extLst>
                <a:ext uri="{FF2B5EF4-FFF2-40B4-BE49-F238E27FC236}">
                  <a16:creationId xmlns:a16="http://schemas.microsoft.com/office/drawing/2014/main" id="{1EC005F1-FFBA-4CF6-BF26-7572E4AFE38F}"/>
                </a:ext>
              </a:extLst>
            </p:cNvPr>
            <p:cNvSpPr>
              <a:spLocks/>
            </p:cNvSpPr>
            <p:nvPr/>
          </p:nvSpPr>
          <p:spPr>
            <a:xfrm>
              <a:off x="561975" y="6375400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27" name="icon-document-134"/>
            <p:cNvGrpSpPr/>
            <p:nvPr/>
          </p:nvGrpSpPr>
          <p:grpSpPr>
            <a:xfrm>
              <a:off x="817245" y="6261259"/>
              <a:ext cx="148590" cy="231457"/>
              <a:chOff x="817245" y="6204109"/>
              <a:chExt cx="148590" cy="231457"/>
            </a:xfrm>
          </p:grpSpPr>
          <p:sp>
            <p:nvSpPr>
              <p:cNvPr id="135" name="135 path">
                <a:extLst>
                  <a:ext uri="{FF2B5EF4-FFF2-40B4-BE49-F238E27FC236}">
                    <a16:creationId xmlns:a16="http://schemas.microsoft.com/office/drawing/2014/main" id="{5B2FF753-AD99-40EE-8D1E-D416CE44F80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7245" y="6204109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136" name="136 path">
                <a:extLst>
                  <a:ext uri="{FF2B5EF4-FFF2-40B4-BE49-F238E27FC236}">
                    <a16:creationId xmlns:a16="http://schemas.microsoft.com/office/drawing/2014/main" id="{CA80A750-516E-48D3-B261-4E7913D54A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400" y="6204109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37" name="137 path">
                <a:extLst>
                  <a:ext uri="{FF2B5EF4-FFF2-40B4-BE49-F238E27FC236}">
                    <a16:creationId xmlns:a16="http://schemas.microsoft.com/office/drawing/2014/main" id="{E6264C93-B297-4711-AA29-4DE8611377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30697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38" name="138 path">
                <a:extLst>
                  <a:ext uri="{FF2B5EF4-FFF2-40B4-BE49-F238E27FC236}">
                    <a16:creationId xmlns:a16="http://schemas.microsoft.com/office/drawing/2014/main" id="{68A73E76-E50C-4CCC-8EEB-3BBC8897EEA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339126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39" name="139 path">
                <a:extLst>
                  <a:ext uri="{FF2B5EF4-FFF2-40B4-BE49-F238E27FC236}">
                    <a16:creationId xmlns:a16="http://schemas.microsoft.com/office/drawing/2014/main" id="{A9680062-49D9-4FF4-B15A-660DAE77A9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371273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40" name="140 path">
                <a:extLst>
                  <a:ext uri="{FF2B5EF4-FFF2-40B4-BE49-F238E27FC236}">
                    <a16:creationId xmlns:a16="http://schemas.microsoft.com/office/drawing/2014/main" id="{0BA98D41-08E5-49AC-8503-F0B067C1F02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40341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141" name="141 data.py">
              <a:extLst>
                <a:ext uri="{FF2B5EF4-FFF2-40B4-BE49-F238E27FC236}">
                  <a16:creationId xmlns:a16="http://schemas.microsoft.com/office/drawing/2014/main" id="{8C633DA9-D1D7-4CCE-98D4-3D0F3E12000B}"/>
                </a:ext>
              </a:extLst>
            </p:cNvPr>
            <p:cNvSpPr>
              <a:spLocks/>
            </p:cNvSpPr>
            <p:nvPr/>
          </p:nvSpPr>
          <p:spPr>
            <a:xfrm>
              <a:off x="1162050" y="6244312"/>
              <a:ext cx="98107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data.py</a:t>
              </a:r>
            </a:p>
          </p:txBody>
        </p:sp>
        <p:sp>
          <p:nvSpPr>
            <p:cNvPr id="142" name="142 rect">
              <a:extLst>
                <a:ext uri="{FF2B5EF4-FFF2-40B4-BE49-F238E27FC236}">
                  <a16:creationId xmlns:a16="http://schemas.microsoft.com/office/drawing/2014/main" id="{1DEA6D55-8850-4FB4-8908-6F6063148F2C}"/>
                </a:ext>
              </a:extLst>
            </p:cNvPr>
            <p:cNvSpPr>
              <a:spLocks/>
            </p:cNvSpPr>
            <p:nvPr/>
          </p:nvSpPr>
          <p:spPr>
            <a:xfrm>
              <a:off x="1017269" y="6597250"/>
              <a:ext cx="1114425" cy="219075"/>
            </a:xfrm>
            <a:prstGeom prst="roundRect">
              <a:avLst>
                <a:gd name="adj" fmla="val 26087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143" name="143 path">
              <a:extLst>
                <a:ext uri="{FF2B5EF4-FFF2-40B4-BE49-F238E27FC236}">
                  <a16:creationId xmlns:a16="http://schemas.microsoft.com/office/drawing/2014/main" id="{5D3CEC24-E776-49B8-B6F3-3BE49F23C1D3}"/>
                </a:ext>
              </a:extLst>
            </p:cNvPr>
            <p:cNvSpPr>
              <a:spLocks/>
            </p:cNvSpPr>
            <p:nvPr/>
          </p:nvSpPr>
          <p:spPr>
            <a:xfrm>
              <a:off x="561975" y="6694698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28" name="icon-document-143"/>
            <p:cNvGrpSpPr/>
            <p:nvPr/>
          </p:nvGrpSpPr>
          <p:grpSpPr>
            <a:xfrm>
              <a:off x="815339" y="6575826"/>
              <a:ext cx="148590" cy="231457"/>
              <a:chOff x="817245" y="6461284"/>
              <a:chExt cx="148590" cy="231457"/>
            </a:xfrm>
          </p:grpSpPr>
          <p:sp>
            <p:nvSpPr>
              <p:cNvPr id="144" name="144 path">
                <a:extLst>
                  <a:ext uri="{FF2B5EF4-FFF2-40B4-BE49-F238E27FC236}">
                    <a16:creationId xmlns:a16="http://schemas.microsoft.com/office/drawing/2014/main" id="{806B6CDC-3AB1-4696-A303-50DED85F08E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7245" y="6461284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145" name="145 path">
                <a:extLst>
                  <a:ext uri="{FF2B5EF4-FFF2-40B4-BE49-F238E27FC236}">
                    <a16:creationId xmlns:a16="http://schemas.microsoft.com/office/drawing/2014/main" id="{62BA59DB-6220-46DB-9CCC-D3ECA6F40E5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400" y="6461284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46" name="146 path">
                <a:extLst>
                  <a:ext uri="{FF2B5EF4-FFF2-40B4-BE49-F238E27FC236}">
                    <a16:creationId xmlns:a16="http://schemas.microsoft.com/office/drawing/2014/main" id="{BC4BEA4E-8D92-46BA-BDAD-72DD838ECB3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564154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47" name="147 path">
                <a:extLst>
                  <a:ext uri="{FF2B5EF4-FFF2-40B4-BE49-F238E27FC236}">
                    <a16:creationId xmlns:a16="http://schemas.microsoft.com/office/drawing/2014/main" id="{33C116FE-AFC0-4505-8EDE-EBE68001FC4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596301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48" name="148 path">
                <a:extLst>
                  <a:ext uri="{FF2B5EF4-FFF2-40B4-BE49-F238E27FC236}">
                    <a16:creationId xmlns:a16="http://schemas.microsoft.com/office/drawing/2014/main" id="{E53B6DB3-AAC2-491D-AC8D-A8508515949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628448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49" name="149 path">
                <a:extLst>
                  <a:ext uri="{FF2B5EF4-FFF2-40B4-BE49-F238E27FC236}">
                    <a16:creationId xmlns:a16="http://schemas.microsoft.com/office/drawing/2014/main" id="{FA8CC9C9-B8FA-4661-A22A-A0B6D8AF2F3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660594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150" name="150 utils.py">
              <a:extLst>
                <a:ext uri="{FF2B5EF4-FFF2-40B4-BE49-F238E27FC236}">
                  <a16:creationId xmlns:a16="http://schemas.microsoft.com/office/drawing/2014/main" id="{753877E9-BE35-4019-A1CA-C943B4AD1533}"/>
                </a:ext>
              </a:extLst>
            </p:cNvPr>
            <p:cNvSpPr>
              <a:spLocks/>
            </p:cNvSpPr>
            <p:nvPr/>
          </p:nvSpPr>
          <p:spPr>
            <a:xfrm>
              <a:off x="1162050" y="6576683"/>
              <a:ext cx="98107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utils.py</a:t>
              </a:r>
            </a:p>
          </p:txBody>
        </p:sp>
        <p:sp>
          <p:nvSpPr>
            <p:cNvPr id="160" name="160 …">
              <a:extLst>
                <a:ext uri="{FF2B5EF4-FFF2-40B4-BE49-F238E27FC236}">
                  <a16:creationId xmlns:a16="http://schemas.microsoft.com/office/drawing/2014/main" id="{9806670F-B9CD-497D-B7A5-8CACB35DA1E8}"/>
                </a:ext>
              </a:extLst>
            </p:cNvPr>
            <p:cNvSpPr>
              <a:spLocks/>
            </p:cNvSpPr>
            <p:nvPr/>
          </p:nvSpPr>
          <p:spPr>
            <a:xfrm>
              <a:off x="771525" y="6953250"/>
              <a:ext cx="476250" cy="190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161" name="161 rect">
              <a:extLst>
                <a:ext uri="{FF2B5EF4-FFF2-40B4-BE49-F238E27FC236}">
                  <a16:creationId xmlns:a16="http://schemas.microsoft.com/office/drawing/2014/main" id="{020E394C-9F44-4894-A6B1-36F0BF8576B3}"/>
                </a:ext>
              </a:extLst>
            </p:cNvPr>
            <p:cNvSpPr>
              <a:spLocks/>
            </p:cNvSpPr>
            <p:nvPr/>
          </p:nvSpPr>
          <p:spPr>
            <a:xfrm>
              <a:off x="2286000" y="5391150"/>
              <a:ext cx="2009775" cy="1676400"/>
            </a:xfrm>
            <a:prstGeom prst="roundRect">
              <a:avLst>
                <a:gd name="adj" fmla="val 4545"/>
              </a:avLst>
            </a:prstGeom>
            <a:solidFill>
              <a:srgbClr val="F7FAFE"/>
            </a:solidFill>
            <a:ln w="5715">
              <a:solidFill>
                <a:srgbClr val="DFE8EF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62" name="162 rect">
              <a:extLst>
                <a:ext uri="{FF2B5EF4-FFF2-40B4-BE49-F238E27FC236}">
                  <a16:creationId xmlns:a16="http://schemas.microsoft.com/office/drawing/2014/main" id="{8786C349-8D2F-4CB9-91C7-239A299D7777}"/>
                </a:ext>
              </a:extLst>
            </p:cNvPr>
            <p:cNvSpPr>
              <a:spLocks/>
            </p:cNvSpPr>
            <p:nvPr/>
          </p:nvSpPr>
          <p:spPr>
            <a:xfrm>
              <a:off x="2286000" y="5391150"/>
              <a:ext cx="2009775" cy="247650"/>
            </a:xfrm>
            <a:prstGeom prst="roundRect">
              <a:avLst>
                <a:gd name="adj" fmla="val 30769"/>
              </a:avLst>
            </a:prstGeom>
            <a:solidFill>
              <a:srgbClr val="E7EDF3"/>
            </a:solidFill>
            <a:ln w="0">
              <a:noFill/>
            </a:ln>
          </p:spPr>
        </p:sp>
        <p:sp>
          <p:nvSpPr>
            <p:cNvPr id="163" name="163 train.py">
              <a:extLst>
                <a:ext uri="{FF2B5EF4-FFF2-40B4-BE49-F238E27FC236}">
                  <a16:creationId xmlns:a16="http://schemas.microsoft.com/office/drawing/2014/main" id="{5B0AFA77-D25F-4960-83E5-5F78B7E67F1D}"/>
                </a:ext>
              </a:extLst>
            </p:cNvPr>
            <p:cNvSpPr>
              <a:spLocks/>
            </p:cNvSpPr>
            <p:nvPr/>
          </p:nvSpPr>
          <p:spPr>
            <a:xfrm>
              <a:off x="2381250" y="5391150"/>
              <a:ext cx="176212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164" name="164 rect">
              <a:extLst>
                <a:ext uri="{FF2B5EF4-FFF2-40B4-BE49-F238E27FC236}">
                  <a16:creationId xmlns:a16="http://schemas.microsoft.com/office/drawing/2014/main" id="{28E39FA6-DE3F-4F7F-902E-51C672B64CE0}"/>
                </a:ext>
              </a:extLst>
            </p:cNvPr>
            <p:cNvSpPr>
              <a:spLocks/>
            </p:cNvSpPr>
            <p:nvPr/>
          </p:nvSpPr>
          <p:spPr>
            <a:xfrm>
              <a:off x="2333625" y="6048375"/>
              <a:ext cx="1914525" cy="238125"/>
            </a:xfrm>
            <a:prstGeom prst="roundRect">
              <a:avLst>
                <a:gd name="adj" fmla="val 20000"/>
              </a:avLst>
            </a:prstGeom>
            <a:solidFill>
              <a:srgbClr val="FFE6E8"/>
            </a:solidFill>
            <a:ln w="0">
              <a:noFill/>
            </a:ln>
          </p:spPr>
        </p:sp>
        <p:sp>
          <p:nvSpPr>
            <p:cNvPr id="165" name="165 def train(model, loader):">
              <a:extLst>
                <a:ext uri="{FF2B5EF4-FFF2-40B4-BE49-F238E27FC236}">
                  <a16:creationId xmlns:a16="http://schemas.microsoft.com/office/drawing/2014/main" id="{2FAC567B-9DFE-41E7-B360-F14EF16D399D}"/>
                </a:ext>
              </a:extLst>
            </p:cNvPr>
            <p:cNvSpPr>
              <a:spLocks/>
            </p:cNvSpPr>
            <p:nvPr/>
          </p:nvSpPr>
          <p:spPr>
            <a:xfrm>
              <a:off x="2381250" y="5686425"/>
              <a:ext cx="188595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def train(model, loader):</a:t>
              </a:r>
            </a:p>
          </p:txBody>
        </p:sp>
        <p:sp>
          <p:nvSpPr>
            <p:cNvPr id="166" name="166     model.train()">
              <a:extLst>
                <a:ext uri="{FF2B5EF4-FFF2-40B4-BE49-F238E27FC236}">
                  <a16:creationId xmlns:a16="http://schemas.microsoft.com/office/drawing/2014/main" id="{D0FC2FBE-80AE-4BD7-BA8F-4DDBF4758A10}"/>
                </a:ext>
              </a:extLst>
            </p:cNvPr>
            <p:cNvSpPr>
              <a:spLocks/>
            </p:cNvSpPr>
            <p:nvPr/>
          </p:nvSpPr>
          <p:spPr>
            <a:xfrm>
              <a:off x="2381250" y="5876925"/>
              <a:ext cx="188595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model.train()</a:t>
              </a:r>
            </a:p>
          </p:txBody>
        </p:sp>
        <p:sp>
          <p:nvSpPr>
            <p:cNvPr id="167" name="167     loss = model(data)">
              <a:extLst>
                <a:ext uri="{FF2B5EF4-FFF2-40B4-BE49-F238E27FC236}">
                  <a16:creationId xmlns:a16="http://schemas.microsoft.com/office/drawing/2014/main" id="{BEE1B196-28CD-4CCD-8AAC-BC7EA66A8167}"/>
                </a:ext>
              </a:extLst>
            </p:cNvPr>
            <p:cNvSpPr>
              <a:spLocks/>
            </p:cNvSpPr>
            <p:nvPr/>
          </p:nvSpPr>
          <p:spPr>
            <a:xfrm>
              <a:off x="2381250" y="6067425"/>
              <a:ext cx="188595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E6092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dirty="0">
                  <a:solidFill>
                    <a:srgbClr val="E60920"/>
                  </a:solidFill>
                  <a:latin typeface="Times New Roman"/>
                  <a:ea typeface="Times New Roman"/>
                  <a:cs typeface="Times New Roman"/>
                </a:rPr>
                <a:t>    loss = model(data)</a:t>
              </a:r>
            </a:p>
          </p:txBody>
        </p:sp>
        <p:sp>
          <p:nvSpPr>
            <p:cNvPr id="168" name="168     # missing labels?">
              <a:extLst>
                <a:ext uri="{FF2B5EF4-FFF2-40B4-BE49-F238E27FC236}">
                  <a16:creationId xmlns:a16="http://schemas.microsoft.com/office/drawing/2014/main" id="{E39CFD62-EBA3-4814-BA50-4CD22320F5B7}"/>
                </a:ext>
              </a:extLst>
            </p:cNvPr>
            <p:cNvSpPr>
              <a:spLocks/>
            </p:cNvSpPr>
            <p:nvPr/>
          </p:nvSpPr>
          <p:spPr>
            <a:xfrm>
              <a:off x="2381250" y="6257925"/>
              <a:ext cx="188595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526C8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dirty="0">
                  <a:solidFill>
                    <a:srgbClr val="526C8C"/>
                  </a:solidFill>
                  <a:latin typeface="Times New Roman"/>
                  <a:ea typeface="Times New Roman"/>
                  <a:cs typeface="Times New Roman"/>
                </a:rPr>
                <a:t>    # missing labels?</a:t>
              </a:r>
            </a:p>
          </p:txBody>
        </p:sp>
        <p:sp>
          <p:nvSpPr>
            <p:cNvPr id="169" name="169     loss.backward()">
              <a:extLst>
                <a:ext uri="{FF2B5EF4-FFF2-40B4-BE49-F238E27FC236}">
                  <a16:creationId xmlns:a16="http://schemas.microsoft.com/office/drawing/2014/main" id="{50B012CC-9CC8-4203-B81F-D4BCE5C34A7A}"/>
                </a:ext>
              </a:extLst>
            </p:cNvPr>
            <p:cNvSpPr>
              <a:spLocks/>
            </p:cNvSpPr>
            <p:nvPr/>
          </p:nvSpPr>
          <p:spPr>
            <a:xfrm>
              <a:off x="2381250" y="6448425"/>
              <a:ext cx="188595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loss.backward()</a:t>
              </a:r>
            </a:p>
          </p:txBody>
        </p:sp>
        <p:sp>
          <p:nvSpPr>
            <p:cNvPr id="170" name="170     optim.step()">
              <a:extLst>
                <a:ext uri="{FF2B5EF4-FFF2-40B4-BE49-F238E27FC236}">
                  <a16:creationId xmlns:a16="http://schemas.microsoft.com/office/drawing/2014/main" id="{B584EDF0-56CE-45F3-ADD5-3DD6A850207F}"/>
                </a:ext>
              </a:extLst>
            </p:cNvPr>
            <p:cNvSpPr>
              <a:spLocks/>
            </p:cNvSpPr>
            <p:nvPr/>
          </p:nvSpPr>
          <p:spPr>
            <a:xfrm>
              <a:off x="2381250" y="6638925"/>
              <a:ext cx="188595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optim.step()</a:t>
              </a:r>
            </a:p>
          </p:txBody>
        </p:sp>
        <p:sp>
          <p:nvSpPr>
            <p:cNvPr id="171" name="171     ...">
              <a:extLst>
                <a:ext uri="{FF2B5EF4-FFF2-40B4-BE49-F238E27FC236}">
                  <a16:creationId xmlns:a16="http://schemas.microsoft.com/office/drawing/2014/main" id="{2491A01B-0867-42F9-9AD1-18567142C1D1}"/>
                </a:ext>
              </a:extLst>
            </p:cNvPr>
            <p:cNvSpPr>
              <a:spLocks/>
            </p:cNvSpPr>
            <p:nvPr/>
          </p:nvSpPr>
          <p:spPr>
            <a:xfrm>
              <a:off x="2381250" y="6829425"/>
              <a:ext cx="188595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...</a:t>
              </a:r>
            </a:p>
          </p:txBody>
        </p:sp>
        <p:sp>
          <p:nvSpPr>
            <p:cNvPr id="172" name="172 rect">
              <a:extLst>
                <a:ext uri="{FF2B5EF4-FFF2-40B4-BE49-F238E27FC236}">
                  <a16:creationId xmlns:a16="http://schemas.microsoft.com/office/drawing/2014/main" id="{0FABF729-162F-4BE2-9AF3-61FB5F29853E}"/>
                </a:ext>
              </a:extLst>
            </p:cNvPr>
            <p:cNvSpPr>
              <a:spLocks/>
            </p:cNvSpPr>
            <p:nvPr/>
          </p:nvSpPr>
          <p:spPr>
            <a:xfrm>
              <a:off x="466725" y="7347592"/>
              <a:ext cx="3810000" cy="405757"/>
            </a:xfrm>
            <a:prstGeom prst="roundRect">
              <a:avLst>
                <a:gd name="adj" fmla="val 18519"/>
              </a:avLst>
            </a:prstGeom>
            <a:solidFill>
              <a:srgbClr val="FFE7E8"/>
            </a:solidFill>
            <a:ln w="10478">
              <a:solidFill>
                <a:srgbClr val="F04C59"/>
              </a:solidFill>
            </a:ln>
          </p:spPr>
        </p:sp>
        <p:grpSp>
          <p:nvGrpSpPr>
            <p:cNvPr id="601" name="组合 600">
              <a:extLst>
                <a:ext uri="{FF2B5EF4-FFF2-40B4-BE49-F238E27FC236}">
                  <a16:creationId xmlns:a16="http://schemas.microsoft.com/office/drawing/2014/main" id="{EBF3BF9F-E149-EA22-B210-7846E523C884}"/>
                </a:ext>
              </a:extLst>
            </p:cNvPr>
            <p:cNvGrpSpPr/>
            <p:nvPr/>
          </p:nvGrpSpPr>
          <p:grpSpPr>
            <a:xfrm>
              <a:off x="623887" y="7390548"/>
              <a:ext cx="324432" cy="338607"/>
              <a:chOff x="562451" y="7306151"/>
              <a:chExt cx="380048" cy="380048"/>
            </a:xfrm>
          </p:grpSpPr>
          <p:sp>
            <p:nvSpPr>
              <p:cNvPr id="173" name="173 ellipse">
                <a:extLst>
                  <a:ext uri="{FF2B5EF4-FFF2-40B4-BE49-F238E27FC236}">
                    <a16:creationId xmlns:a16="http://schemas.microsoft.com/office/drawing/2014/main" id="{0AAFA641-59A8-47C5-821B-D585FE85F2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2451" y="7306151"/>
                <a:ext cx="380048" cy="380048"/>
              </a:xfrm>
              <a:prstGeom prst="ellipse">
                <a:avLst/>
              </a:prstGeom>
              <a:gradFill>
                <a:gsLst>
                  <a:gs pos="0">
                    <a:srgbClr val="FF3346"/>
                  </a:gs>
                  <a:gs pos="100000">
                    <a:srgbClr val="E70020"/>
                  </a:gs>
                </a:gsLst>
                <a:lin ang="5400000"/>
              </a:gradFill>
              <a:ln w="13002">
                <a:solidFill>
                  <a:srgbClr val="FFFFFF"/>
                </a:solidFill>
              </a:ln>
            </p:spPr>
          </p:sp>
          <p:sp>
            <p:nvSpPr>
              <p:cNvPr id="174" name="174 path">
                <a:extLst>
                  <a:ext uri="{FF2B5EF4-FFF2-40B4-BE49-F238E27FC236}">
                    <a16:creationId xmlns:a16="http://schemas.microsoft.com/office/drawing/2014/main" id="{89C8CB51-6B98-490D-A1A0-8528DFC079A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52475" y="7396163"/>
                <a:ext cx="95" cy="140018"/>
              </a:xfrm>
              <a:custGeom>
                <a:avLst/>
                <a:gdLst/>
                <a:ahLst/>
                <a:cxnLst/>
                <a:rect l="0" t="0" r="0" b="0"/>
                <a:pathLst>
                  <a:path w="95" h="140018">
                    <a:moveTo>
                      <a:pt x="0" y="0"/>
                    </a:moveTo>
                    <a:lnTo>
                      <a:pt x="0" y="140018"/>
                    </a:lnTo>
                  </a:path>
                </a:pathLst>
              </a:custGeom>
              <a:noFill/>
              <a:ln w="40005">
                <a:solidFill>
                  <a:srgbClr val="FFFFFF"/>
                </a:solidFill>
              </a:ln>
            </p:spPr>
          </p:sp>
          <p:sp>
            <p:nvSpPr>
              <p:cNvPr id="175" name="175 ellipse">
                <a:extLst>
                  <a:ext uri="{FF2B5EF4-FFF2-40B4-BE49-F238E27FC236}">
                    <a16:creationId xmlns:a16="http://schemas.microsoft.com/office/drawing/2014/main" id="{3681E929-D063-480B-A98B-0AE7ABAB303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32473" y="7586186"/>
                <a:ext cx="40005" cy="40005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176" name="176 Initial migration has errors">
              <a:extLst>
                <a:ext uri="{FF2B5EF4-FFF2-40B4-BE49-F238E27FC236}">
                  <a16:creationId xmlns:a16="http://schemas.microsoft.com/office/drawing/2014/main" id="{69BA1F75-BFDE-4D7F-AC2F-E187468CBC86}"/>
                </a:ext>
              </a:extLst>
            </p:cNvPr>
            <p:cNvSpPr>
              <a:spLocks/>
            </p:cNvSpPr>
            <p:nvPr/>
          </p:nvSpPr>
          <p:spPr>
            <a:xfrm>
              <a:off x="1162050" y="7417117"/>
              <a:ext cx="3067050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1">
                  <a:solidFill>
                    <a:srgbClr val="D20A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dirty="0">
                  <a:solidFill>
                    <a:srgbClr val="D20A18"/>
                  </a:solidFill>
                  <a:latin typeface="Times New Roman"/>
                  <a:ea typeface="Times New Roman"/>
                  <a:cs typeface="Times New Roman"/>
                </a:rPr>
                <a:t>Initial migration has errors</a:t>
              </a:r>
            </a:p>
          </p:txBody>
        </p:sp>
        <p:grpSp>
          <p:nvGrpSpPr>
            <p:cNvPr id="531" name="Migration enters the framework"/>
            <p:cNvGrpSpPr/>
            <p:nvPr/>
          </p:nvGrpSpPr>
          <p:grpSpPr>
            <a:xfrm>
              <a:off x="4495800" y="3695700"/>
              <a:ext cx="400050" cy="495300"/>
              <a:chOff x="4495800" y="3695700"/>
              <a:chExt cx="400050" cy="495300"/>
            </a:xfrm>
          </p:grpSpPr>
          <p:sp>
            <p:nvSpPr>
              <p:cNvPr id="178" name="178 filled flow arrow">
                <a:extLst>
                  <a:ext uri="{FF2B5EF4-FFF2-40B4-BE49-F238E27FC236}">
                    <a16:creationId xmlns:a16="http://schemas.microsoft.com/office/drawing/2014/main" id="{DAAA8346-3351-4D57-9561-812AA5E5D1E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495800" y="3695700"/>
                <a:ext cx="400050" cy="495300"/>
              </a:xfrm>
              <a:custGeom>
                <a:avLst/>
                <a:gdLst/>
                <a:ahLst/>
                <a:cxnLst/>
                <a:rect l="0" t="0" r="0" b="0"/>
                <a:pathLst>
                  <a:path w="400050" h="495300">
                    <a:moveTo>
                      <a:pt x="0" y="123825"/>
                    </a:moveTo>
                    <a:lnTo>
                      <a:pt x="220028" y="123825"/>
                    </a:lnTo>
                    <a:lnTo>
                      <a:pt x="220028" y="0"/>
                    </a:lnTo>
                    <a:lnTo>
                      <a:pt x="400050" y="247650"/>
                    </a:lnTo>
                    <a:lnTo>
                      <a:pt x="220028" y="495300"/>
                    </a:lnTo>
                    <a:lnTo>
                      <a:pt x="220028" y="371475"/>
                    </a:lnTo>
                    <a:lnTo>
                      <a:pt x="0" y="371475"/>
                    </a:lnTo>
                    <a:close/>
                  </a:path>
                </a:pathLst>
              </a:custGeom>
              <a:gradFill>
                <a:gsLst>
                  <a:gs pos="0">
                    <a:srgbClr val="FFE0B8"/>
                  </a:gs>
                  <a:gs pos="100000">
                    <a:srgbClr val="FFF2D8"/>
                  </a:gs>
                </a:gsLst>
                <a:lin ang="5400000"/>
              </a:gradFill>
              <a:ln w="12383">
                <a:solidFill>
                  <a:srgbClr val="E77632"/>
                </a:solidFill>
              </a:ln>
            </p:spPr>
          </p:sp>
        </p:grpSp>
        <p:grpSp>
          <p:nvGrpSpPr>
            <p:cNvPr id="532" name="Framework produces verified output"/>
            <p:cNvGrpSpPr/>
            <p:nvPr/>
          </p:nvGrpSpPr>
          <p:grpSpPr>
            <a:xfrm>
              <a:off x="12039600" y="3695700"/>
              <a:ext cx="400050" cy="495300"/>
              <a:chOff x="12039600" y="3695700"/>
              <a:chExt cx="400050" cy="495300"/>
            </a:xfrm>
          </p:grpSpPr>
          <p:sp>
            <p:nvSpPr>
              <p:cNvPr id="179" name="179 filled flow arrow">
                <a:extLst>
                  <a:ext uri="{FF2B5EF4-FFF2-40B4-BE49-F238E27FC236}">
                    <a16:creationId xmlns:a16="http://schemas.microsoft.com/office/drawing/2014/main" id="{16DDEE16-014E-4F2C-ADBE-D76824DB405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039600" y="3695700"/>
                <a:ext cx="400050" cy="495300"/>
              </a:xfrm>
              <a:custGeom>
                <a:avLst/>
                <a:gdLst/>
                <a:ahLst/>
                <a:cxnLst/>
                <a:rect l="0" t="0" r="0" b="0"/>
                <a:pathLst>
                  <a:path w="400050" h="495300">
                    <a:moveTo>
                      <a:pt x="0" y="123825"/>
                    </a:moveTo>
                    <a:lnTo>
                      <a:pt x="220027" y="123825"/>
                    </a:lnTo>
                    <a:lnTo>
                      <a:pt x="220027" y="0"/>
                    </a:lnTo>
                    <a:lnTo>
                      <a:pt x="400050" y="247650"/>
                    </a:lnTo>
                    <a:lnTo>
                      <a:pt x="220027" y="495300"/>
                    </a:lnTo>
                    <a:lnTo>
                      <a:pt x="220027" y="371475"/>
                    </a:lnTo>
                    <a:lnTo>
                      <a:pt x="0" y="371475"/>
                    </a:lnTo>
                    <a:close/>
                  </a:path>
                </a:pathLst>
              </a:custGeom>
              <a:gradFill>
                <a:gsLst>
                  <a:gs pos="0">
                    <a:srgbClr val="97DEA7"/>
                  </a:gs>
                  <a:gs pos="100000">
                    <a:srgbClr val="D8F7D9"/>
                  </a:gs>
                </a:gsLst>
                <a:lin ang="5400000"/>
              </a:gradFill>
              <a:ln w="12383">
                <a:solidFill>
                  <a:srgbClr val="188B44"/>
                </a:solidFill>
              </a:ln>
            </p:spPr>
          </p:sp>
        </p:grpSp>
        <p:sp>
          <p:nvSpPr>
            <p:cNvPr id="183" name="183 path">
              <a:extLst>
                <a:ext uri="{FF2B5EF4-FFF2-40B4-BE49-F238E27FC236}">
                  <a16:creationId xmlns:a16="http://schemas.microsoft.com/office/drawing/2014/main" id="{E997F02B-B446-45D4-A455-AAAEACE1DF2F}"/>
                </a:ext>
              </a:extLst>
            </p:cNvPr>
            <p:cNvSpPr>
              <a:spLocks/>
            </p:cNvSpPr>
            <p:nvPr/>
          </p:nvSpPr>
          <p:spPr>
            <a:xfrm>
              <a:off x="8153400" y="1438275"/>
              <a:ext cx="95" cy="561975"/>
            </a:xfrm>
            <a:custGeom>
              <a:avLst/>
              <a:gdLst/>
              <a:ahLst/>
              <a:cxnLst/>
              <a:rect l="0" t="0" r="0" b="0"/>
              <a:pathLst>
                <a:path w="95" h="561975">
                  <a:moveTo>
                    <a:pt x="0" y="0"/>
                  </a:moveTo>
                  <a:lnTo>
                    <a:pt x="0" y="561975"/>
                  </a:lnTo>
                </a:path>
              </a:pathLst>
            </a:custGeom>
            <a:noFill/>
            <a:ln w="28575">
              <a:solidFill>
                <a:srgbClr val="2D334E"/>
              </a:solidFill>
            </a:ln>
          </p:spPr>
        </p:sp>
        <p:sp>
          <p:nvSpPr>
            <p:cNvPr id="184" name="184 arrow head">
              <a:extLst>
                <a:ext uri="{FF2B5EF4-FFF2-40B4-BE49-F238E27FC236}">
                  <a16:creationId xmlns:a16="http://schemas.microsoft.com/office/drawing/2014/main" id="{B4EC3A4F-0DE5-4F77-9E3E-BB4425CA4CE7}"/>
                </a:ext>
              </a:extLst>
            </p:cNvPr>
            <p:cNvSpPr>
              <a:spLocks/>
            </p:cNvSpPr>
            <p:nvPr/>
          </p:nvSpPr>
          <p:spPr>
            <a:xfrm>
              <a:off x="8098536" y="1885950"/>
              <a:ext cx="109728" cy="114300"/>
            </a:xfrm>
            <a:custGeom>
              <a:avLst/>
              <a:gdLst/>
              <a:ahLst/>
              <a:cxnLst/>
              <a:rect l="0" t="0" r="0" b="0"/>
              <a:pathLst>
                <a:path w="109728" h="114300">
                  <a:moveTo>
                    <a:pt x="54864" y="114300"/>
                  </a:moveTo>
                  <a:lnTo>
                    <a:pt x="1097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34E"/>
            </a:solidFill>
            <a:ln w="4763">
              <a:solidFill>
                <a:srgbClr val="2D334E"/>
              </a:solidFill>
            </a:ln>
          </p:spPr>
        </p:sp>
        <p:sp>
          <p:nvSpPr>
            <p:cNvPr id="185" name="185 path">
              <a:extLst>
                <a:ext uri="{FF2B5EF4-FFF2-40B4-BE49-F238E27FC236}">
                  <a16:creationId xmlns:a16="http://schemas.microsoft.com/office/drawing/2014/main" id="{E8434EFF-7CF3-40E3-B341-3A0773C46769}"/>
                </a:ext>
              </a:extLst>
            </p:cNvPr>
            <p:cNvSpPr>
              <a:spLocks/>
            </p:cNvSpPr>
            <p:nvPr/>
          </p:nvSpPr>
          <p:spPr>
            <a:xfrm>
              <a:off x="9144000" y="1438275"/>
              <a:ext cx="1762125" cy="561975"/>
            </a:xfrm>
            <a:custGeom>
              <a:avLst/>
              <a:gdLst/>
              <a:ahLst/>
              <a:cxnLst/>
              <a:rect l="0" t="0" r="0" b="0"/>
              <a:pathLst>
                <a:path w="1762125" h="561975">
                  <a:moveTo>
                    <a:pt x="0" y="0"/>
                  </a:moveTo>
                  <a:lnTo>
                    <a:pt x="16403" y="27540"/>
                  </a:lnTo>
                  <a:lnTo>
                    <a:pt x="33308" y="53061"/>
                  </a:lnTo>
                  <a:lnTo>
                    <a:pt x="50835" y="76638"/>
                  </a:lnTo>
                  <a:lnTo>
                    <a:pt x="69105" y="98349"/>
                  </a:lnTo>
                  <a:lnTo>
                    <a:pt x="88239" y="118269"/>
                  </a:lnTo>
                  <a:lnTo>
                    <a:pt x="108356" y="136474"/>
                  </a:lnTo>
                  <a:lnTo>
                    <a:pt x="129579" y="153041"/>
                  </a:lnTo>
                  <a:lnTo>
                    <a:pt x="152027" y="168046"/>
                  </a:lnTo>
                  <a:lnTo>
                    <a:pt x="175822" y="181566"/>
                  </a:lnTo>
                  <a:lnTo>
                    <a:pt x="201083" y="193675"/>
                  </a:lnTo>
                  <a:lnTo>
                    <a:pt x="227932" y="204451"/>
                  </a:lnTo>
                  <a:lnTo>
                    <a:pt x="256489" y="213970"/>
                  </a:lnTo>
                  <a:lnTo>
                    <a:pt x="286875" y="222307"/>
                  </a:lnTo>
                  <a:lnTo>
                    <a:pt x="319210" y="229540"/>
                  </a:lnTo>
                  <a:lnTo>
                    <a:pt x="353616" y="235744"/>
                  </a:lnTo>
                  <a:lnTo>
                    <a:pt x="390212" y="240995"/>
                  </a:lnTo>
                  <a:lnTo>
                    <a:pt x="429119" y="245370"/>
                  </a:lnTo>
                  <a:lnTo>
                    <a:pt x="470459" y="248945"/>
                  </a:lnTo>
                  <a:lnTo>
                    <a:pt x="514351" y="251797"/>
                  </a:lnTo>
                  <a:lnTo>
                    <a:pt x="560917" y="254000"/>
                  </a:lnTo>
                  <a:lnTo>
                    <a:pt x="610276" y="255632"/>
                  </a:lnTo>
                  <a:lnTo>
                    <a:pt x="662551" y="256769"/>
                  </a:lnTo>
                  <a:lnTo>
                    <a:pt x="717860" y="257486"/>
                  </a:lnTo>
                  <a:lnTo>
                    <a:pt x="776326" y="257861"/>
                  </a:lnTo>
                  <a:lnTo>
                    <a:pt x="838068" y="257969"/>
                  </a:lnTo>
                  <a:lnTo>
                    <a:pt x="903207" y="257886"/>
                  </a:lnTo>
                  <a:lnTo>
                    <a:pt x="971864" y="257689"/>
                  </a:lnTo>
                  <a:lnTo>
                    <a:pt x="1044160" y="257454"/>
                  </a:lnTo>
                  <a:lnTo>
                    <a:pt x="1120215" y="257258"/>
                  </a:lnTo>
                  <a:lnTo>
                    <a:pt x="1200150" y="257175"/>
                  </a:lnTo>
                  <a:lnTo>
                    <a:pt x="1230095" y="258629"/>
                  </a:lnTo>
                  <a:lnTo>
                    <a:pt x="1258991" y="261058"/>
                  </a:lnTo>
                  <a:lnTo>
                    <a:pt x="1286866" y="264424"/>
                  </a:lnTo>
                  <a:lnTo>
                    <a:pt x="1313750" y="268684"/>
                  </a:lnTo>
                  <a:lnTo>
                    <a:pt x="1339674" y="273800"/>
                  </a:lnTo>
                  <a:lnTo>
                    <a:pt x="1364666" y="279730"/>
                  </a:lnTo>
                  <a:lnTo>
                    <a:pt x="1388756" y="286435"/>
                  </a:lnTo>
                  <a:lnTo>
                    <a:pt x="1411975" y="293875"/>
                  </a:lnTo>
                  <a:lnTo>
                    <a:pt x="1434351" y="302009"/>
                  </a:lnTo>
                  <a:lnTo>
                    <a:pt x="1455914" y="310797"/>
                  </a:lnTo>
                  <a:lnTo>
                    <a:pt x="1476694" y="320199"/>
                  </a:lnTo>
                  <a:lnTo>
                    <a:pt x="1496720" y="330175"/>
                  </a:lnTo>
                  <a:lnTo>
                    <a:pt x="1516023" y="340683"/>
                  </a:lnTo>
                  <a:lnTo>
                    <a:pt x="1534631" y="351686"/>
                  </a:lnTo>
                  <a:lnTo>
                    <a:pt x="1552575" y="363141"/>
                  </a:lnTo>
                  <a:lnTo>
                    <a:pt x="1569884" y="375008"/>
                  </a:lnTo>
                  <a:lnTo>
                    <a:pt x="1586587" y="387249"/>
                  </a:lnTo>
                  <a:lnTo>
                    <a:pt x="1602715" y="399821"/>
                  </a:lnTo>
                  <a:lnTo>
                    <a:pt x="1618296" y="412686"/>
                  </a:lnTo>
                  <a:lnTo>
                    <a:pt x="1633361" y="425803"/>
                  </a:lnTo>
                  <a:lnTo>
                    <a:pt x="1647939" y="439131"/>
                  </a:lnTo>
                  <a:lnTo>
                    <a:pt x="1662060" y="452631"/>
                  </a:lnTo>
                  <a:lnTo>
                    <a:pt x="1675754" y="466262"/>
                  </a:lnTo>
                  <a:lnTo>
                    <a:pt x="1689049" y="479984"/>
                  </a:lnTo>
                  <a:lnTo>
                    <a:pt x="1701976" y="493757"/>
                  </a:lnTo>
                  <a:lnTo>
                    <a:pt x="1714565" y="507540"/>
                  </a:lnTo>
                  <a:lnTo>
                    <a:pt x="1726844" y="521294"/>
                  </a:lnTo>
                  <a:lnTo>
                    <a:pt x="1738844" y="534978"/>
                  </a:lnTo>
                  <a:lnTo>
                    <a:pt x="1750595" y="548551"/>
                  </a:lnTo>
                  <a:lnTo>
                    <a:pt x="1762125" y="561975"/>
                  </a:lnTo>
                </a:path>
              </a:pathLst>
            </a:custGeom>
            <a:noFill/>
            <a:ln w="28575">
              <a:solidFill>
                <a:srgbClr val="2D334E"/>
              </a:solidFill>
            </a:ln>
          </p:spPr>
        </p:sp>
        <p:sp>
          <p:nvSpPr>
            <p:cNvPr id="186" name="186 arrow head">
              <a:extLst>
                <a:ext uri="{FF2B5EF4-FFF2-40B4-BE49-F238E27FC236}">
                  <a16:creationId xmlns:a16="http://schemas.microsoft.com/office/drawing/2014/main" id="{12FCBED9-CE8F-47D4-A414-7C9C2203F22F}"/>
                </a:ext>
              </a:extLst>
            </p:cNvPr>
            <p:cNvSpPr>
              <a:spLocks/>
            </p:cNvSpPr>
            <p:nvPr/>
          </p:nvSpPr>
          <p:spPr>
            <a:xfrm>
              <a:off x="10790031" y="1877796"/>
              <a:ext cx="116094" cy="122454"/>
            </a:xfrm>
            <a:custGeom>
              <a:avLst/>
              <a:gdLst/>
              <a:ahLst/>
              <a:cxnLst/>
              <a:rect l="0" t="0" r="0" b="0"/>
              <a:pathLst>
                <a:path w="116094" h="122454">
                  <a:moveTo>
                    <a:pt x="116094" y="122454"/>
                  </a:moveTo>
                  <a:lnTo>
                    <a:pt x="83237" y="0"/>
                  </a:lnTo>
                  <a:lnTo>
                    <a:pt x="0" y="71497"/>
                  </a:lnTo>
                  <a:close/>
                </a:path>
              </a:pathLst>
            </a:custGeom>
            <a:solidFill>
              <a:srgbClr val="2D334E"/>
            </a:solidFill>
            <a:ln w="4763">
              <a:solidFill>
                <a:srgbClr val="2D334E"/>
              </a:solidFill>
            </a:ln>
          </p:spPr>
        </p:sp>
        <p:sp>
          <p:nvSpPr>
            <p:cNvPr id="187" name="187 coordinate">
              <a:extLst>
                <a:ext uri="{FF2B5EF4-FFF2-40B4-BE49-F238E27FC236}">
                  <a16:creationId xmlns:a16="http://schemas.microsoft.com/office/drawing/2014/main" id="{D670A7D8-A8D8-40DD-9041-382371A96B7C}"/>
                </a:ext>
              </a:extLst>
            </p:cNvPr>
            <p:cNvSpPr>
              <a:spLocks/>
            </p:cNvSpPr>
            <p:nvPr/>
          </p:nvSpPr>
          <p:spPr>
            <a:xfrm>
              <a:off x="5886450" y="1600200"/>
              <a:ext cx="94297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coordinate</a:t>
              </a:r>
            </a:p>
          </p:txBody>
        </p:sp>
        <p:sp>
          <p:nvSpPr>
            <p:cNvPr id="188" name="188 schedule">
              <a:extLst>
                <a:ext uri="{FF2B5EF4-FFF2-40B4-BE49-F238E27FC236}">
                  <a16:creationId xmlns:a16="http://schemas.microsoft.com/office/drawing/2014/main" id="{85921BF8-A150-4D48-B420-84E51C1CE132}"/>
                </a:ext>
              </a:extLst>
            </p:cNvPr>
            <p:cNvSpPr>
              <a:spLocks/>
            </p:cNvSpPr>
            <p:nvPr/>
          </p:nvSpPr>
          <p:spPr>
            <a:xfrm>
              <a:off x="8315325" y="1600200"/>
              <a:ext cx="9334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schedule</a:t>
              </a:r>
            </a:p>
          </p:txBody>
        </p:sp>
        <p:sp>
          <p:nvSpPr>
            <p:cNvPr id="189" name="189 coordinate">
              <a:extLst>
                <a:ext uri="{FF2B5EF4-FFF2-40B4-BE49-F238E27FC236}">
                  <a16:creationId xmlns:a16="http://schemas.microsoft.com/office/drawing/2014/main" id="{6B0873A4-CEB3-45B3-9EDE-4C890BDB9962}"/>
                </a:ext>
              </a:extLst>
            </p:cNvPr>
            <p:cNvSpPr>
              <a:spLocks/>
            </p:cNvSpPr>
            <p:nvPr/>
          </p:nvSpPr>
          <p:spPr>
            <a:xfrm>
              <a:off x="11010900" y="1685925"/>
              <a:ext cx="105727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coordinate</a:t>
              </a:r>
            </a:p>
          </p:txBody>
        </p:sp>
        <p:grpSp>
          <p:nvGrpSpPr>
            <p:cNvPr id="534" name="Orchestrator"/>
            <p:cNvGrpSpPr/>
            <p:nvPr/>
          </p:nvGrpSpPr>
          <p:grpSpPr>
            <a:xfrm>
              <a:off x="6543675" y="730249"/>
              <a:ext cx="4695825" cy="704851"/>
              <a:chOff x="6543675" y="730249"/>
              <a:chExt cx="4695825" cy="704851"/>
            </a:xfrm>
          </p:grpSpPr>
          <p:sp>
            <p:nvSpPr>
              <p:cNvPr id="190" name="190 rect">
                <a:extLst>
                  <a:ext uri="{FF2B5EF4-FFF2-40B4-BE49-F238E27FC236}">
                    <a16:creationId xmlns:a16="http://schemas.microsoft.com/office/drawing/2014/main" id="{F5B82331-505F-46F1-A3FC-7D427363E57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543675" y="742950"/>
                <a:ext cx="2781300" cy="685800"/>
              </a:xfrm>
              <a:prstGeom prst="roundRect">
                <a:avLst>
                  <a:gd name="adj" fmla="val 15385"/>
                </a:avLst>
              </a:prstGeom>
              <a:gradFill>
                <a:gsLst>
                  <a:gs pos="0">
                    <a:srgbClr val="F8FCFF"/>
                  </a:gs>
                  <a:gs pos="100000">
                    <a:srgbClr val="E4F4FF"/>
                  </a:gs>
                </a:gsLst>
                <a:lin ang="5400000"/>
              </a:gradFill>
              <a:ln w="11430">
                <a:solidFill>
                  <a:srgbClr val="3495F9"/>
                </a:solidFill>
              </a:ln>
            </p:spPr>
          </p:sp>
          <p:grpSp>
            <p:nvGrpSpPr>
              <p:cNvPr id="535" name="icon-robot-190"/>
              <p:cNvGrpSpPr/>
              <p:nvPr/>
            </p:nvGrpSpPr>
            <p:grpSpPr>
              <a:xfrm>
                <a:off x="6696075" y="821055"/>
                <a:ext cx="514350" cy="411480"/>
                <a:chOff x="6696075" y="821055"/>
                <a:chExt cx="514350" cy="411480"/>
              </a:xfrm>
            </p:grpSpPr>
            <p:sp>
              <p:nvSpPr>
                <p:cNvPr id="191" name="191 path">
                  <a:extLst>
                    <a:ext uri="{FF2B5EF4-FFF2-40B4-BE49-F238E27FC236}">
                      <a16:creationId xmlns:a16="http://schemas.microsoft.com/office/drawing/2014/main" id="{85CCAA49-2B87-4DF1-9EA3-13C2F5FA567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953250" y="866775"/>
                  <a:ext cx="95" cy="9144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95" h="91440">
                      <a:moveTo>
                        <a:pt x="0" y="0"/>
                      </a:moveTo>
                      <a:lnTo>
                        <a:pt x="0" y="91440"/>
                      </a:lnTo>
                    </a:path>
                  </a:pathLst>
                </a:custGeom>
                <a:noFill/>
                <a:ln w="26289">
                  <a:solidFill>
                    <a:srgbClr val="090D28"/>
                  </a:solidFill>
                </a:ln>
              </p:spPr>
            </p:sp>
            <p:sp>
              <p:nvSpPr>
                <p:cNvPr id="192" name="192 ellipse">
                  <a:extLst>
                    <a:ext uri="{FF2B5EF4-FFF2-40B4-BE49-F238E27FC236}">
                      <a16:creationId xmlns:a16="http://schemas.microsoft.com/office/drawing/2014/main" id="{8EE657E1-B7F6-459E-858E-07D926E593A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921103" y="821055"/>
                  <a:ext cx="64294" cy="57150"/>
                </a:xfrm>
                <a:prstGeom prst="ellipse">
                  <a:avLst/>
                </a:prstGeom>
                <a:solidFill>
                  <a:srgbClr val="FFFFFF"/>
                </a:solidFill>
                <a:ln w="20574">
                  <a:solidFill>
                    <a:srgbClr val="090D28"/>
                  </a:solidFill>
                </a:ln>
              </p:spPr>
            </p:sp>
            <p:sp>
              <p:nvSpPr>
                <p:cNvPr id="193" name="193 rect">
                  <a:extLst>
                    <a:ext uri="{FF2B5EF4-FFF2-40B4-BE49-F238E27FC236}">
                      <a16:creationId xmlns:a16="http://schemas.microsoft.com/office/drawing/2014/main" id="{4857E018-AE0A-4B8F-BD04-96A3F1379F8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696075" y="1038225"/>
                  <a:ext cx="64294" cy="125730"/>
                </a:xfrm>
                <a:prstGeom prst="roundRect">
                  <a:avLst>
                    <a:gd name="adj" fmla="val 35556"/>
                  </a:avLst>
                </a:prstGeom>
                <a:solidFill>
                  <a:srgbClr val="C7DDF5"/>
                </a:solidFill>
                <a:ln w="22860">
                  <a:solidFill>
                    <a:srgbClr val="090D28"/>
                  </a:solidFill>
                </a:ln>
              </p:spPr>
            </p:sp>
            <p:sp>
              <p:nvSpPr>
                <p:cNvPr id="194" name="194 rect">
                  <a:extLst>
                    <a:ext uri="{FF2B5EF4-FFF2-40B4-BE49-F238E27FC236}">
                      <a16:creationId xmlns:a16="http://schemas.microsoft.com/office/drawing/2014/main" id="{E7EFDC82-FDA2-44E8-8B0B-0C48A6C4B90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146131" y="1038225"/>
                  <a:ext cx="64294" cy="125730"/>
                </a:xfrm>
                <a:prstGeom prst="roundRect">
                  <a:avLst>
                    <a:gd name="adj" fmla="val 35556"/>
                  </a:avLst>
                </a:prstGeom>
                <a:solidFill>
                  <a:srgbClr val="C7DDF5"/>
                </a:solidFill>
                <a:ln w="22860">
                  <a:solidFill>
                    <a:srgbClr val="090D28"/>
                  </a:solidFill>
                </a:ln>
              </p:spPr>
            </p:sp>
            <p:sp>
              <p:nvSpPr>
                <p:cNvPr id="195" name="195 rect">
                  <a:extLst>
                    <a:ext uri="{FF2B5EF4-FFF2-40B4-BE49-F238E27FC236}">
                      <a16:creationId xmlns:a16="http://schemas.microsoft.com/office/drawing/2014/main" id="{85BFAEC2-67A5-46AD-BFEC-059F4041083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760369" y="946785"/>
                  <a:ext cx="385763" cy="285750"/>
                </a:xfrm>
                <a:prstGeom prst="roundRect">
                  <a:avLst>
                    <a:gd name="adj" fmla="val 28000"/>
                  </a:avLst>
                </a:prstGeom>
                <a:gradFill>
                  <a:gsLst>
                    <a:gs pos="0">
                      <a:srgbClr val="FFFFFF"/>
                    </a:gs>
                    <a:gs pos="100000">
                      <a:srgbClr val="C7DDF5"/>
                    </a:gs>
                  </a:gsLst>
                  <a:lin ang="5400000"/>
                </a:gradFill>
                <a:ln w="25146">
                  <a:solidFill>
                    <a:srgbClr val="090D28"/>
                  </a:solidFill>
                </a:ln>
              </p:spPr>
            </p:sp>
            <p:sp>
              <p:nvSpPr>
                <p:cNvPr id="196" name="196 rect">
                  <a:extLst>
                    <a:ext uri="{FF2B5EF4-FFF2-40B4-BE49-F238E27FC236}">
                      <a16:creationId xmlns:a16="http://schemas.microsoft.com/office/drawing/2014/main" id="{F9A0E6DD-6073-4E16-8FAE-F1C25F63D85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824663" y="1015365"/>
                  <a:ext cx="257175" cy="137160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15154A"/>
                </a:solidFill>
                <a:ln w="11430">
                  <a:solidFill>
                    <a:srgbClr val="090D28"/>
                  </a:solidFill>
                </a:ln>
              </p:spPr>
            </p:sp>
            <p:sp>
              <p:nvSpPr>
                <p:cNvPr id="197" name="197 ellipse">
                  <a:extLst>
                    <a:ext uri="{FF2B5EF4-FFF2-40B4-BE49-F238E27FC236}">
                      <a16:creationId xmlns:a16="http://schemas.microsoft.com/office/drawing/2014/main" id="{160897D0-FBDE-4A07-9B50-4C12A679B9A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876098" y="1049655"/>
                  <a:ext cx="51435" cy="57150"/>
                </a:xfrm>
                <a:prstGeom prst="ellipse">
                  <a:avLst/>
                </a:prstGeom>
                <a:solidFill>
                  <a:srgbClr val="FFFFFF"/>
                </a:solidFill>
                <a:ln w="0">
                  <a:noFill/>
                </a:ln>
              </p:spPr>
            </p:sp>
            <p:sp>
              <p:nvSpPr>
                <p:cNvPr id="198" name="198 ellipse">
                  <a:extLst>
                    <a:ext uri="{FF2B5EF4-FFF2-40B4-BE49-F238E27FC236}">
                      <a16:creationId xmlns:a16="http://schemas.microsoft.com/office/drawing/2014/main" id="{B77E5103-F730-4CDE-AEBB-9861AE81C5E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991826" y="1049655"/>
                  <a:ext cx="51435" cy="57150"/>
                </a:xfrm>
                <a:prstGeom prst="ellipse">
                  <a:avLst/>
                </a:prstGeom>
                <a:solidFill>
                  <a:srgbClr val="FFFFFF"/>
                </a:solidFill>
                <a:ln w="0">
                  <a:noFill/>
                </a:ln>
              </p:spPr>
            </p:sp>
          </p:grpSp>
          <p:sp>
            <p:nvSpPr>
              <p:cNvPr id="199" name="199 Orchestrator">
                <a:extLst>
                  <a:ext uri="{FF2B5EF4-FFF2-40B4-BE49-F238E27FC236}">
                    <a16:creationId xmlns:a16="http://schemas.microsoft.com/office/drawing/2014/main" id="{B9297609-489E-4413-B7D8-4CF821CF750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296150" y="876300"/>
                <a:ext cx="1847850" cy="34251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2175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2175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Orchestrator</a:t>
                </a:r>
              </a:p>
            </p:txBody>
          </p:sp>
          <p:sp>
            <p:nvSpPr>
              <p:cNvPr id="201" name="201 rect">
                <a:extLst>
                  <a:ext uri="{FF2B5EF4-FFF2-40B4-BE49-F238E27FC236}">
                    <a16:creationId xmlns:a16="http://schemas.microsoft.com/office/drawing/2014/main" id="{1F8AC40B-674D-496D-9A17-70A6D841DF7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63075" y="730249"/>
                <a:ext cx="1876425" cy="704851"/>
              </a:xfrm>
              <a:prstGeom prst="roundRect">
                <a:avLst>
                  <a:gd name="adj" fmla="val 10989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F6FCFA"/>
                  </a:gs>
                </a:gsLst>
                <a:lin ang="5400000"/>
              </a:gradFill>
              <a:ln w="10478">
                <a:solidFill>
                  <a:srgbClr val="698599"/>
                </a:solidFill>
              </a:ln>
            </p:spPr>
          </p:sp>
          <p:grpSp>
            <p:nvGrpSpPr>
              <p:cNvPr id="536" name="icon-tick-201"/>
              <p:cNvGrpSpPr/>
              <p:nvPr/>
            </p:nvGrpSpPr>
            <p:grpSpPr>
              <a:xfrm>
                <a:off x="9468803" y="811054"/>
                <a:ext cx="86678" cy="66675"/>
                <a:chOff x="9468803" y="811054"/>
                <a:chExt cx="86678" cy="66675"/>
              </a:xfrm>
            </p:grpSpPr>
            <p:sp>
              <p:nvSpPr>
                <p:cNvPr id="202" name="202 path">
                  <a:extLst>
                    <a:ext uri="{FF2B5EF4-FFF2-40B4-BE49-F238E27FC236}">
                      <a16:creationId xmlns:a16="http://schemas.microsoft.com/office/drawing/2014/main" id="{99E749ED-D0E9-4B31-96C1-0CC217F249B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468803" y="811054"/>
                  <a:ext cx="86678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86678" h="66675">
                      <a:moveTo>
                        <a:pt x="0" y="40005"/>
                      </a:moveTo>
                      <a:lnTo>
                        <a:pt x="30004" y="66675"/>
                      </a:lnTo>
                      <a:lnTo>
                        <a:pt x="86678" y="0"/>
                      </a:lnTo>
                    </a:path>
                  </a:pathLst>
                </a:custGeom>
                <a:noFill/>
                <a:ln w="13335">
                  <a:solidFill>
                    <a:srgbClr val="00A149"/>
                  </a:solidFill>
                </a:ln>
              </p:spPr>
            </p:sp>
          </p:grpSp>
          <p:sp>
            <p:nvSpPr>
              <p:cNvPr id="203" name="203 Analyze task and context">
                <a:extLst>
                  <a:ext uri="{FF2B5EF4-FFF2-40B4-BE49-F238E27FC236}">
                    <a16:creationId xmlns:a16="http://schemas.microsoft.com/office/drawing/2014/main" id="{C6AEAD2D-4B6D-4281-A999-588F9A3FF40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648825" y="762000"/>
                <a:ext cx="1524000" cy="181889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15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155" b="0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Analyze task and context</a:t>
                </a:r>
              </a:p>
            </p:txBody>
          </p:sp>
          <p:grpSp>
            <p:nvGrpSpPr>
              <p:cNvPr id="537" name="icon-tick-203"/>
              <p:cNvGrpSpPr/>
              <p:nvPr/>
            </p:nvGrpSpPr>
            <p:grpSpPr>
              <a:xfrm>
                <a:off x="9468803" y="1020607"/>
                <a:ext cx="86678" cy="66675"/>
                <a:chOff x="9468803" y="1020607"/>
                <a:chExt cx="86678" cy="66675"/>
              </a:xfrm>
            </p:grpSpPr>
            <p:sp>
              <p:nvSpPr>
                <p:cNvPr id="204" name="204 path">
                  <a:extLst>
                    <a:ext uri="{FF2B5EF4-FFF2-40B4-BE49-F238E27FC236}">
                      <a16:creationId xmlns:a16="http://schemas.microsoft.com/office/drawing/2014/main" id="{0F734988-76FD-4AC7-A798-86E7B48CCA6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468803" y="1020607"/>
                  <a:ext cx="86678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86678" h="66675">
                      <a:moveTo>
                        <a:pt x="0" y="40005"/>
                      </a:moveTo>
                      <a:lnTo>
                        <a:pt x="30004" y="66675"/>
                      </a:lnTo>
                      <a:lnTo>
                        <a:pt x="86678" y="0"/>
                      </a:lnTo>
                    </a:path>
                  </a:pathLst>
                </a:custGeom>
                <a:noFill/>
                <a:ln w="13335">
                  <a:solidFill>
                    <a:srgbClr val="00A149"/>
                  </a:solidFill>
                </a:ln>
              </p:spPr>
            </p:sp>
          </p:grpSp>
          <p:sp>
            <p:nvSpPr>
              <p:cNvPr id="205" name="205 Schedule agent actions">
                <a:extLst>
                  <a:ext uri="{FF2B5EF4-FFF2-40B4-BE49-F238E27FC236}">
                    <a16:creationId xmlns:a16="http://schemas.microsoft.com/office/drawing/2014/main" id="{96E8B73C-9B3E-4978-8CA8-B3A521BB5F3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648825" y="971553"/>
                <a:ext cx="1524000" cy="18897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20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00" b="0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Schedule agent actions</a:t>
                </a:r>
              </a:p>
            </p:txBody>
          </p:sp>
          <p:grpSp>
            <p:nvGrpSpPr>
              <p:cNvPr id="539" name="icon-tick-207"/>
              <p:cNvGrpSpPr/>
              <p:nvPr/>
            </p:nvGrpSpPr>
            <p:grpSpPr>
              <a:xfrm>
                <a:off x="9468803" y="1240735"/>
                <a:ext cx="86678" cy="66675"/>
                <a:chOff x="9468803" y="1240735"/>
                <a:chExt cx="86678" cy="66675"/>
              </a:xfrm>
            </p:grpSpPr>
            <p:sp>
              <p:nvSpPr>
                <p:cNvPr id="208" name="208 path">
                  <a:extLst>
                    <a:ext uri="{FF2B5EF4-FFF2-40B4-BE49-F238E27FC236}">
                      <a16:creationId xmlns:a16="http://schemas.microsoft.com/office/drawing/2014/main" id="{E4682EE8-3289-4C30-8474-DF2238C6A27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468803" y="1240735"/>
                  <a:ext cx="86678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86678" h="66675">
                      <a:moveTo>
                        <a:pt x="0" y="40005"/>
                      </a:moveTo>
                      <a:lnTo>
                        <a:pt x="30004" y="66675"/>
                      </a:lnTo>
                      <a:lnTo>
                        <a:pt x="86678" y="0"/>
                      </a:lnTo>
                    </a:path>
                  </a:pathLst>
                </a:custGeom>
                <a:noFill/>
                <a:ln w="13335">
                  <a:solidFill>
                    <a:srgbClr val="00A149"/>
                  </a:solidFill>
                </a:ln>
              </p:spPr>
            </p:sp>
          </p:grpSp>
          <p:sp>
            <p:nvSpPr>
              <p:cNvPr id="209" name="209 Define stopping criteria">
                <a:extLst>
                  <a:ext uri="{FF2B5EF4-FFF2-40B4-BE49-F238E27FC236}">
                    <a16:creationId xmlns:a16="http://schemas.microsoft.com/office/drawing/2014/main" id="{71F7B290-C4D7-468D-84AD-E50A814520E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648825" y="1191681"/>
                <a:ext cx="1524000" cy="18897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20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00" b="0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Define stopping criteria</a:t>
                </a:r>
              </a:p>
            </p:txBody>
          </p:sp>
        </p:grpSp>
        <p:sp>
          <p:nvSpPr>
            <p:cNvPr id="226" name="226 rect">
              <a:extLst>
                <a:ext uri="{FF2B5EF4-FFF2-40B4-BE49-F238E27FC236}">
                  <a16:creationId xmlns:a16="http://schemas.microsoft.com/office/drawing/2014/main" id="{9F1B0BA8-596B-4708-8326-32FFCD02EAA3}"/>
                </a:ext>
              </a:extLst>
            </p:cNvPr>
            <p:cNvSpPr>
              <a:spLocks/>
            </p:cNvSpPr>
            <p:nvPr/>
          </p:nvSpPr>
          <p:spPr>
            <a:xfrm>
              <a:off x="7534275" y="2019300"/>
              <a:ext cx="1743075" cy="1609725"/>
            </a:xfrm>
            <a:prstGeom prst="roundRect">
              <a:avLst>
                <a:gd name="adj" fmla="val 8284"/>
              </a:avLst>
            </a:prstGeom>
            <a:gradFill>
              <a:gsLst>
                <a:gs pos="0">
                  <a:srgbClr val="E9F7FF"/>
                </a:gs>
                <a:gs pos="100000">
                  <a:srgbClr val="F1FCFF"/>
                </a:gs>
              </a:gsLst>
              <a:lin ang="5400000"/>
            </a:gradFill>
            <a:ln w="11430">
              <a:solidFill>
                <a:srgbClr val="1186EC"/>
              </a:solidFill>
            </a:ln>
          </p:spPr>
        </p:sp>
        <p:grpSp>
          <p:nvGrpSpPr>
            <p:cNvPr id="543" name="icon-robot-226"/>
            <p:cNvGrpSpPr/>
            <p:nvPr/>
          </p:nvGrpSpPr>
          <p:grpSpPr>
            <a:xfrm>
              <a:off x="7748588" y="2237423"/>
              <a:ext cx="323850" cy="282893"/>
              <a:chOff x="7743825" y="2112883"/>
              <a:chExt cx="323850" cy="282893"/>
            </a:xfrm>
          </p:grpSpPr>
          <p:sp>
            <p:nvSpPr>
              <p:cNvPr id="227" name="227 path">
                <a:extLst>
                  <a:ext uri="{FF2B5EF4-FFF2-40B4-BE49-F238E27FC236}">
                    <a16:creationId xmlns:a16="http://schemas.microsoft.com/office/drawing/2014/main" id="{23CD0A33-5336-4135-A3A8-D383E8606EF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05750" y="2144316"/>
                <a:ext cx="95" cy="62865"/>
              </a:xfrm>
              <a:custGeom>
                <a:avLst/>
                <a:gdLst/>
                <a:ahLst/>
                <a:cxnLst/>
                <a:rect l="0" t="0" r="0" b="0"/>
                <a:pathLst>
                  <a:path w="95" h="62865">
                    <a:moveTo>
                      <a:pt x="0" y="0"/>
                    </a:moveTo>
                    <a:lnTo>
                      <a:pt x="0" y="62865"/>
                    </a:lnTo>
                  </a:path>
                </a:pathLst>
              </a:custGeom>
              <a:noFill/>
              <a:ln w="18074">
                <a:solidFill>
                  <a:srgbClr val="090D28"/>
                </a:solidFill>
              </a:ln>
            </p:spPr>
          </p:sp>
          <p:sp>
            <p:nvSpPr>
              <p:cNvPr id="228" name="228 ellipse">
                <a:extLst>
                  <a:ext uri="{FF2B5EF4-FFF2-40B4-BE49-F238E27FC236}">
                    <a16:creationId xmlns:a16="http://schemas.microsoft.com/office/drawing/2014/main" id="{E80A06DE-F617-4E46-8ED7-00B58E30D42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85509" y="2112883"/>
                <a:ext cx="40481" cy="39291"/>
              </a:xfrm>
              <a:prstGeom prst="ellipse">
                <a:avLst/>
              </a:prstGeom>
              <a:solidFill>
                <a:srgbClr val="FFFFFF"/>
              </a:solidFill>
              <a:ln w="14145">
                <a:solidFill>
                  <a:srgbClr val="090D28"/>
                </a:solidFill>
              </a:ln>
            </p:spPr>
          </p:sp>
          <p:sp>
            <p:nvSpPr>
              <p:cNvPr id="229" name="229 rect">
                <a:extLst>
                  <a:ext uri="{FF2B5EF4-FFF2-40B4-BE49-F238E27FC236}">
                    <a16:creationId xmlns:a16="http://schemas.microsoft.com/office/drawing/2014/main" id="{718C4CB8-C47F-4C3E-A95F-322022C4AE8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43825" y="2262188"/>
                <a:ext cx="40481" cy="86439"/>
              </a:xfrm>
              <a:prstGeom prst="roundRect">
                <a:avLst>
                  <a:gd name="adj" fmla="val 38824"/>
                </a:avLst>
              </a:prstGeom>
              <a:solidFill>
                <a:srgbClr val="65CDFF"/>
              </a:solidFill>
              <a:ln w="15716">
                <a:solidFill>
                  <a:srgbClr val="090D28"/>
                </a:solidFill>
              </a:ln>
            </p:spPr>
          </p:sp>
          <p:sp>
            <p:nvSpPr>
              <p:cNvPr id="230" name="230 rect">
                <a:extLst>
                  <a:ext uri="{FF2B5EF4-FFF2-40B4-BE49-F238E27FC236}">
                    <a16:creationId xmlns:a16="http://schemas.microsoft.com/office/drawing/2014/main" id="{BC3490BD-90BC-46AD-A260-B2040ED0D00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27194" y="2262188"/>
                <a:ext cx="40481" cy="86439"/>
              </a:xfrm>
              <a:prstGeom prst="roundRect">
                <a:avLst>
                  <a:gd name="adj" fmla="val 38824"/>
                </a:avLst>
              </a:prstGeom>
              <a:solidFill>
                <a:srgbClr val="65CDFF"/>
              </a:solidFill>
              <a:ln w="15716">
                <a:solidFill>
                  <a:srgbClr val="090D28"/>
                </a:solidFill>
              </a:ln>
            </p:spPr>
          </p:sp>
          <p:sp>
            <p:nvSpPr>
              <p:cNvPr id="231" name="231 rect">
                <a:extLst>
                  <a:ext uri="{FF2B5EF4-FFF2-40B4-BE49-F238E27FC236}">
                    <a16:creationId xmlns:a16="http://schemas.microsoft.com/office/drawing/2014/main" id="{AB38F29C-9721-462C-A648-F0514005094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84306" y="2199323"/>
                <a:ext cx="242888" cy="196453"/>
              </a:xfrm>
              <a:prstGeom prst="roundRect">
                <a:avLst>
                  <a:gd name="adj" fmla="val 28000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65CDFF"/>
                  </a:gs>
                </a:gsLst>
                <a:lin ang="5400000"/>
              </a:gradFill>
              <a:ln w="17288">
                <a:solidFill>
                  <a:srgbClr val="090D28"/>
                </a:solidFill>
              </a:ln>
            </p:spPr>
          </p:sp>
          <p:sp>
            <p:nvSpPr>
              <p:cNvPr id="232" name="232 rect">
                <a:extLst>
                  <a:ext uri="{FF2B5EF4-FFF2-40B4-BE49-F238E27FC236}">
                    <a16:creationId xmlns:a16="http://schemas.microsoft.com/office/drawing/2014/main" id="{16BA996F-D87E-482D-8ACB-B7670C8E86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24788" y="2246471"/>
                <a:ext cx="161925" cy="94298"/>
              </a:xfrm>
              <a:prstGeom prst="roundRect">
                <a:avLst>
                  <a:gd name="adj" fmla="val 33333"/>
                </a:avLst>
              </a:prstGeom>
              <a:solidFill>
                <a:srgbClr val="15154A"/>
              </a:solidFill>
              <a:ln w="7858">
                <a:solidFill>
                  <a:srgbClr val="090D28"/>
                </a:solidFill>
              </a:ln>
            </p:spPr>
          </p:sp>
          <p:sp>
            <p:nvSpPr>
              <p:cNvPr id="233" name="233 ellipse">
                <a:extLst>
                  <a:ext uri="{FF2B5EF4-FFF2-40B4-BE49-F238E27FC236}">
                    <a16:creationId xmlns:a16="http://schemas.microsoft.com/office/drawing/2014/main" id="{B5652926-2435-4442-A548-DB3D257626A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57173" y="2270046"/>
                <a:ext cx="32385" cy="39291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234" name="234 ellipse">
                <a:extLst>
                  <a:ext uri="{FF2B5EF4-FFF2-40B4-BE49-F238E27FC236}">
                    <a16:creationId xmlns:a16="http://schemas.microsoft.com/office/drawing/2014/main" id="{90A8404F-5E79-48EB-8BD4-94E23623F11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30039" y="2270046"/>
                <a:ext cx="32385" cy="39291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235" name="235 Verifier">
              <a:extLst>
                <a:ext uri="{FF2B5EF4-FFF2-40B4-BE49-F238E27FC236}">
                  <a16:creationId xmlns:a16="http://schemas.microsoft.com/office/drawing/2014/main" id="{59412E98-B0BC-4FCF-A2A0-1C89F3A13302}"/>
                </a:ext>
              </a:extLst>
            </p:cNvPr>
            <p:cNvSpPr>
              <a:spLocks/>
            </p:cNvSpPr>
            <p:nvPr/>
          </p:nvSpPr>
          <p:spPr>
            <a:xfrm>
              <a:off x="8191500" y="2231232"/>
              <a:ext cx="990600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87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Verifier</a:t>
              </a:r>
            </a:p>
          </p:txBody>
        </p:sp>
        <p:sp>
          <p:nvSpPr>
            <p:cNvPr id="237" name="237 rect">
              <a:extLst>
                <a:ext uri="{FF2B5EF4-FFF2-40B4-BE49-F238E27FC236}">
                  <a16:creationId xmlns:a16="http://schemas.microsoft.com/office/drawing/2014/main" id="{BA0F1628-E23D-4253-84A5-D9FDD54996EB}"/>
                </a:ext>
              </a:extLst>
            </p:cNvPr>
            <p:cNvSpPr>
              <a:spLocks/>
            </p:cNvSpPr>
            <p:nvPr/>
          </p:nvSpPr>
          <p:spPr>
            <a:xfrm>
              <a:off x="7620000" y="2686050"/>
              <a:ext cx="1562100" cy="85725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0">
              <a:noFill/>
            </a:ln>
          </p:spPr>
        </p:sp>
        <p:grpSp>
          <p:nvGrpSpPr>
            <p:cNvPr id="544" name="icon-play-237"/>
            <p:cNvGrpSpPr/>
            <p:nvPr/>
          </p:nvGrpSpPr>
          <p:grpSpPr>
            <a:xfrm>
              <a:off x="7865031" y="2777252"/>
              <a:ext cx="130016" cy="170021"/>
              <a:chOff x="7865031" y="2777252"/>
              <a:chExt cx="130016" cy="170021"/>
            </a:xfrm>
          </p:grpSpPr>
          <p:sp>
            <p:nvSpPr>
              <p:cNvPr id="238" name="238 path">
                <a:extLst>
                  <a:ext uri="{FF2B5EF4-FFF2-40B4-BE49-F238E27FC236}">
                    <a16:creationId xmlns:a16="http://schemas.microsoft.com/office/drawing/2014/main" id="{AD82B9AA-FCCD-43C2-AA55-FDF061ABA34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65031" y="2777252"/>
                <a:ext cx="130016" cy="170021"/>
              </a:xfrm>
              <a:custGeom>
                <a:avLst/>
                <a:gdLst/>
                <a:ahLst/>
                <a:cxnLst/>
                <a:rect l="0" t="0" r="0" b="0"/>
                <a:pathLst>
                  <a:path w="130016" h="170021">
                    <a:moveTo>
                      <a:pt x="0" y="0"/>
                    </a:moveTo>
                    <a:lnTo>
                      <a:pt x="130016" y="85011"/>
                    </a:lnTo>
                    <a:lnTo>
                      <a:pt x="0" y="170021"/>
                    </a:lnTo>
                    <a:close/>
                  </a:path>
                </a:pathLst>
              </a:custGeom>
              <a:solidFill>
                <a:srgbClr val="42BA6D"/>
              </a:solidFill>
              <a:ln w="10001">
                <a:solidFill>
                  <a:srgbClr val="107437"/>
                </a:solidFill>
              </a:ln>
            </p:spPr>
          </p:sp>
        </p:grpSp>
        <p:sp>
          <p:nvSpPr>
            <p:cNvPr id="239" name="239 run tests">
              <a:extLst>
                <a:ext uri="{FF2B5EF4-FFF2-40B4-BE49-F238E27FC236}">
                  <a16:creationId xmlns:a16="http://schemas.microsoft.com/office/drawing/2014/main" id="{CDBE5084-A322-41DF-B2D0-6BCDE2A4834E}"/>
                </a:ext>
              </a:extLst>
            </p:cNvPr>
            <p:cNvSpPr>
              <a:spLocks/>
            </p:cNvSpPr>
            <p:nvPr/>
          </p:nvSpPr>
          <p:spPr>
            <a:xfrm>
              <a:off x="8191500" y="2743200"/>
              <a:ext cx="95250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run tests</a:t>
              </a:r>
            </a:p>
          </p:txBody>
        </p:sp>
        <p:grpSp>
          <p:nvGrpSpPr>
            <p:cNvPr id="545" name="icon-search-239"/>
            <p:cNvGrpSpPr/>
            <p:nvPr/>
          </p:nvGrpSpPr>
          <p:grpSpPr>
            <a:xfrm>
              <a:off x="7830026" y="3038951"/>
              <a:ext cx="175022" cy="180023"/>
              <a:chOff x="7830026" y="3038951"/>
              <a:chExt cx="175022" cy="180023"/>
            </a:xfrm>
          </p:grpSpPr>
          <p:sp>
            <p:nvSpPr>
              <p:cNvPr id="240" name="240 ellipse">
                <a:extLst>
                  <a:ext uri="{FF2B5EF4-FFF2-40B4-BE49-F238E27FC236}">
                    <a16:creationId xmlns:a16="http://schemas.microsoft.com/office/drawing/2014/main" id="{97296631-D431-4773-8F87-FD15EFCB85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30026" y="3038951"/>
                <a:ext cx="125016" cy="125016"/>
              </a:xfrm>
              <a:prstGeom prst="ellipse">
                <a:avLst/>
              </a:prstGeom>
              <a:solidFill>
                <a:srgbClr val="F4FCFF"/>
              </a:solidFill>
              <a:ln w="12502">
                <a:solidFill>
                  <a:srgbClr val="003496"/>
                </a:solidFill>
              </a:ln>
            </p:spPr>
          </p:sp>
          <p:sp>
            <p:nvSpPr>
              <p:cNvPr id="241" name="241 path">
                <a:extLst>
                  <a:ext uri="{FF2B5EF4-FFF2-40B4-BE49-F238E27FC236}">
                    <a16:creationId xmlns:a16="http://schemas.microsoft.com/office/drawing/2014/main" id="{80994E36-EDF9-4195-AD5A-DCFFFBACAEC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35039" y="3148965"/>
                <a:ext cx="70009" cy="70009"/>
              </a:xfrm>
              <a:custGeom>
                <a:avLst/>
                <a:gdLst/>
                <a:ahLst/>
                <a:cxnLst/>
                <a:rect l="0" t="0" r="0" b="0"/>
                <a:pathLst>
                  <a:path w="70009" h="70009">
                    <a:moveTo>
                      <a:pt x="0" y="0"/>
                    </a:moveTo>
                    <a:lnTo>
                      <a:pt x="70009" y="70009"/>
                    </a:lnTo>
                  </a:path>
                </a:pathLst>
              </a:custGeom>
              <a:noFill/>
              <a:ln w="16002">
                <a:solidFill>
                  <a:srgbClr val="003496"/>
                </a:solidFill>
              </a:ln>
            </p:spPr>
          </p:sp>
        </p:grpSp>
        <p:sp>
          <p:nvSpPr>
            <p:cNvPr id="242" name="242 check outputs">
              <a:extLst>
                <a:ext uri="{FF2B5EF4-FFF2-40B4-BE49-F238E27FC236}">
                  <a16:creationId xmlns:a16="http://schemas.microsoft.com/office/drawing/2014/main" id="{8BBC59CC-5DDB-4D6E-89B4-50A34AC91EC3}"/>
                </a:ext>
              </a:extLst>
            </p:cNvPr>
            <p:cNvSpPr>
              <a:spLocks/>
            </p:cNvSpPr>
            <p:nvPr/>
          </p:nvSpPr>
          <p:spPr>
            <a:xfrm>
              <a:off x="8191500" y="3009900"/>
              <a:ext cx="952500" cy="2066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1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check outputs</a:t>
              </a:r>
            </a:p>
          </p:txBody>
        </p:sp>
        <p:grpSp>
          <p:nvGrpSpPr>
            <p:cNvPr id="546" name="icon-bars-242"/>
            <p:cNvGrpSpPr/>
            <p:nvPr/>
          </p:nvGrpSpPr>
          <p:grpSpPr>
            <a:xfrm>
              <a:off x="7835027" y="3310652"/>
              <a:ext cx="165020" cy="175022"/>
              <a:chOff x="7835027" y="3310652"/>
              <a:chExt cx="165020" cy="175022"/>
            </a:xfrm>
          </p:grpSpPr>
          <p:sp>
            <p:nvSpPr>
              <p:cNvPr id="243" name="243 rect">
                <a:extLst>
                  <a:ext uri="{FF2B5EF4-FFF2-40B4-BE49-F238E27FC236}">
                    <a16:creationId xmlns:a16="http://schemas.microsoft.com/office/drawing/2014/main" id="{C2D4CD50-51A1-40AE-859B-AFE427DA5EE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35027" y="3415665"/>
                <a:ext cx="35004" cy="70009"/>
              </a:xfrm>
              <a:prstGeom prst="rect">
                <a:avLst/>
              </a:prstGeom>
              <a:solidFill>
                <a:srgbClr val="6AADF6"/>
              </a:solidFill>
              <a:ln w="7501">
                <a:solidFill>
                  <a:srgbClr val="003496"/>
                </a:solidFill>
              </a:ln>
            </p:spPr>
          </p:sp>
          <p:sp>
            <p:nvSpPr>
              <p:cNvPr id="244" name="244 rect">
                <a:extLst>
                  <a:ext uri="{FF2B5EF4-FFF2-40B4-BE49-F238E27FC236}">
                    <a16:creationId xmlns:a16="http://schemas.microsoft.com/office/drawing/2014/main" id="{C2845FA8-FEB1-460C-B7D4-DB4AF103674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00035" y="3370659"/>
                <a:ext cx="35004" cy="115014"/>
              </a:xfrm>
              <a:prstGeom prst="rect">
                <a:avLst/>
              </a:prstGeom>
              <a:solidFill>
                <a:srgbClr val="83C6FF"/>
              </a:solidFill>
              <a:ln w="7501">
                <a:solidFill>
                  <a:srgbClr val="003496"/>
                </a:solidFill>
              </a:ln>
            </p:spPr>
          </p:sp>
          <p:sp>
            <p:nvSpPr>
              <p:cNvPr id="245" name="245 rect">
                <a:extLst>
                  <a:ext uri="{FF2B5EF4-FFF2-40B4-BE49-F238E27FC236}">
                    <a16:creationId xmlns:a16="http://schemas.microsoft.com/office/drawing/2014/main" id="{963A5EE9-F42A-4EB6-8D7A-EC40763DB08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65043" y="3310652"/>
                <a:ext cx="35004" cy="175022"/>
              </a:xfrm>
              <a:prstGeom prst="rect">
                <a:avLst/>
              </a:prstGeom>
              <a:solidFill>
                <a:srgbClr val="B9E8FE"/>
              </a:solidFill>
              <a:ln w="7501">
                <a:solidFill>
                  <a:srgbClr val="003496"/>
                </a:solidFill>
              </a:ln>
            </p:spPr>
          </p:sp>
        </p:grpSp>
        <p:sp>
          <p:nvSpPr>
            <p:cNvPr id="246" name="246 compare metrics">
              <a:extLst>
                <a:ext uri="{FF2B5EF4-FFF2-40B4-BE49-F238E27FC236}">
                  <a16:creationId xmlns:a16="http://schemas.microsoft.com/office/drawing/2014/main" id="{D95CC1B5-861F-4270-B7D2-AD7EEC76AA6B}"/>
                </a:ext>
              </a:extLst>
            </p:cNvPr>
            <p:cNvSpPr>
              <a:spLocks/>
            </p:cNvSpPr>
            <p:nvPr/>
          </p:nvSpPr>
          <p:spPr>
            <a:xfrm>
              <a:off x="8191500" y="3276600"/>
              <a:ext cx="952500" cy="17244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09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9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compare metrics</a:t>
              </a:r>
            </a:p>
          </p:txBody>
        </p:sp>
        <p:sp>
          <p:nvSpPr>
            <p:cNvPr id="247" name="247 rect">
              <a:extLst>
                <a:ext uri="{FF2B5EF4-FFF2-40B4-BE49-F238E27FC236}">
                  <a16:creationId xmlns:a16="http://schemas.microsoft.com/office/drawing/2014/main" id="{C3817756-5B54-42CC-AC22-6F0CD1454971}"/>
                </a:ext>
              </a:extLst>
            </p:cNvPr>
            <p:cNvSpPr>
              <a:spLocks/>
            </p:cNvSpPr>
            <p:nvPr/>
          </p:nvSpPr>
          <p:spPr>
            <a:xfrm>
              <a:off x="10118725" y="2019300"/>
              <a:ext cx="1847850" cy="1609725"/>
            </a:xfrm>
            <a:prstGeom prst="roundRect">
              <a:avLst>
                <a:gd name="adj" fmla="val 8284"/>
              </a:avLst>
            </a:prstGeom>
            <a:gradFill>
              <a:gsLst>
                <a:gs pos="0">
                  <a:srgbClr val="F1EAFF"/>
                </a:gs>
                <a:gs pos="100000">
                  <a:srgbClr val="FBF7FF"/>
                </a:gs>
              </a:gsLst>
              <a:lin ang="5400000"/>
            </a:gradFill>
            <a:ln w="11430">
              <a:solidFill>
                <a:srgbClr val="793ED9"/>
              </a:solidFill>
            </a:ln>
          </p:spPr>
        </p:sp>
        <p:grpSp>
          <p:nvGrpSpPr>
            <p:cNvPr id="548" name="icon-robot-247"/>
            <p:cNvGrpSpPr/>
            <p:nvPr/>
          </p:nvGrpSpPr>
          <p:grpSpPr>
            <a:xfrm>
              <a:off x="10328275" y="2237423"/>
              <a:ext cx="342901" cy="282893"/>
              <a:chOff x="10334625" y="2112883"/>
              <a:chExt cx="342901" cy="282893"/>
            </a:xfrm>
          </p:grpSpPr>
          <p:sp>
            <p:nvSpPr>
              <p:cNvPr id="248" name="248 path">
                <a:extLst>
                  <a:ext uri="{FF2B5EF4-FFF2-40B4-BE49-F238E27FC236}">
                    <a16:creationId xmlns:a16="http://schemas.microsoft.com/office/drawing/2014/main" id="{C471C35F-387B-4AAB-8E4B-094AE80EBBF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506075" y="2144316"/>
                <a:ext cx="95" cy="62865"/>
              </a:xfrm>
              <a:custGeom>
                <a:avLst/>
                <a:gdLst/>
                <a:ahLst/>
                <a:cxnLst/>
                <a:rect l="0" t="0" r="0" b="0"/>
                <a:pathLst>
                  <a:path w="95" h="62865">
                    <a:moveTo>
                      <a:pt x="0" y="0"/>
                    </a:moveTo>
                    <a:lnTo>
                      <a:pt x="0" y="62865"/>
                    </a:lnTo>
                  </a:path>
                </a:pathLst>
              </a:custGeom>
              <a:noFill/>
              <a:ln w="18074">
                <a:solidFill>
                  <a:srgbClr val="090D28"/>
                </a:solidFill>
              </a:ln>
            </p:spPr>
          </p:sp>
          <p:sp>
            <p:nvSpPr>
              <p:cNvPr id="249" name="249 ellipse">
                <a:extLst>
                  <a:ext uri="{FF2B5EF4-FFF2-40B4-BE49-F238E27FC236}">
                    <a16:creationId xmlns:a16="http://schemas.microsoft.com/office/drawing/2014/main" id="{AFA9F4FC-1648-423B-8BED-DAAF43C0993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484644" y="2112883"/>
                <a:ext cx="42863" cy="39291"/>
              </a:xfrm>
              <a:prstGeom prst="ellipse">
                <a:avLst/>
              </a:prstGeom>
              <a:solidFill>
                <a:srgbClr val="FFFFFF"/>
              </a:solidFill>
              <a:ln w="14145">
                <a:solidFill>
                  <a:srgbClr val="090D28"/>
                </a:solidFill>
              </a:ln>
            </p:spPr>
          </p:sp>
          <p:sp>
            <p:nvSpPr>
              <p:cNvPr id="250" name="250 rect">
                <a:extLst>
                  <a:ext uri="{FF2B5EF4-FFF2-40B4-BE49-F238E27FC236}">
                    <a16:creationId xmlns:a16="http://schemas.microsoft.com/office/drawing/2014/main" id="{590B3ED6-3CB5-4B40-BD58-6642688219B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334625" y="2262188"/>
                <a:ext cx="42863" cy="86439"/>
              </a:xfrm>
              <a:prstGeom prst="roundRect">
                <a:avLst>
                  <a:gd name="adj" fmla="val 36667"/>
                </a:avLst>
              </a:prstGeom>
              <a:solidFill>
                <a:srgbClr val="CBA5FF"/>
              </a:solidFill>
              <a:ln w="15716">
                <a:solidFill>
                  <a:srgbClr val="090D28"/>
                </a:solidFill>
              </a:ln>
            </p:spPr>
          </p:sp>
          <p:sp>
            <p:nvSpPr>
              <p:cNvPr id="251" name="251 rect">
                <a:extLst>
                  <a:ext uri="{FF2B5EF4-FFF2-40B4-BE49-F238E27FC236}">
                    <a16:creationId xmlns:a16="http://schemas.microsoft.com/office/drawing/2014/main" id="{31CB5413-6715-455B-9A86-E708E128F7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634663" y="2262188"/>
                <a:ext cx="42863" cy="86439"/>
              </a:xfrm>
              <a:prstGeom prst="roundRect">
                <a:avLst>
                  <a:gd name="adj" fmla="val 36667"/>
                </a:avLst>
              </a:prstGeom>
              <a:solidFill>
                <a:srgbClr val="CBA5FF"/>
              </a:solidFill>
              <a:ln w="15716">
                <a:solidFill>
                  <a:srgbClr val="090D28"/>
                </a:solidFill>
              </a:ln>
            </p:spPr>
          </p:sp>
          <p:sp>
            <p:nvSpPr>
              <p:cNvPr id="252" name="252 rect">
                <a:extLst>
                  <a:ext uri="{FF2B5EF4-FFF2-40B4-BE49-F238E27FC236}">
                    <a16:creationId xmlns:a16="http://schemas.microsoft.com/office/drawing/2014/main" id="{A192274E-8F7C-45D8-9D71-CEE100AA9EF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377488" y="2199323"/>
                <a:ext cx="257175" cy="196453"/>
              </a:xfrm>
              <a:prstGeom prst="roundRect">
                <a:avLst>
                  <a:gd name="adj" fmla="val 28000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CBA5FF"/>
                  </a:gs>
                </a:gsLst>
                <a:lin ang="5400000"/>
              </a:gradFill>
              <a:ln w="17288">
                <a:solidFill>
                  <a:srgbClr val="090D28"/>
                </a:solidFill>
              </a:ln>
            </p:spPr>
          </p:sp>
          <p:sp>
            <p:nvSpPr>
              <p:cNvPr id="253" name="253 rect">
                <a:extLst>
                  <a:ext uri="{FF2B5EF4-FFF2-40B4-BE49-F238E27FC236}">
                    <a16:creationId xmlns:a16="http://schemas.microsoft.com/office/drawing/2014/main" id="{8708B8E1-E03C-459B-9E42-3BCA303DC8E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420350" y="2246471"/>
                <a:ext cx="171450" cy="94298"/>
              </a:xfrm>
              <a:prstGeom prst="roundRect">
                <a:avLst>
                  <a:gd name="adj" fmla="val 33333"/>
                </a:avLst>
              </a:prstGeom>
              <a:solidFill>
                <a:srgbClr val="15154A"/>
              </a:solidFill>
              <a:ln w="7858">
                <a:solidFill>
                  <a:srgbClr val="090D28"/>
                </a:solidFill>
              </a:ln>
            </p:spPr>
          </p:sp>
          <p:sp>
            <p:nvSpPr>
              <p:cNvPr id="254" name="254 ellipse">
                <a:extLst>
                  <a:ext uri="{FF2B5EF4-FFF2-40B4-BE49-F238E27FC236}">
                    <a16:creationId xmlns:a16="http://schemas.microsoft.com/office/drawing/2014/main" id="{F4AB36C0-44AB-4659-A53D-478A6842B3D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454640" y="2270046"/>
                <a:ext cx="34290" cy="39291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255" name="255 ellipse">
                <a:extLst>
                  <a:ext uri="{FF2B5EF4-FFF2-40B4-BE49-F238E27FC236}">
                    <a16:creationId xmlns:a16="http://schemas.microsoft.com/office/drawing/2014/main" id="{10780B55-1AE5-45E9-90E2-914AB9377B9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531793" y="2270046"/>
                <a:ext cx="34290" cy="39291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256" name="256 Repairer">
              <a:extLst>
                <a:ext uri="{FF2B5EF4-FFF2-40B4-BE49-F238E27FC236}">
                  <a16:creationId xmlns:a16="http://schemas.microsoft.com/office/drawing/2014/main" id="{E7F65BE9-7BBE-457B-8E24-5F4056B8A084}"/>
                </a:ext>
              </a:extLst>
            </p:cNvPr>
            <p:cNvSpPr>
              <a:spLocks/>
            </p:cNvSpPr>
            <p:nvPr/>
          </p:nvSpPr>
          <p:spPr>
            <a:xfrm>
              <a:off x="10814050" y="2231232"/>
              <a:ext cx="1057275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87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Repairer</a:t>
              </a:r>
            </a:p>
          </p:txBody>
        </p:sp>
        <p:sp>
          <p:nvSpPr>
            <p:cNvPr id="258" name="258 rect">
              <a:extLst>
                <a:ext uri="{FF2B5EF4-FFF2-40B4-BE49-F238E27FC236}">
                  <a16:creationId xmlns:a16="http://schemas.microsoft.com/office/drawing/2014/main" id="{4BC390FC-A214-4329-938D-B35C44120953}"/>
                </a:ext>
              </a:extLst>
            </p:cNvPr>
            <p:cNvSpPr>
              <a:spLocks/>
            </p:cNvSpPr>
            <p:nvPr/>
          </p:nvSpPr>
          <p:spPr>
            <a:xfrm>
              <a:off x="10213975" y="2714625"/>
              <a:ext cx="1657350" cy="819150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259" name="259 rect">
              <a:extLst>
                <a:ext uri="{FF2B5EF4-FFF2-40B4-BE49-F238E27FC236}">
                  <a16:creationId xmlns:a16="http://schemas.microsoft.com/office/drawing/2014/main" id="{47630B30-1B1E-413C-ADEF-00ECC9DD9E42}"/>
                </a:ext>
              </a:extLst>
            </p:cNvPr>
            <p:cNvSpPr>
              <a:spLocks/>
            </p:cNvSpPr>
            <p:nvPr/>
          </p:nvSpPr>
          <p:spPr>
            <a:xfrm>
              <a:off x="10261600" y="2781300"/>
              <a:ext cx="1562100" cy="219075"/>
            </a:xfrm>
            <a:prstGeom prst="roundRect">
              <a:avLst>
                <a:gd name="adj" fmla="val 17391"/>
              </a:avLst>
            </a:prstGeom>
            <a:solidFill>
              <a:srgbClr val="FFE6EA"/>
            </a:solidFill>
            <a:ln w="0">
              <a:noFill/>
            </a:ln>
          </p:spPr>
        </p:sp>
        <p:sp>
          <p:nvSpPr>
            <p:cNvPr id="260" name="260 rect">
              <a:extLst>
                <a:ext uri="{FF2B5EF4-FFF2-40B4-BE49-F238E27FC236}">
                  <a16:creationId xmlns:a16="http://schemas.microsoft.com/office/drawing/2014/main" id="{7CD06BDE-BA76-4CB5-8F08-2CB1383721C7}"/>
                </a:ext>
              </a:extLst>
            </p:cNvPr>
            <p:cNvSpPr>
              <a:spLocks/>
            </p:cNvSpPr>
            <p:nvPr/>
          </p:nvSpPr>
          <p:spPr>
            <a:xfrm>
              <a:off x="10261600" y="3038475"/>
              <a:ext cx="1562100" cy="228600"/>
            </a:xfrm>
            <a:prstGeom prst="roundRect">
              <a:avLst>
                <a:gd name="adj" fmla="val 16667"/>
              </a:avLst>
            </a:prstGeom>
            <a:solidFill>
              <a:srgbClr val="DDF9EF"/>
            </a:solidFill>
            <a:ln w="0">
              <a:noFill/>
            </a:ln>
          </p:spPr>
        </p:sp>
        <p:sp>
          <p:nvSpPr>
            <p:cNvPr id="261" name="261 -  loss = model(data)">
              <a:extLst>
                <a:ext uri="{FF2B5EF4-FFF2-40B4-BE49-F238E27FC236}">
                  <a16:creationId xmlns:a16="http://schemas.microsoft.com/office/drawing/2014/main" id="{AEB287CF-F9AF-4154-A5C8-0B488B092AEA}"/>
                </a:ext>
              </a:extLst>
            </p:cNvPr>
            <p:cNvSpPr>
              <a:spLocks/>
            </p:cNvSpPr>
            <p:nvPr/>
          </p:nvSpPr>
          <p:spPr>
            <a:xfrm>
              <a:off x="10318750" y="2800350"/>
              <a:ext cx="1504950" cy="2007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75" b="0">
                  <a:solidFill>
                    <a:srgbClr val="F2123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F21239"/>
                  </a:solidFill>
                  <a:latin typeface="Times New Roman"/>
                  <a:ea typeface="Times New Roman"/>
                  <a:cs typeface="Times New Roman"/>
                </a:rPr>
                <a:t>-  loss = model(data)</a:t>
              </a:r>
            </a:p>
          </p:txBody>
        </p:sp>
        <p:sp>
          <p:nvSpPr>
            <p:cNvPr id="262" name="262 +  loss = model(x, y)">
              <a:extLst>
                <a:ext uri="{FF2B5EF4-FFF2-40B4-BE49-F238E27FC236}">
                  <a16:creationId xmlns:a16="http://schemas.microsoft.com/office/drawing/2014/main" id="{3FCD786F-7D5C-493E-BE06-40AC277CA50F}"/>
                </a:ext>
              </a:extLst>
            </p:cNvPr>
            <p:cNvSpPr>
              <a:spLocks/>
            </p:cNvSpPr>
            <p:nvPr/>
          </p:nvSpPr>
          <p:spPr>
            <a:xfrm>
              <a:off x="10318750" y="3057525"/>
              <a:ext cx="1504950" cy="2007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75" b="0">
                  <a:solidFill>
                    <a:srgbClr val="0D545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0D5454"/>
                  </a:solidFill>
                  <a:latin typeface="Times New Roman"/>
                  <a:ea typeface="Times New Roman"/>
                  <a:cs typeface="Times New Roman"/>
                </a:rPr>
                <a:t>+  loss = model(x, y)</a:t>
              </a:r>
            </a:p>
          </p:txBody>
        </p:sp>
        <p:sp>
          <p:nvSpPr>
            <p:cNvPr id="263" name="263 …">
              <a:extLst>
                <a:ext uri="{FF2B5EF4-FFF2-40B4-BE49-F238E27FC236}">
                  <a16:creationId xmlns:a16="http://schemas.microsoft.com/office/drawing/2014/main" id="{3D80CF1B-9402-463A-AD57-A8C6457D12B6}"/>
                </a:ext>
              </a:extLst>
            </p:cNvPr>
            <p:cNvSpPr>
              <a:spLocks/>
            </p:cNvSpPr>
            <p:nvPr/>
          </p:nvSpPr>
          <p:spPr>
            <a:xfrm>
              <a:off x="10328275" y="3238500"/>
              <a:ext cx="1390650" cy="31889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0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0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264" name="264 path">
              <a:extLst>
                <a:ext uri="{FF2B5EF4-FFF2-40B4-BE49-F238E27FC236}">
                  <a16:creationId xmlns:a16="http://schemas.microsoft.com/office/drawing/2014/main" id="{A7A11C1A-57D0-420E-BA60-34ECBCEA377F}"/>
                </a:ext>
              </a:extLst>
            </p:cNvPr>
            <p:cNvSpPr>
              <a:spLocks/>
            </p:cNvSpPr>
            <p:nvPr/>
          </p:nvSpPr>
          <p:spPr>
            <a:xfrm>
              <a:off x="6931021" y="2981325"/>
              <a:ext cx="571500" cy="95"/>
            </a:xfrm>
            <a:custGeom>
              <a:avLst/>
              <a:gdLst/>
              <a:ahLst/>
              <a:cxnLst/>
              <a:rect l="0" t="0" r="0" b="0"/>
              <a:pathLst>
                <a:path w="571500" h="9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273247"/>
              </a:solidFill>
            </a:ln>
          </p:spPr>
        </p:sp>
        <p:sp>
          <p:nvSpPr>
            <p:cNvPr id="265" name="265 arrow head">
              <a:extLst>
                <a:ext uri="{FF2B5EF4-FFF2-40B4-BE49-F238E27FC236}">
                  <a16:creationId xmlns:a16="http://schemas.microsoft.com/office/drawing/2014/main" id="{1401EE2F-C937-42EF-A487-BBEBB5132B40}"/>
                </a:ext>
              </a:extLst>
            </p:cNvPr>
            <p:cNvSpPr>
              <a:spLocks/>
            </p:cNvSpPr>
            <p:nvPr/>
          </p:nvSpPr>
          <p:spPr>
            <a:xfrm>
              <a:off x="7405689" y="2926461"/>
              <a:ext cx="114300" cy="109728"/>
            </a:xfrm>
            <a:custGeom>
              <a:avLst/>
              <a:gdLst/>
              <a:ahLst/>
              <a:cxnLst/>
              <a:rect l="0" t="0" r="0" b="0"/>
              <a:pathLst>
                <a:path w="114300" h="109728">
                  <a:moveTo>
                    <a:pt x="114300" y="54864"/>
                  </a:moveTo>
                  <a:lnTo>
                    <a:pt x="0" y="0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273247"/>
            </a:solidFill>
            <a:ln w="4763">
              <a:solidFill>
                <a:srgbClr val="273247"/>
              </a:solidFill>
            </a:ln>
          </p:spPr>
        </p:sp>
        <p:sp>
          <p:nvSpPr>
            <p:cNvPr id="266" name="266 translated">
              <a:extLst>
                <a:ext uri="{FF2B5EF4-FFF2-40B4-BE49-F238E27FC236}">
                  <a16:creationId xmlns:a16="http://schemas.microsoft.com/office/drawing/2014/main" id="{ED61C783-9FEF-48E5-A80A-DC7E75C839FC}"/>
                </a:ext>
              </a:extLst>
            </p:cNvPr>
            <p:cNvSpPr>
              <a:spLocks/>
            </p:cNvSpPr>
            <p:nvPr/>
          </p:nvSpPr>
          <p:spPr>
            <a:xfrm>
              <a:off x="6943725" y="2505075"/>
              <a:ext cx="590550" cy="1830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16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0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translated</a:t>
              </a:r>
            </a:p>
          </p:txBody>
        </p:sp>
        <p:sp>
          <p:nvSpPr>
            <p:cNvPr id="267" name="267 code">
              <a:extLst>
                <a:ext uri="{FF2B5EF4-FFF2-40B4-BE49-F238E27FC236}">
                  <a16:creationId xmlns:a16="http://schemas.microsoft.com/office/drawing/2014/main" id="{44AB3A51-B09F-428F-88D4-2C8FD7AB8FA3}"/>
                </a:ext>
              </a:extLst>
            </p:cNvPr>
            <p:cNvSpPr>
              <a:spLocks/>
            </p:cNvSpPr>
            <p:nvPr/>
          </p:nvSpPr>
          <p:spPr>
            <a:xfrm>
              <a:off x="6991350" y="2705100"/>
              <a:ext cx="504825" cy="2007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code</a:t>
              </a:r>
            </a:p>
          </p:txBody>
        </p:sp>
        <p:sp>
          <p:nvSpPr>
            <p:cNvPr id="268" name="268 path">
              <a:extLst>
                <a:ext uri="{FF2B5EF4-FFF2-40B4-BE49-F238E27FC236}">
                  <a16:creationId xmlns:a16="http://schemas.microsoft.com/office/drawing/2014/main" id="{CBE7D0BE-461B-4A4B-A2EA-25F61D8EFDAF}"/>
                </a:ext>
              </a:extLst>
            </p:cNvPr>
            <p:cNvSpPr>
              <a:spLocks/>
            </p:cNvSpPr>
            <p:nvPr/>
          </p:nvSpPr>
          <p:spPr>
            <a:xfrm>
              <a:off x="9277350" y="2581275"/>
              <a:ext cx="809625" cy="95"/>
            </a:xfrm>
            <a:custGeom>
              <a:avLst/>
              <a:gdLst/>
              <a:ahLst/>
              <a:cxnLst/>
              <a:rect l="0" t="0" r="0" b="0"/>
              <a:pathLst>
                <a:path w="809625" h="9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28575">
              <a:solidFill>
                <a:srgbClr val="273247"/>
              </a:solidFill>
            </a:ln>
          </p:spPr>
        </p:sp>
        <p:sp>
          <p:nvSpPr>
            <p:cNvPr id="269" name="269 arrow head">
              <a:extLst>
                <a:ext uri="{FF2B5EF4-FFF2-40B4-BE49-F238E27FC236}">
                  <a16:creationId xmlns:a16="http://schemas.microsoft.com/office/drawing/2014/main" id="{9B4E6D4F-7FC5-447E-B3F8-17D224FF7E9E}"/>
                </a:ext>
              </a:extLst>
            </p:cNvPr>
            <p:cNvSpPr>
              <a:spLocks/>
            </p:cNvSpPr>
            <p:nvPr/>
          </p:nvSpPr>
          <p:spPr>
            <a:xfrm>
              <a:off x="9999671" y="2526411"/>
              <a:ext cx="114300" cy="109728"/>
            </a:xfrm>
            <a:custGeom>
              <a:avLst/>
              <a:gdLst/>
              <a:ahLst/>
              <a:cxnLst/>
              <a:rect l="0" t="0" r="0" b="0"/>
              <a:pathLst>
                <a:path w="114300" h="109728">
                  <a:moveTo>
                    <a:pt x="114300" y="54864"/>
                  </a:moveTo>
                  <a:lnTo>
                    <a:pt x="0" y="0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273247"/>
            </a:solidFill>
            <a:ln w="4763">
              <a:solidFill>
                <a:srgbClr val="273247"/>
              </a:solidFill>
            </a:ln>
          </p:spPr>
        </p:sp>
        <p:sp>
          <p:nvSpPr>
            <p:cNvPr id="270" name="270 diagnosis">
              <a:extLst>
                <a:ext uri="{FF2B5EF4-FFF2-40B4-BE49-F238E27FC236}">
                  <a16:creationId xmlns:a16="http://schemas.microsoft.com/office/drawing/2014/main" id="{FE4682B1-ECC7-46E8-8D72-B1F0180448C3}"/>
                </a:ext>
              </a:extLst>
            </p:cNvPr>
            <p:cNvSpPr>
              <a:spLocks/>
            </p:cNvSpPr>
            <p:nvPr/>
          </p:nvSpPr>
          <p:spPr>
            <a:xfrm>
              <a:off x="9363075" y="2085975"/>
              <a:ext cx="676275" cy="2007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diagnosis</a:t>
              </a:r>
            </a:p>
          </p:txBody>
        </p:sp>
        <p:sp>
          <p:nvSpPr>
            <p:cNvPr id="271" name="271 &amp; feedback">
              <a:extLst>
                <a:ext uri="{FF2B5EF4-FFF2-40B4-BE49-F238E27FC236}">
                  <a16:creationId xmlns:a16="http://schemas.microsoft.com/office/drawing/2014/main" id="{565EDFF2-89BE-4A13-AF8C-956676D0195F}"/>
                </a:ext>
              </a:extLst>
            </p:cNvPr>
            <p:cNvSpPr>
              <a:spLocks/>
            </p:cNvSpPr>
            <p:nvPr/>
          </p:nvSpPr>
          <p:spPr>
            <a:xfrm>
              <a:off x="9324975" y="2276475"/>
              <a:ext cx="762000" cy="19724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252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52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&amp; feedback</a:t>
              </a:r>
            </a:p>
          </p:txBody>
        </p:sp>
        <p:sp>
          <p:nvSpPr>
            <p:cNvPr id="272" name="272 path">
              <a:extLst>
                <a:ext uri="{FF2B5EF4-FFF2-40B4-BE49-F238E27FC236}">
                  <a16:creationId xmlns:a16="http://schemas.microsoft.com/office/drawing/2014/main" id="{9A695D4D-EC05-4F5E-BB09-0C952C5EFFE0}"/>
                </a:ext>
              </a:extLst>
            </p:cNvPr>
            <p:cNvSpPr>
              <a:spLocks/>
            </p:cNvSpPr>
            <p:nvPr/>
          </p:nvSpPr>
          <p:spPr>
            <a:xfrm>
              <a:off x="9305928" y="3067050"/>
              <a:ext cx="800100" cy="95"/>
            </a:xfrm>
            <a:custGeom>
              <a:avLst/>
              <a:gdLst/>
              <a:ahLst/>
              <a:cxnLst/>
              <a:rect l="0" t="0" r="0" b="0"/>
              <a:pathLst>
                <a:path w="800100" h="95">
                  <a:moveTo>
                    <a:pt x="8001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73247"/>
              </a:solidFill>
            </a:ln>
          </p:spPr>
        </p:sp>
        <p:sp>
          <p:nvSpPr>
            <p:cNvPr id="273" name="273 arrow head">
              <a:extLst>
                <a:ext uri="{FF2B5EF4-FFF2-40B4-BE49-F238E27FC236}">
                  <a16:creationId xmlns:a16="http://schemas.microsoft.com/office/drawing/2014/main" id="{BFDDEAFA-0ACC-4DC8-8CA8-E917CA0291A9}"/>
                </a:ext>
              </a:extLst>
            </p:cNvPr>
            <p:cNvSpPr>
              <a:spLocks/>
            </p:cNvSpPr>
            <p:nvPr/>
          </p:nvSpPr>
          <p:spPr>
            <a:xfrm>
              <a:off x="9283696" y="3012186"/>
              <a:ext cx="114300" cy="109728"/>
            </a:xfrm>
            <a:custGeom>
              <a:avLst/>
              <a:gdLst/>
              <a:ahLst/>
              <a:cxnLst/>
              <a:rect l="0" t="0" r="0" b="0"/>
              <a:pathLst>
                <a:path w="114300" h="109728">
                  <a:moveTo>
                    <a:pt x="0" y="54864"/>
                  </a:moveTo>
                  <a:lnTo>
                    <a:pt x="114300" y="109728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273247"/>
            </a:solidFill>
            <a:ln w="4763">
              <a:solidFill>
                <a:srgbClr val="273247"/>
              </a:solidFill>
            </a:ln>
          </p:spPr>
        </p:sp>
        <p:sp>
          <p:nvSpPr>
            <p:cNvPr id="274" name="274 repaired">
              <a:extLst>
                <a:ext uri="{FF2B5EF4-FFF2-40B4-BE49-F238E27FC236}">
                  <a16:creationId xmlns:a16="http://schemas.microsoft.com/office/drawing/2014/main" id="{F2AAA8CB-9E76-47D8-A2D3-548807832564}"/>
                </a:ext>
              </a:extLst>
            </p:cNvPr>
            <p:cNvSpPr>
              <a:spLocks/>
            </p:cNvSpPr>
            <p:nvPr/>
          </p:nvSpPr>
          <p:spPr>
            <a:xfrm>
              <a:off x="9420225" y="3171825"/>
              <a:ext cx="628650" cy="2007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repaired</a:t>
              </a:r>
            </a:p>
          </p:txBody>
        </p:sp>
        <p:sp>
          <p:nvSpPr>
            <p:cNvPr id="275" name="275 code">
              <a:extLst>
                <a:ext uri="{FF2B5EF4-FFF2-40B4-BE49-F238E27FC236}">
                  <a16:creationId xmlns:a16="http://schemas.microsoft.com/office/drawing/2014/main" id="{4D72F643-E827-48F9-8210-0A2EEA446A75}"/>
                </a:ext>
              </a:extLst>
            </p:cNvPr>
            <p:cNvSpPr>
              <a:spLocks/>
            </p:cNvSpPr>
            <p:nvPr/>
          </p:nvSpPr>
          <p:spPr>
            <a:xfrm>
              <a:off x="9505950" y="3362325"/>
              <a:ext cx="457200" cy="2007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code</a:t>
              </a:r>
            </a:p>
          </p:txBody>
        </p:sp>
        <p:sp>
          <p:nvSpPr>
            <p:cNvPr id="280" name="280 filled flow arrow">
              <a:extLst>
                <a:ext uri="{FF2B5EF4-FFF2-40B4-BE49-F238E27FC236}">
                  <a16:creationId xmlns:a16="http://schemas.microsoft.com/office/drawing/2014/main" id="{1A31ACFF-1AD1-49E0-9F76-6E894DFE03F5}"/>
                </a:ext>
              </a:extLst>
            </p:cNvPr>
            <p:cNvSpPr>
              <a:spLocks/>
            </p:cNvSpPr>
            <p:nvPr/>
          </p:nvSpPr>
          <p:spPr>
            <a:xfrm>
              <a:off x="8353425" y="3638550"/>
              <a:ext cx="200025" cy="285750"/>
            </a:xfrm>
            <a:custGeom>
              <a:avLst/>
              <a:gdLst/>
              <a:ahLst/>
              <a:cxnLst/>
              <a:rect l="0" t="0" r="0" b="0"/>
              <a:pathLst>
                <a:path w="200025" h="285750">
                  <a:moveTo>
                    <a:pt x="60007" y="285750"/>
                  </a:moveTo>
                  <a:lnTo>
                    <a:pt x="140018" y="285750"/>
                  </a:lnTo>
                  <a:lnTo>
                    <a:pt x="140018" y="128588"/>
                  </a:lnTo>
                  <a:lnTo>
                    <a:pt x="200025" y="128588"/>
                  </a:lnTo>
                  <a:lnTo>
                    <a:pt x="100013" y="0"/>
                  </a:lnTo>
                  <a:lnTo>
                    <a:pt x="0" y="128588"/>
                  </a:lnTo>
                  <a:lnTo>
                    <a:pt x="60007" y="128588"/>
                  </a:lnTo>
                  <a:close/>
                </a:path>
              </a:pathLst>
            </a:custGeom>
            <a:gradFill>
              <a:gsLst>
                <a:gs pos="0">
                  <a:srgbClr val="A1DCAB"/>
                </a:gs>
                <a:gs pos="100000">
                  <a:srgbClr val="D4F8D7"/>
                </a:gs>
              </a:gsLst>
              <a:lin ang="5400000"/>
            </a:gradFill>
            <a:ln w="12383">
              <a:solidFill>
                <a:srgbClr val="198444"/>
              </a:solidFill>
            </a:ln>
          </p:spPr>
        </p:sp>
        <p:grpSp>
          <p:nvGrpSpPr>
            <p:cNvPr id="551" name="Workspace supplies evidence"/>
            <p:cNvGrpSpPr/>
            <p:nvPr/>
          </p:nvGrpSpPr>
          <p:grpSpPr>
            <a:xfrm>
              <a:off x="6096000" y="5334000"/>
              <a:ext cx="4933950" cy="314325"/>
              <a:chOff x="6096000" y="5334000"/>
              <a:chExt cx="4933950" cy="314325"/>
            </a:xfrm>
          </p:grpSpPr>
          <p:sp>
            <p:nvSpPr>
              <p:cNvPr id="306" name="306 filled flow arrow">
                <a:extLst>
                  <a:ext uri="{FF2B5EF4-FFF2-40B4-BE49-F238E27FC236}">
                    <a16:creationId xmlns:a16="http://schemas.microsoft.com/office/drawing/2014/main" id="{CAC6FCCD-580D-4FA4-B2AB-371E40623C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096000" y="5362575"/>
                <a:ext cx="209550" cy="285750"/>
              </a:xfrm>
              <a:custGeom>
                <a:avLst/>
                <a:gdLst/>
                <a:ahLst/>
                <a:cxnLst/>
                <a:rect l="0" t="0" r="0" b="0"/>
                <a:pathLst>
                  <a:path w="209550" h="285750">
                    <a:moveTo>
                      <a:pt x="62865" y="285750"/>
                    </a:moveTo>
                    <a:lnTo>
                      <a:pt x="146685" y="285750"/>
                    </a:lnTo>
                    <a:lnTo>
                      <a:pt x="146685" y="128588"/>
                    </a:lnTo>
                    <a:lnTo>
                      <a:pt x="209550" y="128588"/>
                    </a:lnTo>
                    <a:lnTo>
                      <a:pt x="104775" y="0"/>
                    </a:lnTo>
                    <a:lnTo>
                      <a:pt x="0" y="128588"/>
                    </a:lnTo>
                    <a:lnTo>
                      <a:pt x="62865" y="128588"/>
                    </a:lnTo>
                    <a:close/>
                  </a:path>
                </a:pathLst>
              </a:custGeom>
              <a:gradFill>
                <a:gsLst>
                  <a:gs pos="0">
                    <a:srgbClr val="62BE76"/>
                  </a:gs>
                  <a:gs pos="100000">
                    <a:srgbClr val="C7EEC7"/>
                  </a:gs>
                </a:gsLst>
                <a:lin ang="5400000"/>
              </a:gradFill>
              <a:ln w="12383">
                <a:solidFill>
                  <a:srgbClr val="267C4F"/>
                </a:solidFill>
              </a:ln>
            </p:spPr>
          </p:sp>
          <p:sp>
            <p:nvSpPr>
              <p:cNvPr id="307" name="307 filled flow arrow">
                <a:extLst>
                  <a:ext uri="{FF2B5EF4-FFF2-40B4-BE49-F238E27FC236}">
                    <a16:creationId xmlns:a16="http://schemas.microsoft.com/office/drawing/2014/main" id="{9D123D22-3592-46BE-8CAE-E7D7A2AD7CB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48650" y="5334000"/>
                <a:ext cx="266700" cy="314325"/>
              </a:xfrm>
              <a:custGeom>
                <a:avLst/>
                <a:gdLst/>
                <a:ahLst/>
                <a:cxnLst/>
                <a:rect l="0" t="0" r="0" b="0"/>
                <a:pathLst>
                  <a:path w="266700" h="314325">
                    <a:moveTo>
                      <a:pt x="80010" y="314325"/>
                    </a:moveTo>
                    <a:lnTo>
                      <a:pt x="186690" y="314325"/>
                    </a:lnTo>
                    <a:lnTo>
                      <a:pt x="186690" y="141446"/>
                    </a:lnTo>
                    <a:lnTo>
                      <a:pt x="266700" y="141446"/>
                    </a:lnTo>
                    <a:lnTo>
                      <a:pt x="133350" y="0"/>
                    </a:lnTo>
                    <a:lnTo>
                      <a:pt x="0" y="141446"/>
                    </a:lnTo>
                    <a:lnTo>
                      <a:pt x="80010" y="141446"/>
                    </a:lnTo>
                    <a:close/>
                  </a:path>
                </a:pathLst>
              </a:custGeom>
              <a:gradFill>
                <a:gsLst>
                  <a:gs pos="0">
                    <a:srgbClr val="B9ECC3"/>
                  </a:gs>
                  <a:gs pos="100000">
                    <a:srgbClr val="DDF9DC"/>
                  </a:gs>
                </a:gsLst>
                <a:lin ang="5400000"/>
              </a:gradFill>
              <a:ln w="12383">
                <a:solidFill>
                  <a:srgbClr val="53AB72"/>
                </a:solidFill>
              </a:ln>
            </p:spPr>
          </p:sp>
          <p:sp>
            <p:nvSpPr>
              <p:cNvPr id="308" name="308 filled flow arrow">
                <a:extLst>
                  <a:ext uri="{FF2B5EF4-FFF2-40B4-BE49-F238E27FC236}">
                    <a16:creationId xmlns:a16="http://schemas.microsoft.com/office/drawing/2014/main" id="{393EDA27-FBCA-4571-8E5B-E770621CEF8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820400" y="5362575"/>
                <a:ext cx="209550" cy="285750"/>
              </a:xfrm>
              <a:custGeom>
                <a:avLst/>
                <a:gdLst/>
                <a:ahLst/>
                <a:cxnLst/>
                <a:rect l="0" t="0" r="0" b="0"/>
                <a:pathLst>
                  <a:path w="209550" h="285750">
                    <a:moveTo>
                      <a:pt x="62865" y="285750"/>
                    </a:moveTo>
                    <a:lnTo>
                      <a:pt x="146685" y="285750"/>
                    </a:lnTo>
                    <a:lnTo>
                      <a:pt x="146685" y="128588"/>
                    </a:lnTo>
                    <a:lnTo>
                      <a:pt x="209550" y="128588"/>
                    </a:lnTo>
                    <a:lnTo>
                      <a:pt x="104775" y="0"/>
                    </a:lnTo>
                    <a:lnTo>
                      <a:pt x="0" y="128588"/>
                    </a:lnTo>
                    <a:lnTo>
                      <a:pt x="62865" y="128588"/>
                    </a:lnTo>
                    <a:close/>
                  </a:path>
                </a:pathLst>
              </a:custGeom>
              <a:gradFill>
                <a:gsLst>
                  <a:gs pos="0">
                    <a:srgbClr val="66C37E"/>
                  </a:gs>
                  <a:gs pos="100000">
                    <a:srgbClr val="CDEFD0"/>
                  </a:gs>
                </a:gsLst>
                <a:lin ang="5400000"/>
              </a:gradFill>
              <a:ln w="12383">
                <a:solidFill>
                  <a:srgbClr val="277B4D"/>
                </a:solidFill>
              </a:ln>
            </p:spPr>
          </p:sp>
        </p:grpSp>
        <p:sp>
          <p:nvSpPr>
            <p:cNvPr id="309" name="309 rect">
              <a:extLst>
                <a:ext uri="{FF2B5EF4-FFF2-40B4-BE49-F238E27FC236}">
                  <a16:creationId xmlns:a16="http://schemas.microsoft.com/office/drawing/2014/main" id="{6AA32148-C617-4D33-90FA-EA0FD1DE395F}"/>
                </a:ext>
              </a:extLst>
            </p:cNvPr>
            <p:cNvSpPr>
              <a:spLocks/>
            </p:cNvSpPr>
            <p:nvPr/>
          </p:nvSpPr>
          <p:spPr>
            <a:xfrm>
              <a:off x="4867275" y="5648325"/>
              <a:ext cx="7172325" cy="2181225"/>
            </a:xfrm>
            <a:prstGeom prst="roundRect">
              <a:avLst>
                <a:gd name="adj" fmla="val 6987"/>
              </a:avLst>
            </a:prstGeom>
            <a:gradFill>
              <a:gsLst>
                <a:gs pos="0">
                  <a:srgbClr val="EEF7FE"/>
                </a:gs>
                <a:gs pos="80000">
                  <a:schemeClr val="tx2">
                    <a:lumMod val="10000"/>
                    <a:lumOff val="90000"/>
                  </a:schemeClr>
                </a:gs>
              </a:gsLst>
              <a:lin ang="5400000"/>
            </a:gradFill>
            <a:ln w="11430">
              <a:solidFill>
                <a:srgbClr val="165CC7"/>
              </a:solidFill>
            </a:ln>
          </p:spPr>
        </p:sp>
        <p:grpSp>
          <p:nvGrpSpPr>
            <p:cNvPr id="553" name="icon-database-309"/>
            <p:cNvGrpSpPr/>
            <p:nvPr/>
          </p:nvGrpSpPr>
          <p:grpSpPr>
            <a:xfrm>
              <a:off x="5044678" y="5717381"/>
              <a:ext cx="264319" cy="385763"/>
              <a:chOff x="5044678" y="5717381"/>
              <a:chExt cx="264319" cy="385763"/>
            </a:xfrm>
          </p:grpSpPr>
          <p:sp>
            <p:nvSpPr>
              <p:cNvPr id="310" name="310 rect">
                <a:extLst>
                  <a:ext uri="{FF2B5EF4-FFF2-40B4-BE49-F238E27FC236}">
                    <a16:creationId xmlns:a16="http://schemas.microsoft.com/office/drawing/2014/main" id="{E9931FB1-1AC4-4C37-8FA7-07946A722F6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44678" y="5781675"/>
                <a:ext cx="264319" cy="278606"/>
              </a:xfrm>
              <a:prstGeom prst="rect">
                <a:avLst/>
              </a:prstGeom>
              <a:gradFill>
                <a:gsLst>
                  <a:gs pos="0">
                    <a:srgbClr val="81C9FA"/>
                  </a:gs>
                  <a:gs pos="100000">
                    <a:srgbClr val="87ACDF"/>
                  </a:gs>
                </a:gsLst>
                <a:lin ang="5400000"/>
              </a:gradFill>
              <a:ln w="19383">
                <a:solidFill>
                  <a:srgbClr val="090D28"/>
                </a:solidFill>
              </a:ln>
            </p:spPr>
          </p:sp>
          <p:sp>
            <p:nvSpPr>
              <p:cNvPr id="311" name="311 ellipse">
                <a:extLst>
                  <a:ext uri="{FF2B5EF4-FFF2-40B4-BE49-F238E27FC236}">
                    <a16:creationId xmlns:a16="http://schemas.microsoft.com/office/drawing/2014/main" id="{691431DF-8078-400B-96CA-E8BF2DB7E6C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44678" y="5963841"/>
                <a:ext cx="264319" cy="139303"/>
              </a:xfrm>
              <a:prstGeom prst="ellipse">
                <a:avLst/>
              </a:prstGeom>
              <a:solidFill>
                <a:srgbClr val="94B9E8"/>
              </a:solidFill>
              <a:ln w="19383">
                <a:solidFill>
                  <a:srgbClr val="090D28"/>
                </a:solidFill>
              </a:ln>
            </p:spPr>
          </p:sp>
          <p:sp>
            <p:nvSpPr>
              <p:cNvPr id="312" name="312 rect">
                <a:extLst>
                  <a:ext uri="{FF2B5EF4-FFF2-40B4-BE49-F238E27FC236}">
                    <a16:creationId xmlns:a16="http://schemas.microsoft.com/office/drawing/2014/main" id="{CB553F0A-E21E-476C-9B5F-A3B978A172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53489" y="5878116"/>
                <a:ext cx="246698" cy="150019"/>
              </a:xfrm>
              <a:prstGeom prst="rect">
                <a:avLst/>
              </a:prstGeom>
              <a:gradFill>
                <a:gsLst>
                  <a:gs pos="0">
                    <a:srgbClr val="81C9FA"/>
                  </a:gs>
                  <a:gs pos="100000">
                    <a:srgbClr val="9DBDE5"/>
                  </a:gs>
                </a:gsLst>
                <a:lin ang="5400000"/>
              </a:gradFill>
              <a:ln w="0">
                <a:noFill/>
              </a:ln>
            </p:spPr>
          </p:sp>
          <p:sp>
            <p:nvSpPr>
              <p:cNvPr id="313" name="313 path">
                <a:extLst>
                  <a:ext uri="{FF2B5EF4-FFF2-40B4-BE49-F238E27FC236}">
                    <a16:creationId xmlns:a16="http://schemas.microsoft.com/office/drawing/2014/main" id="{D0940288-395E-495E-846E-3EB2C68BEE1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44678" y="5899547"/>
                <a:ext cx="264319" cy="48220"/>
              </a:xfrm>
              <a:custGeom>
                <a:avLst/>
                <a:gdLst/>
                <a:ahLst/>
                <a:cxnLst/>
                <a:rect l="0" t="0" r="0" b="0"/>
                <a:pathLst>
                  <a:path w="264319" h="48220">
                    <a:moveTo>
                      <a:pt x="0" y="0"/>
                    </a:moveTo>
                    <a:lnTo>
                      <a:pt x="6426" y="6215"/>
                    </a:lnTo>
                    <a:lnTo>
                      <a:pt x="13345" y="12001"/>
                    </a:lnTo>
                    <a:lnTo>
                      <a:pt x="20723" y="17359"/>
                    </a:lnTo>
                    <a:lnTo>
                      <a:pt x="28523" y="22289"/>
                    </a:lnTo>
                    <a:lnTo>
                      <a:pt x="36711" y="26789"/>
                    </a:lnTo>
                    <a:lnTo>
                      <a:pt x="45251" y="30861"/>
                    </a:lnTo>
                    <a:lnTo>
                      <a:pt x="54109" y="34504"/>
                    </a:lnTo>
                    <a:lnTo>
                      <a:pt x="63249" y="37719"/>
                    </a:lnTo>
                    <a:lnTo>
                      <a:pt x="72635" y="40505"/>
                    </a:lnTo>
                    <a:lnTo>
                      <a:pt x="82232" y="42863"/>
                    </a:lnTo>
                    <a:lnTo>
                      <a:pt x="92006" y="44791"/>
                    </a:lnTo>
                    <a:lnTo>
                      <a:pt x="101921" y="46292"/>
                    </a:lnTo>
                    <a:lnTo>
                      <a:pt x="111942" y="47363"/>
                    </a:lnTo>
                    <a:lnTo>
                      <a:pt x="122033" y="48006"/>
                    </a:lnTo>
                    <a:lnTo>
                      <a:pt x="132159" y="48220"/>
                    </a:lnTo>
                    <a:lnTo>
                      <a:pt x="142286" y="48006"/>
                    </a:lnTo>
                    <a:lnTo>
                      <a:pt x="152377" y="47363"/>
                    </a:lnTo>
                    <a:lnTo>
                      <a:pt x="162397" y="46292"/>
                    </a:lnTo>
                    <a:lnTo>
                      <a:pt x="172312" y="44791"/>
                    </a:lnTo>
                    <a:lnTo>
                      <a:pt x="182086" y="42863"/>
                    </a:lnTo>
                    <a:lnTo>
                      <a:pt x="191684" y="40505"/>
                    </a:lnTo>
                    <a:lnTo>
                      <a:pt x="201070" y="37719"/>
                    </a:lnTo>
                    <a:lnTo>
                      <a:pt x="210210" y="34504"/>
                    </a:lnTo>
                    <a:lnTo>
                      <a:pt x="219067" y="30861"/>
                    </a:lnTo>
                    <a:lnTo>
                      <a:pt x="227608" y="26789"/>
                    </a:lnTo>
                    <a:lnTo>
                      <a:pt x="235796" y="22289"/>
                    </a:lnTo>
                    <a:lnTo>
                      <a:pt x="243596" y="17359"/>
                    </a:lnTo>
                    <a:lnTo>
                      <a:pt x="250974" y="12001"/>
                    </a:lnTo>
                    <a:lnTo>
                      <a:pt x="257893" y="6215"/>
                    </a:lnTo>
                    <a:lnTo>
                      <a:pt x="264319" y="0"/>
                    </a:lnTo>
                  </a:path>
                </a:pathLst>
              </a:custGeom>
              <a:noFill/>
              <a:ln w="17621">
                <a:solidFill>
                  <a:srgbClr val="090D28"/>
                </a:solidFill>
              </a:ln>
            </p:spPr>
          </p:sp>
          <p:sp>
            <p:nvSpPr>
              <p:cNvPr id="314" name="314 path">
                <a:extLst>
                  <a:ext uri="{FF2B5EF4-FFF2-40B4-BE49-F238E27FC236}">
                    <a16:creationId xmlns:a16="http://schemas.microsoft.com/office/drawing/2014/main" id="{BF6B086A-29E4-4770-9244-01E4BD27F10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44678" y="5985272"/>
                <a:ext cx="264319" cy="48220"/>
              </a:xfrm>
              <a:custGeom>
                <a:avLst/>
                <a:gdLst/>
                <a:ahLst/>
                <a:cxnLst/>
                <a:rect l="0" t="0" r="0" b="0"/>
                <a:pathLst>
                  <a:path w="264319" h="48220">
                    <a:moveTo>
                      <a:pt x="0" y="0"/>
                    </a:moveTo>
                    <a:lnTo>
                      <a:pt x="6426" y="6215"/>
                    </a:lnTo>
                    <a:lnTo>
                      <a:pt x="13345" y="12001"/>
                    </a:lnTo>
                    <a:lnTo>
                      <a:pt x="20723" y="17359"/>
                    </a:lnTo>
                    <a:lnTo>
                      <a:pt x="28523" y="22289"/>
                    </a:lnTo>
                    <a:lnTo>
                      <a:pt x="36711" y="26789"/>
                    </a:lnTo>
                    <a:lnTo>
                      <a:pt x="45251" y="30861"/>
                    </a:lnTo>
                    <a:lnTo>
                      <a:pt x="54109" y="34504"/>
                    </a:lnTo>
                    <a:lnTo>
                      <a:pt x="63249" y="37719"/>
                    </a:lnTo>
                    <a:lnTo>
                      <a:pt x="72635" y="40505"/>
                    </a:lnTo>
                    <a:lnTo>
                      <a:pt x="82232" y="42863"/>
                    </a:lnTo>
                    <a:lnTo>
                      <a:pt x="92006" y="44791"/>
                    </a:lnTo>
                    <a:lnTo>
                      <a:pt x="101921" y="46292"/>
                    </a:lnTo>
                    <a:lnTo>
                      <a:pt x="111942" y="47363"/>
                    </a:lnTo>
                    <a:lnTo>
                      <a:pt x="122033" y="48006"/>
                    </a:lnTo>
                    <a:lnTo>
                      <a:pt x="132159" y="48220"/>
                    </a:lnTo>
                    <a:lnTo>
                      <a:pt x="142286" y="48006"/>
                    </a:lnTo>
                    <a:lnTo>
                      <a:pt x="152377" y="47363"/>
                    </a:lnTo>
                    <a:lnTo>
                      <a:pt x="162397" y="46292"/>
                    </a:lnTo>
                    <a:lnTo>
                      <a:pt x="172312" y="44791"/>
                    </a:lnTo>
                    <a:lnTo>
                      <a:pt x="182086" y="42863"/>
                    </a:lnTo>
                    <a:lnTo>
                      <a:pt x="191684" y="40505"/>
                    </a:lnTo>
                    <a:lnTo>
                      <a:pt x="201070" y="37719"/>
                    </a:lnTo>
                    <a:lnTo>
                      <a:pt x="210210" y="34504"/>
                    </a:lnTo>
                    <a:lnTo>
                      <a:pt x="219067" y="30861"/>
                    </a:lnTo>
                    <a:lnTo>
                      <a:pt x="227608" y="26789"/>
                    </a:lnTo>
                    <a:lnTo>
                      <a:pt x="235796" y="22289"/>
                    </a:lnTo>
                    <a:lnTo>
                      <a:pt x="243596" y="17359"/>
                    </a:lnTo>
                    <a:lnTo>
                      <a:pt x="250974" y="12001"/>
                    </a:lnTo>
                    <a:lnTo>
                      <a:pt x="257893" y="6215"/>
                    </a:lnTo>
                    <a:lnTo>
                      <a:pt x="264319" y="0"/>
                    </a:lnTo>
                  </a:path>
                </a:pathLst>
              </a:custGeom>
              <a:noFill/>
              <a:ln w="17621">
                <a:solidFill>
                  <a:srgbClr val="090D28"/>
                </a:solidFill>
              </a:ln>
            </p:spPr>
          </p:sp>
          <p:sp>
            <p:nvSpPr>
              <p:cNvPr id="315" name="315 ellipse">
                <a:extLst>
                  <a:ext uri="{FF2B5EF4-FFF2-40B4-BE49-F238E27FC236}">
                    <a16:creationId xmlns:a16="http://schemas.microsoft.com/office/drawing/2014/main" id="{3B672DC4-A8BB-45F6-84A8-382FEE43E7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44678" y="5717381"/>
                <a:ext cx="264319" cy="139303"/>
              </a:xfrm>
              <a:prstGeom prst="ellipse">
                <a:avLst/>
              </a:prstGeom>
              <a:solidFill>
                <a:srgbClr val="81C9FA"/>
              </a:solidFill>
              <a:ln w="19383">
                <a:solidFill>
                  <a:srgbClr val="090D28"/>
                </a:solidFill>
              </a:ln>
            </p:spPr>
          </p:sp>
        </p:grpSp>
        <p:sp>
          <p:nvSpPr>
            <p:cNvPr id="316" name="316 Dependency-Aware Workspace">
              <a:extLst>
                <a:ext uri="{FF2B5EF4-FFF2-40B4-BE49-F238E27FC236}">
                  <a16:creationId xmlns:a16="http://schemas.microsoft.com/office/drawing/2014/main" id="{5D8637E6-FAFD-435C-9326-75B618EED6CB}"/>
                </a:ext>
              </a:extLst>
            </p:cNvPr>
            <p:cNvSpPr>
              <a:spLocks/>
            </p:cNvSpPr>
            <p:nvPr/>
          </p:nvSpPr>
          <p:spPr>
            <a:xfrm>
              <a:off x="5524500" y="5764744"/>
              <a:ext cx="6267450" cy="30708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95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950" b="1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Dependency-Aware Workspace</a:t>
              </a:r>
            </a:p>
          </p:txBody>
        </p:sp>
        <p:sp>
          <p:nvSpPr>
            <p:cNvPr id="317" name="317 rect">
              <a:extLst>
                <a:ext uri="{FF2B5EF4-FFF2-40B4-BE49-F238E27FC236}">
                  <a16:creationId xmlns:a16="http://schemas.microsoft.com/office/drawing/2014/main" id="{85069B74-DA0E-4650-9DAC-925409856AF1}"/>
                </a:ext>
              </a:extLst>
            </p:cNvPr>
            <p:cNvSpPr>
              <a:spLocks/>
            </p:cNvSpPr>
            <p:nvPr/>
          </p:nvSpPr>
          <p:spPr>
            <a:xfrm>
              <a:off x="4972050" y="6191250"/>
              <a:ext cx="2019300" cy="1543050"/>
            </a:xfrm>
            <a:prstGeom prst="roundRect">
              <a:avLst>
                <a:gd name="adj" fmla="val 6790"/>
              </a:avLst>
            </a:prstGeom>
            <a:solidFill>
              <a:schemeClr val="bg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318 Repository Graph">
              <a:extLst>
                <a:ext uri="{FF2B5EF4-FFF2-40B4-BE49-F238E27FC236}">
                  <a16:creationId xmlns:a16="http://schemas.microsoft.com/office/drawing/2014/main" id="{CF07767E-2F55-4079-99C4-07CCD6664940}"/>
                </a:ext>
              </a:extLst>
            </p:cNvPr>
            <p:cNvSpPr>
              <a:spLocks/>
            </p:cNvSpPr>
            <p:nvPr/>
          </p:nvSpPr>
          <p:spPr>
            <a:xfrm>
              <a:off x="5076825" y="6257925"/>
              <a:ext cx="1828800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Repository Graph</a:t>
              </a:r>
            </a:p>
          </p:txBody>
        </p:sp>
        <p:sp>
          <p:nvSpPr>
            <p:cNvPr id="319" name="319 rect">
              <a:extLst>
                <a:ext uri="{FF2B5EF4-FFF2-40B4-BE49-F238E27FC236}">
                  <a16:creationId xmlns:a16="http://schemas.microsoft.com/office/drawing/2014/main" id="{D86A8D3C-D562-4B1A-9DF7-EB49FC9A751C}"/>
                </a:ext>
              </a:extLst>
            </p:cNvPr>
            <p:cNvSpPr>
              <a:spLocks/>
            </p:cNvSpPr>
            <p:nvPr/>
          </p:nvSpPr>
          <p:spPr>
            <a:xfrm>
              <a:off x="5086350" y="6543675"/>
              <a:ext cx="1790700" cy="1047750"/>
            </a:xfrm>
            <a:prstGeom prst="roundRect">
              <a:avLst>
                <a:gd name="adj" fmla="val 4545"/>
              </a:avLst>
            </a:prstGeom>
            <a:solidFill>
              <a:srgbClr val="F5F8FB"/>
            </a:solidFill>
            <a:ln w="6668">
              <a:solidFill>
                <a:srgbClr val="D4E0ED"/>
              </a:solidFill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555" name="icon-folder-319"/>
            <p:cNvGrpSpPr/>
            <p:nvPr/>
          </p:nvGrpSpPr>
          <p:grpSpPr>
            <a:xfrm>
              <a:off x="5118973" y="6605588"/>
              <a:ext cx="153829" cy="107156"/>
              <a:chOff x="5118973" y="6605588"/>
              <a:chExt cx="153829" cy="107156"/>
            </a:xfrm>
          </p:grpSpPr>
          <p:sp>
            <p:nvSpPr>
              <p:cNvPr id="320" name="320 path">
                <a:extLst>
                  <a:ext uri="{FF2B5EF4-FFF2-40B4-BE49-F238E27FC236}">
                    <a16:creationId xmlns:a16="http://schemas.microsoft.com/office/drawing/2014/main" id="{92F95244-9BF7-45F2-9D2C-0F69CFDC691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18973" y="6605588"/>
                <a:ext cx="153829" cy="107156"/>
              </a:xfrm>
              <a:custGeom>
                <a:avLst/>
                <a:gdLst/>
                <a:ahLst/>
                <a:cxnLst/>
                <a:rect l="0" t="0" r="0" b="0"/>
                <a:pathLst>
                  <a:path w="153829" h="107156">
                    <a:moveTo>
                      <a:pt x="0" y="0"/>
                    </a:moveTo>
                    <a:lnTo>
                      <a:pt x="54293" y="0"/>
                    </a:lnTo>
                    <a:lnTo>
                      <a:pt x="67866" y="17145"/>
                    </a:lnTo>
                    <a:lnTo>
                      <a:pt x="153829" y="17145"/>
                    </a:lnTo>
                    <a:lnTo>
                      <a:pt x="153829" y="107156"/>
                    </a:lnTo>
                    <a:lnTo>
                      <a:pt x="0" y="107156"/>
                    </a:lnTo>
                    <a:close/>
                  </a:path>
                </a:pathLst>
              </a:custGeom>
              <a:solidFill>
                <a:srgbClr val="D2ECFF"/>
              </a:solidFill>
              <a:ln w="8573">
                <a:solidFill>
                  <a:srgbClr val="003496"/>
                </a:solidFill>
              </a:ln>
            </p:spPr>
          </p:sp>
          <p:sp>
            <p:nvSpPr>
              <p:cNvPr id="321" name="321 path">
                <a:extLst>
                  <a:ext uri="{FF2B5EF4-FFF2-40B4-BE49-F238E27FC236}">
                    <a16:creationId xmlns:a16="http://schemas.microsoft.com/office/drawing/2014/main" id="{1894181B-46E5-4193-B067-66425D7404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23498" y="6635591"/>
                <a:ext cx="144780" cy="77153"/>
              </a:xfrm>
              <a:custGeom>
                <a:avLst/>
                <a:gdLst/>
                <a:ahLst/>
                <a:cxnLst/>
                <a:rect l="0" t="0" r="0" b="0"/>
                <a:pathLst>
                  <a:path w="144780" h="77153"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77153"/>
                    </a:lnTo>
                    <a:lnTo>
                      <a:pt x="0" y="77153"/>
                    </a:lnTo>
                    <a:close/>
                  </a:path>
                </a:pathLst>
              </a:custGeom>
              <a:solidFill>
                <a:srgbClr val="F7FCFF"/>
              </a:solidFill>
              <a:ln w="5572">
                <a:solidFill>
                  <a:srgbClr val="003496"/>
                </a:solidFill>
              </a:ln>
            </p:spPr>
          </p:sp>
        </p:grpSp>
        <p:sp>
          <p:nvSpPr>
            <p:cNvPr id="322" name="322 src/">
              <a:extLst>
                <a:ext uri="{FF2B5EF4-FFF2-40B4-BE49-F238E27FC236}">
                  <a16:creationId xmlns:a16="http://schemas.microsoft.com/office/drawing/2014/main" id="{1E0575E9-0529-4301-9AE5-43BCEED8F893}"/>
                </a:ext>
              </a:extLst>
            </p:cNvPr>
            <p:cNvSpPr>
              <a:spLocks/>
            </p:cNvSpPr>
            <p:nvPr/>
          </p:nvSpPr>
          <p:spPr>
            <a:xfrm>
              <a:off x="5381625" y="6534150"/>
              <a:ext cx="12382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src/</a:t>
              </a:r>
            </a:p>
          </p:txBody>
        </p:sp>
        <p:sp>
          <p:nvSpPr>
            <p:cNvPr id="323" name="323 path">
              <a:extLst>
                <a:ext uri="{FF2B5EF4-FFF2-40B4-BE49-F238E27FC236}">
                  <a16:creationId xmlns:a16="http://schemas.microsoft.com/office/drawing/2014/main" id="{F5D0E9AE-67E3-40E6-A2E5-2F0C8312D047}"/>
                </a:ext>
              </a:extLst>
            </p:cNvPr>
            <p:cNvSpPr>
              <a:spLocks/>
            </p:cNvSpPr>
            <p:nvPr/>
          </p:nvSpPr>
          <p:spPr>
            <a:xfrm>
              <a:off x="5381625" y="6791325"/>
              <a:ext cx="95" cy="657225"/>
            </a:xfrm>
            <a:custGeom>
              <a:avLst/>
              <a:gdLst/>
              <a:ahLst/>
              <a:cxnLst/>
              <a:rect l="0" t="0" r="0" b="0"/>
              <a:pathLst>
                <a:path w="95"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noFill/>
            <a:ln w="12383">
              <a:solidFill>
                <a:srgbClr val="758391"/>
              </a:solidFill>
            </a:ln>
          </p:spPr>
        </p:sp>
        <p:sp>
          <p:nvSpPr>
            <p:cNvPr id="324" name="324 path">
              <a:extLst>
                <a:ext uri="{FF2B5EF4-FFF2-40B4-BE49-F238E27FC236}">
                  <a16:creationId xmlns:a16="http://schemas.microsoft.com/office/drawing/2014/main" id="{3509BE82-02E1-4DA9-87F0-9D538479F8E8}"/>
                </a:ext>
              </a:extLst>
            </p:cNvPr>
            <p:cNvSpPr>
              <a:spLocks/>
            </p:cNvSpPr>
            <p:nvPr/>
          </p:nvSpPr>
          <p:spPr>
            <a:xfrm>
              <a:off x="5381625" y="6867525"/>
              <a:ext cx="133350" cy="95"/>
            </a:xfrm>
            <a:custGeom>
              <a:avLst/>
              <a:gdLst/>
              <a:ahLst/>
              <a:cxnLst/>
              <a:rect l="0" t="0" r="0" b="0"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383">
              <a:solidFill>
                <a:srgbClr val="758391"/>
              </a:solidFill>
            </a:ln>
          </p:spPr>
        </p:sp>
        <p:sp>
          <p:nvSpPr>
            <p:cNvPr id="331" name="331 model.py">
              <a:extLst>
                <a:ext uri="{FF2B5EF4-FFF2-40B4-BE49-F238E27FC236}">
                  <a16:creationId xmlns:a16="http://schemas.microsoft.com/office/drawing/2014/main" id="{7CDD62E6-CE6F-4F62-823B-89C0974C96C6}"/>
                </a:ext>
              </a:extLst>
            </p:cNvPr>
            <p:cNvSpPr>
              <a:spLocks/>
            </p:cNvSpPr>
            <p:nvPr/>
          </p:nvSpPr>
          <p:spPr>
            <a:xfrm>
              <a:off x="5619750" y="6732651"/>
              <a:ext cx="9715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model.py</a:t>
              </a:r>
            </a:p>
          </p:txBody>
        </p:sp>
        <p:sp>
          <p:nvSpPr>
            <p:cNvPr id="332" name="332 path">
              <a:extLst>
                <a:ext uri="{FF2B5EF4-FFF2-40B4-BE49-F238E27FC236}">
                  <a16:creationId xmlns:a16="http://schemas.microsoft.com/office/drawing/2014/main" id="{9DB970AC-668E-46ED-A4C8-DA43A478EB79}"/>
                </a:ext>
              </a:extLst>
            </p:cNvPr>
            <p:cNvSpPr>
              <a:spLocks/>
            </p:cNvSpPr>
            <p:nvPr/>
          </p:nvSpPr>
          <p:spPr>
            <a:xfrm>
              <a:off x="5381625" y="7153275"/>
              <a:ext cx="133350" cy="95"/>
            </a:xfrm>
            <a:custGeom>
              <a:avLst/>
              <a:gdLst/>
              <a:ahLst/>
              <a:cxnLst/>
              <a:rect l="0" t="0" r="0" b="0"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383">
              <a:solidFill>
                <a:srgbClr val="758391"/>
              </a:solidFill>
            </a:ln>
          </p:spPr>
        </p:sp>
        <p:sp>
          <p:nvSpPr>
            <p:cNvPr id="339" name="339 train.py">
              <a:extLst>
                <a:ext uri="{FF2B5EF4-FFF2-40B4-BE49-F238E27FC236}">
                  <a16:creationId xmlns:a16="http://schemas.microsoft.com/office/drawing/2014/main" id="{C8105FB6-6D78-4040-B20C-6F8FC2C2AE22}"/>
                </a:ext>
              </a:extLst>
            </p:cNvPr>
            <p:cNvSpPr>
              <a:spLocks/>
            </p:cNvSpPr>
            <p:nvPr/>
          </p:nvSpPr>
          <p:spPr>
            <a:xfrm>
              <a:off x="5619750" y="7018401"/>
              <a:ext cx="9715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340" name="340 path">
              <a:extLst>
                <a:ext uri="{FF2B5EF4-FFF2-40B4-BE49-F238E27FC236}">
                  <a16:creationId xmlns:a16="http://schemas.microsoft.com/office/drawing/2014/main" id="{280908A2-4783-45E4-BB5E-0D516D14A1F3}"/>
                </a:ext>
              </a:extLst>
            </p:cNvPr>
            <p:cNvSpPr>
              <a:spLocks/>
            </p:cNvSpPr>
            <p:nvPr/>
          </p:nvSpPr>
          <p:spPr>
            <a:xfrm>
              <a:off x="5381625" y="7439025"/>
              <a:ext cx="133350" cy="95"/>
            </a:xfrm>
            <a:custGeom>
              <a:avLst/>
              <a:gdLst/>
              <a:ahLst/>
              <a:cxnLst/>
              <a:rect l="0" t="0" r="0" b="0"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383">
              <a:solidFill>
                <a:srgbClr val="758391"/>
              </a:solidFill>
            </a:ln>
          </p:spPr>
        </p:sp>
        <p:sp>
          <p:nvSpPr>
            <p:cNvPr id="347" name="347 data.py">
              <a:extLst>
                <a:ext uri="{FF2B5EF4-FFF2-40B4-BE49-F238E27FC236}">
                  <a16:creationId xmlns:a16="http://schemas.microsoft.com/office/drawing/2014/main" id="{D1D4753E-A342-468B-8773-BE802374E527}"/>
                </a:ext>
              </a:extLst>
            </p:cNvPr>
            <p:cNvSpPr>
              <a:spLocks/>
            </p:cNvSpPr>
            <p:nvPr/>
          </p:nvSpPr>
          <p:spPr>
            <a:xfrm>
              <a:off x="5619750" y="7304151"/>
              <a:ext cx="9715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data.py</a:t>
              </a:r>
            </a:p>
          </p:txBody>
        </p:sp>
        <p:grpSp>
          <p:nvGrpSpPr>
            <p:cNvPr id="559" name="Evidence store"/>
            <p:cNvGrpSpPr/>
            <p:nvPr/>
          </p:nvGrpSpPr>
          <p:grpSpPr>
            <a:xfrm>
              <a:off x="7086600" y="6191250"/>
              <a:ext cx="1704975" cy="1543050"/>
              <a:chOff x="7086600" y="6191250"/>
              <a:chExt cx="1704975" cy="1543050"/>
            </a:xfrm>
          </p:grpSpPr>
          <p:sp>
            <p:nvSpPr>
              <p:cNvPr id="348" name="348 rect">
                <a:extLst>
                  <a:ext uri="{FF2B5EF4-FFF2-40B4-BE49-F238E27FC236}">
                    <a16:creationId xmlns:a16="http://schemas.microsoft.com/office/drawing/2014/main" id="{B2711261-5D1F-47B2-B1CB-4BDBC74D13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086600" y="6191250"/>
                <a:ext cx="1704975" cy="1543050"/>
              </a:xfrm>
              <a:prstGeom prst="roundRect">
                <a:avLst>
                  <a:gd name="adj" fmla="val 6790"/>
                </a:avLst>
              </a:prstGeom>
              <a:solidFill>
                <a:srgbClr val="FFFFFF"/>
              </a:solidFill>
              <a:ln w="9525">
                <a:noFill/>
              </a:ln>
            </p:spPr>
          </p:sp>
          <p:sp>
            <p:nvSpPr>
              <p:cNvPr id="349" name="349 Evidence Store">
                <a:extLst>
                  <a:ext uri="{FF2B5EF4-FFF2-40B4-BE49-F238E27FC236}">
                    <a16:creationId xmlns:a16="http://schemas.microsoft.com/office/drawing/2014/main" id="{3433F0BE-828A-42B6-AA88-5E8721A0286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200900" y="6257925"/>
                <a:ext cx="1524000" cy="2362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5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5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Evidence Store</a:t>
                </a:r>
              </a:p>
            </p:txBody>
          </p:sp>
          <p:sp>
            <p:nvSpPr>
              <p:cNvPr id="350" name="350 rect">
                <a:extLst>
                  <a:ext uri="{FF2B5EF4-FFF2-40B4-BE49-F238E27FC236}">
                    <a16:creationId xmlns:a16="http://schemas.microsoft.com/office/drawing/2014/main" id="{F91C8C2E-CF25-43CD-941B-C9E7A65C3BA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81850" y="6496050"/>
                <a:ext cx="1495425" cy="352425"/>
              </a:xfrm>
              <a:prstGeom prst="roundRect">
                <a:avLst>
                  <a:gd name="adj" fmla="val 18919"/>
                </a:avLst>
              </a:prstGeom>
              <a:solidFill>
                <a:srgbClr val="F5F8FB"/>
              </a:solidFill>
              <a:ln w="6668">
                <a:solidFill>
                  <a:srgbClr val="D4E0ED"/>
                </a:solidFill>
              </a:ln>
            </p:spPr>
          </p:sp>
          <p:grpSp>
            <p:nvGrpSpPr>
              <p:cNvPr id="560" name="icon-document-350"/>
              <p:cNvGrpSpPr/>
              <p:nvPr/>
            </p:nvGrpSpPr>
            <p:grpSpPr>
              <a:xfrm>
                <a:off x="7309485" y="6583204"/>
                <a:ext cx="136208" cy="197168"/>
                <a:chOff x="7309485" y="6583204"/>
                <a:chExt cx="136208" cy="197168"/>
              </a:xfrm>
            </p:grpSpPr>
            <p:sp>
              <p:nvSpPr>
                <p:cNvPr id="351" name="351 path">
                  <a:extLst>
                    <a:ext uri="{FF2B5EF4-FFF2-40B4-BE49-F238E27FC236}">
                      <a16:creationId xmlns:a16="http://schemas.microsoft.com/office/drawing/2014/main" id="{9D6E55BA-72B1-4BB3-92E3-CCE3235D0E6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09485" y="6583204"/>
                  <a:ext cx="136208" cy="19716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6208" h="197168">
                      <a:moveTo>
                        <a:pt x="0" y="0"/>
                      </a:moveTo>
                      <a:lnTo>
                        <a:pt x="89059" y="0"/>
                      </a:lnTo>
                      <a:lnTo>
                        <a:pt x="136208" y="49292"/>
                      </a:lnTo>
                      <a:lnTo>
                        <a:pt x="136208" y="197168"/>
                      </a:lnTo>
                      <a:lnTo>
                        <a:pt x="0" y="197168"/>
                      </a:lnTo>
                      <a:close/>
                    </a:path>
                  </a:pathLst>
                </a:custGeom>
                <a:solidFill>
                  <a:srgbClr val="F9FCFF"/>
                </a:solidFill>
                <a:ln w="10478">
                  <a:solidFill>
                    <a:srgbClr val="003496"/>
                  </a:solidFill>
                </a:ln>
              </p:spPr>
            </p:sp>
            <p:sp>
              <p:nvSpPr>
                <p:cNvPr id="352" name="352 path">
                  <a:extLst>
                    <a:ext uri="{FF2B5EF4-FFF2-40B4-BE49-F238E27FC236}">
                      <a16:creationId xmlns:a16="http://schemas.microsoft.com/office/drawing/2014/main" id="{FD5DD539-41C4-4234-AE95-A56DA14FF76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98544" y="6583204"/>
                  <a:ext cx="47149" cy="5476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149" h="54769">
                      <a:moveTo>
                        <a:pt x="0" y="0"/>
                      </a:moveTo>
                      <a:lnTo>
                        <a:pt x="0" y="54769"/>
                      </a:lnTo>
                      <a:lnTo>
                        <a:pt x="47149" y="54769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53" name="353 path">
                  <a:extLst>
                    <a:ext uri="{FF2B5EF4-FFF2-40B4-BE49-F238E27FC236}">
                      <a16:creationId xmlns:a16="http://schemas.microsoft.com/office/drawing/2014/main" id="{1619B1AC-8E1C-4B6B-A33F-AB78BC3AEDF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35679" y="6670834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54" name="354 path">
                  <a:extLst>
                    <a:ext uri="{FF2B5EF4-FFF2-40B4-BE49-F238E27FC236}">
                      <a16:creationId xmlns:a16="http://schemas.microsoft.com/office/drawing/2014/main" id="{975F1674-DD97-416F-B201-F25F53FB690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35679" y="6698218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55" name="355 path">
                  <a:extLst>
                    <a:ext uri="{FF2B5EF4-FFF2-40B4-BE49-F238E27FC236}">
                      <a16:creationId xmlns:a16="http://schemas.microsoft.com/office/drawing/2014/main" id="{50D6392B-13CD-45AC-BB53-534A1E03778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35679" y="6725603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56" name="356 path">
                  <a:extLst>
                    <a:ext uri="{FF2B5EF4-FFF2-40B4-BE49-F238E27FC236}">
                      <a16:creationId xmlns:a16="http://schemas.microsoft.com/office/drawing/2014/main" id="{1A978942-B73C-4C2D-8F54-57D2D48A055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35679" y="6752987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</p:grpSp>
          <p:sp>
            <p:nvSpPr>
              <p:cNvPr id="357" name="357 Code snippets">
                <a:extLst>
                  <a:ext uri="{FF2B5EF4-FFF2-40B4-BE49-F238E27FC236}">
                    <a16:creationId xmlns:a16="http://schemas.microsoft.com/office/drawing/2014/main" id="{5A199B6D-FBF5-4582-8B4F-CE128321EA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29525" y="6581775"/>
                <a:ext cx="1019175" cy="20669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Code snippets</a:t>
                </a:r>
              </a:p>
            </p:txBody>
          </p:sp>
          <p:sp>
            <p:nvSpPr>
              <p:cNvPr id="358" name="358 rect">
                <a:extLst>
                  <a:ext uri="{FF2B5EF4-FFF2-40B4-BE49-F238E27FC236}">
                    <a16:creationId xmlns:a16="http://schemas.microsoft.com/office/drawing/2014/main" id="{1C114215-6518-4C5A-8FFE-01A1F7312E1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81850" y="6877050"/>
                <a:ext cx="1495425" cy="352425"/>
              </a:xfrm>
              <a:prstGeom prst="roundRect">
                <a:avLst>
                  <a:gd name="adj" fmla="val 18919"/>
                </a:avLst>
              </a:prstGeom>
              <a:solidFill>
                <a:srgbClr val="F5F8FB"/>
              </a:solidFill>
              <a:ln w="6668">
                <a:solidFill>
                  <a:srgbClr val="D4E0ED"/>
                </a:solidFill>
              </a:ln>
            </p:spPr>
          </p:sp>
          <p:grpSp>
            <p:nvGrpSpPr>
              <p:cNvPr id="561" name="icon-trace-358"/>
              <p:cNvGrpSpPr/>
              <p:nvPr/>
            </p:nvGrpSpPr>
            <p:grpSpPr>
              <a:xfrm>
                <a:off x="7293769" y="6969681"/>
                <a:ext cx="157163" cy="186214"/>
                <a:chOff x="7293769" y="6969681"/>
                <a:chExt cx="157163" cy="186214"/>
              </a:xfrm>
            </p:grpSpPr>
            <p:sp>
              <p:nvSpPr>
                <p:cNvPr id="359" name="359 rect">
                  <a:extLst>
                    <a:ext uri="{FF2B5EF4-FFF2-40B4-BE49-F238E27FC236}">
                      <a16:creationId xmlns:a16="http://schemas.microsoft.com/office/drawing/2014/main" id="{7DE6C872-C8C0-4E28-AFB8-5AD5247F18E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293769" y="6969681"/>
                  <a:ext cx="157163" cy="186214"/>
                </a:xfrm>
                <a:prstGeom prst="roundRect">
                  <a:avLst>
                    <a:gd name="adj" fmla="val 6667"/>
                  </a:avLst>
                </a:prstGeom>
                <a:solidFill>
                  <a:srgbClr val="B8CADD"/>
                </a:solidFill>
                <a:ln w="9430">
                  <a:solidFill>
                    <a:srgbClr val="090D28"/>
                  </a:solidFill>
                </a:ln>
              </p:spPr>
            </p:sp>
            <p:sp>
              <p:nvSpPr>
                <p:cNvPr id="360" name="360 path">
                  <a:extLst>
                    <a:ext uri="{FF2B5EF4-FFF2-40B4-BE49-F238E27FC236}">
                      <a16:creationId xmlns:a16="http://schemas.microsoft.com/office/drawing/2014/main" id="{197D3226-ACD1-40F1-A18F-A741D750597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25201" y="7008019"/>
                  <a:ext cx="104775" cy="11501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4775" h="115014">
                      <a:moveTo>
                        <a:pt x="0" y="0"/>
                      </a:moveTo>
                      <a:lnTo>
                        <a:pt x="31433" y="32861"/>
                      </a:lnTo>
                      <a:lnTo>
                        <a:pt x="10478" y="54769"/>
                      </a:lnTo>
                      <a:lnTo>
                        <a:pt x="62865" y="98584"/>
                      </a:lnTo>
                      <a:lnTo>
                        <a:pt x="83820" y="71199"/>
                      </a:lnTo>
                      <a:lnTo>
                        <a:pt x="104775" y="115014"/>
                      </a:lnTo>
                    </a:path>
                  </a:pathLst>
                </a:custGeom>
                <a:noFill/>
                <a:ln w="8382">
                  <a:solidFill>
                    <a:srgbClr val="090D28"/>
                  </a:solidFill>
                </a:ln>
              </p:spPr>
            </p:sp>
          </p:grpSp>
          <p:sp>
            <p:nvSpPr>
              <p:cNvPr id="361" name="361 Execution traces">
                <a:extLst>
                  <a:ext uri="{FF2B5EF4-FFF2-40B4-BE49-F238E27FC236}">
                    <a16:creationId xmlns:a16="http://schemas.microsoft.com/office/drawing/2014/main" id="{8E56E80C-6F45-4BB9-A49E-591C34EB3E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29525" y="6962775"/>
                <a:ext cx="1019175" cy="18425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17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17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Execution traces</a:t>
                </a:r>
              </a:p>
            </p:txBody>
          </p:sp>
          <p:sp>
            <p:nvSpPr>
              <p:cNvPr id="362" name="362 rect">
                <a:extLst>
                  <a:ext uri="{FF2B5EF4-FFF2-40B4-BE49-F238E27FC236}">
                    <a16:creationId xmlns:a16="http://schemas.microsoft.com/office/drawing/2014/main" id="{6DF7D4A1-D8C9-47A6-892C-D74298D46AA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81850" y="7258050"/>
                <a:ext cx="1495425" cy="352425"/>
              </a:xfrm>
              <a:prstGeom prst="roundRect">
                <a:avLst>
                  <a:gd name="adj" fmla="val 18919"/>
                </a:avLst>
              </a:prstGeom>
              <a:solidFill>
                <a:srgbClr val="F5F8FB"/>
              </a:solidFill>
              <a:ln w="6668">
                <a:solidFill>
                  <a:srgbClr val="D4E0ED"/>
                </a:solidFill>
              </a:ln>
            </p:spPr>
          </p:sp>
          <p:grpSp>
            <p:nvGrpSpPr>
              <p:cNvPr id="562" name="icon-warning-362"/>
              <p:cNvGrpSpPr/>
              <p:nvPr/>
            </p:nvGrpSpPr>
            <p:grpSpPr>
              <a:xfrm>
                <a:off x="7278053" y="7350681"/>
                <a:ext cx="188595" cy="180737"/>
                <a:chOff x="7278053" y="7350681"/>
                <a:chExt cx="188595" cy="180737"/>
              </a:xfrm>
            </p:grpSpPr>
            <p:sp>
              <p:nvSpPr>
                <p:cNvPr id="363" name="363 path">
                  <a:extLst>
                    <a:ext uri="{FF2B5EF4-FFF2-40B4-BE49-F238E27FC236}">
                      <a16:creationId xmlns:a16="http://schemas.microsoft.com/office/drawing/2014/main" id="{6C4B6744-15B2-49E9-BA76-67B899377D8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278053" y="7350681"/>
                  <a:ext cx="188595" cy="18073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8595" h="180737">
                      <a:moveTo>
                        <a:pt x="94297" y="0"/>
                      </a:moveTo>
                      <a:lnTo>
                        <a:pt x="188595" y="180737"/>
                      </a:lnTo>
                      <a:lnTo>
                        <a:pt x="0" y="18073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3097">
                  <a:solidFill>
                    <a:srgbClr val="F82127"/>
                  </a:solidFill>
                </a:ln>
              </p:spPr>
            </p:sp>
            <p:sp>
              <p:nvSpPr>
                <p:cNvPr id="364" name="364 path">
                  <a:extLst>
                    <a:ext uri="{FF2B5EF4-FFF2-40B4-BE49-F238E27FC236}">
                      <a16:creationId xmlns:a16="http://schemas.microsoft.com/office/drawing/2014/main" id="{1C6A275E-B8BE-44D4-A0C2-23EDB38E426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72350" y="7405449"/>
                  <a:ext cx="95" cy="6572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95" h="65722">
                      <a:moveTo>
                        <a:pt x="0" y="0"/>
                      </a:moveTo>
                      <a:lnTo>
                        <a:pt x="0" y="65722"/>
                      </a:lnTo>
                    </a:path>
                  </a:pathLst>
                </a:custGeom>
                <a:noFill/>
                <a:ln w="15716">
                  <a:solidFill>
                    <a:srgbClr val="FA171B"/>
                  </a:solidFill>
                </a:ln>
              </p:spPr>
            </p:sp>
            <p:sp>
              <p:nvSpPr>
                <p:cNvPr id="365" name="365 ellipse">
                  <a:extLst>
                    <a:ext uri="{FF2B5EF4-FFF2-40B4-BE49-F238E27FC236}">
                      <a16:creationId xmlns:a16="http://schemas.microsoft.com/office/drawing/2014/main" id="{8C8FFF35-8328-4484-94F3-69FB1292D3E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64492" y="7493079"/>
                  <a:ext cx="15716" cy="16431"/>
                </a:xfrm>
                <a:prstGeom prst="ellipse">
                  <a:avLst/>
                </a:prstGeom>
                <a:solidFill>
                  <a:srgbClr val="F71920"/>
                </a:solidFill>
                <a:ln w="0">
                  <a:noFill/>
                </a:ln>
              </p:spPr>
            </p:sp>
          </p:grpSp>
          <p:sp>
            <p:nvSpPr>
              <p:cNvPr id="366" name="366 Error messages">
                <a:extLst>
                  <a:ext uri="{FF2B5EF4-FFF2-40B4-BE49-F238E27FC236}">
                    <a16:creationId xmlns:a16="http://schemas.microsoft.com/office/drawing/2014/main" id="{97A55689-CD7B-45C5-A9E0-827E25B0CF2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29525" y="7343775"/>
                <a:ext cx="1019175" cy="19960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268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68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Error messages</a:t>
                </a:r>
              </a:p>
            </p:txBody>
          </p:sp>
        </p:grpSp>
        <p:grpSp>
          <p:nvGrpSpPr>
            <p:cNvPr id="563" name="Context for next iteration"/>
            <p:cNvGrpSpPr/>
            <p:nvPr/>
          </p:nvGrpSpPr>
          <p:grpSpPr>
            <a:xfrm>
              <a:off x="8886825" y="6191250"/>
              <a:ext cx="2038350" cy="1543050"/>
              <a:chOff x="8886825" y="6191250"/>
              <a:chExt cx="2038350" cy="1543050"/>
            </a:xfrm>
          </p:grpSpPr>
          <p:sp>
            <p:nvSpPr>
              <p:cNvPr id="367" name="367 rect">
                <a:extLst>
                  <a:ext uri="{FF2B5EF4-FFF2-40B4-BE49-F238E27FC236}">
                    <a16:creationId xmlns:a16="http://schemas.microsoft.com/office/drawing/2014/main" id="{1C1B3D08-081B-4603-9A5F-F307570DA0A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886825" y="6191250"/>
                <a:ext cx="2038350" cy="1543050"/>
              </a:xfrm>
              <a:prstGeom prst="roundRect">
                <a:avLst>
                  <a:gd name="adj" fmla="val 6790"/>
                </a:avLst>
              </a:prstGeom>
              <a:solidFill>
                <a:srgbClr val="FFFFFF"/>
              </a:solidFill>
              <a:ln w="9525">
                <a:noFill/>
              </a:ln>
            </p:spPr>
          </p:sp>
          <p:sp>
            <p:nvSpPr>
              <p:cNvPr id="368" name="368 Context for Next Iteration">
                <a:extLst>
                  <a:ext uri="{FF2B5EF4-FFF2-40B4-BE49-F238E27FC236}">
                    <a16:creationId xmlns:a16="http://schemas.microsoft.com/office/drawing/2014/main" id="{0FC01971-15E7-4278-8FD0-070FE9E97D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01125" y="6257925"/>
                <a:ext cx="1885950" cy="20196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283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83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Context for Next Iteration</a:t>
                </a:r>
              </a:p>
            </p:txBody>
          </p:sp>
          <p:sp>
            <p:nvSpPr>
              <p:cNvPr id="369" name="369 rect">
                <a:extLst>
                  <a:ext uri="{FF2B5EF4-FFF2-40B4-BE49-F238E27FC236}">
                    <a16:creationId xmlns:a16="http://schemas.microsoft.com/office/drawing/2014/main" id="{67A7FD46-6AF6-41B3-A002-3C0CC8C0986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10650" y="6496050"/>
                <a:ext cx="1800225" cy="352425"/>
              </a:xfrm>
              <a:prstGeom prst="roundRect">
                <a:avLst>
                  <a:gd name="adj" fmla="val 18919"/>
                </a:avLst>
              </a:prstGeom>
              <a:solidFill>
                <a:srgbClr val="F5F8FB"/>
              </a:solidFill>
              <a:ln w="6668">
                <a:solidFill>
                  <a:srgbClr val="D4E0ED"/>
                </a:solidFill>
              </a:ln>
            </p:spPr>
          </p:sp>
          <p:grpSp>
            <p:nvGrpSpPr>
              <p:cNvPr id="564" name="icon-document-369"/>
              <p:cNvGrpSpPr/>
              <p:nvPr/>
            </p:nvGrpSpPr>
            <p:grpSpPr>
              <a:xfrm>
                <a:off x="9157335" y="6583204"/>
                <a:ext cx="136208" cy="197168"/>
                <a:chOff x="9157335" y="6583204"/>
                <a:chExt cx="136208" cy="197168"/>
              </a:xfrm>
            </p:grpSpPr>
            <p:sp>
              <p:nvSpPr>
                <p:cNvPr id="370" name="370 path">
                  <a:extLst>
                    <a:ext uri="{FF2B5EF4-FFF2-40B4-BE49-F238E27FC236}">
                      <a16:creationId xmlns:a16="http://schemas.microsoft.com/office/drawing/2014/main" id="{3A6DA8B9-C373-426F-A20A-B74BFBB835D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57335" y="6583204"/>
                  <a:ext cx="136208" cy="19716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6208" h="197168">
                      <a:moveTo>
                        <a:pt x="0" y="0"/>
                      </a:moveTo>
                      <a:lnTo>
                        <a:pt x="89059" y="0"/>
                      </a:lnTo>
                      <a:lnTo>
                        <a:pt x="136208" y="49292"/>
                      </a:lnTo>
                      <a:lnTo>
                        <a:pt x="136208" y="197168"/>
                      </a:lnTo>
                      <a:lnTo>
                        <a:pt x="0" y="197168"/>
                      </a:lnTo>
                      <a:close/>
                    </a:path>
                  </a:pathLst>
                </a:custGeom>
                <a:solidFill>
                  <a:srgbClr val="F9FCFF"/>
                </a:solidFill>
                <a:ln w="10478">
                  <a:solidFill>
                    <a:srgbClr val="003496"/>
                  </a:solidFill>
                </a:ln>
              </p:spPr>
            </p:sp>
            <p:sp>
              <p:nvSpPr>
                <p:cNvPr id="371" name="371 path">
                  <a:extLst>
                    <a:ext uri="{FF2B5EF4-FFF2-40B4-BE49-F238E27FC236}">
                      <a16:creationId xmlns:a16="http://schemas.microsoft.com/office/drawing/2014/main" id="{E915B6AF-0B26-4586-BE3F-928C65A9779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246394" y="6583204"/>
                  <a:ext cx="47149" cy="5476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149" h="54769">
                      <a:moveTo>
                        <a:pt x="0" y="0"/>
                      </a:moveTo>
                      <a:lnTo>
                        <a:pt x="0" y="54769"/>
                      </a:lnTo>
                      <a:lnTo>
                        <a:pt x="47149" y="54769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72" name="372 path">
                  <a:extLst>
                    <a:ext uri="{FF2B5EF4-FFF2-40B4-BE49-F238E27FC236}">
                      <a16:creationId xmlns:a16="http://schemas.microsoft.com/office/drawing/2014/main" id="{961C0030-F39F-4545-B8E3-50E16263C81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83529" y="6670834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73" name="373 path">
                  <a:extLst>
                    <a:ext uri="{FF2B5EF4-FFF2-40B4-BE49-F238E27FC236}">
                      <a16:creationId xmlns:a16="http://schemas.microsoft.com/office/drawing/2014/main" id="{FF05B761-2820-4134-87B9-63C72D4C823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83529" y="6698218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74" name="374 path">
                  <a:extLst>
                    <a:ext uri="{FF2B5EF4-FFF2-40B4-BE49-F238E27FC236}">
                      <a16:creationId xmlns:a16="http://schemas.microsoft.com/office/drawing/2014/main" id="{A1937F8F-5E8A-418A-978D-30F00B424FC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83529" y="6725603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75" name="375 path">
                  <a:extLst>
                    <a:ext uri="{FF2B5EF4-FFF2-40B4-BE49-F238E27FC236}">
                      <a16:creationId xmlns:a16="http://schemas.microsoft.com/office/drawing/2014/main" id="{50E102BC-0338-4862-89F8-F7AD6D917F9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83529" y="6752987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</p:grpSp>
          <p:sp>
            <p:nvSpPr>
              <p:cNvPr id="376" name="376 Related files">
                <a:extLst>
                  <a:ext uri="{FF2B5EF4-FFF2-40B4-BE49-F238E27FC236}">
                    <a16:creationId xmlns:a16="http://schemas.microsoft.com/office/drawing/2014/main" id="{E2C4BA5F-C1AC-440E-9EFB-83B973EBD43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96425" y="6581775"/>
                <a:ext cx="1266825" cy="20669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Related files</a:t>
                </a:r>
              </a:p>
            </p:txBody>
          </p:sp>
          <p:sp>
            <p:nvSpPr>
              <p:cNvPr id="377" name="377 rect">
                <a:extLst>
                  <a:ext uri="{FF2B5EF4-FFF2-40B4-BE49-F238E27FC236}">
                    <a16:creationId xmlns:a16="http://schemas.microsoft.com/office/drawing/2014/main" id="{0EC50BE1-E05B-4F85-9DF4-441A0C1465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10650" y="6877050"/>
                <a:ext cx="1800225" cy="352425"/>
              </a:xfrm>
              <a:prstGeom prst="roundRect">
                <a:avLst>
                  <a:gd name="adj" fmla="val 18919"/>
                </a:avLst>
              </a:prstGeom>
              <a:solidFill>
                <a:srgbClr val="F5F8FB"/>
              </a:solidFill>
              <a:ln w="6668">
                <a:solidFill>
                  <a:srgbClr val="D4E0ED"/>
                </a:solidFill>
              </a:ln>
            </p:spPr>
          </p:sp>
          <p:grpSp>
            <p:nvGrpSpPr>
              <p:cNvPr id="565" name="icon-clock-377"/>
              <p:cNvGrpSpPr/>
              <p:nvPr/>
            </p:nvGrpSpPr>
            <p:grpSpPr>
              <a:xfrm>
                <a:off x="9125903" y="6964204"/>
                <a:ext cx="188595" cy="197168"/>
                <a:chOff x="9125903" y="6964204"/>
                <a:chExt cx="188595" cy="197168"/>
              </a:xfrm>
            </p:grpSpPr>
            <p:sp>
              <p:nvSpPr>
                <p:cNvPr id="378" name="378 ellipse">
                  <a:extLst>
                    <a:ext uri="{FF2B5EF4-FFF2-40B4-BE49-F238E27FC236}">
                      <a16:creationId xmlns:a16="http://schemas.microsoft.com/office/drawing/2014/main" id="{2EF4BD8D-90F2-4F2F-B916-D2A0B650400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25903" y="6964204"/>
                  <a:ext cx="188595" cy="197168"/>
                </a:xfrm>
                <a:prstGeom prst="ellipse">
                  <a:avLst/>
                </a:prstGeom>
                <a:solidFill>
                  <a:srgbClr val="FFFFFF"/>
                </a:solidFill>
                <a:ln w="12573">
                  <a:solidFill>
                    <a:srgbClr val="003496"/>
                  </a:solidFill>
                </a:ln>
              </p:spPr>
            </p:sp>
            <p:sp>
              <p:nvSpPr>
                <p:cNvPr id="379" name="379 path">
                  <a:extLst>
                    <a:ext uri="{FF2B5EF4-FFF2-40B4-BE49-F238E27FC236}">
                      <a16:creationId xmlns:a16="http://schemas.microsoft.com/office/drawing/2014/main" id="{1D33649C-134C-41F6-8060-76FFF7282E6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220200" y="6991588"/>
                  <a:ext cx="47149" cy="9858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149" h="98584">
                      <a:moveTo>
                        <a:pt x="0" y="0"/>
                      </a:moveTo>
                      <a:lnTo>
                        <a:pt x="0" y="71199"/>
                      </a:lnTo>
                      <a:lnTo>
                        <a:pt x="47149" y="98584"/>
                      </a:lnTo>
                    </a:path>
                  </a:pathLst>
                </a:custGeom>
                <a:noFill/>
                <a:ln w="12049">
                  <a:solidFill>
                    <a:srgbClr val="003496"/>
                  </a:solidFill>
                </a:ln>
              </p:spPr>
            </p:sp>
          </p:grpSp>
          <p:sp>
            <p:nvSpPr>
              <p:cNvPr id="380" name="380 Historical patches">
                <a:extLst>
                  <a:ext uri="{FF2B5EF4-FFF2-40B4-BE49-F238E27FC236}">
                    <a16:creationId xmlns:a16="http://schemas.microsoft.com/office/drawing/2014/main" id="{C47AAAF4-5E03-4B66-AE62-CCC9EB27406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96425" y="6962775"/>
                <a:ext cx="1266825" cy="20669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Historical patches</a:t>
                </a:r>
              </a:p>
            </p:txBody>
          </p:sp>
          <p:sp>
            <p:nvSpPr>
              <p:cNvPr id="381" name="381 rect">
                <a:extLst>
                  <a:ext uri="{FF2B5EF4-FFF2-40B4-BE49-F238E27FC236}">
                    <a16:creationId xmlns:a16="http://schemas.microsoft.com/office/drawing/2014/main" id="{ED5824A6-D8EF-435E-BE25-F2D187F903E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10650" y="7258050"/>
                <a:ext cx="1800225" cy="352425"/>
              </a:xfrm>
              <a:prstGeom prst="roundRect">
                <a:avLst>
                  <a:gd name="adj" fmla="val 18919"/>
                </a:avLst>
              </a:prstGeom>
              <a:solidFill>
                <a:srgbClr val="F5F8FB"/>
              </a:solidFill>
              <a:ln w="6668">
                <a:solidFill>
                  <a:srgbClr val="D4E0ED"/>
                </a:solidFill>
              </a:ln>
            </p:spPr>
          </p:sp>
          <p:grpSp>
            <p:nvGrpSpPr>
              <p:cNvPr id="566" name="icon-database-381"/>
              <p:cNvGrpSpPr/>
              <p:nvPr/>
            </p:nvGrpSpPr>
            <p:grpSpPr>
              <a:xfrm>
                <a:off x="9141619" y="7345204"/>
                <a:ext cx="157163" cy="197167"/>
                <a:chOff x="9141619" y="7345204"/>
                <a:chExt cx="157163" cy="197167"/>
              </a:xfrm>
            </p:grpSpPr>
            <p:sp>
              <p:nvSpPr>
                <p:cNvPr id="382" name="382 rect">
                  <a:extLst>
                    <a:ext uri="{FF2B5EF4-FFF2-40B4-BE49-F238E27FC236}">
                      <a16:creationId xmlns:a16="http://schemas.microsoft.com/office/drawing/2014/main" id="{A86E0A91-F050-41F5-8A2B-3915FBBA392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41619" y="7378065"/>
                  <a:ext cx="157163" cy="142399"/>
                </a:xfrm>
                <a:prstGeom prst="rect">
                  <a:avLst/>
                </a:prstGeom>
                <a:gradFill>
                  <a:gsLst>
                    <a:gs pos="0">
                      <a:srgbClr val="6CC9FF"/>
                    </a:gs>
                    <a:gs pos="100000">
                      <a:srgbClr val="87ACDF"/>
                    </a:gs>
                  </a:gsLst>
                  <a:lin ang="5400000"/>
                </a:gradFill>
                <a:ln w="11525">
                  <a:solidFill>
                    <a:srgbClr val="090D28"/>
                  </a:solidFill>
                </a:ln>
              </p:spPr>
            </p:sp>
            <p:sp>
              <p:nvSpPr>
                <p:cNvPr id="383" name="383 ellipse">
                  <a:extLst>
                    <a:ext uri="{FF2B5EF4-FFF2-40B4-BE49-F238E27FC236}">
                      <a16:creationId xmlns:a16="http://schemas.microsoft.com/office/drawing/2014/main" id="{23CFB293-C163-465C-91F7-832779FE639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41619" y="7471172"/>
                  <a:ext cx="157163" cy="71199"/>
                </a:xfrm>
                <a:prstGeom prst="ellipse">
                  <a:avLst/>
                </a:prstGeom>
                <a:solidFill>
                  <a:srgbClr val="94B9E8"/>
                </a:solidFill>
                <a:ln w="11525">
                  <a:solidFill>
                    <a:srgbClr val="090D28"/>
                  </a:solidFill>
                </a:ln>
              </p:spPr>
            </p:sp>
            <p:sp>
              <p:nvSpPr>
                <p:cNvPr id="384" name="384 rect">
                  <a:extLst>
                    <a:ext uri="{FF2B5EF4-FFF2-40B4-BE49-F238E27FC236}">
                      <a16:creationId xmlns:a16="http://schemas.microsoft.com/office/drawing/2014/main" id="{BE18CF32-947E-4BF5-A8D8-CF5D2066680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46858" y="7427357"/>
                  <a:ext cx="146685" cy="76676"/>
                </a:xfrm>
                <a:prstGeom prst="rect">
                  <a:avLst/>
                </a:prstGeom>
                <a:gradFill>
                  <a:gsLst>
                    <a:gs pos="0">
                      <a:srgbClr val="6CC9FF"/>
                    </a:gs>
                    <a:gs pos="100000">
                      <a:srgbClr val="9DBDE5"/>
                    </a:gs>
                  </a:gsLst>
                  <a:lin ang="5400000"/>
                </a:gradFill>
                <a:ln w="0">
                  <a:noFill/>
                </a:ln>
              </p:spPr>
            </p:sp>
            <p:sp>
              <p:nvSpPr>
                <p:cNvPr id="385" name="385 path">
                  <a:extLst>
                    <a:ext uri="{FF2B5EF4-FFF2-40B4-BE49-F238E27FC236}">
                      <a16:creationId xmlns:a16="http://schemas.microsoft.com/office/drawing/2014/main" id="{721FD448-0D93-43E8-AA48-A19EE02B9A5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41619" y="7438311"/>
                  <a:ext cx="157163" cy="2464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7163" h="24646">
                      <a:moveTo>
                        <a:pt x="0" y="0"/>
                      </a:moveTo>
                      <a:lnTo>
                        <a:pt x="3821" y="3177"/>
                      </a:lnTo>
                      <a:lnTo>
                        <a:pt x="7935" y="6134"/>
                      </a:lnTo>
                      <a:lnTo>
                        <a:pt x="12322" y="8873"/>
                      </a:lnTo>
                      <a:lnTo>
                        <a:pt x="16960" y="11392"/>
                      </a:lnTo>
                      <a:lnTo>
                        <a:pt x="21828" y="13692"/>
                      </a:lnTo>
                      <a:lnTo>
                        <a:pt x="26906" y="15773"/>
                      </a:lnTo>
                      <a:lnTo>
                        <a:pt x="32173" y="17636"/>
                      </a:lnTo>
                      <a:lnTo>
                        <a:pt x="37607" y="19279"/>
                      </a:lnTo>
                      <a:lnTo>
                        <a:pt x="43188" y="20703"/>
                      </a:lnTo>
                      <a:lnTo>
                        <a:pt x="48895" y="21908"/>
                      </a:lnTo>
                      <a:lnTo>
                        <a:pt x="54707" y="22893"/>
                      </a:lnTo>
                      <a:lnTo>
                        <a:pt x="60602" y="23660"/>
                      </a:lnTo>
                      <a:lnTo>
                        <a:pt x="66560" y="24208"/>
                      </a:lnTo>
                      <a:lnTo>
                        <a:pt x="72560" y="24536"/>
                      </a:lnTo>
                      <a:lnTo>
                        <a:pt x="78581" y="24646"/>
                      </a:lnTo>
                      <a:lnTo>
                        <a:pt x="84602" y="24536"/>
                      </a:lnTo>
                      <a:lnTo>
                        <a:pt x="90602" y="24208"/>
                      </a:lnTo>
                      <a:lnTo>
                        <a:pt x="96561" y="23660"/>
                      </a:lnTo>
                      <a:lnTo>
                        <a:pt x="102456" y="22893"/>
                      </a:lnTo>
                      <a:lnTo>
                        <a:pt x="108268" y="21908"/>
                      </a:lnTo>
                      <a:lnTo>
                        <a:pt x="113974" y="20703"/>
                      </a:lnTo>
                      <a:lnTo>
                        <a:pt x="119555" y="19279"/>
                      </a:lnTo>
                      <a:lnTo>
                        <a:pt x="124990" y="17636"/>
                      </a:lnTo>
                      <a:lnTo>
                        <a:pt x="130256" y="15773"/>
                      </a:lnTo>
                      <a:lnTo>
                        <a:pt x="135334" y="13692"/>
                      </a:lnTo>
                      <a:lnTo>
                        <a:pt x="140203" y="11392"/>
                      </a:lnTo>
                      <a:lnTo>
                        <a:pt x="144841" y="8873"/>
                      </a:lnTo>
                      <a:lnTo>
                        <a:pt x="149228" y="6134"/>
                      </a:lnTo>
                      <a:lnTo>
                        <a:pt x="153342" y="3177"/>
                      </a:lnTo>
                      <a:lnTo>
                        <a:pt x="157163" y="0"/>
                      </a:lnTo>
                    </a:path>
                  </a:pathLst>
                </a:custGeom>
                <a:noFill/>
                <a:ln w="10478">
                  <a:solidFill>
                    <a:srgbClr val="090D28"/>
                  </a:solidFill>
                </a:ln>
              </p:spPr>
            </p:sp>
            <p:sp>
              <p:nvSpPr>
                <p:cNvPr id="386" name="386 path">
                  <a:extLst>
                    <a:ext uri="{FF2B5EF4-FFF2-40B4-BE49-F238E27FC236}">
                      <a16:creationId xmlns:a16="http://schemas.microsoft.com/office/drawing/2014/main" id="{E1B50935-6981-4651-8FC4-6047315BC1F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41619" y="7482126"/>
                  <a:ext cx="157163" cy="2464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7163" h="24646">
                      <a:moveTo>
                        <a:pt x="0" y="0"/>
                      </a:moveTo>
                      <a:lnTo>
                        <a:pt x="3821" y="3177"/>
                      </a:lnTo>
                      <a:lnTo>
                        <a:pt x="7935" y="6134"/>
                      </a:lnTo>
                      <a:lnTo>
                        <a:pt x="12322" y="8873"/>
                      </a:lnTo>
                      <a:lnTo>
                        <a:pt x="16960" y="11392"/>
                      </a:lnTo>
                      <a:lnTo>
                        <a:pt x="21828" y="13692"/>
                      </a:lnTo>
                      <a:lnTo>
                        <a:pt x="26906" y="15773"/>
                      </a:lnTo>
                      <a:lnTo>
                        <a:pt x="32173" y="17636"/>
                      </a:lnTo>
                      <a:lnTo>
                        <a:pt x="37607" y="19279"/>
                      </a:lnTo>
                      <a:lnTo>
                        <a:pt x="43188" y="20703"/>
                      </a:lnTo>
                      <a:lnTo>
                        <a:pt x="48895" y="21908"/>
                      </a:lnTo>
                      <a:lnTo>
                        <a:pt x="54707" y="22893"/>
                      </a:lnTo>
                      <a:lnTo>
                        <a:pt x="60602" y="23660"/>
                      </a:lnTo>
                      <a:lnTo>
                        <a:pt x="66560" y="24208"/>
                      </a:lnTo>
                      <a:lnTo>
                        <a:pt x="72560" y="24536"/>
                      </a:lnTo>
                      <a:lnTo>
                        <a:pt x="78581" y="24646"/>
                      </a:lnTo>
                      <a:lnTo>
                        <a:pt x="84602" y="24536"/>
                      </a:lnTo>
                      <a:lnTo>
                        <a:pt x="90602" y="24208"/>
                      </a:lnTo>
                      <a:lnTo>
                        <a:pt x="96561" y="23660"/>
                      </a:lnTo>
                      <a:lnTo>
                        <a:pt x="102456" y="22893"/>
                      </a:lnTo>
                      <a:lnTo>
                        <a:pt x="108268" y="21908"/>
                      </a:lnTo>
                      <a:lnTo>
                        <a:pt x="113974" y="20703"/>
                      </a:lnTo>
                      <a:lnTo>
                        <a:pt x="119555" y="19279"/>
                      </a:lnTo>
                      <a:lnTo>
                        <a:pt x="124990" y="17636"/>
                      </a:lnTo>
                      <a:lnTo>
                        <a:pt x="130256" y="15773"/>
                      </a:lnTo>
                      <a:lnTo>
                        <a:pt x="135334" y="13692"/>
                      </a:lnTo>
                      <a:lnTo>
                        <a:pt x="140203" y="11392"/>
                      </a:lnTo>
                      <a:lnTo>
                        <a:pt x="144841" y="8873"/>
                      </a:lnTo>
                      <a:lnTo>
                        <a:pt x="149228" y="6134"/>
                      </a:lnTo>
                      <a:lnTo>
                        <a:pt x="153342" y="3177"/>
                      </a:lnTo>
                      <a:lnTo>
                        <a:pt x="157163" y="0"/>
                      </a:lnTo>
                    </a:path>
                  </a:pathLst>
                </a:custGeom>
                <a:noFill/>
                <a:ln w="10478">
                  <a:solidFill>
                    <a:srgbClr val="090D28"/>
                  </a:solidFill>
                </a:ln>
              </p:spPr>
            </p:sp>
            <p:sp>
              <p:nvSpPr>
                <p:cNvPr id="387" name="387 ellipse">
                  <a:extLst>
                    <a:ext uri="{FF2B5EF4-FFF2-40B4-BE49-F238E27FC236}">
                      <a16:creationId xmlns:a16="http://schemas.microsoft.com/office/drawing/2014/main" id="{7EAAF5BF-88BD-421C-9FB4-E332F604618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41619" y="7345204"/>
                  <a:ext cx="157163" cy="71199"/>
                </a:xfrm>
                <a:prstGeom prst="ellipse">
                  <a:avLst/>
                </a:prstGeom>
                <a:solidFill>
                  <a:srgbClr val="6CC9FF"/>
                </a:solidFill>
                <a:ln w="11525">
                  <a:solidFill>
                    <a:srgbClr val="090D28"/>
                  </a:solidFill>
                </a:ln>
              </p:spPr>
            </p:sp>
          </p:grpSp>
          <p:sp>
            <p:nvSpPr>
              <p:cNvPr id="388" name="388 Runtime states">
                <a:extLst>
                  <a:ext uri="{FF2B5EF4-FFF2-40B4-BE49-F238E27FC236}">
                    <a16:creationId xmlns:a16="http://schemas.microsoft.com/office/drawing/2014/main" id="{AE3B9F2C-8D56-468C-B86F-2FAEA3A884C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96425" y="7343775"/>
                <a:ext cx="1266825" cy="20669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Runtime states</a:t>
                </a:r>
              </a:p>
            </p:txBody>
          </p:sp>
        </p:grpSp>
        <p:grpSp>
          <p:nvGrpSpPr>
            <p:cNvPr id="567" name="Preserve and update loop"/>
            <p:cNvGrpSpPr/>
            <p:nvPr/>
          </p:nvGrpSpPr>
          <p:grpSpPr>
            <a:xfrm>
              <a:off x="11064323" y="6326981"/>
              <a:ext cx="871350" cy="1288257"/>
              <a:chOff x="11064323" y="6326981"/>
              <a:chExt cx="871350" cy="1288257"/>
            </a:xfrm>
          </p:grpSpPr>
          <p:sp>
            <p:nvSpPr>
              <p:cNvPr id="389" name="389 path">
                <a:extLst>
                  <a:ext uri="{FF2B5EF4-FFF2-40B4-BE49-F238E27FC236}">
                    <a16:creationId xmlns:a16="http://schemas.microsoft.com/office/drawing/2014/main" id="{8D4F8492-FFBA-4110-A8FE-22C337A178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077575" y="6326981"/>
                <a:ext cx="838200" cy="435769"/>
              </a:xfrm>
              <a:custGeom>
                <a:avLst/>
                <a:gdLst/>
                <a:ahLst/>
                <a:cxnLst/>
                <a:rect l="0" t="0" r="0" b="0"/>
                <a:pathLst>
                  <a:path w="838200" h="435769">
                    <a:moveTo>
                      <a:pt x="0" y="435769"/>
                    </a:moveTo>
                    <a:lnTo>
                      <a:pt x="12983" y="379603"/>
                    </a:lnTo>
                    <a:lnTo>
                      <a:pt x="28933" y="327311"/>
                    </a:lnTo>
                    <a:lnTo>
                      <a:pt x="47644" y="278892"/>
                    </a:lnTo>
                    <a:lnTo>
                      <a:pt x="68907" y="234347"/>
                    </a:lnTo>
                    <a:lnTo>
                      <a:pt x="92516" y="193675"/>
                    </a:lnTo>
                    <a:lnTo>
                      <a:pt x="118262" y="156877"/>
                    </a:lnTo>
                    <a:lnTo>
                      <a:pt x="145939" y="123952"/>
                    </a:lnTo>
                    <a:lnTo>
                      <a:pt x="175339" y="94901"/>
                    </a:lnTo>
                    <a:lnTo>
                      <a:pt x="206254" y="69723"/>
                    </a:lnTo>
                    <a:lnTo>
                      <a:pt x="238478" y="48419"/>
                    </a:lnTo>
                    <a:lnTo>
                      <a:pt x="271802" y="30988"/>
                    </a:lnTo>
                    <a:lnTo>
                      <a:pt x="306019" y="17431"/>
                    </a:lnTo>
                    <a:lnTo>
                      <a:pt x="340922" y="7747"/>
                    </a:lnTo>
                    <a:lnTo>
                      <a:pt x="376304" y="1937"/>
                    </a:lnTo>
                    <a:lnTo>
                      <a:pt x="411956" y="0"/>
                    </a:lnTo>
                    <a:lnTo>
                      <a:pt x="447672" y="1937"/>
                    </a:lnTo>
                    <a:lnTo>
                      <a:pt x="483244" y="7747"/>
                    </a:lnTo>
                    <a:lnTo>
                      <a:pt x="518465" y="17431"/>
                    </a:lnTo>
                    <a:lnTo>
                      <a:pt x="553127" y="30988"/>
                    </a:lnTo>
                    <a:lnTo>
                      <a:pt x="587022" y="48419"/>
                    </a:lnTo>
                    <a:lnTo>
                      <a:pt x="619944" y="69723"/>
                    </a:lnTo>
                    <a:lnTo>
                      <a:pt x="651685" y="94901"/>
                    </a:lnTo>
                    <a:lnTo>
                      <a:pt x="682037" y="123952"/>
                    </a:lnTo>
                    <a:lnTo>
                      <a:pt x="710794" y="156877"/>
                    </a:lnTo>
                    <a:lnTo>
                      <a:pt x="737747" y="193675"/>
                    </a:lnTo>
                    <a:lnTo>
                      <a:pt x="762689" y="234347"/>
                    </a:lnTo>
                    <a:lnTo>
                      <a:pt x="785412" y="278892"/>
                    </a:lnTo>
                    <a:lnTo>
                      <a:pt x="805711" y="327311"/>
                    </a:lnTo>
                    <a:lnTo>
                      <a:pt x="823376" y="379603"/>
                    </a:lnTo>
                    <a:lnTo>
                      <a:pt x="838200" y="435769"/>
                    </a:lnTo>
                  </a:path>
                </a:pathLst>
              </a:custGeom>
              <a:noFill/>
              <a:ln w="21908">
                <a:solidFill>
                  <a:srgbClr val="003496"/>
                </a:solidFill>
              </a:ln>
            </p:spPr>
          </p:sp>
          <p:sp>
            <p:nvSpPr>
              <p:cNvPr id="390" name="390 arrow head">
                <a:extLst>
                  <a:ext uri="{FF2B5EF4-FFF2-40B4-BE49-F238E27FC236}">
                    <a16:creationId xmlns:a16="http://schemas.microsoft.com/office/drawing/2014/main" id="{BA4BBA07-F0EF-40FE-AE14-08AA134159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47261" y="6658986"/>
                <a:ext cx="88412" cy="103764"/>
              </a:xfrm>
              <a:custGeom>
                <a:avLst/>
                <a:gdLst/>
                <a:ahLst/>
                <a:cxnLst/>
                <a:rect l="0" t="0" r="0" b="0"/>
                <a:pathLst>
                  <a:path w="88412" h="103764">
                    <a:moveTo>
                      <a:pt x="68514" y="103764"/>
                    </a:moveTo>
                    <a:lnTo>
                      <a:pt x="88412" y="0"/>
                    </a:lnTo>
                    <a:lnTo>
                      <a:pt x="0" y="23336"/>
                    </a:lnTo>
                    <a:close/>
                  </a:path>
                </a:pathLst>
              </a:custGeom>
              <a:solidFill>
                <a:srgbClr val="003496"/>
              </a:solidFill>
              <a:ln w="4763">
                <a:solidFill>
                  <a:srgbClr val="003496"/>
                </a:solidFill>
              </a:ln>
            </p:spPr>
          </p:sp>
          <p:sp>
            <p:nvSpPr>
              <p:cNvPr id="391" name="391 path">
                <a:extLst>
                  <a:ext uri="{FF2B5EF4-FFF2-40B4-BE49-F238E27FC236}">
                    <a16:creationId xmlns:a16="http://schemas.microsoft.com/office/drawing/2014/main" id="{63A945CB-B2A0-4533-BD1C-5011920B3AD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077575" y="7210425"/>
                <a:ext cx="847725" cy="404813"/>
              </a:xfrm>
              <a:custGeom>
                <a:avLst/>
                <a:gdLst/>
                <a:ahLst/>
                <a:cxnLst/>
                <a:rect l="0" t="0" r="0" b="0"/>
                <a:pathLst>
                  <a:path w="847725" h="404813">
                    <a:moveTo>
                      <a:pt x="847725" y="0"/>
                    </a:moveTo>
                    <a:lnTo>
                      <a:pt x="833023" y="50734"/>
                    </a:lnTo>
                    <a:lnTo>
                      <a:pt x="815707" y="98148"/>
                    </a:lnTo>
                    <a:lnTo>
                      <a:pt x="795957" y="142227"/>
                    </a:lnTo>
                    <a:lnTo>
                      <a:pt x="773952" y="182953"/>
                    </a:lnTo>
                    <a:lnTo>
                      <a:pt x="749873" y="220310"/>
                    </a:lnTo>
                    <a:lnTo>
                      <a:pt x="723900" y="254279"/>
                    </a:lnTo>
                    <a:lnTo>
                      <a:pt x="696212" y="284845"/>
                    </a:lnTo>
                    <a:lnTo>
                      <a:pt x="666990" y="311991"/>
                    </a:lnTo>
                    <a:lnTo>
                      <a:pt x="636413" y="335699"/>
                    </a:lnTo>
                    <a:lnTo>
                      <a:pt x="604661" y="355953"/>
                    </a:lnTo>
                    <a:lnTo>
                      <a:pt x="571915" y="372735"/>
                    </a:lnTo>
                    <a:lnTo>
                      <a:pt x="538353" y="386029"/>
                    </a:lnTo>
                    <a:lnTo>
                      <a:pt x="504156" y="395818"/>
                    </a:lnTo>
                    <a:lnTo>
                      <a:pt x="469505" y="402085"/>
                    </a:lnTo>
                    <a:lnTo>
                      <a:pt x="434578" y="404813"/>
                    </a:lnTo>
                    <a:lnTo>
                      <a:pt x="399556" y="403984"/>
                    </a:lnTo>
                    <a:lnTo>
                      <a:pt x="364619" y="399583"/>
                    </a:lnTo>
                    <a:lnTo>
                      <a:pt x="329946" y="391592"/>
                    </a:lnTo>
                    <a:lnTo>
                      <a:pt x="295718" y="379994"/>
                    </a:lnTo>
                    <a:lnTo>
                      <a:pt x="262114" y="364772"/>
                    </a:lnTo>
                    <a:lnTo>
                      <a:pt x="229314" y="345910"/>
                    </a:lnTo>
                    <a:lnTo>
                      <a:pt x="197499" y="323390"/>
                    </a:lnTo>
                    <a:lnTo>
                      <a:pt x="166848" y="297196"/>
                    </a:lnTo>
                    <a:lnTo>
                      <a:pt x="137541" y="267310"/>
                    </a:lnTo>
                    <a:lnTo>
                      <a:pt x="109758" y="233715"/>
                    </a:lnTo>
                    <a:lnTo>
                      <a:pt x="83679" y="196396"/>
                    </a:lnTo>
                    <a:lnTo>
                      <a:pt x="59484" y="155334"/>
                    </a:lnTo>
                    <a:lnTo>
                      <a:pt x="37352" y="110513"/>
                    </a:lnTo>
                    <a:lnTo>
                      <a:pt x="17464" y="61915"/>
                    </a:lnTo>
                    <a:lnTo>
                      <a:pt x="0" y="9525"/>
                    </a:lnTo>
                  </a:path>
                </a:pathLst>
              </a:custGeom>
              <a:noFill/>
              <a:ln w="21908">
                <a:solidFill>
                  <a:srgbClr val="003496"/>
                </a:solidFill>
              </a:ln>
            </p:spPr>
          </p:sp>
          <p:sp>
            <p:nvSpPr>
              <p:cNvPr id="392" name="392 arrow head">
                <a:extLst>
                  <a:ext uri="{FF2B5EF4-FFF2-40B4-BE49-F238E27FC236}">
                    <a16:creationId xmlns:a16="http://schemas.microsoft.com/office/drawing/2014/main" id="{D61A8411-5A08-4A46-B831-E46864CA1E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064323" y="7219950"/>
                <a:ext cx="86747" cy="104820"/>
              </a:xfrm>
              <a:custGeom>
                <a:avLst/>
                <a:gdLst/>
                <a:ahLst/>
                <a:cxnLst/>
                <a:rect l="0" t="0" r="0" b="0"/>
                <a:pathLst>
                  <a:path w="86747" h="104820">
                    <a:moveTo>
                      <a:pt x="13252" y="0"/>
                    </a:moveTo>
                    <a:lnTo>
                      <a:pt x="0" y="104820"/>
                    </a:lnTo>
                    <a:lnTo>
                      <a:pt x="86747" y="75903"/>
                    </a:lnTo>
                    <a:close/>
                  </a:path>
                </a:pathLst>
              </a:custGeom>
              <a:solidFill>
                <a:srgbClr val="003496"/>
              </a:solidFill>
              <a:ln w="4763">
                <a:solidFill>
                  <a:srgbClr val="003496"/>
                </a:solidFill>
              </a:ln>
            </p:spPr>
          </p:sp>
          <p:sp>
            <p:nvSpPr>
              <p:cNvPr id="394" name="394 Preserve">
                <a:extLst>
                  <a:ext uri="{FF2B5EF4-FFF2-40B4-BE49-F238E27FC236}">
                    <a16:creationId xmlns:a16="http://schemas.microsoft.com/office/drawing/2014/main" id="{47AFD513-B3E3-4F7F-9B54-09409BF741F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09424" y="6758368"/>
                <a:ext cx="781050" cy="19488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Preserve</a:t>
                </a:r>
              </a:p>
            </p:txBody>
          </p:sp>
          <p:sp>
            <p:nvSpPr>
              <p:cNvPr id="395" name="395 and update">
                <a:extLst>
                  <a:ext uri="{FF2B5EF4-FFF2-40B4-BE49-F238E27FC236}">
                    <a16:creationId xmlns:a16="http://schemas.microsoft.com/office/drawing/2014/main" id="{94192ADA-69E5-42E8-8713-C42FD3B36D4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09424" y="6931247"/>
                <a:ext cx="781050" cy="19488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8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and update</a:t>
                </a:r>
              </a:p>
            </p:txBody>
          </p:sp>
        </p:grpSp>
        <p:grpSp>
          <p:nvGrpSpPr>
            <p:cNvPr id="569" name="icon-database-397"/>
            <p:cNvGrpSpPr/>
            <p:nvPr/>
          </p:nvGrpSpPr>
          <p:grpSpPr>
            <a:xfrm>
              <a:off x="12603956" y="936521"/>
              <a:ext cx="300038" cy="360044"/>
              <a:chOff x="12603956" y="877253"/>
              <a:chExt cx="300038" cy="360044"/>
            </a:xfrm>
          </p:grpSpPr>
          <p:sp>
            <p:nvSpPr>
              <p:cNvPr id="398" name="398 rect">
                <a:extLst>
                  <a:ext uri="{FF2B5EF4-FFF2-40B4-BE49-F238E27FC236}">
                    <a16:creationId xmlns:a16="http://schemas.microsoft.com/office/drawing/2014/main" id="{B639AF54-3D58-46E7-BBD0-A6D48A6F2B2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03956" y="937260"/>
                <a:ext cx="300038" cy="260033"/>
              </a:xfrm>
              <a:prstGeom prst="rect">
                <a:avLst/>
              </a:prstGeom>
              <a:gradFill>
                <a:gsLst>
                  <a:gs pos="0">
                    <a:srgbClr val="64C1FA"/>
                  </a:gs>
                  <a:gs pos="100000">
                    <a:srgbClr val="87ACDF"/>
                  </a:gs>
                </a:gsLst>
                <a:lin ang="5400000"/>
              </a:gradFill>
              <a:ln w="22003">
                <a:solidFill>
                  <a:srgbClr val="090D28"/>
                </a:solidFill>
              </a:ln>
            </p:spPr>
          </p:sp>
          <p:sp>
            <p:nvSpPr>
              <p:cNvPr id="399" name="399 ellipse">
                <a:extLst>
                  <a:ext uri="{FF2B5EF4-FFF2-40B4-BE49-F238E27FC236}">
                    <a16:creationId xmlns:a16="http://schemas.microsoft.com/office/drawing/2014/main" id="{63CD6558-3460-42D1-9235-B4C8AA62F8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03956" y="1107281"/>
                <a:ext cx="300038" cy="130016"/>
              </a:xfrm>
              <a:prstGeom prst="ellipse">
                <a:avLst/>
              </a:prstGeom>
              <a:solidFill>
                <a:srgbClr val="94B9E8"/>
              </a:solidFill>
              <a:ln w="22003">
                <a:solidFill>
                  <a:srgbClr val="090D28"/>
                </a:solidFill>
              </a:ln>
            </p:spPr>
          </p:sp>
          <p:sp>
            <p:nvSpPr>
              <p:cNvPr id="400" name="400 rect">
                <a:extLst>
                  <a:ext uri="{FF2B5EF4-FFF2-40B4-BE49-F238E27FC236}">
                    <a16:creationId xmlns:a16="http://schemas.microsoft.com/office/drawing/2014/main" id="{12C6A711-DD82-4D76-AAF5-326A28853A5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13958" y="1027271"/>
                <a:ext cx="280035" cy="140018"/>
              </a:xfrm>
              <a:prstGeom prst="rect">
                <a:avLst/>
              </a:prstGeom>
              <a:gradFill>
                <a:gsLst>
                  <a:gs pos="0">
                    <a:srgbClr val="64C1FA"/>
                  </a:gs>
                  <a:gs pos="100000">
                    <a:srgbClr val="9DBDE5"/>
                  </a:gs>
                </a:gsLst>
                <a:lin ang="5400000"/>
              </a:gradFill>
              <a:ln w="0">
                <a:noFill/>
              </a:ln>
            </p:spPr>
          </p:sp>
          <p:sp>
            <p:nvSpPr>
              <p:cNvPr id="401" name="401 path">
                <a:extLst>
                  <a:ext uri="{FF2B5EF4-FFF2-40B4-BE49-F238E27FC236}">
                    <a16:creationId xmlns:a16="http://schemas.microsoft.com/office/drawing/2014/main" id="{00BD5096-037C-4727-86AE-EB2A95AA90D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03956" y="1047274"/>
                <a:ext cx="300038" cy="45006"/>
              </a:xfrm>
              <a:custGeom>
                <a:avLst/>
                <a:gdLst/>
                <a:ahLst/>
                <a:cxnLst/>
                <a:rect l="0" t="0" r="0" b="0"/>
                <a:pathLst>
                  <a:path w="300038" h="45006">
                    <a:moveTo>
                      <a:pt x="0" y="0"/>
                    </a:moveTo>
                    <a:lnTo>
                      <a:pt x="7294" y="5801"/>
                    </a:lnTo>
                    <a:lnTo>
                      <a:pt x="15149" y="11201"/>
                    </a:lnTo>
                    <a:lnTo>
                      <a:pt x="23523" y="16202"/>
                    </a:lnTo>
                    <a:lnTo>
                      <a:pt x="32377" y="20803"/>
                    </a:lnTo>
                    <a:lnTo>
                      <a:pt x="41672" y="25003"/>
                    </a:lnTo>
                    <a:lnTo>
                      <a:pt x="51366" y="28804"/>
                    </a:lnTo>
                    <a:lnTo>
                      <a:pt x="61421" y="32204"/>
                    </a:lnTo>
                    <a:lnTo>
                      <a:pt x="71796" y="35204"/>
                    </a:lnTo>
                    <a:lnTo>
                      <a:pt x="82450" y="37805"/>
                    </a:lnTo>
                    <a:lnTo>
                      <a:pt x="93345" y="40005"/>
                    </a:lnTo>
                    <a:lnTo>
                      <a:pt x="104440" y="41805"/>
                    </a:lnTo>
                    <a:lnTo>
                      <a:pt x="115694" y="43205"/>
                    </a:lnTo>
                    <a:lnTo>
                      <a:pt x="127069" y="44206"/>
                    </a:lnTo>
                    <a:lnTo>
                      <a:pt x="138524" y="44806"/>
                    </a:lnTo>
                    <a:lnTo>
                      <a:pt x="150019" y="45006"/>
                    </a:lnTo>
                    <a:lnTo>
                      <a:pt x="161514" y="44806"/>
                    </a:lnTo>
                    <a:lnTo>
                      <a:pt x="172968" y="44206"/>
                    </a:lnTo>
                    <a:lnTo>
                      <a:pt x="184343" y="43205"/>
                    </a:lnTo>
                    <a:lnTo>
                      <a:pt x="195598" y="41805"/>
                    </a:lnTo>
                    <a:lnTo>
                      <a:pt x="206693" y="40005"/>
                    </a:lnTo>
                    <a:lnTo>
                      <a:pt x="217587" y="37805"/>
                    </a:lnTo>
                    <a:lnTo>
                      <a:pt x="228242" y="35204"/>
                    </a:lnTo>
                    <a:lnTo>
                      <a:pt x="238616" y="32204"/>
                    </a:lnTo>
                    <a:lnTo>
                      <a:pt x="248671" y="28804"/>
                    </a:lnTo>
                    <a:lnTo>
                      <a:pt x="258366" y="25003"/>
                    </a:lnTo>
                    <a:lnTo>
                      <a:pt x="267660" y="20803"/>
                    </a:lnTo>
                    <a:lnTo>
                      <a:pt x="276515" y="16202"/>
                    </a:lnTo>
                    <a:lnTo>
                      <a:pt x="284889" y="11201"/>
                    </a:lnTo>
                    <a:lnTo>
                      <a:pt x="292743" y="5801"/>
                    </a:lnTo>
                    <a:lnTo>
                      <a:pt x="300038" y="0"/>
                    </a:lnTo>
                  </a:path>
                </a:pathLst>
              </a:custGeom>
              <a:noFill/>
              <a:ln w="20003">
                <a:solidFill>
                  <a:srgbClr val="090D28"/>
                </a:solidFill>
              </a:ln>
            </p:spPr>
          </p:sp>
          <p:sp>
            <p:nvSpPr>
              <p:cNvPr id="402" name="402 path">
                <a:extLst>
                  <a:ext uri="{FF2B5EF4-FFF2-40B4-BE49-F238E27FC236}">
                    <a16:creationId xmlns:a16="http://schemas.microsoft.com/office/drawing/2014/main" id="{FA5382B0-0F64-4888-9EDD-52C7A0DAFE2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03956" y="1127284"/>
                <a:ext cx="300038" cy="45006"/>
              </a:xfrm>
              <a:custGeom>
                <a:avLst/>
                <a:gdLst/>
                <a:ahLst/>
                <a:cxnLst/>
                <a:rect l="0" t="0" r="0" b="0"/>
                <a:pathLst>
                  <a:path w="300038" h="45006">
                    <a:moveTo>
                      <a:pt x="0" y="0"/>
                    </a:moveTo>
                    <a:lnTo>
                      <a:pt x="7294" y="5801"/>
                    </a:lnTo>
                    <a:lnTo>
                      <a:pt x="15149" y="11201"/>
                    </a:lnTo>
                    <a:lnTo>
                      <a:pt x="23523" y="16202"/>
                    </a:lnTo>
                    <a:lnTo>
                      <a:pt x="32377" y="20803"/>
                    </a:lnTo>
                    <a:lnTo>
                      <a:pt x="41672" y="25003"/>
                    </a:lnTo>
                    <a:lnTo>
                      <a:pt x="51366" y="28804"/>
                    </a:lnTo>
                    <a:lnTo>
                      <a:pt x="61421" y="32204"/>
                    </a:lnTo>
                    <a:lnTo>
                      <a:pt x="71796" y="35204"/>
                    </a:lnTo>
                    <a:lnTo>
                      <a:pt x="82450" y="37805"/>
                    </a:lnTo>
                    <a:lnTo>
                      <a:pt x="93345" y="40005"/>
                    </a:lnTo>
                    <a:lnTo>
                      <a:pt x="104440" y="41805"/>
                    </a:lnTo>
                    <a:lnTo>
                      <a:pt x="115694" y="43205"/>
                    </a:lnTo>
                    <a:lnTo>
                      <a:pt x="127069" y="44206"/>
                    </a:lnTo>
                    <a:lnTo>
                      <a:pt x="138524" y="44806"/>
                    </a:lnTo>
                    <a:lnTo>
                      <a:pt x="150019" y="45006"/>
                    </a:lnTo>
                    <a:lnTo>
                      <a:pt x="161514" y="44806"/>
                    </a:lnTo>
                    <a:lnTo>
                      <a:pt x="172968" y="44206"/>
                    </a:lnTo>
                    <a:lnTo>
                      <a:pt x="184343" y="43205"/>
                    </a:lnTo>
                    <a:lnTo>
                      <a:pt x="195598" y="41805"/>
                    </a:lnTo>
                    <a:lnTo>
                      <a:pt x="206693" y="40005"/>
                    </a:lnTo>
                    <a:lnTo>
                      <a:pt x="217587" y="37805"/>
                    </a:lnTo>
                    <a:lnTo>
                      <a:pt x="228242" y="35204"/>
                    </a:lnTo>
                    <a:lnTo>
                      <a:pt x="238616" y="32204"/>
                    </a:lnTo>
                    <a:lnTo>
                      <a:pt x="248671" y="28804"/>
                    </a:lnTo>
                    <a:lnTo>
                      <a:pt x="258366" y="25003"/>
                    </a:lnTo>
                    <a:lnTo>
                      <a:pt x="267660" y="20803"/>
                    </a:lnTo>
                    <a:lnTo>
                      <a:pt x="276515" y="16202"/>
                    </a:lnTo>
                    <a:lnTo>
                      <a:pt x="284889" y="11201"/>
                    </a:lnTo>
                    <a:lnTo>
                      <a:pt x="292743" y="5801"/>
                    </a:lnTo>
                    <a:lnTo>
                      <a:pt x="300038" y="0"/>
                    </a:lnTo>
                  </a:path>
                </a:pathLst>
              </a:custGeom>
              <a:noFill/>
              <a:ln w="20003">
                <a:solidFill>
                  <a:srgbClr val="090D28"/>
                </a:solidFill>
              </a:ln>
            </p:spPr>
          </p:sp>
          <p:sp>
            <p:nvSpPr>
              <p:cNvPr id="403" name="403 ellipse">
                <a:extLst>
                  <a:ext uri="{FF2B5EF4-FFF2-40B4-BE49-F238E27FC236}">
                    <a16:creationId xmlns:a16="http://schemas.microsoft.com/office/drawing/2014/main" id="{1C874B6B-C092-43DF-861C-3CD9C653448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03956" y="877253"/>
                <a:ext cx="300038" cy="130016"/>
              </a:xfrm>
              <a:prstGeom prst="ellipse">
                <a:avLst/>
              </a:prstGeom>
              <a:solidFill>
                <a:srgbClr val="64C1FA"/>
              </a:solidFill>
              <a:ln w="22003">
                <a:solidFill>
                  <a:srgbClr val="090D28"/>
                </a:solidFill>
              </a:ln>
            </p:spPr>
          </p:sp>
        </p:grpSp>
        <p:grpSp>
          <p:nvGrpSpPr>
            <p:cNvPr id="570" name="icon-check-403"/>
            <p:cNvGrpSpPr/>
            <p:nvPr/>
          </p:nvGrpSpPr>
          <p:grpSpPr>
            <a:xfrm>
              <a:off x="12798266" y="1103684"/>
              <a:ext cx="235268" cy="235268"/>
              <a:chOff x="12798266" y="1044416"/>
              <a:chExt cx="235268" cy="235268"/>
            </a:xfrm>
          </p:grpSpPr>
          <p:sp>
            <p:nvSpPr>
              <p:cNvPr id="404" name="404 ellipse">
                <a:extLst>
                  <a:ext uri="{FF2B5EF4-FFF2-40B4-BE49-F238E27FC236}">
                    <a16:creationId xmlns:a16="http://schemas.microsoft.com/office/drawing/2014/main" id="{B9FF6BF5-E3F9-4D24-8E2F-D2D1B435EDF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798266" y="1044416"/>
                <a:ext cx="235268" cy="235268"/>
              </a:xfrm>
              <a:prstGeom prst="ellipse">
                <a:avLst/>
              </a:prstGeom>
              <a:gradFill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w="3715">
                <a:solidFill>
                  <a:srgbClr val="198D48"/>
                </a:solidFill>
              </a:ln>
            </p:spPr>
          </p:sp>
          <p:sp>
            <p:nvSpPr>
              <p:cNvPr id="405" name="405 path">
                <a:extLst>
                  <a:ext uri="{FF2B5EF4-FFF2-40B4-BE49-F238E27FC236}">
                    <a16:creationId xmlns:a16="http://schemas.microsoft.com/office/drawing/2014/main" id="{DF2C66C9-5906-4AA5-A10F-C2E55951042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53988" y="1112520"/>
                <a:ext cx="117634" cy="92869"/>
              </a:xfrm>
              <a:custGeom>
                <a:avLst/>
                <a:gdLst/>
                <a:ahLst/>
                <a:cxnLst/>
                <a:rect l="0" t="0" r="0" b="0"/>
                <a:pathLst>
                  <a:path w="117634" h="92869">
                    <a:moveTo>
                      <a:pt x="0" y="49530"/>
                    </a:moveTo>
                    <a:lnTo>
                      <a:pt x="43339" y="92869"/>
                    </a:lnTo>
                    <a:lnTo>
                      <a:pt x="117634" y="0"/>
                    </a:lnTo>
                  </a:path>
                </a:pathLst>
              </a:custGeom>
              <a:noFill/>
              <a:ln w="24765">
                <a:solidFill>
                  <a:srgbClr val="FFFFFF"/>
                </a:solidFill>
              </a:ln>
            </p:spPr>
          </p:sp>
        </p:grpSp>
        <p:sp>
          <p:nvSpPr>
            <p:cNvPr id="406" name="406 Repaired Repository">
              <a:extLst>
                <a:ext uri="{FF2B5EF4-FFF2-40B4-BE49-F238E27FC236}">
                  <a16:creationId xmlns:a16="http://schemas.microsoft.com/office/drawing/2014/main" id="{93953516-F6FC-45C9-A915-F2132B2F1C09}"/>
                </a:ext>
              </a:extLst>
            </p:cNvPr>
            <p:cNvSpPr>
              <a:spLocks/>
            </p:cNvSpPr>
            <p:nvPr/>
          </p:nvSpPr>
          <p:spPr>
            <a:xfrm>
              <a:off x="13173075" y="935568"/>
              <a:ext cx="2381250" cy="31889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02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025" b="1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Repaired Repository</a:t>
              </a:r>
            </a:p>
          </p:txBody>
        </p:sp>
        <p:sp>
          <p:nvSpPr>
            <p:cNvPr id="619" name="280 filled flow arrow">
              <a:extLst>
                <a:ext uri="{FF2B5EF4-FFF2-40B4-BE49-F238E27FC236}">
                  <a16:creationId xmlns:a16="http://schemas.microsoft.com/office/drawing/2014/main" id="{84701605-D963-30D7-DA2C-5E8F21226EA2}"/>
                </a:ext>
              </a:extLst>
            </p:cNvPr>
            <p:cNvSpPr>
              <a:spLocks/>
            </p:cNvSpPr>
            <p:nvPr/>
          </p:nvSpPr>
          <p:spPr>
            <a:xfrm>
              <a:off x="10923587" y="3638550"/>
              <a:ext cx="200025" cy="285750"/>
            </a:xfrm>
            <a:custGeom>
              <a:avLst/>
              <a:gdLst/>
              <a:ahLst/>
              <a:cxnLst/>
              <a:rect l="0" t="0" r="0" b="0"/>
              <a:pathLst>
                <a:path w="200025" h="285750">
                  <a:moveTo>
                    <a:pt x="60007" y="285750"/>
                  </a:moveTo>
                  <a:lnTo>
                    <a:pt x="140018" y="285750"/>
                  </a:lnTo>
                  <a:lnTo>
                    <a:pt x="140018" y="128588"/>
                  </a:lnTo>
                  <a:lnTo>
                    <a:pt x="200025" y="128588"/>
                  </a:lnTo>
                  <a:lnTo>
                    <a:pt x="100013" y="0"/>
                  </a:lnTo>
                  <a:lnTo>
                    <a:pt x="0" y="128588"/>
                  </a:lnTo>
                  <a:lnTo>
                    <a:pt x="60007" y="128588"/>
                  </a:lnTo>
                  <a:close/>
                </a:path>
              </a:pathLst>
            </a:custGeom>
            <a:gradFill>
              <a:gsLst>
                <a:gs pos="0">
                  <a:srgbClr val="A1DCAB"/>
                </a:gs>
                <a:gs pos="100000">
                  <a:srgbClr val="D4F8D7"/>
                </a:gs>
              </a:gsLst>
              <a:lin ang="5400000"/>
            </a:gradFill>
            <a:ln w="12383">
              <a:solidFill>
                <a:srgbClr val="198444"/>
              </a:solidFill>
            </a:ln>
          </p:spPr>
        </p:sp>
        <p:grpSp>
          <p:nvGrpSpPr>
            <p:cNvPr id="582" name="Migration success"/>
            <p:cNvGrpSpPr/>
            <p:nvPr/>
          </p:nvGrpSpPr>
          <p:grpSpPr>
            <a:xfrm>
              <a:off x="12531725" y="4429125"/>
              <a:ext cx="3067050" cy="790575"/>
              <a:chOff x="12544425" y="4048125"/>
              <a:chExt cx="3067050" cy="790575"/>
            </a:xfrm>
          </p:grpSpPr>
          <p:sp>
            <p:nvSpPr>
              <p:cNvPr id="461" name="461 rect">
                <a:extLst>
                  <a:ext uri="{FF2B5EF4-FFF2-40B4-BE49-F238E27FC236}">
                    <a16:creationId xmlns:a16="http://schemas.microsoft.com/office/drawing/2014/main" id="{F7EEE011-D6EA-4B84-871A-7009DA03D6F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544425" y="4048125"/>
                <a:ext cx="3067050" cy="790575"/>
              </a:xfrm>
              <a:prstGeom prst="roundRect">
                <a:avLst>
                  <a:gd name="adj" fmla="val 14458"/>
                </a:avLst>
              </a:prstGeom>
              <a:gradFill>
                <a:gsLst>
                  <a:gs pos="0">
                    <a:srgbClr val="E5FFF0"/>
                  </a:gs>
                  <a:gs pos="100000">
                    <a:srgbClr val="F3FFF8"/>
                  </a:gs>
                </a:gsLst>
                <a:lin ang="5400000"/>
              </a:gradFill>
              <a:ln w="10478">
                <a:solidFill>
                  <a:srgbClr val="4EBD88"/>
                </a:solidFill>
              </a:ln>
            </p:spPr>
          </p:sp>
          <p:grpSp>
            <p:nvGrpSpPr>
              <p:cNvPr id="583" name="icon-check-461"/>
              <p:cNvGrpSpPr/>
              <p:nvPr/>
            </p:nvGrpSpPr>
            <p:grpSpPr>
              <a:xfrm>
                <a:off x="12709208" y="4184333"/>
                <a:ext cx="470535" cy="470535"/>
                <a:chOff x="12709208" y="4184333"/>
                <a:chExt cx="470535" cy="470535"/>
              </a:xfrm>
            </p:grpSpPr>
            <p:sp>
              <p:nvSpPr>
                <p:cNvPr id="462" name="462 ellipse">
                  <a:extLst>
                    <a:ext uri="{FF2B5EF4-FFF2-40B4-BE49-F238E27FC236}">
                      <a16:creationId xmlns:a16="http://schemas.microsoft.com/office/drawing/2014/main" id="{DC3634F2-918A-4495-A5ED-82599F32B2D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2709208" y="4184333"/>
                  <a:ext cx="470535" cy="470535"/>
                </a:xfrm>
                <a:prstGeom prst="ellipse">
                  <a:avLst/>
                </a:prstGeom>
                <a:gradFill>
                  <a:gsLst>
                    <a:gs pos="0">
                      <a:srgbClr val="27B35B"/>
                    </a:gs>
                    <a:gs pos="100000">
                      <a:srgbClr val="0C974A"/>
                    </a:gs>
                  </a:gsLst>
                  <a:lin ang="5400000"/>
                </a:gradFill>
                <a:ln w="7430">
                  <a:solidFill>
                    <a:srgbClr val="198D48"/>
                  </a:solidFill>
                </a:ln>
              </p:spPr>
            </p:sp>
            <p:sp>
              <p:nvSpPr>
                <p:cNvPr id="463" name="463 path">
                  <a:extLst>
                    <a:ext uri="{FF2B5EF4-FFF2-40B4-BE49-F238E27FC236}">
                      <a16:creationId xmlns:a16="http://schemas.microsoft.com/office/drawing/2014/main" id="{53F66284-9CBC-4205-AE63-6B7A758A047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2820650" y="4320540"/>
                  <a:ext cx="235268" cy="18573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35268" h="185738">
                      <a:moveTo>
                        <a:pt x="0" y="99060"/>
                      </a:moveTo>
                      <a:lnTo>
                        <a:pt x="86677" y="185738"/>
                      </a:lnTo>
                      <a:lnTo>
                        <a:pt x="235268" y="0"/>
                      </a:lnTo>
                    </a:path>
                  </a:pathLst>
                </a:custGeom>
                <a:noFill/>
                <a:ln w="49530">
                  <a:solidFill>
                    <a:srgbClr val="FFFFFF"/>
                  </a:solidFill>
                </a:ln>
              </p:spPr>
            </p:sp>
          </p:grpSp>
          <p:sp>
            <p:nvSpPr>
              <p:cNvPr id="464" name="464 Migration successful">
                <a:extLst>
                  <a:ext uri="{FF2B5EF4-FFF2-40B4-BE49-F238E27FC236}">
                    <a16:creationId xmlns:a16="http://schemas.microsoft.com/office/drawing/2014/main" id="{A1EC9E1D-198F-4362-9C04-FAD2181CDA2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315950" y="4200525"/>
                <a:ext cx="2228850" cy="30472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935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935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Migration successful</a:t>
                </a:r>
              </a:p>
            </p:txBody>
          </p:sp>
          <p:sp>
            <p:nvSpPr>
              <p:cNvPr id="465" name="465 Functionally correct and behaviorally aligned">
                <a:extLst>
                  <a:ext uri="{FF2B5EF4-FFF2-40B4-BE49-F238E27FC236}">
                    <a16:creationId xmlns:a16="http://schemas.microsoft.com/office/drawing/2014/main" id="{D97D9068-FF40-4D7F-8DCE-E19FDF42BEA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315950" y="4514850"/>
                <a:ext cx="2228850" cy="14645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93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3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Functionally correct and behaviorally aligned</a:t>
                </a:r>
              </a:p>
            </p:txBody>
          </p:sp>
        </p:grpSp>
        <p:grpSp>
          <p:nvGrpSpPr>
            <p:cNvPr id="584" name="Verified execution"/>
            <p:cNvGrpSpPr/>
            <p:nvPr/>
          </p:nvGrpSpPr>
          <p:grpSpPr>
            <a:xfrm>
              <a:off x="12525375" y="5572125"/>
              <a:ext cx="3067050" cy="2076450"/>
              <a:chOff x="12544425" y="4981575"/>
              <a:chExt cx="3067050" cy="2076450"/>
            </a:xfrm>
          </p:grpSpPr>
          <p:sp>
            <p:nvSpPr>
              <p:cNvPr id="466" name="466 rect">
                <a:extLst>
                  <a:ext uri="{FF2B5EF4-FFF2-40B4-BE49-F238E27FC236}">
                    <a16:creationId xmlns:a16="http://schemas.microsoft.com/office/drawing/2014/main" id="{BF2B7247-7A3F-47C4-B9A8-1CC10047F83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544425" y="4981575"/>
                <a:ext cx="3067050" cy="2076450"/>
              </a:xfrm>
              <a:prstGeom prst="roundRect">
                <a:avLst>
                  <a:gd name="adj" fmla="val 5505"/>
                </a:avLst>
              </a:prstGeom>
              <a:solidFill>
                <a:srgbClr val="FFFFFF"/>
              </a:solidFill>
              <a:ln w="10478">
                <a:noFill/>
              </a:ln>
            </p:spPr>
          </p:sp>
          <p:sp>
            <p:nvSpPr>
              <p:cNvPr id="467" name="467 Verified execution">
                <a:extLst>
                  <a:ext uri="{FF2B5EF4-FFF2-40B4-BE49-F238E27FC236}">
                    <a16:creationId xmlns:a16="http://schemas.microsoft.com/office/drawing/2014/main" id="{1C351C2E-546C-4CEC-807B-31917821C63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96825" y="5067300"/>
                <a:ext cx="2762250" cy="30708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95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95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Verified execution</a:t>
                </a:r>
              </a:p>
            </p:txBody>
          </p:sp>
          <p:sp>
            <p:nvSpPr>
              <p:cNvPr id="468" name="468 rect">
                <a:extLst>
                  <a:ext uri="{FF2B5EF4-FFF2-40B4-BE49-F238E27FC236}">
                    <a16:creationId xmlns:a16="http://schemas.microsoft.com/office/drawing/2014/main" id="{4B4934B1-F432-443C-9FFA-98635020295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49200" y="5429250"/>
                <a:ext cx="2867025" cy="1504950"/>
              </a:xfrm>
              <a:prstGeom prst="roundRect">
                <a:avLst>
                  <a:gd name="adj" fmla="val 6329"/>
                </a:avLst>
              </a:prstGeom>
              <a:solidFill>
                <a:srgbClr val="FFFFFF"/>
              </a:solidFill>
              <a:ln w="9525">
                <a:solidFill>
                  <a:srgbClr val="C3D6EB"/>
                </a:solidFill>
              </a:ln>
            </p:spPr>
          </p:sp>
          <p:grpSp>
            <p:nvGrpSpPr>
              <p:cNvPr id="585" name="icon-check-468"/>
              <p:cNvGrpSpPr/>
              <p:nvPr/>
            </p:nvGrpSpPr>
            <p:grpSpPr>
              <a:xfrm>
                <a:off x="12781598" y="5599748"/>
                <a:ext cx="325755" cy="325755"/>
                <a:chOff x="12781598" y="5599748"/>
                <a:chExt cx="325755" cy="325755"/>
              </a:xfrm>
            </p:grpSpPr>
            <p:sp>
              <p:nvSpPr>
                <p:cNvPr id="469" name="469 ellipse">
                  <a:extLst>
                    <a:ext uri="{FF2B5EF4-FFF2-40B4-BE49-F238E27FC236}">
                      <a16:creationId xmlns:a16="http://schemas.microsoft.com/office/drawing/2014/main" id="{2BDB4F3A-F680-44AC-9627-F388BB64F45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2781598" y="5599748"/>
                  <a:ext cx="325755" cy="325755"/>
                </a:xfrm>
                <a:prstGeom prst="ellipse">
                  <a:avLst/>
                </a:prstGeom>
                <a:gradFill>
                  <a:gsLst>
                    <a:gs pos="0">
                      <a:srgbClr val="27B35B"/>
                    </a:gs>
                    <a:gs pos="100000">
                      <a:srgbClr val="0C974A"/>
                    </a:gs>
                  </a:gsLst>
                  <a:lin ang="5400000"/>
                </a:gradFill>
                <a:ln w="5144">
                  <a:solidFill>
                    <a:srgbClr val="198D48"/>
                  </a:solidFill>
                </a:ln>
              </p:spPr>
            </p:sp>
            <p:sp>
              <p:nvSpPr>
                <p:cNvPr id="470" name="470 path">
                  <a:extLst>
                    <a:ext uri="{FF2B5EF4-FFF2-40B4-BE49-F238E27FC236}">
                      <a16:creationId xmlns:a16="http://schemas.microsoft.com/office/drawing/2014/main" id="{A9B0339A-BADE-4B5A-9334-278985D32AB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2858750" y="5694045"/>
                  <a:ext cx="162877" cy="12858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62877" h="128588">
                      <a:moveTo>
                        <a:pt x="0" y="68580"/>
                      </a:moveTo>
                      <a:lnTo>
                        <a:pt x="60007" y="128588"/>
                      </a:lnTo>
                      <a:lnTo>
                        <a:pt x="162877" y="0"/>
                      </a:lnTo>
                    </a:path>
                  </a:pathLst>
                </a:custGeom>
                <a:noFill/>
                <a:ln w="34290">
                  <a:solidFill>
                    <a:srgbClr val="FFFFFF"/>
                  </a:solidFill>
                </a:ln>
              </p:spPr>
            </p:sp>
          </p:grpSp>
          <p:sp>
            <p:nvSpPr>
              <p:cNvPr id="471" name="471 passes (no runtime errors)">
                <a:extLst>
                  <a:ext uri="{FF2B5EF4-FFF2-40B4-BE49-F238E27FC236}">
                    <a16:creationId xmlns:a16="http://schemas.microsoft.com/office/drawing/2014/main" id="{D365A936-F48E-4505-8C0E-A669CC0B583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258800" y="5619750"/>
                <a:ext cx="2190750" cy="25275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60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passes (no runtime errors)</a:t>
                </a:r>
              </a:p>
            </p:txBody>
          </p:sp>
          <p:grpSp>
            <p:nvGrpSpPr>
              <p:cNvPr id="586" name="icon-check-471"/>
              <p:cNvGrpSpPr/>
              <p:nvPr/>
            </p:nvGrpSpPr>
            <p:grpSpPr>
              <a:xfrm>
                <a:off x="12781598" y="6037898"/>
                <a:ext cx="325755" cy="325755"/>
                <a:chOff x="12781598" y="6037898"/>
                <a:chExt cx="325755" cy="325755"/>
              </a:xfrm>
            </p:grpSpPr>
            <p:sp>
              <p:nvSpPr>
                <p:cNvPr id="472" name="472 ellipse">
                  <a:extLst>
                    <a:ext uri="{FF2B5EF4-FFF2-40B4-BE49-F238E27FC236}">
                      <a16:creationId xmlns:a16="http://schemas.microsoft.com/office/drawing/2014/main" id="{2482FF62-615A-45A3-B3ED-C18E137908D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2781598" y="6037898"/>
                  <a:ext cx="325755" cy="325755"/>
                </a:xfrm>
                <a:prstGeom prst="ellipse">
                  <a:avLst/>
                </a:prstGeom>
                <a:gradFill>
                  <a:gsLst>
                    <a:gs pos="0">
                      <a:srgbClr val="27B35B"/>
                    </a:gs>
                    <a:gs pos="100000">
                      <a:srgbClr val="0C974A"/>
                    </a:gs>
                  </a:gsLst>
                  <a:lin ang="5400000"/>
                </a:gradFill>
                <a:ln w="5144">
                  <a:solidFill>
                    <a:srgbClr val="198D48"/>
                  </a:solidFill>
                </a:ln>
              </p:spPr>
            </p:sp>
            <p:sp>
              <p:nvSpPr>
                <p:cNvPr id="473" name="473 path">
                  <a:extLst>
                    <a:ext uri="{FF2B5EF4-FFF2-40B4-BE49-F238E27FC236}">
                      <a16:creationId xmlns:a16="http://schemas.microsoft.com/office/drawing/2014/main" id="{8F4F7159-F284-476D-9CC0-42F0FBCFF30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2858750" y="6132195"/>
                  <a:ext cx="162877" cy="12858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62877" h="128588">
                      <a:moveTo>
                        <a:pt x="0" y="68580"/>
                      </a:moveTo>
                      <a:lnTo>
                        <a:pt x="60007" y="128588"/>
                      </a:lnTo>
                      <a:lnTo>
                        <a:pt x="162877" y="0"/>
                      </a:lnTo>
                    </a:path>
                  </a:pathLst>
                </a:custGeom>
                <a:noFill/>
                <a:ln w="34290">
                  <a:solidFill>
                    <a:srgbClr val="FFFFFF"/>
                  </a:solidFill>
                </a:ln>
              </p:spPr>
            </p:sp>
          </p:grpSp>
          <p:sp>
            <p:nvSpPr>
              <p:cNvPr id="474" name="474 aligned behavior">
                <a:extLst>
                  <a:ext uri="{FF2B5EF4-FFF2-40B4-BE49-F238E27FC236}">
                    <a16:creationId xmlns:a16="http://schemas.microsoft.com/office/drawing/2014/main" id="{91D7A049-3BFB-4097-9853-F6278FD53D7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258800" y="6057900"/>
                <a:ext cx="2190750" cy="27165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72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2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aligned behavior</a:t>
                </a:r>
              </a:p>
            </p:txBody>
          </p:sp>
          <p:grpSp>
            <p:nvGrpSpPr>
              <p:cNvPr id="587" name="icon-check-474"/>
              <p:cNvGrpSpPr/>
              <p:nvPr/>
            </p:nvGrpSpPr>
            <p:grpSpPr>
              <a:xfrm>
                <a:off x="12781598" y="6476048"/>
                <a:ext cx="325755" cy="325755"/>
                <a:chOff x="12781598" y="6476048"/>
                <a:chExt cx="325755" cy="325755"/>
              </a:xfrm>
            </p:grpSpPr>
            <p:sp>
              <p:nvSpPr>
                <p:cNvPr id="475" name="475 ellipse">
                  <a:extLst>
                    <a:ext uri="{FF2B5EF4-FFF2-40B4-BE49-F238E27FC236}">
                      <a16:creationId xmlns:a16="http://schemas.microsoft.com/office/drawing/2014/main" id="{9EA4EF8E-488D-4AA8-AD81-4D4E6000278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2781598" y="6476048"/>
                  <a:ext cx="325755" cy="325755"/>
                </a:xfrm>
                <a:prstGeom prst="ellipse">
                  <a:avLst/>
                </a:prstGeom>
                <a:gradFill>
                  <a:gsLst>
                    <a:gs pos="0">
                      <a:srgbClr val="27B35B"/>
                    </a:gs>
                    <a:gs pos="100000">
                      <a:srgbClr val="0C974A"/>
                    </a:gs>
                  </a:gsLst>
                  <a:lin ang="5400000"/>
                </a:gradFill>
                <a:ln w="5144">
                  <a:solidFill>
                    <a:srgbClr val="198D48"/>
                  </a:solidFill>
                </a:ln>
              </p:spPr>
            </p:sp>
            <p:sp>
              <p:nvSpPr>
                <p:cNvPr id="476" name="476 path">
                  <a:extLst>
                    <a:ext uri="{FF2B5EF4-FFF2-40B4-BE49-F238E27FC236}">
                      <a16:creationId xmlns:a16="http://schemas.microsoft.com/office/drawing/2014/main" id="{4C06F72C-5242-45F2-BEE0-6D55DE175DF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2858750" y="6570345"/>
                  <a:ext cx="162877" cy="12858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62877" h="128588">
                      <a:moveTo>
                        <a:pt x="0" y="68580"/>
                      </a:moveTo>
                      <a:lnTo>
                        <a:pt x="60007" y="128588"/>
                      </a:lnTo>
                      <a:lnTo>
                        <a:pt x="162877" y="0"/>
                      </a:lnTo>
                    </a:path>
                  </a:pathLst>
                </a:custGeom>
                <a:noFill/>
                <a:ln w="34290">
                  <a:solidFill>
                    <a:srgbClr val="FFFFFF"/>
                  </a:solidFill>
                </a:ln>
              </p:spPr>
            </p:sp>
          </p:grpSp>
          <p:sp>
            <p:nvSpPr>
              <p:cNvPr id="477" name="477 stable update">
                <a:extLst>
                  <a:ext uri="{FF2B5EF4-FFF2-40B4-BE49-F238E27FC236}">
                    <a16:creationId xmlns:a16="http://schemas.microsoft.com/office/drawing/2014/main" id="{0FEA2E35-4FAD-4752-97D3-C1922960132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258800" y="6496050"/>
                <a:ext cx="2190750" cy="27165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72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2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stable update</a:t>
                </a:r>
              </a:p>
            </p:txBody>
          </p:sp>
        </p:grpSp>
        <p:grpSp>
          <p:nvGrpSpPr>
            <p:cNvPr id="588" name="Generalization and efficiency"/>
            <p:cNvGrpSpPr/>
            <p:nvPr/>
          </p:nvGrpSpPr>
          <p:grpSpPr>
            <a:xfrm>
              <a:off x="171450" y="8096250"/>
              <a:ext cx="15582900" cy="733425"/>
              <a:chOff x="171450" y="8096250"/>
              <a:chExt cx="15582900" cy="733425"/>
            </a:xfrm>
          </p:grpSpPr>
          <p:sp>
            <p:nvSpPr>
              <p:cNvPr id="478" name="478 rect">
                <a:extLst>
                  <a:ext uri="{FF2B5EF4-FFF2-40B4-BE49-F238E27FC236}">
                    <a16:creationId xmlns:a16="http://schemas.microsoft.com/office/drawing/2014/main" id="{FFD8EA7E-9371-49F2-A27F-22261B2A508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1450" y="8096250"/>
                <a:ext cx="15582900" cy="733425"/>
              </a:xfrm>
              <a:prstGeom prst="roundRect">
                <a:avLst>
                  <a:gd name="adj" fmla="val 22078"/>
                </a:avLst>
              </a:prstGeom>
              <a:gradFill>
                <a:gsLst>
                  <a:gs pos="0">
                    <a:srgbClr val="FAFCFE"/>
                  </a:gs>
                  <a:gs pos="100000">
                    <a:srgbClr val="EFF3F7"/>
                  </a:gs>
                </a:gsLst>
                <a:lin ang="5400000"/>
              </a:gradFill>
              <a:ln w="10478">
                <a:solidFill>
                  <a:srgbClr val="859DB9"/>
                </a:solidFill>
              </a:ln>
            </p:spPr>
          </p:sp>
          <p:sp>
            <p:nvSpPr>
              <p:cNvPr id="479" name="479 Generalization and Efficiency">
                <a:extLst>
                  <a:ext uri="{FF2B5EF4-FFF2-40B4-BE49-F238E27FC236}">
                    <a16:creationId xmlns:a16="http://schemas.microsoft.com/office/drawing/2014/main" id="{6D22E25D-BF66-4C13-B61D-4D5AE1E2F83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09575" y="8277225"/>
                <a:ext cx="3257550" cy="30826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95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95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Generalization and Efficiency</a:t>
                </a:r>
              </a:p>
            </p:txBody>
          </p:sp>
          <p:sp>
            <p:nvSpPr>
              <p:cNvPr id="480" name="480 path">
                <a:extLst>
                  <a:ext uri="{FF2B5EF4-FFF2-40B4-BE49-F238E27FC236}">
                    <a16:creationId xmlns:a16="http://schemas.microsoft.com/office/drawing/2014/main" id="{4A0A726A-F830-474E-9E3E-3ED8E23351D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43325" y="8239125"/>
                <a:ext cx="95" cy="466725"/>
              </a:xfrm>
              <a:custGeom>
                <a:avLst/>
                <a:gdLst/>
                <a:ahLst/>
                <a:cxnLst/>
                <a:rect l="0" t="0" r="0" b="0"/>
                <a:pathLst>
                  <a:path w="95" h="466725">
                    <a:moveTo>
                      <a:pt x="0" y="0"/>
                    </a:moveTo>
                    <a:lnTo>
                      <a:pt x="0" y="466725"/>
                    </a:lnTo>
                  </a:path>
                </a:pathLst>
              </a:custGeom>
              <a:noFill/>
              <a:ln w="11430">
                <a:solidFill>
                  <a:srgbClr val="839AB6"/>
                </a:solidFill>
              </a:ln>
            </p:spPr>
          </p:sp>
          <p:sp>
            <p:nvSpPr>
              <p:cNvPr id="481" name="481 path">
                <a:extLst>
                  <a:ext uri="{FF2B5EF4-FFF2-40B4-BE49-F238E27FC236}">
                    <a16:creationId xmlns:a16="http://schemas.microsoft.com/office/drawing/2014/main" id="{2C15D7AF-990E-4DCD-AF51-76BD49A4CA6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10350" y="8239125"/>
                <a:ext cx="95" cy="466725"/>
              </a:xfrm>
              <a:custGeom>
                <a:avLst/>
                <a:gdLst/>
                <a:ahLst/>
                <a:cxnLst/>
                <a:rect l="0" t="0" r="0" b="0"/>
                <a:pathLst>
                  <a:path w="95" h="466725">
                    <a:moveTo>
                      <a:pt x="0" y="0"/>
                    </a:moveTo>
                    <a:lnTo>
                      <a:pt x="0" y="466725"/>
                    </a:lnTo>
                  </a:path>
                </a:pathLst>
              </a:custGeom>
              <a:noFill/>
              <a:ln w="11430">
                <a:solidFill>
                  <a:srgbClr val="839AB6"/>
                </a:solidFill>
              </a:ln>
            </p:spPr>
          </p:sp>
          <p:sp>
            <p:nvSpPr>
              <p:cNvPr id="482" name="482 path">
                <a:extLst>
                  <a:ext uri="{FF2B5EF4-FFF2-40B4-BE49-F238E27FC236}">
                    <a16:creationId xmlns:a16="http://schemas.microsoft.com/office/drawing/2014/main" id="{2A22EBA5-2D09-4D44-B7E0-42AF08A9CBC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34500" y="8239125"/>
                <a:ext cx="95" cy="466725"/>
              </a:xfrm>
              <a:custGeom>
                <a:avLst/>
                <a:gdLst/>
                <a:ahLst/>
                <a:cxnLst/>
                <a:rect l="0" t="0" r="0" b="0"/>
                <a:pathLst>
                  <a:path w="95" h="466725">
                    <a:moveTo>
                      <a:pt x="0" y="0"/>
                    </a:moveTo>
                    <a:lnTo>
                      <a:pt x="0" y="466725"/>
                    </a:lnTo>
                  </a:path>
                </a:pathLst>
              </a:custGeom>
              <a:noFill/>
              <a:ln w="11430">
                <a:solidFill>
                  <a:srgbClr val="839AB6"/>
                </a:solidFill>
              </a:ln>
            </p:spPr>
          </p:sp>
          <p:sp>
            <p:nvSpPr>
              <p:cNvPr id="483" name="483 path">
                <a:extLst>
                  <a:ext uri="{FF2B5EF4-FFF2-40B4-BE49-F238E27FC236}">
                    <a16:creationId xmlns:a16="http://schemas.microsoft.com/office/drawing/2014/main" id="{4333464E-F2A3-4787-BF33-1B0EC70D41A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20625" y="8239125"/>
                <a:ext cx="95" cy="466725"/>
              </a:xfrm>
              <a:custGeom>
                <a:avLst/>
                <a:gdLst/>
                <a:ahLst/>
                <a:cxnLst/>
                <a:rect l="0" t="0" r="0" b="0"/>
                <a:pathLst>
                  <a:path w="95" h="466725">
                    <a:moveTo>
                      <a:pt x="0" y="0"/>
                    </a:moveTo>
                    <a:lnTo>
                      <a:pt x="0" y="466725"/>
                    </a:lnTo>
                  </a:path>
                </a:pathLst>
              </a:custGeom>
              <a:noFill/>
              <a:ln w="11430">
                <a:solidFill>
                  <a:srgbClr val="839AB6"/>
                </a:solidFill>
              </a:ln>
            </p:spPr>
          </p:sp>
          <p:grpSp>
            <p:nvGrpSpPr>
              <p:cNvPr id="589" name="icon-globe-483"/>
              <p:cNvGrpSpPr/>
              <p:nvPr/>
            </p:nvGrpSpPr>
            <p:grpSpPr>
              <a:xfrm>
                <a:off x="4117658" y="8262938"/>
                <a:ext cx="394335" cy="428625"/>
                <a:chOff x="4117658" y="8262938"/>
                <a:chExt cx="394335" cy="428625"/>
              </a:xfrm>
            </p:grpSpPr>
            <p:sp>
              <p:nvSpPr>
                <p:cNvPr id="484" name="484 ellipse">
                  <a:extLst>
                    <a:ext uri="{FF2B5EF4-FFF2-40B4-BE49-F238E27FC236}">
                      <a16:creationId xmlns:a16="http://schemas.microsoft.com/office/drawing/2014/main" id="{3A8930B7-A287-4FAE-887C-2A80BF38535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17658" y="8262938"/>
                  <a:ext cx="394335" cy="428625"/>
                </a:xfrm>
                <a:prstGeom prst="ellipse">
                  <a:avLst/>
                </a:prstGeom>
                <a:solidFill>
                  <a:srgbClr val="D5EEFC"/>
                </a:solidFill>
                <a:ln w="21908">
                  <a:solidFill>
                    <a:srgbClr val="003496"/>
                  </a:solidFill>
                </a:ln>
              </p:spPr>
            </p:sp>
            <p:sp>
              <p:nvSpPr>
                <p:cNvPr id="485" name="485 ellipse">
                  <a:extLst>
                    <a:ext uri="{FF2B5EF4-FFF2-40B4-BE49-F238E27FC236}">
                      <a16:creationId xmlns:a16="http://schemas.microsoft.com/office/drawing/2014/main" id="{68F8058F-7B72-46A4-AFE5-9F8AF0C11F6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16241" y="8262938"/>
                  <a:ext cx="197168" cy="428625"/>
                </a:xfrm>
                <a:prstGeom prst="ellipse">
                  <a:avLst/>
                </a:prstGeom>
                <a:noFill/>
                <a:ln w="18621">
                  <a:solidFill>
                    <a:srgbClr val="003496"/>
                  </a:solidFill>
                </a:ln>
              </p:spPr>
            </p:sp>
            <p:sp>
              <p:nvSpPr>
                <p:cNvPr id="486" name="486 path">
                  <a:extLst>
                    <a:ext uri="{FF2B5EF4-FFF2-40B4-BE49-F238E27FC236}">
                      <a16:creationId xmlns:a16="http://schemas.microsoft.com/office/drawing/2014/main" id="{7D136F19-2335-4498-BCB5-D94552917D2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314825" y="8262938"/>
                  <a:ext cx="95" cy="42862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95" h="428625">
                      <a:moveTo>
                        <a:pt x="0" y="0"/>
                      </a:moveTo>
                      <a:lnTo>
                        <a:pt x="0" y="428625"/>
                      </a:lnTo>
                    </a:path>
                  </a:pathLst>
                </a:custGeom>
                <a:noFill/>
                <a:ln w="16431">
                  <a:solidFill>
                    <a:srgbClr val="003496"/>
                  </a:solidFill>
                </a:ln>
              </p:spPr>
            </p:sp>
            <p:sp>
              <p:nvSpPr>
                <p:cNvPr id="487" name="487 path">
                  <a:extLst>
                    <a:ext uri="{FF2B5EF4-FFF2-40B4-BE49-F238E27FC236}">
                      <a16:creationId xmlns:a16="http://schemas.microsoft.com/office/drawing/2014/main" id="{CB63FF9A-8EE7-4F6D-A8A3-79560BD73DC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17658" y="8477250"/>
                  <a:ext cx="394335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94335" h="95">
                      <a:moveTo>
                        <a:pt x="0" y="0"/>
                      </a:moveTo>
                      <a:lnTo>
                        <a:pt x="394335" y="0"/>
                      </a:lnTo>
                    </a:path>
                  </a:pathLst>
                </a:custGeom>
                <a:noFill/>
                <a:ln w="17526">
                  <a:solidFill>
                    <a:srgbClr val="003496"/>
                  </a:solidFill>
                </a:ln>
              </p:spPr>
            </p:sp>
            <p:sp>
              <p:nvSpPr>
                <p:cNvPr id="488" name="488 path">
                  <a:extLst>
                    <a:ext uri="{FF2B5EF4-FFF2-40B4-BE49-F238E27FC236}">
                      <a16:creationId xmlns:a16="http://schemas.microsoft.com/office/drawing/2014/main" id="{4A1490B8-7FDA-49F0-8C04-53A693A59FF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61473" y="8358188"/>
                  <a:ext cx="306705" cy="3571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06705" h="35719">
                      <a:moveTo>
                        <a:pt x="0" y="0"/>
                      </a:moveTo>
                      <a:lnTo>
                        <a:pt x="9894" y="4604"/>
                      </a:lnTo>
                      <a:lnTo>
                        <a:pt x="19856" y="8890"/>
                      </a:lnTo>
                      <a:lnTo>
                        <a:pt x="29882" y="12859"/>
                      </a:lnTo>
                      <a:lnTo>
                        <a:pt x="39966" y="16510"/>
                      </a:lnTo>
                      <a:lnTo>
                        <a:pt x="50103" y="19844"/>
                      </a:lnTo>
                      <a:lnTo>
                        <a:pt x="60289" y="22860"/>
                      </a:lnTo>
                      <a:lnTo>
                        <a:pt x="70519" y="25559"/>
                      </a:lnTo>
                      <a:lnTo>
                        <a:pt x="80788" y="27940"/>
                      </a:lnTo>
                      <a:lnTo>
                        <a:pt x="91091" y="30004"/>
                      </a:lnTo>
                      <a:lnTo>
                        <a:pt x="101424" y="31750"/>
                      </a:lnTo>
                      <a:lnTo>
                        <a:pt x="111780" y="33179"/>
                      </a:lnTo>
                      <a:lnTo>
                        <a:pt x="122156" y="34290"/>
                      </a:lnTo>
                      <a:lnTo>
                        <a:pt x="132547" y="35084"/>
                      </a:lnTo>
                      <a:lnTo>
                        <a:pt x="142947" y="35560"/>
                      </a:lnTo>
                      <a:lnTo>
                        <a:pt x="153353" y="35719"/>
                      </a:lnTo>
                      <a:lnTo>
                        <a:pt x="163758" y="35560"/>
                      </a:lnTo>
                      <a:lnTo>
                        <a:pt x="174158" y="35084"/>
                      </a:lnTo>
                      <a:lnTo>
                        <a:pt x="184549" y="34290"/>
                      </a:lnTo>
                      <a:lnTo>
                        <a:pt x="194925" y="33179"/>
                      </a:lnTo>
                      <a:lnTo>
                        <a:pt x="205281" y="31750"/>
                      </a:lnTo>
                      <a:lnTo>
                        <a:pt x="215614" y="30004"/>
                      </a:lnTo>
                      <a:lnTo>
                        <a:pt x="225917" y="27940"/>
                      </a:lnTo>
                      <a:lnTo>
                        <a:pt x="236186" y="25559"/>
                      </a:lnTo>
                      <a:lnTo>
                        <a:pt x="246416" y="22860"/>
                      </a:lnTo>
                      <a:lnTo>
                        <a:pt x="256602" y="19844"/>
                      </a:lnTo>
                      <a:lnTo>
                        <a:pt x="266739" y="16510"/>
                      </a:lnTo>
                      <a:lnTo>
                        <a:pt x="276823" y="12859"/>
                      </a:lnTo>
                      <a:lnTo>
                        <a:pt x="286849" y="8890"/>
                      </a:lnTo>
                      <a:lnTo>
                        <a:pt x="296811" y="4604"/>
                      </a:lnTo>
                      <a:lnTo>
                        <a:pt x="306705" y="0"/>
                      </a:lnTo>
                    </a:path>
                  </a:pathLst>
                </a:custGeom>
                <a:noFill/>
                <a:ln w="16431">
                  <a:solidFill>
                    <a:srgbClr val="003496"/>
                  </a:solidFill>
                </a:ln>
              </p:spPr>
            </p:sp>
            <p:sp>
              <p:nvSpPr>
                <p:cNvPr id="489" name="489 path">
                  <a:extLst>
                    <a:ext uri="{FF2B5EF4-FFF2-40B4-BE49-F238E27FC236}">
                      <a16:creationId xmlns:a16="http://schemas.microsoft.com/office/drawing/2014/main" id="{11C09980-3713-4E5E-A3A9-F06C9BB2233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161473" y="8596313"/>
                  <a:ext cx="306705" cy="3571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06705" h="35719">
                      <a:moveTo>
                        <a:pt x="0" y="0"/>
                      </a:moveTo>
                      <a:lnTo>
                        <a:pt x="9894" y="4604"/>
                      </a:lnTo>
                      <a:lnTo>
                        <a:pt x="19856" y="8890"/>
                      </a:lnTo>
                      <a:lnTo>
                        <a:pt x="29882" y="12859"/>
                      </a:lnTo>
                      <a:lnTo>
                        <a:pt x="39966" y="16510"/>
                      </a:lnTo>
                      <a:lnTo>
                        <a:pt x="50103" y="19844"/>
                      </a:lnTo>
                      <a:lnTo>
                        <a:pt x="60289" y="22860"/>
                      </a:lnTo>
                      <a:lnTo>
                        <a:pt x="70519" y="25559"/>
                      </a:lnTo>
                      <a:lnTo>
                        <a:pt x="80788" y="27940"/>
                      </a:lnTo>
                      <a:lnTo>
                        <a:pt x="91091" y="30004"/>
                      </a:lnTo>
                      <a:lnTo>
                        <a:pt x="101424" y="31750"/>
                      </a:lnTo>
                      <a:lnTo>
                        <a:pt x="111780" y="33179"/>
                      </a:lnTo>
                      <a:lnTo>
                        <a:pt x="122156" y="34290"/>
                      </a:lnTo>
                      <a:lnTo>
                        <a:pt x="132547" y="35084"/>
                      </a:lnTo>
                      <a:lnTo>
                        <a:pt x="142947" y="35560"/>
                      </a:lnTo>
                      <a:lnTo>
                        <a:pt x="153353" y="35719"/>
                      </a:lnTo>
                      <a:lnTo>
                        <a:pt x="163758" y="35560"/>
                      </a:lnTo>
                      <a:lnTo>
                        <a:pt x="174158" y="35084"/>
                      </a:lnTo>
                      <a:lnTo>
                        <a:pt x="184549" y="34290"/>
                      </a:lnTo>
                      <a:lnTo>
                        <a:pt x="194925" y="33179"/>
                      </a:lnTo>
                      <a:lnTo>
                        <a:pt x="205281" y="31750"/>
                      </a:lnTo>
                      <a:lnTo>
                        <a:pt x="215614" y="30004"/>
                      </a:lnTo>
                      <a:lnTo>
                        <a:pt x="225917" y="27940"/>
                      </a:lnTo>
                      <a:lnTo>
                        <a:pt x="236186" y="25559"/>
                      </a:lnTo>
                      <a:lnTo>
                        <a:pt x="246416" y="22860"/>
                      </a:lnTo>
                      <a:lnTo>
                        <a:pt x="256602" y="19844"/>
                      </a:lnTo>
                      <a:lnTo>
                        <a:pt x="266739" y="16510"/>
                      </a:lnTo>
                      <a:lnTo>
                        <a:pt x="276823" y="12859"/>
                      </a:lnTo>
                      <a:lnTo>
                        <a:pt x="286849" y="8890"/>
                      </a:lnTo>
                      <a:lnTo>
                        <a:pt x="296811" y="4604"/>
                      </a:lnTo>
                      <a:lnTo>
                        <a:pt x="306705" y="0"/>
                      </a:lnTo>
                    </a:path>
                  </a:pathLst>
                </a:custGeom>
                <a:noFill/>
                <a:ln w="16431">
                  <a:solidFill>
                    <a:srgbClr val="003496"/>
                  </a:solidFill>
                </a:ln>
              </p:spPr>
            </p:sp>
          </p:grpSp>
          <p:sp>
            <p:nvSpPr>
              <p:cNvPr id="490" name="490 Cross-framework">
                <a:extLst>
                  <a:ext uri="{FF2B5EF4-FFF2-40B4-BE49-F238E27FC236}">
                    <a16:creationId xmlns:a16="http://schemas.microsoft.com/office/drawing/2014/main" id="{74057FE7-372F-4900-8E6F-11A2E5A9FB5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33925" y="8334375"/>
                <a:ext cx="1724025" cy="27401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74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40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Cross</a:t>
                </a:r>
                <a:r>
                  <a:rPr lang="en-US" sz="1740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 F</a:t>
                </a:r>
                <a:r>
                  <a:rPr sz="1740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ramework</a:t>
                </a:r>
              </a:p>
            </p:txBody>
          </p:sp>
          <p:grpSp>
            <p:nvGrpSpPr>
              <p:cNvPr id="590" name="icon-code-page-490"/>
              <p:cNvGrpSpPr/>
              <p:nvPr/>
            </p:nvGrpSpPr>
            <p:grpSpPr>
              <a:xfrm>
                <a:off x="7089458" y="8250793"/>
                <a:ext cx="394335" cy="443389"/>
                <a:chOff x="7089458" y="8250793"/>
                <a:chExt cx="394335" cy="443389"/>
              </a:xfrm>
            </p:grpSpPr>
            <p:sp>
              <p:nvSpPr>
                <p:cNvPr id="491" name="491 rect">
                  <a:extLst>
                    <a:ext uri="{FF2B5EF4-FFF2-40B4-BE49-F238E27FC236}">
                      <a16:creationId xmlns:a16="http://schemas.microsoft.com/office/drawing/2014/main" id="{83DC7E8E-F77A-432B-AEEE-C1688743BD3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089458" y="8250793"/>
                  <a:ext cx="394335" cy="443389"/>
                </a:xfrm>
                <a:prstGeom prst="roundRect">
                  <a:avLst>
                    <a:gd name="adj" fmla="val 8333"/>
                  </a:avLst>
                </a:prstGeom>
                <a:solidFill>
                  <a:srgbClr val="FFFFFF"/>
                </a:solidFill>
                <a:ln w="21908">
                  <a:solidFill>
                    <a:srgbClr val="090D28"/>
                  </a:solidFill>
                </a:ln>
              </p:spPr>
            </p:sp>
            <p:sp>
              <p:nvSpPr>
                <p:cNvPr id="492" name="492 path">
                  <a:extLst>
                    <a:ext uri="{FF2B5EF4-FFF2-40B4-BE49-F238E27FC236}">
                      <a16:creationId xmlns:a16="http://schemas.microsoft.com/office/drawing/2014/main" id="{34124550-0F03-43EA-9D0C-D48C6EFD59B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133273" y="8379143"/>
                  <a:ext cx="76676" cy="18669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6676" h="186690">
                      <a:moveTo>
                        <a:pt x="76676" y="0"/>
                      </a:moveTo>
                      <a:lnTo>
                        <a:pt x="0" y="93345"/>
                      </a:lnTo>
                      <a:lnTo>
                        <a:pt x="76676" y="186690"/>
                      </a:lnTo>
                    </a:path>
                  </a:pathLst>
                </a:custGeom>
                <a:noFill/>
                <a:ln w="28480">
                  <a:solidFill>
                    <a:srgbClr val="090D28"/>
                  </a:solidFill>
                </a:ln>
              </p:spPr>
            </p:sp>
            <p:sp>
              <p:nvSpPr>
                <p:cNvPr id="493" name="493 path">
                  <a:extLst>
                    <a:ext uri="{FF2B5EF4-FFF2-40B4-BE49-F238E27FC236}">
                      <a16:creationId xmlns:a16="http://schemas.microsoft.com/office/drawing/2014/main" id="{D2277B76-2AFC-42FC-8894-F212BD763B5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63301" y="8379143"/>
                  <a:ext cx="76676" cy="18669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6676" h="186690">
                      <a:moveTo>
                        <a:pt x="0" y="0"/>
                      </a:moveTo>
                      <a:lnTo>
                        <a:pt x="76676" y="93345"/>
                      </a:lnTo>
                      <a:lnTo>
                        <a:pt x="0" y="186690"/>
                      </a:lnTo>
                    </a:path>
                  </a:pathLst>
                </a:custGeom>
                <a:noFill/>
                <a:ln w="28480">
                  <a:solidFill>
                    <a:srgbClr val="090D28"/>
                  </a:solidFill>
                </a:ln>
              </p:spPr>
            </p:sp>
            <p:sp>
              <p:nvSpPr>
                <p:cNvPr id="494" name="494 path">
                  <a:extLst>
                    <a:ext uri="{FF2B5EF4-FFF2-40B4-BE49-F238E27FC236}">
                      <a16:creationId xmlns:a16="http://schemas.microsoft.com/office/drawing/2014/main" id="{0B4CEA23-6C91-4C2F-9D6D-87C04BCE729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253764" y="8344138"/>
                  <a:ext cx="65723" cy="26836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5723" h="268367">
                      <a:moveTo>
                        <a:pt x="65723" y="0"/>
                      </a:moveTo>
                      <a:lnTo>
                        <a:pt x="0" y="268367"/>
                      </a:lnTo>
                    </a:path>
                  </a:pathLst>
                </a:custGeom>
                <a:noFill/>
                <a:ln w="26289">
                  <a:solidFill>
                    <a:srgbClr val="090D28"/>
                  </a:solidFill>
                </a:ln>
              </p:spPr>
            </p:sp>
          </p:grpSp>
          <p:sp>
            <p:nvSpPr>
              <p:cNvPr id="495" name="495 Cross-language">
                <a:extLst>
                  <a:ext uri="{FF2B5EF4-FFF2-40B4-BE49-F238E27FC236}">
                    <a16:creationId xmlns:a16="http://schemas.microsoft.com/office/drawing/2014/main" id="{901A06A5-18D1-445D-A05F-ED4D29643BC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08900" y="8334375"/>
                <a:ext cx="1581150" cy="28346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8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00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Cross</a:t>
                </a:r>
                <a:r>
                  <a:rPr lang="en-US" sz="1800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lang="en-US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L</a:t>
                </a:r>
                <a:r>
                  <a:rPr sz="1800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anguage</a:t>
                </a:r>
              </a:p>
            </p:txBody>
          </p:sp>
          <p:grpSp>
            <p:nvGrpSpPr>
              <p:cNvPr id="591" name="icon-database-495"/>
              <p:cNvGrpSpPr/>
              <p:nvPr/>
            </p:nvGrpSpPr>
            <p:grpSpPr>
              <a:xfrm>
                <a:off x="9823847" y="8237220"/>
                <a:ext cx="364331" cy="480060"/>
                <a:chOff x="9823847" y="8237220"/>
                <a:chExt cx="364331" cy="480060"/>
              </a:xfrm>
            </p:grpSpPr>
            <p:sp>
              <p:nvSpPr>
                <p:cNvPr id="496" name="496 rect">
                  <a:extLst>
                    <a:ext uri="{FF2B5EF4-FFF2-40B4-BE49-F238E27FC236}">
                      <a16:creationId xmlns:a16="http://schemas.microsoft.com/office/drawing/2014/main" id="{21920C68-3859-47D4-967D-CCE064FC1D0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823847" y="8317230"/>
                  <a:ext cx="364331" cy="346710"/>
                </a:xfrm>
                <a:prstGeom prst="rect">
                  <a:avLst/>
                </a:prstGeom>
                <a:gradFill>
                  <a:gsLst>
                    <a:gs pos="0">
                      <a:srgbClr val="78BDF4"/>
                    </a:gs>
                    <a:gs pos="100000">
                      <a:srgbClr val="87ACDF"/>
                    </a:gs>
                  </a:gsLst>
                  <a:lin ang="5400000"/>
                </a:gradFill>
                <a:ln w="26718">
                  <a:solidFill>
                    <a:srgbClr val="090D28"/>
                  </a:solidFill>
                </a:ln>
              </p:spPr>
            </p:sp>
            <p:sp>
              <p:nvSpPr>
                <p:cNvPr id="497" name="497 ellipse">
                  <a:extLst>
                    <a:ext uri="{FF2B5EF4-FFF2-40B4-BE49-F238E27FC236}">
                      <a16:creationId xmlns:a16="http://schemas.microsoft.com/office/drawing/2014/main" id="{9AF7E275-D2C0-4E7D-8656-7225E56FD52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823847" y="8543925"/>
                  <a:ext cx="364331" cy="173355"/>
                </a:xfrm>
                <a:prstGeom prst="ellipse">
                  <a:avLst/>
                </a:prstGeom>
                <a:solidFill>
                  <a:srgbClr val="94B9E8"/>
                </a:solidFill>
                <a:ln w="26718">
                  <a:solidFill>
                    <a:srgbClr val="090D28"/>
                  </a:solidFill>
                </a:ln>
              </p:spPr>
            </p:sp>
            <p:sp>
              <p:nvSpPr>
                <p:cNvPr id="498" name="498 rect">
                  <a:extLst>
                    <a:ext uri="{FF2B5EF4-FFF2-40B4-BE49-F238E27FC236}">
                      <a16:creationId xmlns:a16="http://schemas.microsoft.com/office/drawing/2014/main" id="{79C894CE-82A8-4BDC-BC16-8173FAB44DB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835991" y="8437245"/>
                  <a:ext cx="340043" cy="186690"/>
                </a:xfrm>
                <a:prstGeom prst="rect">
                  <a:avLst/>
                </a:prstGeom>
                <a:gradFill>
                  <a:gsLst>
                    <a:gs pos="0">
                      <a:srgbClr val="78BDF4"/>
                    </a:gs>
                    <a:gs pos="100000">
                      <a:srgbClr val="9DBDE5"/>
                    </a:gs>
                  </a:gsLst>
                  <a:lin ang="5400000"/>
                </a:gradFill>
                <a:ln w="0">
                  <a:noFill/>
                </a:ln>
              </p:spPr>
            </p:sp>
            <p:sp>
              <p:nvSpPr>
                <p:cNvPr id="499" name="499 path">
                  <a:extLst>
                    <a:ext uri="{FF2B5EF4-FFF2-40B4-BE49-F238E27FC236}">
                      <a16:creationId xmlns:a16="http://schemas.microsoft.com/office/drawing/2014/main" id="{B4526787-BBD6-49E9-9D93-6E76DA2BDBD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823847" y="8463915"/>
                  <a:ext cx="364331" cy="6000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64331" h="60007">
                      <a:moveTo>
                        <a:pt x="0" y="0"/>
                      </a:moveTo>
                      <a:lnTo>
                        <a:pt x="8857" y="7734"/>
                      </a:lnTo>
                      <a:lnTo>
                        <a:pt x="18395" y="14935"/>
                      </a:lnTo>
                      <a:lnTo>
                        <a:pt x="28564" y="21603"/>
                      </a:lnTo>
                      <a:lnTo>
                        <a:pt x="39315" y="27737"/>
                      </a:lnTo>
                      <a:lnTo>
                        <a:pt x="50602" y="33338"/>
                      </a:lnTo>
                      <a:lnTo>
                        <a:pt x="62374" y="38405"/>
                      </a:lnTo>
                      <a:lnTo>
                        <a:pt x="74583" y="42939"/>
                      </a:lnTo>
                      <a:lnTo>
                        <a:pt x="87180" y="46939"/>
                      </a:lnTo>
                      <a:lnTo>
                        <a:pt x="100118" y="50406"/>
                      </a:lnTo>
                      <a:lnTo>
                        <a:pt x="113348" y="53340"/>
                      </a:lnTo>
                      <a:lnTo>
                        <a:pt x="126820" y="55740"/>
                      </a:lnTo>
                      <a:lnTo>
                        <a:pt x="140486" y="57607"/>
                      </a:lnTo>
                      <a:lnTo>
                        <a:pt x="154298" y="58941"/>
                      </a:lnTo>
                      <a:lnTo>
                        <a:pt x="168208" y="59741"/>
                      </a:lnTo>
                      <a:lnTo>
                        <a:pt x="182166" y="60007"/>
                      </a:lnTo>
                      <a:lnTo>
                        <a:pt x="196124" y="59741"/>
                      </a:lnTo>
                      <a:lnTo>
                        <a:pt x="210033" y="58941"/>
                      </a:lnTo>
                      <a:lnTo>
                        <a:pt x="223845" y="57607"/>
                      </a:lnTo>
                      <a:lnTo>
                        <a:pt x="237512" y="55740"/>
                      </a:lnTo>
                      <a:lnTo>
                        <a:pt x="250984" y="53340"/>
                      </a:lnTo>
                      <a:lnTo>
                        <a:pt x="264213" y="50406"/>
                      </a:lnTo>
                      <a:lnTo>
                        <a:pt x="277151" y="46939"/>
                      </a:lnTo>
                      <a:lnTo>
                        <a:pt x="289749" y="42939"/>
                      </a:lnTo>
                      <a:lnTo>
                        <a:pt x="301958" y="38405"/>
                      </a:lnTo>
                      <a:lnTo>
                        <a:pt x="313730" y="33338"/>
                      </a:lnTo>
                      <a:lnTo>
                        <a:pt x="325016" y="27737"/>
                      </a:lnTo>
                      <a:lnTo>
                        <a:pt x="335768" y="21603"/>
                      </a:lnTo>
                      <a:lnTo>
                        <a:pt x="345937" y="14935"/>
                      </a:lnTo>
                      <a:lnTo>
                        <a:pt x="355474" y="7734"/>
                      </a:lnTo>
                      <a:lnTo>
                        <a:pt x="364331" y="0"/>
                      </a:lnTo>
                    </a:path>
                  </a:pathLst>
                </a:custGeom>
                <a:noFill/>
                <a:ln w="24289">
                  <a:solidFill>
                    <a:srgbClr val="090D28"/>
                  </a:solidFill>
                </a:ln>
              </p:spPr>
            </p:sp>
            <p:sp>
              <p:nvSpPr>
                <p:cNvPr id="500" name="500 path">
                  <a:extLst>
                    <a:ext uri="{FF2B5EF4-FFF2-40B4-BE49-F238E27FC236}">
                      <a16:creationId xmlns:a16="http://schemas.microsoft.com/office/drawing/2014/main" id="{F938C03A-8807-4A5F-89A1-3E2EF1FCAED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823847" y="8570595"/>
                  <a:ext cx="364331" cy="6000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64331" h="60008">
                      <a:moveTo>
                        <a:pt x="0" y="0"/>
                      </a:moveTo>
                      <a:lnTo>
                        <a:pt x="8857" y="7734"/>
                      </a:lnTo>
                      <a:lnTo>
                        <a:pt x="18395" y="14935"/>
                      </a:lnTo>
                      <a:lnTo>
                        <a:pt x="28564" y="21603"/>
                      </a:lnTo>
                      <a:lnTo>
                        <a:pt x="39315" y="27737"/>
                      </a:lnTo>
                      <a:lnTo>
                        <a:pt x="50602" y="33338"/>
                      </a:lnTo>
                      <a:lnTo>
                        <a:pt x="62374" y="38405"/>
                      </a:lnTo>
                      <a:lnTo>
                        <a:pt x="74583" y="42939"/>
                      </a:lnTo>
                      <a:lnTo>
                        <a:pt x="87180" y="46939"/>
                      </a:lnTo>
                      <a:lnTo>
                        <a:pt x="100118" y="50406"/>
                      </a:lnTo>
                      <a:lnTo>
                        <a:pt x="113348" y="53340"/>
                      </a:lnTo>
                      <a:lnTo>
                        <a:pt x="126820" y="55740"/>
                      </a:lnTo>
                      <a:lnTo>
                        <a:pt x="140486" y="57607"/>
                      </a:lnTo>
                      <a:lnTo>
                        <a:pt x="154298" y="58941"/>
                      </a:lnTo>
                      <a:lnTo>
                        <a:pt x="168208" y="59741"/>
                      </a:lnTo>
                      <a:lnTo>
                        <a:pt x="182166" y="60008"/>
                      </a:lnTo>
                      <a:lnTo>
                        <a:pt x="196124" y="59741"/>
                      </a:lnTo>
                      <a:lnTo>
                        <a:pt x="210033" y="58941"/>
                      </a:lnTo>
                      <a:lnTo>
                        <a:pt x="223845" y="57607"/>
                      </a:lnTo>
                      <a:lnTo>
                        <a:pt x="237512" y="55740"/>
                      </a:lnTo>
                      <a:lnTo>
                        <a:pt x="250984" y="53340"/>
                      </a:lnTo>
                      <a:lnTo>
                        <a:pt x="264213" y="50406"/>
                      </a:lnTo>
                      <a:lnTo>
                        <a:pt x="277151" y="46939"/>
                      </a:lnTo>
                      <a:lnTo>
                        <a:pt x="289749" y="42939"/>
                      </a:lnTo>
                      <a:lnTo>
                        <a:pt x="301958" y="38405"/>
                      </a:lnTo>
                      <a:lnTo>
                        <a:pt x="313730" y="33338"/>
                      </a:lnTo>
                      <a:lnTo>
                        <a:pt x="325016" y="27737"/>
                      </a:lnTo>
                      <a:lnTo>
                        <a:pt x="335768" y="21603"/>
                      </a:lnTo>
                      <a:lnTo>
                        <a:pt x="345937" y="14935"/>
                      </a:lnTo>
                      <a:lnTo>
                        <a:pt x="355474" y="7734"/>
                      </a:lnTo>
                      <a:lnTo>
                        <a:pt x="364331" y="0"/>
                      </a:lnTo>
                    </a:path>
                  </a:pathLst>
                </a:custGeom>
                <a:noFill/>
                <a:ln w="24289">
                  <a:solidFill>
                    <a:srgbClr val="090D28"/>
                  </a:solidFill>
                </a:ln>
              </p:spPr>
            </p:sp>
            <p:sp>
              <p:nvSpPr>
                <p:cNvPr id="501" name="501 ellipse">
                  <a:extLst>
                    <a:ext uri="{FF2B5EF4-FFF2-40B4-BE49-F238E27FC236}">
                      <a16:creationId xmlns:a16="http://schemas.microsoft.com/office/drawing/2014/main" id="{E28AD613-D832-4691-9010-D230AD48AFB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823847" y="8237220"/>
                  <a:ext cx="364331" cy="173355"/>
                </a:xfrm>
                <a:prstGeom prst="ellipse">
                  <a:avLst/>
                </a:prstGeom>
                <a:solidFill>
                  <a:srgbClr val="78BDF4"/>
                </a:solidFill>
                <a:ln w="26718">
                  <a:solidFill>
                    <a:srgbClr val="090D28"/>
                  </a:solidFill>
                </a:ln>
              </p:spPr>
            </p:sp>
          </p:grpSp>
          <p:sp>
            <p:nvSpPr>
              <p:cNvPr id="502" name="502 Repository-scale">
                <a:extLst>
                  <a:ext uri="{FF2B5EF4-FFF2-40B4-BE49-F238E27FC236}">
                    <a16:creationId xmlns:a16="http://schemas.microsoft.com/office/drawing/2014/main" id="{4288B317-F127-45E2-B0F7-9E7620F20AA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515600" y="8334375"/>
                <a:ext cx="1981200" cy="28346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8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00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Repository</a:t>
                </a:r>
                <a:r>
                  <a:rPr lang="en-US" sz="1800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lang="en-US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S</a:t>
                </a:r>
                <a:r>
                  <a:rPr sz="1800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cale</a:t>
                </a:r>
              </a:p>
            </p:txBody>
          </p:sp>
          <p:grpSp>
            <p:nvGrpSpPr>
              <p:cNvPr id="592" name="icon-lightning-502"/>
              <p:cNvGrpSpPr/>
              <p:nvPr/>
            </p:nvGrpSpPr>
            <p:grpSpPr>
              <a:xfrm>
                <a:off x="13240941" y="8220075"/>
                <a:ext cx="292894" cy="504825"/>
                <a:chOff x="13240941" y="8220075"/>
                <a:chExt cx="292894" cy="504825"/>
              </a:xfrm>
            </p:grpSpPr>
            <p:sp>
              <p:nvSpPr>
                <p:cNvPr id="503" name="503 path">
                  <a:extLst>
                    <a:ext uri="{FF2B5EF4-FFF2-40B4-BE49-F238E27FC236}">
                      <a16:creationId xmlns:a16="http://schemas.microsoft.com/office/drawing/2014/main" id="{F2B212BA-3C03-4CD9-AED5-480A8149B3E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3240941" y="8220075"/>
                  <a:ext cx="292894" cy="50482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2894" h="504825">
                      <a:moveTo>
                        <a:pt x="214789" y="0"/>
                      </a:moveTo>
                      <a:lnTo>
                        <a:pt x="0" y="302895"/>
                      </a:lnTo>
                      <a:lnTo>
                        <a:pt x="136684" y="302895"/>
                      </a:lnTo>
                      <a:lnTo>
                        <a:pt x="78105" y="504825"/>
                      </a:lnTo>
                      <a:lnTo>
                        <a:pt x="292894" y="201930"/>
                      </a:lnTo>
                      <a:lnTo>
                        <a:pt x="165973" y="201930"/>
                      </a:lnTo>
                      <a:close/>
                    </a:path>
                  </a:pathLst>
                </a:custGeom>
                <a:solidFill>
                  <a:srgbClr val="DBEAFF"/>
                </a:solidFill>
                <a:ln w="19526">
                  <a:solidFill>
                    <a:srgbClr val="090D28"/>
                  </a:solidFill>
                </a:ln>
              </p:spPr>
            </p:sp>
          </p:grpSp>
          <p:sp>
            <p:nvSpPr>
              <p:cNvPr id="504" name="504 Token-efficient">
                <a:extLst>
                  <a:ext uri="{FF2B5EF4-FFF2-40B4-BE49-F238E27FC236}">
                    <a16:creationId xmlns:a16="http://schemas.microsoft.com/office/drawing/2014/main" id="{0AE3975C-393F-42D2-ADD2-B641A59D46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811250" y="8334375"/>
                <a:ext cx="1771650" cy="28346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8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00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Token</a:t>
                </a:r>
                <a:r>
                  <a:rPr lang="en-US" sz="1800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 </a:t>
                </a:r>
                <a:r>
                  <a:rPr lang="en-US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E</a:t>
                </a:r>
                <a:r>
                  <a:rPr sz="1800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fficient</a:t>
                </a:r>
              </a:p>
            </p:txBody>
          </p:sp>
        </p:grpSp>
        <p:grpSp>
          <p:nvGrpSpPr>
            <p:cNvPr id="620" name="组合 619">
              <a:extLst>
                <a:ext uri="{FF2B5EF4-FFF2-40B4-BE49-F238E27FC236}">
                  <a16:creationId xmlns:a16="http://schemas.microsoft.com/office/drawing/2014/main" id="{C8613773-6680-E581-D7CF-76F3DD8A51EC}"/>
                </a:ext>
              </a:extLst>
            </p:cNvPr>
            <p:cNvGrpSpPr/>
            <p:nvPr/>
          </p:nvGrpSpPr>
          <p:grpSpPr>
            <a:xfrm>
              <a:off x="4948238" y="2034268"/>
              <a:ext cx="1971675" cy="1590675"/>
              <a:chOff x="4962525" y="2019300"/>
              <a:chExt cx="1971675" cy="1590675"/>
            </a:xfrm>
          </p:grpSpPr>
          <p:sp>
            <p:nvSpPr>
              <p:cNvPr id="210" name="210 rect">
                <a:extLst>
                  <a:ext uri="{FF2B5EF4-FFF2-40B4-BE49-F238E27FC236}">
                    <a16:creationId xmlns:a16="http://schemas.microsoft.com/office/drawing/2014/main" id="{3A033E35-9940-447A-9C80-05557B4190C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62525" y="2019300"/>
                <a:ext cx="1971675" cy="1590675"/>
              </a:xfrm>
              <a:prstGeom prst="roundRect">
                <a:avLst>
                  <a:gd name="adj" fmla="val 8383"/>
                </a:avLst>
              </a:prstGeom>
              <a:gradFill>
                <a:gsLst>
                  <a:gs pos="0">
                    <a:srgbClr val="FFF6DD"/>
                  </a:gs>
                  <a:gs pos="100000">
                    <a:srgbClr val="FFFCEE"/>
                  </a:gs>
                </a:gsLst>
                <a:lin ang="5400000"/>
              </a:gradFill>
              <a:ln w="11430">
                <a:solidFill>
                  <a:srgbClr val="B78013"/>
                </a:solidFill>
              </a:ln>
            </p:spPr>
          </p:sp>
          <p:grpSp>
            <p:nvGrpSpPr>
              <p:cNvPr id="541" name="icon-robot-210"/>
              <p:cNvGrpSpPr/>
              <p:nvPr/>
            </p:nvGrpSpPr>
            <p:grpSpPr>
              <a:xfrm>
                <a:off x="5181600" y="2237423"/>
                <a:ext cx="333375" cy="282893"/>
                <a:chOff x="5229225" y="2112883"/>
                <a:chExt cx="333375" cy="282893"/>
              </a:xfrm>
            </p:grpSpPr>
            <p:sp>
              <p:nvSpPr>
                <p:cNvPr id="211" name="211 path">
                  <a:extLst>
                    <a:ext uri="{FF2B5EF4-FFF2-40B4-BE49-F238E27FC236}">
                      <a16:creationId xmlns:a16="http://schemas.microsoft.com/office/drawing/2014/main" id="{F056F7E7-0010-4EEE-933F-AF321A01236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395913" y="2144316"/>
                  <a:ext cx="95" cy="6286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95" h="62865">
                      <a:moveTo>
                        <a:pt x="0" y="0"/>
                      </a:moveTo>
                      <a:lnTo>
                        <a:pt x="0" y="62865"/>
                      </a:lnTo>
                    </a:path>
                  </a:pathLst>
                </a:custGeom>
                <a:noFill/>
                <a:ln w="18074">
                  <a:solidFill>
                    <a:srgbClr val="090D28"/>
                  </a:solidFill>
                </a:ln>
              </p:spPr>
            </p:sp>
            <p:sp>
              <p:nvSpPr>
                <p:cNvPr id="212" name="212 ellipse">
                  <a:extLst>
                    <a:ext uri="{FF2B5EF4-FFF2-40B4-BE49-F238E27FC236}">
                      <a16:creationId xmlns:a16="http://schemas.microsoft.com/office/drawing/2014/main" id="{14521B07-F0DC-400B-BDE4-F68B8CA93EC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375077" y="2112883"/>
                  <a:ext cx="41672" cy="39291"/>
                </a:xfrm>
                <a:prstGeom prst="ellipse">
                  <a:avLst/>
                </a:prstGeom>
                <a:solidFill>
                  <a:srgbClr val="FFFFFF"/>
                </a:solidFill>
                <a:ln w="14145">
                  <a:solidFill>
                    <a:srgbClr val="090D28"/>
                  </a:solidFill>
                </a:ln>
              </p:spPr>
            </p:sp>
            <p:sp>
              <p:nvSpPr>
                <p:cNvPr id="213" name="213 rect">
                  <a:extLst>
                    <a:ext uri="{FF2B5EF4-FFF2-40B4-BE49-F238E27FC236}">
                      <a16:creationId xmlns:a16="http://schemas.microsoft.com/office/drawing/2014/main" id="{CEFF722C-E4CB-4D9B-B361-74A7170529A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229225" y="2262188"/>
                  <a:ext cx="41672" cy="86439"/>
                </a:xfrm>
                <a:prstGeom prst="roundRect">
                  <a:avLst>
                    <a:gd name="adj" fmla="val 37714"/>
                  </a:avLst>
                </a:prstGeom>
                <a:solidFill>
                  <a:srgbClr val="FFE04B"/>
                </a:solidFill>
                <a:ln w="15716">
                  <a:solidFill>
                    <a:srgbClr val="090D28"/>
                  </a:solidFill>
                </a:ln>
              </p:spPr>
            </p:sp>
            <p:sp>
              <p:nvSpPr>
                <p:cNvPr id="214" name="214 rect">
                  <a:extLst>
                    <a:ext uri="{FF2B5EF4-FFF2-40B4-BE49-F238E27FC236}">
                      <a16:creationId xmlns:a16="http://schemas.microsoft.com/office/drawing/2014/main" id="{B77AB636-6B33-4108-876D-C6C559AD6BE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520928" y="2262188"/>
                  <a:ext cx="41672" cy="86439"/>
                </a:xfrm>
                <a:prstGeom prst="roundRect">
                  <a:avLst>
                    <a:gd name="adj" fmla="val 37714"/>
                  </a:avLst>
                </a:prstGeom>
                <a:solidFill>
                  <a:srgbClr val="FFE04B"/>
                </a:solidFill>
                <a:ln w="15716">
                  <a:solidFill>
                    <a:srgbClr val="090D28"/>
                  </a:solidFill>
                </a:ln>
              </p:spPr>
            </p:sp>
            <p:sp>
              <p:nvSpPr>
                <p:cNvPr id="215" name="215 rect">
                  <a:extLst>
                    <a:ext uri="{FF2B5EF4-FFF2-40B4-BE49-F238E27FC236}">
                      <a16:creationId xmlns:a16="http://schemas.microsoft.com/office/drawing/2014/main" id="{AD8C3C0F-92FC-41C7-B075-B4D1D809510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270897" y="2199323"/>
                  <a:ext cx="250031" cy="196453"/>
                </a:xfrm>
                <a:prstGeom prst="roundRect">
                  <a:avLst>
                    <a:gd name="adj" fmla="val 28000"/>
                  </a:avLst>
                </a:prstGeom>
                <a:gradFill>
                  <a:gsLst>
                    <a:gs pos="0">
                      <a:srgbClr val="FFFFFF"/>
                    </a:gs>
                    <a:gs pos="100000">
                      <a:srgbClr val="FFE04B"/>
                    </a:gs>
                  </a:gsLst>
                  <a:lin ang="5400000"/>
                </a:gradFill>
                <a:ln w="17288">
                  <a:solidFill>
                    <a:srgbClr val="090D28"/>
                  </a:solidFill>
                </a:ln>
              </p:spPr>
            </p:sp>
            <p:sp>
              <p:nvSpPr>
                <p:cNvPr id="216" name="216 rect">
                  <a:extLst>
                    <a:ext uri="{FF2B5EF4-FFF2-40B4-BE49-F238E27FC236}">
                      <a16:creationId xmlns:a16="http://schemas.microsoft.com/office/drawing/2014/main" id="{59D875BC-BCA0-47DC-9EA5-3D66E306B03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312569" y="2246471"/>
                  <a:ext cx="166688" cy="94298"/>
                </a:xfrm>
                <a:prstGeom prst="roundRect">
                  <a:avLst>
                    <a:gd name="adj" fmla="val 33333"/>
                  </a:avLst>
                </a:prstGeom>
                <a:solidFill>
                  <a:srgbClr val="15154A"/>
                </a:solidFill>
                <a:ln w="7858">
                  <a:solidFill>
                    <a:srgbClr val="090D28"/>
                  </a:solidFill>
                </a:ln>
              </p:spPr>
            </p:sp>
            <p:sp>
              <p:nvSpPr>
                <p:cNvPr id="217" name="217 ellipse">
                  <a:extLst>
                    <a:ext uri="{FF2B5EF4-FFF2-40B4-BE49-F238E27FC236}">
                      <a16:creationId xmlns:a16="http://schemas.microsoft.com/office/drawing/2014/main" id="{31977B64-EE54-41AB-8F94-D1F1A4ED0C0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345906" y="2270046"/>
                  <a:ext cx="33338" cy="39291"/>
                </a:xfrm>
                <a:prstGeom prst="ellipse">
                  <a:avLst/>
                </a:prstGeom>
                <a:solidFill>
                  <a:srgbClr val="FFFFFF"/>
                </a:solidFill>
                <a:ln w="0">
                  <a:noFill/>
                </a:ln>
              </p:spPr>
            </p:sp>
            <p:sp>
              <p:nvSpPr>
                <p:cNvPr id="218" name="218 ellipse">
                  <a:extLst>
                    <a:ext uri="{FF2B5EF4-FFF2-40B4-BE49-F238E27FC236}">
                      <a16:creationId xmlns:a16="http://schemas.microsoft.com/office/drawing/2014/main" id="{82231D01-29DA-4D3F-9539-C0BC9098255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420916" y="2270046"/>
                  <a:ext cx="33338" cy="39291"/>
                </a:xfrm>
                <a:prstGeom prst="ellipse">
                  <a:avLst/>
                </a:prstGeom>
                <a:solidFill>
                  <a:srgbClr val="FFFFFF"/>
                </a:solidFill>
                <a:ln w="0">
                  <a:noFill/>
                </a:ln>
              </p:spPr>
            </p:sp>
          </p:grpSp>
          <p:sp>
            <p:nvSpPr>
              <p:cNvPr id="219" name="219 Translator">
                <a:extLst>
                  <a:ext uri="{FF2B5EF4-FFF2-40B4-BE49-F238E27FC236}">
                    <a16:creationId xmlns:a16="http://schemas.microsoft.com/office/drawing/2014/main" id="{750791F3-B240-451D-B141-11A27816C3D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41975" y="2231232"/>
                <a:ext cx="1143000" cy="2952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875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875" b="1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Translator</a:t>
                </a:r>
              </a:p>
            </p:txBody>
          </p:sp>
          <p:sp>
            <p:nvSpPr>
              <p:cNvPr id="221" name="221 rect">
                <a:extLst>
                  <a:ext uri="{FF2B5EF4-FFF2-40B4-BE49-F238E27FC236}">
                    <a16:creationId xmlns:a16="http://schemas.microsoft.com/office/drawing/2014/main" id="{B0FBFF84-DC21-4A6A-BF83-5D5A0A6581A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67300" y="2724150"/>
                <a:ext cx="1762125" cy="771525"/>
              </a:xfrm>
              <a:prstGeom prst="roundRect">
                <a:avLst>
                  <a:gd name="adj" fmla="val 9877"/>
                </a:avLst>
              </a:prstGeom>
              <a:solidFill>
                <a:srgbClr val="FFFFFF"/>
              </a:solidFill>
              <a:ln w="6668">
                <a:solidFill>
                  <a:srgbClr val="E8CC82"/>
                </a:solidFill>
              </a:ln>
            </p:spPr>
          </p:sp>
          <p:sp>
            <p:nvSpPr>
              <p:cNvPr id="222" name="222 model(x, y)">
                <a:extLst>
                  <a:ext uri="{FF2B5EF4-FFF2-40B4-BE49-F238E27FC236}">
                    <a16:creationId xmlns:a16="http://schemas.microsoft.com/office/drawing/2014/main" id="{4E243DA1-7824-40F5-90EC-E110C72314A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62550" y="2800350"/>
                <a:ext cx="1590675" cy="21259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50" b="0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model(x, y)</a:t>
                </a:r>
              </a:p>
            </p:txBody>
          </p:sp>
          <p:sp>
            <p:nvSpPr>
              <p:cNvPr id="225" name="225 model(inputs, targets)">
                <a:extLst>
                  <a:ext uri="{FF2B5EF4-FFF2-40B4-BE49-F238E27FC236}">
                    <a16:creationId xmlns:a16="http://schemas.microsoft.com/office/drawing/2014/main" id="{C92D8CFB-A808-4CBD-A256-F53C162577B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62550" y="3219450"/>
                <a:ext cx="1647825" cy="21259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model(inputs, targets)</a:t>
                </a:r>
              </a:p>
            </p:txBody>
          </p:sp>
          <p:cxnSp>
            <p:nvCxnSpPr>
              <p:cNvPr id="594" name="直接箭头连接符 593">
                <a:extLst>
                  <a:ext uri="{FF2B5EF4-FFF2-40B4-BE49-F238E27FC236}">
                    <a16:creationId xmlns:a16="http://schemas.microsoft.com/office/drawing/2014/main" id="{B6A6BD14-639A-6845-1488-624681953EC7}"/>
                  </a:ext>
                </a:extLst>
              </p:cNvPr>
              <p:cNvCxnSpPr/>
              <p:nvPr/>
            </p:nvCxnSpPr>
            <p:spPr>
              <a:xfrm>
                <a:off x="5900737" y="3023888"/>
                <a:ext cx="0" cy="2159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96" name="图形 595">
              <a:extLst>
                <a:ext uri="{FF2B5EF4-FFF2-40B4-BE49-F238E27FC236}">
                  <a16:creationId xmlns:a16="http://schemas.microsoft.com/office/drawing/2014/main" id="{4C105DCB-54B3-FBF9-7147-0A403D375D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1200" y="1615432"/>
              <a:ext cx="274637" cy="334018"/>
            </a:xfrm>
            <a:prstGeom prst="rect">
              <a:avLst/>
            </a:prstGeom>
          </p:spPr>
        </p:pic>
        <p:sp>
          <p:nvSpPr>
            <p:cNvPr id="407" name="407 rect">
              <a:extLst>
                <a:ext uri="{FF2B5EF4-FFF2-40B4-BE49-F238E27FC236}">
                  <a16:creationId xmlns:a16="http://schemas.microsoft.com/office/drawing/2014/main" id="{01250A17-7294-4E7F-BE19-FF412BD41D43}"/>
                </a:ext>
              </a:extLst>
            </p:cNvPr>
            <p:cNvSpPr>
              <a:spLocks/>
            </p:cNvSpPr>
            <p:nvPr/>
          </p:nvSpPr>
          <p:spPr>
            <a:xfrm>
              <a:off x="12544425" y="1733550"/>
              <a:ext cx="3067050" cy="2334686"/>
            </a:xfrm>
            <a:prstGeom prst="roundRect">
              <a:avLst>
                <a:gd name="adj" fmla="val 4104"/>
              </a:avLst>
            </a:prstGeom>
            <a:solidFill>
              <a:srgbClr val="FFFFFF"/>
            </a:solidFill>
            <a:ln w="10478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571" name="icon-folder-407"/>
            <p:cNvGrpSpPr/>
            <p:nvPr/>
          </p:nvGrpSpPr>
          <p:grpSpPr>
            <a:xfrm>
              <a:off x="12933390" y="1916380"/>
              <a:ext cx="186214" cy="136922"/>
              <a:chOff x="12694206" y="1521619"/>
              <a:chExt cx="186214" cy="136922"/>
            </a:xfrm>
          </p:grpSpPr>
          <p:sp>
            <p:nvSpPr>
              <p:cNvPr id="408" name="408 path">
                <a:extLst>
                  <a:ext uri="{FF2B5EF4-FFF2-40B4-BE49-F238E27FC236}">
                    <a16:creationId xmlns:a16="http://schemas.microsoft.com/office/drawing/2014/main" id="{8606FFF3-445B-4233-810E-8602CFF84A6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94206" y="1521619"/>
                <a:ext cx="186214" cy="136922"/>
              </a:xfrm>
              <a:custGeom>
                <a:avLst/>
                <a:gdLst/>
                <a:ahLst/>
                <a:cxnLst/>
                <a:rect l="0" t="0" r="0" b="0"/>
                <a:pathLst>
                  <a:path w="186214" h="136922">
                    <a:moveTo>
                      <a:pt x="0" y="0"/>
                    </a:moveTo>
                    <a:lnTo>
                      <a:pt x="65723" y="0"/>
                    </a:lnTo>
                    <a:lnTo>
                      <a:pt x="82153" y="21908"/>
                    </a:lnTo>
                    <a:lnTo>
                      <a:pt x="186214" y="21908"/>
                    </a:lnTo>
                    <a:lnTo>
                      <a:pt x="186214" y="136922"/>
                    </a:lnTo>
                    <a:lnTo>
                      <a:pt x="0" y="136922"/>
                    </a:lnTo>
                    <a:close/>
                  </a:path>
                </a:pathLst>
              </a:custGeom>
              <a:solidFill>
                <a:srgbClr val="D2ECFF"/>
              </a:solidFill>
              <a:ln w="10954">
                <a:solidFill>
                  <a:srgbClr val="003496"/>
                </a:solidFill>
              </a:ln>
            </p:spPr>
          </p:sp>
          <p:sp>
            <p:nvSpPr>
              <p:cNvPr id="409" name="409 path">
                <a:extLst>
                  <a:ext uri="{FF2B5EF4-FFF2-40B4-BE49-F238E27FC236}">
                    <a16:creationId xmlns:a16="http://schemas.microsoft.com/office/drawing/2014/main" id="{D7ADAFB4-1F62-40B1-A87D-9D4FF06D727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99683" y="1559957"/>
                <a:ext cx="175260" cy="98584"/>
              </a:xfrm>
              <a:custGeom>
                <a:avLst/>
                <a:gdLst/>
                <a:ahLst/>
                <a:cxnLst/>
                <a:rect l="0" t="0" r="0" b="0"/>
                <a:pathLst>
                  <a:path w="175260" h="98584">
                    <a:moveTo>
                      <a:pt x="0" y="0"/>
                    </a:moveTo>
                    <a:lnTo>
                      <a:pt x="175260" y="0"/>
                    </a:lnTo>
                    <a:lnTo>
                      <a:pt x="175260" y="98584"/>
                    </a:lnTo>
                    <a:lnTo>
                      <a:pt x="0" y="98584"/>
                    </a:lnTo>
                    <a:close/>
                  </a:path>
                </a:pathLst>
              </a:custGeom>
              <a:solidFill>
                <a:srgbClr val="F7FCFF"/>
              </a:solidFill>
              <a:ln w="7120">
                <a:solidFill>
                  <a:srgbClr val="003496"/>
                </a:solidFill>
              </a:ln>
            </p:spPr>
          </p:sp>
        </p:grpSp>
        <p:sp>
          <p:nvSpPr>
            <p:cNvPr id="410" name="410 migrated_project/">
              <a:extLst>
                <a:ext uri="{FF2B5EF4-FFF2-40B4-BE49-F238E27FC236}">
                  <a16:creationId xmlns:a16="http://schemas.microsoft.com/office/drawing/2014/main" id="{4B34CFA2-5A40-424F-AE91-34DA9CF05A5D}"/>
                </a:ext>
              </a:extLst>
            </p:cNvPr>
            <p:cNvSpPr>
              <a:spLocks/>
            </p:cNvSpPr>
            <p:nvPr/>
          </p:nvSpPr>
          <p:spPr>
            <a:xfrm>
              <a:off x="13240809" y="1842561"/>
              <a:ext cx="1952625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migrated_project/</a:t>
              </a:r>
            </a:p>
          </p:txBody>
        </p:sp>
        <p:sp>
          <p:nvSpPr>
            <p:cNvPr id="411" name="411 path">
              <a:extLst>
                <a:ext uri="{FF2B5EF4-FFF2-40B4-BE49-F238E27FC236}">
                  <a16:creationId xmlns:a16="http://schemas.microsoft.com/office/drawing/2014/main" id="{156AD977-E2CB-43AE-84F7-1180EC7C7053}"/>
                </a:ext>
              </a:extLst>
            </p:cNvPr>
            <p:cNvSpPr>
              <a:spLocks/>
            </p:cNvSpPr>
            <p:nvPr/>
          </p:nvSpPr>
          <p:spPr>
            <a:xfrm flipH="1">
              <a:off x="12956965" y="2099736"/>
              <a:ext cx="45719" cy="1435309"/>
            </a:xfrm>
            <a:custGeom>
              <a:avLst/>
              <a:gdLst/>
              <a:ahLst/>
              <a:cxnLst/>
              <a:rect l="0" t="0" r="0" b="0"/>
              <a:pathLst>
                <a:path w="95" h="1838325">
                  <a:moveTo>
                    <a:pt x="0" y="0"/>
                  </a:moveTo>
                  <a:lnTo>
                    <a:pt x="0" y="1838325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sp>
          <p:nvSpPr>
            <p:cNvPr id="412" name="412 path">
              <a:extLst>
                <a:ext uri="{FF2B5EF4-FFF2-40B4-BE49-F238E27FC236}">
                  <a16:creationId xmlns:a16="http://schemas.microsoft.com/office/drawing/2014/main" id="{4AEE2687-24E7-4791-B18F-BE6674BDFDCE}"/>
                </a:ext>
              </a:extLst>
            </p:cNvPr>
            <p:cNvSpPr>
              <a:spLocks/>
            </p:cNvSpPr>
            <p:nvPr/>
          </p:nvSpPr>
          <p:spPr>
            <a:xfrm>
              <a:off x="13002684" y="2309286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72" name="icon-python-412"/>
            <p:cNvGrpSpPr/>
            <p:nvPr/>
          </p:nvGrpSpPr>
          <p:grpSpPr>
            <a:xfrm>
              <a:off x="13263669" y="2249755"/>
              <a:ext cx="120015" cy="128588"/>
              <a:chOff x="13024485" y="1854994"/>
              <a:chExt cx="120015" cy="128588"/>
            </a:xfrm>
          </p:grpSpPr>
          <p:sp>
            <p:nvSpPr>
              <p:cNvPr id="415" name="415 ellipse">
                <a:extLst>
                  <a:ext uri="{FF2B5EF4-FFF2-40B4-BE49-F238E27FC236}">
                    <a16:creationId xmlns:a16="http://schemas.microsoft.com/office/drawing/2014/main" id="{4D98A301-9AF2-4C9F-86B1-1B6A6B5A9D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24485" y="1854994"/>
                <a:ext cx="11430" cy="12859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416" name="416 ellipse">
                <a:extLst>
                  <a:ext uri="{FF2B5EF4-FFF2-40B4-BE49-F238E27FC236}">
                    <a16:creationId xmlns:a16="http://schemas.microsoft.com/office/drawing/2014/main" id="{CD93376B-D6EB-4243-81C4-701219A1AD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33070" y="1970723"/>
                <a:ext cx="11430" cy="12859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417" name="417 train.py">
              <a:extLst>
                <a:ext uri="{FF2B5EF4-FFF2-40B4-BE49-F238E27FC236}">
                  <a16:creationId xmlns:a16="http://schemas.microsoft.com/office/drawing/2014/main" id="{BEB2AD21-E9D8-46C7-BD75-4466A876F997}"/>
                </a:ext>
              </a:extLst>
            </p:cNvPr>
            <p:cNvSpPr>
              <a:spLocks/>
            </p:cNvSpPr>
            <p:nvPr/>
          </p:nvSpPr>
          <p:spPr>
            <a:xfrm>
              <a:off x="13602759" y="2175936"/>
              <a:ext cx="15716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grpSp>
          <p:nvGrpSpPr>
            <p:cNvPr id="573" name="icon-check-417"/>
            <p:cNvGrpSpPr/>
            <p:nvPr/>
          </p:nvGrpSpPr>
          <p:grpSpPr>
            <a:xfrm>
              <a:off x="14836961" y="2219513"/>
              <a:ext cx="208121" cy="208121"/>
              <a:chOff x="14597777" y="1824752"/>
              <a:chExt cx="208121" cy="208121"/>
            </a:xfrm>
          </p:grpSpPr>
          <p:sp>
            <p:nvSpPr>
              <p:cNvPr id="418" name="418 ellipse">
                <a:extLst>
                  <a:ext uri="{FF2B5EF4-FFF2-40B4-BE49-F238E27FC236}">
                    <a16:creationId xmlns:a16="http://schemas.microsoft.com/office/drawing/2014/main" id="{E435B6D0-2D4F-4DF9-A5CB-A82B909AFC6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597777" y="1824752"/>
                <a:ext cx="208121" cy="208121"/>
              </a:xfrm>
              <a:prstGeom prst="ellipse">
                <a:avLst/>
              </a:prstGeom>
              <a:gradFill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w="3286">
                <a:solidFill>
                  <a:srgbClr val="198D48"/>
                </a:solidFill>
              </a:ln>
            </p:spPr>
          </p:sp>
          <p:sp>
            <p:nvSpPr>
              <p:cNvPr id="419" name="419 path">
                <a:extLst>
                  <a:ext uri="{FF2B5EF4-FFF2-40B4-BE49-F238E27FC236}">
                    <a16:creationId xmlns:a16="http://schemas.microsoft.com/office/drawing/2014/main" id="{FEDBF891-B916-4DFF-B509-3346F9DCBDB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7069" y="1884998"/>
                <a:ext cx="104061" cy="82153"/>
              </a:xfrm>
              <a:custGeom>
                <a:avLst/>
                <a:gdLst/>
                <a:ahLst/>
                <a:cxnLst/>
                <a:rect l="0" t="0" r="0" b="0"/>
                <a:pathLst>
                  <a:path w="104061" h="82153">
                    <a:moveTo>
                      <a:pt x="0" y="43815"/>
                    </a:moveTo>
                    <a:lnTo>
                      <a:pt x="38338" y="82153"/>
                    </a:lnTo>
                    <a:lnTo>
                      <a:pt x="104061" y="0"/>
                    </a:lnTo>
                  </a:path>
                </a:pathLst>
              </a:custGeom>
              <a:noFill/>
              <a:ln w="21908">
                <a:solidFill>
                  <a:srgbClr val="FFFFFF"/>
                </a:solidFill>
              </a:ln>
            </p:spPr>
          </p:sp>
        </p:grpSp>
        <p:sp>
          <p:nvSpPr>
            <p:cNvPr id="420" name="420 path">
              <a:extLst>
                <a:ext uri="{FF2B5EF4-FFF2-40B4-BE49-F238E27FC236}">
                  <a16:creationId xmlns:a16="http://schemas.microsoft.com/office/drawing/2014/main" id="{EA97FC1A-C1F6-4B3F-888D-F0108561904A}"/>
                </a:ext>
              </a:extLst>
            </p:cNvPr>
            <p:cNvSpPr>
              <a:spLocks/>
            </p:cNvSpPr>
            <p:nvPr/>
          </p:nvSpPr>
          <p:spPr>
            <a:xfrm>
              <a:off x="13002684" y="2671236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74" name="icon-document-420"/>
            <p:cNvGrpSpPr/>
            <p:nvPr/>
          </p:nvGrpSpPr>
          <p:grpSpPr>
            <a:xfrm>
              <a:off x="13257954" y="2560270"/>
              <a:ext cx="148590" cy="231458"/>
              <a:chOff x="13018770" y="2165509"/>
              <a:chExt cx="148590" cy="231458"/>
            </a:xfrm>
          </p:grpSpPr>
          <p:sp>
            <p:nvSpPr>
              <p:cNvPr id="421" name="421 path">
                <a:extLst>
                  <a:ext uri="{FF2B5EF4-FFF2-40B4-BE49-F238E27FC236}">
                    <a16:creationId xmlns:a16="http://schemas.microsoft.com/office/drawing/2014/main" id="{DCC56EBD-3F38-4801-8619-11331C740E0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18770" y="2165509"/>
                <a:ext cx="148590" cy="231458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8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8"/>
                    </a:lnTo>
                    <a:lnTo>
                      <a:pt x="0" y="231458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422" name="422 path">
                <a:extLst>
                  <a:ext uri="{FF2B5EF4-FFF2-40B4-BE49-F238E27FC236}">
                    <a16:creationId xmlns:a16="http://schemas.microsoft.com/office/drawing/2014/main" id="{4C7C1306-0526-4BD8-8B36-C76094F11BE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5925" y="2165509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23" name="423 path">
                <a:extLst>
                  <a:ext uri="{FF2B5EF4-FFF2-40B4-BE49-F238E27FC236}">
                    <a16:creationId xmlns:a16="http://schemas.microsoft.com/office/drawing/2014/main" id="{EB61D128-18E1-4E25-BC34-F79C51677A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26837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24" name="424 path">
                <a:extLst>
                  <a:ext uri="{FF2B5EF4-FFF2-40B4-BE49-F238E27FC236}">
                    <a16:creationId xmlns:a16="http://schemas.microsoft.com/office/drawing/2014/main" id="{3540C8A4-4831-4733-B6DC-B765A331BF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300526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25" name="425 path">
                <a:extLst>
                  <a:ext uri="{FF2B5EF4-FFF2-40B4-BE49-F238E27FC236}">
                    <a16:creationId xmlns:a16="http://schemas.microsoft.com/office/drawing/2014/main" id="{625FD2AE-CD92-47A0-87E0-09D312BE79C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332673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26" name="426 path">
                <a:extLst>
                  <a:ext uri="{FF2B5EF4-FFF2-40B4-BE49-F238E27FC236}">
                    <a16:creationId xmlns:a16="http://schemas.microsoft.com/office/drawing/2014/main" id="{8C2B3C5E-5F30-480B-A045-74D160DF13E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36481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427" name="427 model.py">
              <a:extLst>
                <a:ext uri="{FF2B5EF4-FFF2-40B4-BE49-F238E27FC236}">
                  <a16:creationId xmlns:a16="http://schemas.microsoft.com/office/drawing/2014/main" id="{36960B8E-84D1-45D9-9EAB-EAE8CF630BE0}"/>
                </a:ext>
              </a:extLst>
            </p:cNvPr>
            <p:cNvSpPr>
              <a:spLocks/>
            </p:cNvSpPr>
            <p:nvPr/>
          </p:nvSpPr>
          <p:spPr>
            <a:xfrm>
              <a:off x="13602759" y="2537886"/>
              <a:ext cx="15716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model.py</a:t>
              </a:r>
            </a:p>
          </p:txBody>
        </p:sp>
        <p:grpSp>
          <p:nvGrpSpPr>
            <p:cNvPr id="575" name="icon-check-427"/>
            <p:cNvGrpSpPr/>
            <p:nvPr/>
          </p:nvGrpSpPr>
          <p:grpSpPr>
            <a:xfrm>
              <a:off x="14836961" y="2581463"/>
              <a:ext cx="208121" cy="208121"/>
              <a:chOff x="14597777" y="2186702"/>
              <a:chExt cx="208121" cy="208121"/>
            </a:xfrm>
          </p:grpSpPr>
          <p:sp>
            <p:nvSpPr>
              <p:cNvPr id="428" name="428 ellipse">
                <a:extLst>
                  <a:ext uri="{FF2B5EF4-FFF2-40B4-BE49-F238E27FC236}">
                    <a16:creationId xmlns:a16="http://schemas.microsoft.com/office/drawing/2014/main" id="{E2C797B8-B7E0-4922-9DCD-8CC54E9C4F0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597777" y="2186702"/>
                <a:ext cx="208121" cy="208121"/>
              </a:xfrm>
              <a:prstGeom prst="ellipse">
                <a:avLst/>
              </a:prstGeom>
              <a:gradFill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w="3286">
                <a:solidFill>
                  <a:srgbClr val="198D48"/>
                </a:solidFill>
              </a:ln>
            </p:spPr>
          </p:sp>
          <p:sp>
            <p:nvSpPr>
              <p:cNvPr id="429" name="429 path">
                <a:extLst>
                  <a:ext uri="{FF2B5EF4-FFF2-40B4-BE49-F238E27FC236}">
                    <a16:creationId xmlns:a16="http://schemas.microsoft.com/office/drawing/2014/main" id="{A8E2771B-9900-4F8E-994B-F34E24194E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7069" y="2246948"/>
                <a:ext cx="104061" cy="82153"/>
              </a:xfrm>
              <a:custGeom>
                <a:avLst/>
                <a:gdLst/>
                <a:ahLst/>
                <a:cxnLst/>
                <a:rect l="0" t="0" r="0" b="0"/>
                <a:pathLst>
                  <a:path w="104061" h="82153">
                    <a:moveTo>
                      <a:pt x="0" y="43815"/>
                    </a:moveTo>
                    <a:lnTo>
                      <a:pt x="38338" y="82153"/>
                    </a:lnTo>
                    <a:lnTo>
                      <a:pt x="104061" y="0"/>
                    </a:lnTo>
                  </a:path>
                </a:pathLst>
              </a:custGeom>
              <a:noFill/>
              <a:ln w="21908">
                <a:solidFill>
                  <a:srgbClr val="FFFFFF"/>
                </a:solidFill>
              </a:ln>
            </p:spPr>
          </p:sp>
        </p:grpSp>
        <p:sp>
          <p:nvSpPr>
            <p:cNvPr id="430" name="430 path">
              <a:extLst>
                <a:ext uri="{FF2B5EF4-FFF2-40B4-BE49-F238E27FC236}">
                  <a16:creationId xmlns:a16="http://schemas.microsoft.com/office/drawing/2014/main" id="{C43BFC73-4688-491B-8A51-CA819ADB07D1}"/>
                </a:ext>
              </a:extLst>
            </p:cNvPr>
            <p:cNvSpPr>
              <a:spLocks/>
            </p:cNvSpPr>
            <p:nvPr/>
          </p:nvSpPr>
          <p:spPr>
            <a:xfrm>
              <a:off x="13002684" y="3033186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76" name="icon-document-430"/>
            <p:cNvGrpSpPr/>
            <p:nvPr/>
          </p:nvGrpSpPr>
          <p:grpSpPr>
            <a:xfrm>
              <a:off x="13257954" y="2922220"/>
              <a:ext cx="148590" cy="231457"/>
              <a:chOff x="13018770" y="2527459"/>
              <a:chExt cx="148590" cy="231457"/>
            </a:xfrm>
          </p:grpSpPr>
          <p:sp>
            <p:nvSpPr>
              <p:cNvPr id="431" name="431 path">
                <a:extLst>
                  <a:ext uri="{FF2B5EF4-FFF2-40B4-BE49-F238E27FC236}">
                    <a16:creationId xmlns:a16="http://schemas.microsoft.com/office/drawing/2014/main" id="{6EFACA4C-8D4F-4D79-A58E-B2ED4D6D268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18770" y="2527459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432" name="432 path">
                <a:extLst>
                  <a:ext uri="{FF2B5EF4-FFF2-40B4-BE49-F238E27FC236}">
                    <a16:creationId xmlns:a16="http://schemas.microsoft.com/office/drawing/2014/main" id="{F2A4D6EA-9D22-4BA2-82D3-4E747EA29C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5925" y="2527459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33" name="433 path">
                <a:extLst>
                  <a:ext uri="{FF2B5EF4-FFF2-40B4-BE49-F238E27FC236}">
                    <a16:creationId xmlns:a16="http://schemas.microsoft.com/office/drawing/2014/main" id="{7BDA159E-698D-426D-84F6-4F348A8CE6E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63032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34" name="434 path">
                <a:extLst>
                  <a:ext uri="{FF2B5EF4-FFF2-40B4-BE49-F238E27FC236}">
                    <a16:creationId xmlns:a16="http://schemas.microsoft.com/office/drawing/2014/main" id="{E4978C66-03CD-47BF-B823-837157AD12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662476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35" name="435 path">
                <a:extLst>
                  <a:ext uri="{FF2B5EF4-FFF2-40B4-BE49-F238E27FC236}">
                    <a16:creationId xmlns:a16="http://schemas.microsoft.com/office/drawing/2014/main" id="{5058C6A6-8FA2-4B93-820A-32FBEA917EB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694623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36" name="436 path">
                <a:extLst>
                  <a:ext uri="{FF2B5EF4-FFF2-40B4-BE49-F238E27FC236}">
                    <a16:creationId xmlns:a16="http://schemas.microsoft.com/office/drawing/2014/main" id="{A4BFE6CF-A734-4A90-83F4-6F0A7CA3CC3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72676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437" name="437 data.py">
              <a:extLst>
                <a:ext uri="{FF2B5EF4-FFF2-40B4-BE49-F238E27FC236}">
                  <a16:creationId xmlns:a16="http://schemas.microsoft.com/office/drawing/2014/main" id="{0023E703-E7F1-46BE-822C-D1F0A501456E}"/>
                </a:ext>
              </a:extLst>
            </p:cNvPr>
            <p:cNvSpPr>
              <a:spLocks/>
            </p:cNvSpPr>
            <p:nvPr/>
          </p:nvSpPr>
          <p:spPr>
            <a:xfrm>
              <a:off x="13602759" y="2899836"/>
              <a:ext cx="15716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data.py</a:t>
              </a:r>
            </a:p>
          </p:txBody>
        </p:sp>
        <p:grpSp>
          <p:nvGrpSpPr>
            <p:cNvPr id="577" name="icon-check-437"/>
            <p:cNvGrpSpPr/>
            <p:nvPr/>
          </p:nvGrpSpPr>
          <p:grpSpPr>
            <a:xfrm>
              <a:off x="14836961" y="2943413"/>
              <a:ext cx="208121" cy="208121"/>
              <a:chOff x="14597777" y="2548652"/>
              <a:chExt cx="208121" cy="208121"/>
            </a:xfrm>
          </p:grpSpPr>
          <p:sp>
            <p:nvSpPr>
              <p:cNvPr id="438" name="438 ellipse">
                <a:extLst>
                  <a:ext uri="{FF2B5EF4-FFF2-40B4-BE49-F238E27FC236}">
                    <a16:creationId xmlns:a16="http://schemas.microsoft.com/office/drawing/2014/main" id="{91C19FFD-BB8E-439D-B1DC-D4BCD678B6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597777" y="2548652"/>
                <a:ext cx="208121" cy="208121"/>
              </a:xfrm>
              <a:prstGeom prst="ellipse">
                <a:avLst/>
              </a:prstGeom>
              <a:gradFill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w="3286">
                <a:solidFill>
                  <a:srgbClr val="198D48"/>
                </a:solidFill>
              </a:ln>
            </p:spPr>
          </p:sp>
          <p:sp>
            <p:nvSpPr>
              <p:cNvPr id="439" name="439 path">
                <a:extLst>
                  <a:ext uri="{FF2B5EF4-FFF2-40B4-BE49-F238E27FC236}">
                    <a16:creationId xmlns:a16="http://schemas.microsoft.com/office/drawing/2014/main" id="{EBAFAC0A-0818-4E4A-90BA-FB90AD5D917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7069" y="2608898"/>
                <a:ext cx="104061" cy="82153"/>
              </a:xfrm>
              <a:custGeom>
                <a:avLst/>
                <a:gdLst/>
                <a:ahLst/>
                <a:cxnLst/>
                <a:rect l="0" t="0" r="0" b="0"/>
                <a:pathLst>
                  <a:path w="104061" h="82153">
                    <a:moveTo>
                      <a:pt x="0" y="43815"/>
                    </a:moveTo>
                    <a:lnTo>
                      <a:pt x="38338" y="82153"/>
                    </a:lnTo>
                    <a:lnTo>
                      <a:pt x="104061" y="0"/>
                    </a:lnTo>
                  </a:path>
                </a:pathLst>
              </a:custGeom>
              <a:noFill/>
              <a:ln w="21908">
                <a:solidFill>
                  <a:srgbClr val="FFFFFF"/>
                </a:solidFill>
              </a:ln>
            </p:spPr>
          </p:sp>
        </p:grpSp>
        <p:sp>
          <p:nvSpPr>
            <p:cNvPr id="440" name="440 path">
              <a:extLst>
                <a:ext uri="{FF2B5EF4-FFF2-40B4-BE49-F238E27FC236}">
                  <a16:creationId xmlns:a16="http://schemas.microsoft.com/office/drawing/2014/main" id="{60B251DA-0A44-4829-A3FE-E37DE7B0BE37}"/>
                </a:ext>
              </a:extLst>
            </p:cNvPr>
            <p:cNvSpPr>
              <a:spLocks/>
            </p:cNvSpPr>
            <p:nvPr/>
          </p:nvSpPr>
          <p:spPr>
            <a:xfrm>
              <a:off x="13002684" y="3395136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78" name="icon-document-440"/>
            <p:cNvGrpSpPr/>
            <p:nvPr/>
          </p:nvGrpSpPr>
          <p:grpSpPr>
            <a:xfrm>
              <a:off x="13257954" y="3284170"/>
              <a:ext cx="148590" cy="231457"/>
              <a:chOff x="13018770" y="2889409"/>
              <a:chExt cx="148590" cy="231457"/>
            </a:xfrm>
          </p:grpSpPr>
          <p:sp>
            <p:nvSpPr>
              <p:cNvPr id="441" name="441 path">
                <a:extLst>
                  <a:ext uri="{FF2B5EF4-FFF2-40B4-BE49-F238E27FC236}">
                    <a16:creationId xmlns:a16="http://schemas.microsoft.com/office/drawing/2014/main" id="{7BB9F05D-BE9B-4935-917A-83881BC2CFE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18770" y="2889409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442" name="442 path">
                <a:extLst>
                  <a:ext uri="{FF2B5EF4-FFF2-40B4-BE49-F238E27FC236}">
                    <a16:creationId xmlns:a16="http://schemas.microsoft.com/office/drawing/2014/main" id="{E5E012CF-F70A-4410-957B-ADC25518091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5925" y="2889409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43" name="443 path">
                <a:extLst>
                  <a:ext uri="{FF2B5EF4-FFF2-40B4-BE49-F238E27FC236}">
                    <a16:creationId xmlns:a16="http://schemas.microsoft.com/office/drawing/2014/main" id="{F127733D-7220-41E4-BFE1-92A7FAA83D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99227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44" name="444 path">
                <a:extLst>
                  <a:ext uri="{FF2B5EF4-FFF2-40B4-BE49-F238E27FC236}">
                    <a16:creationId xmlns:a16="http://schemas.microsoft.com/office/drawing/2014/main" id="{B9569126-1133-414D-80E3-8BBEA480AEC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3024426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45" name="445 path">
                <a:extLst>
                  <a:ext uri="{FF2B5EF4-FFF2-40B4-BE49-F238E27FC236}">
                    <a16:creationId xmlns:a16="http://schemas.microsoft.com/office/drawing/2014/main" id="{50723ADF-C0C1-4132-B23E-D34B26F94DE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3056573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46" name="446 path">
                <a:extLst>
                  <a:ext uri="{FF2B5EF4-FFF2-40B4-BE49-F238E27FC236}">
                    <a16:creationId xmlns:a16="http://schemas.microsoft.com/office/drawing/2014/main" id="{8F0711D6-12AE-4F88-8469-41C3F5D11D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308871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447" name="447 utils.py">
              <a:extLst>
                <a:ext uri="{FF2B5EF4-FFF2-40B4-BE49-F238E27FC236}">
                  <a16:creationId xmlns:a16="http://schemas.microsoft.com/office/drawing/2014/main" id="{655455CF-40C3-406C-9C74-7FA55326058B}"/>
                </a:ext>
              </a:extLst>
            </p:cNvPr>
            <p:cNvSpPr>
              <a:spLocks/>
            </p:cNvSpPr>
            <p:nvPr/>
          </p:nvSpPr>
          <p:spPr>
            <a:xfrm>
              <a:off x="13602759" y="3261786"/>
              <a:ext cx="15716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utils.py</a:t>
              </a:r>
            </a:p>
          </p:txBody>
        </p:sp>
        <p:grpSp>
          <p:nvGrpSpPr>
            <p:cNvPr id="579" name="icon-check-447"/>
            <p:cNvGrpSpPr/>
            <p:nvPr/>
          </p:nvGrpSpPr>
          <p:grpSpPr>
            <a:xfrm>
              <a:off x="14836961" y="3305363"/>
              <a:ext cx="208121" cy="208121"/>
              <a:chOff x="14597777" y="2910602"/>
              <a:chExt cx="208121" cy="208121"/>
            </a:xfrm>
          </p:grpSpPr>
          <p:sp>
            <p:nvSpPr>
              <p:cNvPr id="448" name="448 ellipse">
                <a:extLst>
                  <a:ext uri="{FF2B5EF4-FFF2-40B4-BE49-F238E27FC236}">
                    <a16:creationId xmlns:a16="http://schemas.microsoft.com/office/drawing/2014/main" id="{B9643806-9702-40C0-80F1-B3CE5515132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597777" y="2910602"/>
                <a:ext cx="208121" cy="208121"/>
              </a:xfrm>
              <a:prstGeom prst="ellipse">
                <a:avLst/>
              </a:prstGeom>
              <a:gradFill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w="3286">
                <a:solidFill>
                  <a:srgbClr val="198D48"/>
                </a:solidFill>
              </a:ln>
            </p:spPr>
          </p:sp>
          <p:sp>
            <p:nvSpPr>
              <p:cNvPr id="449" name="449 path">
                <a:extLst>
                  <a:ext uri="{FF2B5EF4-FFF2-40B4-BE49-F238E27FC236}">
                    <a16:creationId xmlns:a16="http://schemas.microsoft.com/office/drawing/2014/main" id="{69864020-81E8-4CC8-8604-35066D52C52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7069" y="2970848"/>
                <a:ext cx="104061" cy="82153"/>
              </a:xfrm>
              <a:custGeom>
                <a:avLst/>
                <a:gdLst/>
                <a:ahLst/>
                <a:cxnLst/>
                <a:rect l="0" t="0" r="0" b="0"/>
                <a:pathLst>
                  <a:path w="104061" h="82153">
                    <a:moveTo>
                      <a:pt x="0" y="43815"/>
                    </a:moveTo>
                    <a:lnTo>
                      <a:pt x="38338" y="82153"/>
                    </a:lnTo>
                    <a:lnTo>
                      <a:pt x="104061" y="0"/>
                    </a:lnTo>
                  </a:path>
                </a:pathLst>
              </a:custGeom>
              <a:noFill/>
              <a:ln w="21908">
                <a:solidFill>
                  <a:srgbClr val="FFFFFF"/>
                </a:solidFill>
              </a:ln>
            </p:spPr>
          </p:sp>
        </p:grpSp>
        <p:pic>
          <p:nvPicPr>
            <p:cNvPr id="598" name="图形 597">
              <a:extLst>
                <a:ext uri="{FF2B5EF4-FFF2-40B4-BE49-F238E27FC236}">
                  <a16:creationId xmlns:a16="http://schemas.microsoft.com/office/drawing/2014/main" id="{E4BEE852-F460-DCB7-1F1F-3F74919420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199534" y="2176409"/>
              <a:ext cx="274637" cy="334018"/>
            </a:xfrm>
            <a:prstGeom prst="rect">
              <a:avLst/>
            </a:prstGeom>
          </p:spPr>
        </p:pic>
        <p:pic>
          <p:nvPicPr>
            <p:cNvPr id="600" name="图形 599">
              <a:extLst>
                <a:ext uri="{FF2B5EF4-FFF2-40B4-BE49-F238E27FC236}">
                  <a16:creationId xmlns:a16="http://schemas.microsoft.com/office/drawing/2014/main" id="{44D73B7E-039B-45DC-4246-E915480198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1200" y="5659684"/>
              <a:ext cx="274637" cy="334018"/>
            </a:xfrm>
            <a:prstGeom prst="rect">
              <a:avLst/>
            </a:prstGeom>
          </p:spPr>
        </p:pic>
        <p:sp>
          <p:nvSpPr>
            <p:cNvPr id="86" name="86 rect">
              <a:extLst>
                <a:ext uri="{FF2B5EF4-FFF2-40B4-BE49-F238E27FC236}">
                  <a16:creationId xmlns:a16="http://schemas.microsoft.com/office/drawing/2014/main" id="{2F3AA89D-5FC5-4CA9-A952-F045F6D4D8D8}"/>
                </a:ext>
              </a:extLst>
            </p:cNvPr>
            <p:cNvSpPr>
              <a:spLocks/>
            </p:cNvSpPr>
            <p:nvPr/>
          </p:nvSpPr>
          <p:spPr>
            <a:xfrm>
              <a:off x="628797" y="4169740"/>
              <a:ext cx="1671135" cy="381000"/>
            </a:xfrm>
            <a:prstGeom prst="roundRect">
              <a:avLst>
                <a:gd name="adj" fmla="val 17500"/>
              </a:avLst>
            </a:prstGeom>
            <a:gradFill>
              <a:gsLst>
                <a:gs pos="0">
                  <a:srgbClr val="EDE9FF"/>
                </a:gs>
                <a:gs pos="100000">
                  <a:srgbClr val="FAF7FF"/>
                </a:gs>
              </a:gsLst>
              <a:lin ang="5400000"/>
            </a:gradFill>
            <a:ln w="7620">
              <a:solidFill>
                <a:srgbClr val="9B87ED"/>
              </a:solidFill>
            </a:ln>
          </p:spPr>
        </p:sp>
        <p:sp>
          <p:nvSpPr>
            <p:cNvPr id="89" name="89 Framework B">
              <a:extLst>
                <a:ext uri="{FF2B5EF4-FFF2-40B4-BE49-F238E27FC236}">
                  <a16:creationId xmlns:a16="http://schemas.microsoft.com/office/drawing/2014/main" id="{D9988063-C15B-4C4D-B687-DB2A417791AE}"/>
                </a:ext>
              </a:extLst>
            </p:cNvPr>
            <p:cNvSpPr>
              <a:spLocks/>
            </p:cNvSpPr>
            <p:nvPr/>
          </p:nvSpPr>
          <p:spPr>
            <a:xfrm>
              <a:off x="1485900" y="4278123"/>
              <a:ext cx="828675" cy="18070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148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48" b="0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Framework</a:t>
              </a:r>
              <a:r>
                <a:rPr lang="en-US" altLang="zh-CN" sz="1148" b="0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endParaRPr sz="1148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endParaRPr>
            </a:p>
          </p:txBody>
        </p:sp>
        <p:pic>
          <p:nvPicPr>
            <p:cNvPr id="605" name="mindspore official logo" descr="https://www.mindspore.cn/_static/logo-zh-light.Bh-KLwUB.svg | Original SVG bytes; proportional crop of the official symbol.">
              <a:extLst>
                <a:ext uri="{FF2B5EF4-FFF2-40B4-BE49-F238E27FC236}">
                  <a16:creationId xmlns:a16="http://schemas.microsoft.com/office/drawing/2014/main" id="{04032C97-3C3B-14C7-2A22-F0367A9492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682886" y="4257970"/>
              <a:ext cx="358548" cy="200120"/>
            </a:xfrm>
            <a:prstGeom prst="rect">
              <a:avLst/>
            </a:prstGeom>
          </p:spPr>
        </p:pic>
        <p:pic>
          <p:nvPicPr>
            <p:cNvPr id="607" name="jax official logo" descr="https://raw.githubusercontent.com/google/jax/main/images/jax_logo.svg | Original SVG bytes; proportional crop of the official symbol.">
              <a:extLst>
                <a:ext uri="{FF2B5EF4-FFF2-40B4-BE49-F238E27FC236}">
                  <a16:creationId xmlns:a16="http://schemas.microsoft.com/office/drawing/2014/main" id="{54EAAB27-10F6-B834-08AE-E0E72ECF87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1076472" y="4269924"/>
              <a:ext cx="323851" cy="187281"/>
            </a:xfrm>
            <a:prstGeom prst="rect">
              <a:avLst/>
            </a:prstGeom>
          </p:spPr>
        </p:pic>
        <p:grpSp>
          <p:nvGrpSpPr>
            <p:cNvPr id="611" name="组合 610">
              <a:extLst>
                <a:ext uri="{FF2B5EF4-FFF2-40B4-BE49-F238E27FC236}">
                  <a16:creationId xmlns:a16="http://schemas.microsoft.com/office/drawing/2014/main" id="{BFDBFD6E-9ABF-7196-3878-2B6B97BBD105}"/>
                </a:ext>
              </a:extLst>
            </p:cNvPr>
            <p:cNvGrpSpPr/>
            <p:nvPr/>
          </p:nvGrpSpPr>
          <p:grpSpPr>
            <a:xfrm>
              <a:off x="2447925" y="4176713"/>
              <a:ext cx="1295400" cy="381000"/>
              <a:chOff x="2405063" y="4169740"/>
              <a:chExt cx="1295400" cy="381000"/>
            </a:xfrm>
          </p:grpSpPr>
          <p:sp>
            <p:nvSpPr>
              <p:cNvPr id="94" name="94 rect">
                <a:extLst>
                  <a:ext uri="{FF2B5EF4-FFF2-40B4-BE49-F238E27FC236}">
                    <a16:creationId xmlns:a16="http://schemas.microsoft.com/office/drawing/2014/main" id="{79371B65-BD75-4E1E-9332-F6816ECF1B1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05063" y="4169740"/>
                <a:ext cx="1295400" cy="381000"/>
              </a:xfrm>
              <a:prstGeom prst="roundRect">
                <a:avLst>
                  <a:gd name="adj" fmla="val 17500"/>
                </a:avLst>
              </a:prstGeom>
              <a:gradFill>
                <a:gsLst>
                  <a:gs pos="0">
                    <a:srgbClr val="E7FFF1"/>
                  </a:gs>
                  <a:gs pos="100000">
                    <a:srgbClr val="F7FFFB"/>
                  </a:gs>
                </a:gsLst>
                <a:lin ang="5400000"/>
              </a:gradFill>
              <a:ln w="7620">
                <a:solidFill>
                  <a:srgbClr val="62BFA0"/>
                </a:solidFill>
              </a:ln>
            </p:spPr>
          </p:sp>
          <p:sp>
            <p:nvSpPr>
              <p:cNvPr id="98" name="98 Language X">
                <a:extLst>
                  <a:ext uri="{FF2B5EF4-FFF2-40B4-BE49-F238E27FC236}">
                    <a16:creationId xmlns:a16="http://schemas.microsoft.com/office/drawing/2014/main" id="{3364D91A-F268-48BA-9AE2-16028B0D7F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833688" y="4255465"/>
                <a:ext cx="866775" cy="211417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34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43" b="0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Language</a:t>
                </a:r>
                <a:r>
                  <a:rPr lang="en-US" altLang="zh-CN" sz="1343" b="0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s</a:t>
                </a:r>
                <a:endParaRPr sz="1343" b="0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  <p:pic>
            <p:nvPicPr>
              <p:cNvPr id="609" name="图形 608">
                <a:extLst>
                  <a:ext uri="{FF2B5EF4-FFF2-40B4-BE49-F238E27FC236}">
                    <a16:creationId xmlns:a16="http://schemas.microsoft.com/office/drawing/2014/main" id="{4A835186-B200-2F15-F47D-5C986B6E8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478088" y="4200224"/>
                <a:ext cx="298450" cy="298450"/>
              </a:xfrm>
              <a:prstGeom prst="rect">
                <a:avLst/>
              </a:prstGeom>
            </p:spPr>
          </p:pic>
        </p:grpSp>
        <p:sp>
          <p:nvSpPr>
            <p:cNvPr id="612" name="文本框 611">
              <a:extLst>
                <a:ext uri="{FF2B5EF4-FFF2-40B4-BE49-F238E27FC236}">
                  <a16:creationId xmlns:a16="http://schemas.microsoft.com/office/drawing/2014/main" id="{EA147575-0B74-AA76-31AE-BBD12DE29318}"/>
                </a:ext>
              </a:extLst>
            </p:cNvPr>
            <p:cNvSpPr txBox="1"/>
            <p:nvPr/>
          </p:nvSpPr>
          <p:spPr>
            <a:xfrm>
              <a:off x="3781542" y="4177784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····</a:t>
              </a:r>
              <a:endParaRPr lang="zh-CN" altLang="en-US" dirty="0"/>
            </a:p>
          </p:txBody>
        </p:sp>
        <p:sp>
          <p:nvSpPr>
            <p:cNvPr id="281" name="281 rect">
              <a:extLst>
                <a:ext uri="{FF2B5EF4-FFF2-40B4-BE49-F238E27FC236}">
                  <a16:creationId xmlns:a16="http://schemas.microsoft.com/office/drawing/2014/main" id="{2FEF07F8-83D8-4C36-8CFD-182D55CFC23A}"/>
                </a:ext>
              </a:extLst>
            </p:cNvPr>
            <p:cNvSpPr>
              <a:spLocks/>
            </p:cNvSpPr>
            <p:nvPr/>
          </p:nvSpPr>
          <p:spPr>
            <a:xfrm>
              <a:off x="4962525" y="3914775"/>
              <a:ext cx="6991350" cy="1438275"/>
            </a:xfrm>
            <a:prstGeom prst="roundRect">
              <a:avLst>
                <a:gd name="adj" fmla="val 7947"/>
              </a:avLst>
            </a:prstGeom>
            <a:gradFill>
              <a:gsLst>
                <a:gs pos="0">
                  <a:srgbClr val="EEF3F7"/>
                </a:gs>
                <a:gs pos="100000">
                  <a:srgbClr val="FFFFFF"/>
                </a:gs>
              </a:gsLst>
              <a:lin ang="5400000"/>
            </a:gradFill>
            <a:ln w="11430">
              <a:solidFill>
                <a:srgbClr val="71879D"/>
              </a:solidFill>
            </a:ln>
          </p:spPr>
        </p:sp>
        <p:sp>
          <p:nvSpPr>
            <p:cNvPr id="282" name="282 Training Semantics Diagnosis Chain">
              <a:extLst>
                <a:ext uri="{FF2B5EF4-FFF2-40B4-BE49-F238E27FC236}">
                  <a16:creationId xmlns:a16="http://schemas.microsoft.com/office/drawing/2014/main" id="{AECBAC73-92A5-4F2F-B0A0-06E45893D1CA}"/>
                </a:ext>
              </a:extLst>
            </p:cNvPr>
            <p:cNvSpPr>
              <a:spLocks/>
            </p:cNvSpPr>
            <p:nvPr/>
          </p:nvSpPr>
          <p:spPr>
            <a:xfrm>
              <a:off x="5162550" y="4029075"/>
              <a:ext cx="6591300" cy="31889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02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025" b="1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Training Semantics Diagnosis Chain</a:t>
              </a:r>
            </a:p>
          </p:txBody>
        </p:sp>
        <p:grpSp>
          <p:nvGrpSpPr>
            <p:cNvPr id="621" name="组合 620">
              <a:extLst>
                <a:ext uri="{FF2B5EF4-FFF2-40B4-BE49-F238E27FC236}">
                  <a16:creationId xmlns:a16="http://schemas.microsoft.com/office/drawing/2014/main" id="{CDCEE1E9-ADAD-3220-7C10-DF204A5E235A}"/>
                </a:ext>
              </a:extLst>
            </p:cNvPr>
            <p:cNvGrpSpPr/>
            <p:nvPr/>
          </p:nvGrpSpPr>
          <p:grpSpPr>
            <a:xfrm>
              <a:off x="5057775" y="4511675"/>
              <a:ext cx="6810375" cy="638175"/>
              <a:chOff x="5057775" y="4562475"/>
              <a:chExt cx="6810375" cy="638175"/>
            </a:xfrm>
          </p:grpSpPr>
          <p:sp>
            <p:nvSpPr>
              <p:cNvPr id="283" name="283 rect">
                <a:extLst>
                  <a:ext uri="{FF2B5EF4-FFF2-40B4-BE49-F238E27FC236}">
                    <a16:creationId xmlns:a16="http://schemas.microsoft.com/office/drawing/2014/main" id="{0B387EF6-F1B7-484D-A2AA-9D966EA19CB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57775" y="4562475"/>
                <a:ext cx="1114425" cy="638175"/>
              </a:xfrm>
              <a:prstGeom prst="roundRect">
                <a:avLst>
                  <a:gd name="adj" fmla="val 17910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F5F7FD"/>
                  </a:gs>
                </a:gsLst>
                <a:lin ang="5400000"/>
              </a:gradFill>
              <a:ln w="10478">
                <a:solidFill>
                  <a:srgbClr val="AFBED6"/>
                </a:solidFill>
              </a:ln>
            </p:spPr>
          </p:sp>
          <p:sp>
            <p:nvSpPr>
              <p:cNvPr id="284" name="284 API">
                <a:extLst>
                  <a:ext uri="{FF2B5EF4-FFF2-40B4-BE49-F238E27FC236}">
                    <a16:creationId xmlns:a16="http://schemas.microsoft.com/office/drawing/2014/main" id="{ABAD88A2-FC1C-46EB-9BCF-7139091EC3B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14925" y="4667250"/>
                <a:ext cx="1000125" cy="24803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57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0" b="0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API</a:t>
                </a:r>
              </a:p>
            </p:txBody>
          </p:sp>
          <p:sp>
            <p:nvSpPr>
              <p:cNvPr id="285" name="285 usage">
                <a:extLst>
                  <a:ext uri="{FF2B5EF4-FFF2-40B4-BE49-F238E27FC236}">
                    <a16:creationId xmlns:a16="http://schemas.microsoft.com/office/drawing/2014/main" id="{880B04FA-9E58-475B-BF96-84E358B3AD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14925" y="4887278"/>
                <a:ext cx="1000125" cy="24803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57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0" b="0" dirty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usage</a:t>
                </a:r>
              </a:p>
            </p:txBody>
          </p:sp>
          <p:sp>
            <p:nvSpPr>
              <p:cNvPr id="286" name="286 path">
                <a:extLst>
                  <a:ext uri="{FF2B5EF4-FFF2-40B4-BE49-F238E27FC236}">
                    <a16:creationId xmlns:a16="http://schemas.microsoft.com/office/drawing/2014/main" id="{FC8141B2-C727-45E5-9E51-7373B71C6BF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81725" y="4876800"/>
                <a:ext cx="19050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90500" h="9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8098">
                <a:solidFill>
                  <a:srgbClr val="48536A"/>
                </a:solidFill>
              </a:ln>
            </p:spPr>
          </p:sp>
          <p:sp>
            <p:nvSpPr>
              <p:cNvPr id="287" name="287 arrow head">
                <a:extLst>
                  <a:ext uri="{FF2B5EF4-FFF2-40B4-BE49-F238E27FC236}">
                    <a16:creationId xmlns:a16="http://schemas.microsoft.com/office/drawing/2014/main" id="{BC367AC3-B6FA-45F9-AD35-4A9CE199F7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299202" y="4835652"/>
                <a:ext cx="85725" cy="82296"/>
              </a:xfrm>
              <a:custGeom>
                <a:avLst/>
                <a:gdLst/>
                <a:ahLst/>
                <a:cxnLst/>
                <a:rect l="0" t="0" r="0" b="0"/>
                <a:pathLst>
                  <a:path w="85725" h="82296">
                    <a:moveTo>
                      <a:pt x="85725" y="41148"/>
                    </a:moveTo>
                    <a:lnTo>
                      <a:pt x="0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48536A"/>
              </a:solidFill>
              <a:ln w="4763">
                <a:solidFill>
                  <a:srgbClr val="48536A"/>
                </a:solidFill>
              </a:ln>
            </p:spPr>
          </p:sp>
          <p:sp>
            <p:nvSpPr>
              <p:cNvPr id="288" name="288 rect">
                <a:extLst>
                  <a:ext uri="{FF2B5EF4-FFF2-40B4-BE49-F238E27FC236}">
                    <a16:creationId xmlns:a16="http://schemas.microsoft.com/office/drawing/2014/main" id="{F10BDEA5-79B5-421D-B707-226BE0B117C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91275" y="4562475"/>
                <a:ext cx="1228725" cy="638175"/>
              </a:xfrm>
              <a:prstGeom prst="roundRect">
                <a:avLst>
                  <a:gd name="adj" fmla="val 17910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F5F7FD"/>
                  </a:gs>
                </a:gsLst>
                <a:lin ang="5400000"/>
              </a:gradFill>
              <a:ln w="10478">
                <a:solidFill>
                  <a:srgbClr val="AFBED6"/>
                </a:solidFill>
              </a:ln>
            </p:spPr>
          </p:sp>
          <p:sp>
            <p:nvSpPr>
              <p:cNvPr id="289" name="289 Tensor &amp;">
                <a:extLst>
                  <a:ext uri="{FF2B5EF4-FFF2-40B4-BE49-F238E27FC236}">
                    <a16:creationId xmlns:a16="http://schemas.microsoft.com/office/drawing/2014/main" id="{696F9028-45E3-481C-9140-02A09A71510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48425" y="4667250"/>
                <a:ext cx="1114425" cy="24803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57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Tensor &amp;</a:t>
                </a:r>
              </a:p>
            </p:txBody>
          </p:sp>
          <p:sp>
            <p:nvSpPr>
              <p:cNvPr id="290" name="290 Shape">
                <a:extLst>
                  <a:ext uri="{FF2B5EF4-FFF2-40B4-BE49-F238E27FC236}">
                    <a16:creationId xmlns:a16="http://schemas.microsoft.com/office/drawing/2014/main" id="{4A840FD7-7217-49C3-AB12-260D3D5EB1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48425" y="4887278"/>
                <a:ext cx="1114425" cy="24803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57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Shape</a:t>
                </a:r>
              </a:p>
            </p:txBody>
          </p:sp>
          <p:sp>
            <p:nvSpPr>
              <p:cNvPr id="291" name="291 path">
                <a:extLst>
                  <a:ext uri="{FF2B5EF4-FFF2-40B4-BE49-F238E27FC236}">
                    <a16:creationId xmlns:a16="http://schemas.microsoft.com/office/drawing/2014/main" id="{A588C926-D5BB-44D3-968A-7E8E841711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29525" y="4876800"/>
                <a:ext cx="17145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71450" h="9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8098">
                <a:solidFill>
                  <a:srgbClr val="48536A"/>
                </a:solidFill>
              </a:ln>
            </p:spPr>
          </p:sp>
          <p:sp>
            <p:nvSpPr>
              <p:cNvPr id="292" name="292 arrow head">
                <a:extLst>
                  <a:ext uri="{FF2B5EF4-FFF2-40B4-BE49-F238E27FC236}">
                    <a16:creationId xmlns:a16="http://schemas.microsoft.com/office/drawing/2014/main" id="{4E060FE0-15D7-4E9C-8973-421E8EA7825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30069" y="4835652"/>
                <a:ext cx="85725" cy="82296"/>
              </a:xfrm>
              <a:custGeom>
                <a:avLst/>
                <a:gdLst/>
                <a:ahLst/>
                <a:cxnLst/>
                <a:rect l="0" t="0" r="0" b="0"/>
                <a:pathLst>
                  <a:path w="85725" h="82296">
                    <a:moveTo>
                      <a:pt x="85725" y="41148"/>
                    </a:moveTo>
                    <a:lnTo>
                      <a:pt x="0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48536A"/>
              </a:solidFill>
              <a:ln w="4763">
                <a:solidFill>
                  <a:srgbClr val="48536A"/>
                </a:solidFill>
              </a:ln>
            </p:spPr>
          </p:sp>
          <p:sp>
            <p:nvSpPr>
              <p:cNvPr id="293" name="293 rect">
                <a:extLst>
                  <a:ext uri="{FF2B5EF4-FFF2-40B4-BE49-F238E27FC236}">
                    <a16:creationId xmlns:a16="http://schemas.microsoft.com/office/drawing/2014/main" id="{7396953B-8794-4E28-959F-F7B70B30936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20025" y="4562475"/>
                <a:ext cx="1266825" cy="638175"/>
              </a:xfrm>
              <a:prstGeom prst="roundRect">
                <a:avLst>
                  <a:gd name="adj" fmla="val 17910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F5F7FD"/>
                  </a:gs>
                </a:gsLst>
                <a:lin ang="5400000"/>
              </a:gradFill>
              <a:ln w="10478">
                <a:solidFill>
                  <a:srgbClr val="AFBED6"/>
                </a:solidFill>
              </a:ln>
            </p:spPr>
          </p:sp>
          <p:sp>
            <p:nvSpPr>
              <p:cNvPr id="294" name="294 Forward">
                <a:extLst>
                  <a:ext uri="{FF2B5EF4-FFF2-40B4-BE49-F238E27FC236}">
                    <a16:creationId xmlns:a16="http://schemas.microsoft.com/office/drawing/2014/main" id="{302081F5-065F-4C73-B2E6-DB9B249C7CE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77175" y="4667250"/>
                <a:ext cx="1152525" cy="24803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57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Forward</a:t>
                </a:r>
              </a:p>
            </p:txBody>
          </p:sp>
          <p:sp>
            <p:nvSpPr>
              <p:cNvPr id="295" name="295 pass">
                <a:extLst>
                  <a:ext uri="{FF2B5EF4-FFF2-40B4-BE49-F238E27FC236}">
                    <a16:creationId xmlns:a16="http://schemas.microsoft.com/office/drawing/2014/main" id="{0833C454-D63B-4F8D-899E-2806BE1CC58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77175" y="4887278"/>
                <a:ext cx="1152525" cy="24803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57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pass</a:t>
                </a:r>
              </a:p>
            </p:txBody>
          </p:sp>
          <p:sp>
            <p:nvSpPr>
              <p:cNvPr id="296" name="296 path">
                <a:extLst>
                  <a:ext uri="{FF2B5EF4-FFF2-40B4-BE49-F238E27FC236}">
                    <a16:creationId xmlns:a16="http://schemas.microsoft.com/office/drawing/2014/main" id="{FB0B28C7-3848-413C-B388-77CC4CE0B5A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96375" y="4876800"/>
                <a:ext cx="180975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80975" h="9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8098">
                <a:solidFill>
                  <a:srgbClr val="48536A"/>
                </a:solidFill>
              </a:ln>
            </p:spPr>
          </p:sp>
          <p:sp>
            <p:nvSpPr>
              <p:cNvPr id="297" name="297 arrow head">
                <a:extLst>
                  <a:ext uri="{FF2B5EF4-FFF2-40B4-BE49-F238E27FC236}">
                    <a16:creationId xmlns:a16="http://schemas.microsoft.com/office/drawing/2014/main" id="{5D8100AA-75A0-4654-9D31-164A92678B0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206444" y="4835652"/>
                <a:ext cx="85725" cy="82296"/>
              </a:xfrm>
              <a:custGeom>
                <a:avLst/>
                <a:gdLst/>
                <a:ahLst/>
                <a:cxnLst/>
                <a:rect l="0" t="0" r="0" b="0"/>
                <a:pathLst>
                  <a:path w="85725" h="82296">
                    <a:moveTo>
                      <a:pt x="85725" y="41148"/>
                    </a:moveTo>
                    <a:lnTo>
                      <a:pt x="0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48536A"/>
              </a:solidFill>
              <a:ln w="4763">
                <a:solidFill>
                  <a:srgbClr val="48536A"/>
                </a:solidFill>
              </a:ln>
            </p:spPr>
          </p:sp>
          <p:sp>
            <p:nvSpPr>
              <p:cNvPr id="298" name="298 rect">
                <a:extLst>
                  <a:ext uri="{FF2B5EF4-FFF2-40B4-BE49-F238E27FC236}">
                    <a16:creationId xmlns:a16="http://schemas.microsoft.com/office/drawing/2014/main" id="{0840F3FD-B9A8-490C-B1E3-B901A941A63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296400" y="4562475"/>
                <a:ext cx="1209675" cy="638175"/>
              </a:xfrm>
              <a:prstGeom prst="roundRect">
                <a:avLst>
                  <a:gd name="adj" fmla="val 17910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F5F7FD"/>
                  </a:gs>
                </a:gsLst>
                <a:lin ang="5400000"/>
              </a:gradFill>
              <a:ln w="10478">
                <a:solidFill>
                  <a:srgbClr val="AFBED6"/>
                </a:solidFill>
              </a:ln>
            </p:spPr>
          </p:sp>
          <p:sp>
            <p:nvSpPr>
              <p:cNvPr id="299" name="299 Backward">
                <a:extLst>
                  <a:ext uri="{FF2B5EF4-FFF2-40B4-BE49-F238E27FC236}">
                    <a16:creationId xmlns:a16="http://schemas.microsoft.com/office/drawing/2014/main" id="{18CCF4D6-2071-4938-B1A9-8E60CFFCFEF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53550" y="4667250"/>
                <a:ext cx="1095375" cy="24803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57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Backward</a:t>
                </a:r>
              </a:p>
            </p:txBody>
          </p:sp>
          <p:sp>
            <p:nvSpPr>
              <p:cNvPr id="300" name="300 pass">
                <a:extLst>
                  <a:ext uri="{FF2B5EF4-FFF2-40B4-BE49-F238E27FC236}">
                    <a16:creationId xmlns:a16="http://schemas.microsoft.com/office/drawing/2014/main" id="{25F550EC-02A1-48C0-AF6B-53E6E6F2B66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53550" y="4887278"/>
                <a:ext cx="1095375" cy="24803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57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pass</a:t>
                </a:r>
              </a:p>
            </p:txBody>
          </p:sp>
          <p:sp>
            <p:nvSpPr>
              <p:cNvPr id="301" name="301 path">
                <a:extLst>
                  <a:ext uri="{FF2B5EF4-FFF2-40B4-BE49-F238E27FC236}">
                    <a16:creationId xmlns:a16="http://schemas.microsoft.com/office/drawing/2014/main" id="{75287D7B-1034-45DC-9B8C-CB4CCC8573E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515600" y="4876800"/>
                <a:ext cx="180975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80975" h="9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8098">
                <a:solidFill>
                  <a:srgbClr val="48536A"/>
                </a:solidFill>
              </a:ln>
            </p:spPr>
          </p:sp>
          <p:sp>
            <p:nvSpPr>
              <p:cNvPr id="302" name="302 arrow head">
                <a:extLst>
                  <a:ext uri="{FF2B5EF4-FFF2-40B4-BE49-F238E27FC236}">
                    <a16:creationId xmlns:a16="http://schemas.microsoft.com/office/drawing/2014/main" id="{8B84599E-EF49-444E-BB9D-A06BF0D1929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623552" y="4835652"/>
                <a:ext cx="85725" cy="82296"/>
              </a:xfrm>
              <a:custGeom>
                <a:avLst/>
                <a:gdLst/>
                <a:ahLst/>
                <a:cxnLst/>
                <a:rect l="0" t="0" r="0" b="0"/>
                <a:pathLst>
                  <a:path w="85725" h="82296">
                    <a:moveTo>
                      <a:pt x="85725" y="41148"/>
                    </a:moveTo>
                    <a:lnTo>
                      <a:pt x="0" y="0"/>
                    </a:lnTo>
                    <a:lnTo>
                      <a:pt x="0" y="82296"/>
                    </a:lnTo>
                    <a:close/>
                  </a:path>
                </a:pathLst>
              </a:custGeom>
              <a:solidFill>
                <a:srgbClr val="48536A"/>
              </a:solidFill>
              <a:ln w="4763">
                <a:solidFill>
                  <a:srgbClr val="48536A"/>
                </a:solidFill>
              </a:ln>
            </p:spPr>
          </p:sp>
          <p:sp>
            <p:nvSpPr>
              <p:cNvPr id="303" name="303 rect">
                <a:extLst>
                  <a:ext uri="{FF2B5EF4-FFF2-40B4-BE49-F238E27FC236}">
                    <a16:creationId xmlns:a16="http://schemas.microsoft.com/office/drawing/2014/main" id="{A2696C8C-EA26-4AB5-A7EB-1472B64F9E1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715625" y="4562475"/>
                <a:ext cx="1152525" cy="638175"/>
              </a:xfrm>
              <a:prstGeom prst="roundRect">
                <a:avLst>
                  <a:gd name="adj" fmla="val 17910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F5F7FD"/>
                  </a:gs>
                </a:gsLst>
                <a:lin ang="5400000"/>
              </a:gradFill>
              <a:ln w="10478">
                <a:solidFill>
                  <a:srgbClr val="AFBED6"/>
                </a:solidFill>
              </a:ln>
            </p:spPr>
          </p:sp>
          <p:sp>
            <p:nvSpPr>
              <p:cNvPr id="304" name="304 Update">
                <a:extLst>
                  <a:ext uri="{FF2B5EF4-FFF2-40B4-BE49-F238E27FC236}">
                    <a16:creationId xmlns:a16="http://schemas.microsoft.com/office/drawing/2014/main" id="{6C062874-C504-453D-8730-C070A1B014A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772775" y="4667250"/>
                <a:ext cx="1038225" cy="24803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57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Update</a:t>
                </a:r>
              </a:p>
            </p:txBody>
          </p:sp>
          <p:sp>
            <p:nvSpPr>
              <p:cNvPr id="305" name="305 step">
                <a:extLst>
                  <a:ext uri="{FF2B5EF4-FFF2-40B4-BE49-F238E27FC236}">
                    <a16:creationId xmlns:a16="http://schemas.microsoft.com/office/drawing/2014/main" id="{DF388101-A486-4597-B759-0997761D12A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772775" y="4887278"/>
                <a:ext cx="1038225" cy="24803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575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60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step</a:t>
                </a:r>
              </a:p>
            </p:txBody>
          </p:sp>
        </p:grpSp>
        <p:cxnSp>
          <p:nvCxnSpPr>
            <p:cNvPr id="623" name="直接箭头连接符 622">
              <a:extLst>
                <a:ext uri="{FF2B5EF4-FFF2-40B4-BE49-F238E27FC236}">
                  <a16:creationId xmlns:a16="http://schemas.microsoft.com/office/drawing/2014/main" id="{F876009D-6770-5476-8511-EAC33C4FD7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7508" y="6932295"/>
              <a:ext cx="0" cy="1352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直接箭头连接符 624">
              <a:extLst>
                <a:ext uri="{FF2B5EF4-FFF2-40B4-BE49-F238E27FC236}">
                  <a16:creationId xmlns:a16="http://schemas.microsoft.com/office/drawing/2014/main" id="{F2B218A8-81B4-7F3C-7416-E1D9A7256B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7508" y="7232650"/>
              <a:ext cx="0" cy="133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40" name="pytorch official logo" descr="https://raw.githubusercontent.com/pytorch/pytorch/main/docs/source/_static/img/pytorch-logo-dark.svg | Original SVG bytes; proportional crop of the official symbol.">
              <a:extLst>
                <a:ext uri="{FF2B5EF4-FFF2-40B4-BE49-F238E27FC236}">
                  <a16:creationId xmlns:a16="http://schemas.microsoft.com/office/drawing/2014/main" id="{B23F4284-C4F0-2907-3D53-C300E0C59C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422275" y="781872"/>
              <a:ext cx="339725" cy="413751"/>
            </a:xfrm>
            <a:prstGeom prst="rect">
              <a:avLst/>
            </a:prstGeom>
          </p:spPr>
        </p:pic>
        <p:pic>
          <p:nvPicPr>
            <p:cNvPr id="642" name="mindspore official logo" descr="https://www.mindspore.cn/_static/logo-zh-light.Bh-KLwUB.svg | Original SVG bytes; proportional crop of the official symbol.">
              <a:extLst>
                <a:ext uri="{FF2B5EF4-FFF2-40B4-BE49-F238E27FC236}">
                  <a16:creationId xmlns:a16="http://schemas.microsoft.com/office/drawing/2014/main" id="{C13FEF05-893F-6484-9023-91A52A404A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324612" y="4864944"/>
              <a:ext cx="520443" cy="290480"/>
            </a:xfrm>
            <a:prstGeom prst="rect">
              <a:avLst/>
            </a:prstGeom>
          </p:spPr>
        </p:pic>
        <p:grpSp>
          <p:nvGrpSpPr>
            <p:cNvPr id="523" name="icon-warning-106"/>
            <p:cNvGrpSpPr/>
            <p:nvPr/>
          </p:nvGrpSpPr>
          <p:grpSpPr>
            <a:xfrm>
              <a:off x="610129" y="5030418"/>
              <a:ext cx="240030" cy="220028"/>
              <a:chOff x="689610" y="4982528"/>
              <a:chExt cx="240030" cy="220028"/>
            </a:xfrm>
          </p:grpSpPr>
          <p:sp>
            <p:nvSpPr>
              <p:cNvPr id="107" name="107 path">
                <a:extLst>
                  <a:ext uri="{FF2B5EF4-FFF2-40B4-BE49-F238E27FC236}">
                    <a16:creationId xmlns:a16="http://schemas.microsoft.com/office/drawing/2014/main" id="{BE3BE35C-EE8C-4837-B6A3-538CB198728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9610" y="4982528"/>
                <a:ext cx="240030" cy="220028"/>
              </a:xfrm>
              <a:custGeom>
                <a:avLst/>
                <a:gdLst/>
                <a:ahLst/>
                <a:cxnLst/>
                <a:rect l="0" t="0" r="0" b="0"/>
                <a:pathLst>
                  <a:path w="240030" h="220028">
                    <a:moveTo>
                      <a:pt x="120015" y="0"/>
                    </a:moveTo>
                    <a:lnTo>
                      <a:pt x="240030" y="220028"/>
                    </a:lnTo>
                    <a:lnTo>
                      <a:pt x="0" y="220028"/>
                    </a:lnTo>
                    <a:close/>
                  </a:path>
                </a:pathLst>
              </a:custGeom>
              <a:solidFill>
                <a:srgbClr val="FFFFFF"/>
              </a:solidFill>
              <a:ln w="16669">
                <a:solidFill>
                  <a:srgbClr val="F82127"/>
                </a:solidFill>
              </a:ln>
            </p:spPr>
          </p:sp>
          <p:sp>
            <p:nvSpPr>
              <p:cNvPr id="108" name="108 path">
                <a:extLst>
                  <a:ext uri="{FF2B5EF4-FFF2-40B4-BE49-F238E27FC236}">
                    <a16:creationId xmlns:a16="http://schemas.microsoft.com/office/drawing/2014/main" id="{C53BCC08-4F88-4131-9FC0-066F30E0DF0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9625" y="5049203"/>
                <a:ext cx="95" cy="80010"/>
              </a:xfrm>
              <a:custGeom>
                <a:avLst/>
                <a:gdLst/>
                <a:ahLst/>
                <a:cxnLst/>
                <a:rect l="0" t="0" r="0" b="0"/>
                <a:pathLst>
                  <a:path w="95" h="80010">
                    <a:moveTo>
                      <a:pt x="0" y="0"/>
                    </a:moveTo>
                    <a:lnTo>
                      <a:pt x="0" y="80010"/>
                    </a:lnTo>
                  </a:path>
                </a:pathLst>
              </a:custGeom>
              <a:noFill/>
              <a:ln w="20002">
                <a:solidFill>
                  <a:srgbClr val="FA171B"/>
                </a:solidFill>
              </a:ln>
            </p:spPr>
          </p:sp>
          <p:sp>
            <p:nvSpPr>
              <p:cNvPr id="109" name="109 ellipse">
                <a:extLst>
                  <a:ext uri="{FF2B5EF4-FFF2-40B4-BE49-F238E27FC236}">
                    <a16:creationId xmlns:a16="http://schemas.microsoft.com/office/drawing/2014/main" id="{F9F722EA-B269-4DDC-BFBF-3F94F552154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9624" y="5155883"/>
                <a:ext cx="20003" cy="20003"/>
              </a:xfrm>
              <a:prstGeom prst="ellipse">
                <a:avLst/>
              </a:prstGeom>
              <a:solidFill>
                <a:srgbClr val="F71920"/>
              </a:solidFill>
              <a:ln w="0">
                <a:noFill/>
              </a:ln>
            </p:spPr>
          </p:sp>
        </p:grpSp>
        <p:pic>
          <p:nvPicPr>
            <p:cNvPr id="644" name="pytorch official logo" descr="https://raw.githubusercontent.com/pytorch/pytorch/main/docs/source/_static/img/pytorch-logo-dark.svg | Original SVG bytes; proportional crop of the official symbol.">
              <a:extLst>
                <a:ext uri="{FF2B5EF4-FFF2-40B4-BE49-F238E27FC236}">
                  <a16:creationId xmlns:a16="http://schemas.microsoft.com/office/drawing/2014/main" id="{45072CD2-6CB9-2EDF-D7DC-099A509E9B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13218430" y="1249683"/>
              <a:ext cx="294370" cy="358513"/>
            </a:xfrm>
            <a:prstGeom prst="rect">
              <a:avLst/>
            </a:prstGeom>
          </p:spPr>
        </p:pic>
        <p:pic>
          <p:nvPicPr>
            <p:cNvPr id="649" name="mindspore official logo" descr="https://www.mindspore.cn/_static/logo-zh-light.Bh-KLwUB.svg | Original SVG bytes; proportional crop of the official symbol.">
              <a:extLst>
                <a:ext uri="{FF2B5EF4-FFF2-40B4-BE49-F238E27FC236}">
                  <a16:creationId xmlns:a16="http://schemas.microsoft.com/office/drawing/2014/main" id="{48898322-41E6-CF2C-8F95-6AD6C660822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>
              <a:off x="13698350" y="1270698"/>
              <a:ext cx="545190" cy="304292"/>
            </a:xfrm>
            <a:prstGeom prst="rect">
              <a:avLst/>
            </a:prstGeom>
          </p:spPr>
        </p:pic>
        <p:pic>
          <p:nvPicPr>
            <p:cNvPr id="651" name="jax official logo" descr="https://raw.githubusercontent.com/google/jax/main/images/jax_logo.svg | Original SVG bytes; proportional crop of the official symbol.">
              <a:extLst>
                <a:ext uri="{FF2B5EF4-FFF2-40B4-BE49-F238E27FC236}">
                  <a16:creationId xmlns:a16="http://schemas.microsoft.com/office/drawing/2014/main" id="{141C717B-F042-D14B-089A-7970926B09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/>
            </a:stretch>
          </p:blipFill>
          <p:spPr>
            <a:xfrm>
              <a:off x="14365590" y="1286485"/>
              <a:ext cx="488950" cy="282757"/>
            </a:xfrm>
            <a:prstGeom prst="rect">
              <a:avLst/>
            </a:prstGeom>
          </p:spPr>
        </p:pic>
        <p:sp>
          <p:nvSpPr>
            <p:cNvPr id="653" name="文本框 652">
              <a:extLst>
                <a:ext uri="{FF2B5EF4-FFF2-40B4-BE49-F238E27FC236}">
                  <a16:creationId xmlns:a16="http://schemas.microsoft.com/office/drawing/2014/main" id="{F0E822A0-2235-788D-A761-664729663E8F}"/>
                </a:ext>
              </a:extLst>
            </p:cNvPr>
            <p:cNvSpPr txBox="1"/>
            <p:nvPr/>
          </p:nvSpPr>
          <p:spPr>
            <a:xfrm>
              <a:off x="15008341" y="1247775"/>
              <a:ext cx="457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····</a:t>
              </a:r>
              <a:endParaRPr lang="zh-CN" altLang="en-US" dirty="0"/>
            </a:p>
          </p:txBody>
        </p:sp>
        <p:cxnSp>
          <p:nvCxnSpPr>
            <p:cNvPr id="656" name="连接符: 曲线 655">
              <a:extLst>
                <a:ext uri="{FF2B5EF4-FFF2-40B4-BE49-F238E27FC236}">
                  <a16:creationId xmlns:a16="http://schemas.microsoft.com/office/drawing/2014/main" id="{973EA235-41DB-CF91-2B4C-3D3FD33737B1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799315" y="1438276"/>
              <a:ext cx="1084974" cy="533401"/>
            </a:xfrm>
            <a:prstGeom prst="curvedConnector3">
              <a:avLst>
                <a:gd name="adj1" fmla="val 16389"/>
              </a:avLst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048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58D3E-7D9E-AAC6-DBF5-6C748BE74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6" name="Migration setting">
            <a:extLst>
              <a:ext uri="{FF2B5EF4-FFF2-40B4-BE49-F238E27FC236}">
                <a16:creationId xmlns:a16="http://schemas.microsoft.com/office/drawing/2014/main" id="{84795578-0CEF-8B33-1453-E98775600023}"/>
              </a:ext>
            </a:extLst>
          </p:cNvPr>
          <p:cNvGrpSpPr/>
          <p:nvPr/>
        </p:nvGrpSpPr>
        <p:grpSpPr>
          <a:xfrm>
            <a:off x="152400" y="66675"/>
            <a:ext cx="4457700" cy="7877175"/>
            <a:chOff x="152400" y="66675"/>
            <a:chExt cx="4457700" cy="7877175"/>
          </a:xfrm>
        </p:grpSpPr>
        <p:sp>
          <p:nvSpPr>
            <p:cNvPr id="505" name="1 orange setting panel">
              <a:extLst>
                <a:ext uri="{FF2B5EF4-FFF2-40B4-BE49-F238E27FC236}">
                  <a16:creationId xmlns:a16="http://schemas.microsoft.com/office/drawing/2014/main" id="{03C1E569-B190-32DD-9496-EB7911CFFC98}"/>
                </a:ext>
              </a:extLst>
            </p:cNvPr>
            <p:cNvSpPr>
              <a:spLocks/>
            </p:cNvSpPr>
            <p:nvPr/>
          </p:nvSpPr>
          <p:spPr>
            <a:xfrm>
              <a:off x="152400" y="66675"/>
              <a:ext cx="4457700" cy="7877175"/>
            </a:xfrm>
            <a:prstGeom prst="roundRect">
              <a:avLst>
                <a:gd name="adj" fmla="val 3846"/>
              </a:avLst>
            </a:prstGeom>
            <a:gradFill>
              <a:gsLst>
                <a:gs pos="0">
                  <a:srgbClr val="FFEEE2"/>
                </a:gs>
                <a:gs pos="100000">
                  <a:srgbClr val="FFF8F1"/>
                </a:gs>
              </a:gsLst>
              <a:lin ang="5400000"/>
            </a:gradFill>
            <a:ln w="10478">
              <a:solidFill>
                <a:srgbClr val="EF6B2C"/>
              </a:solidFill>
            </a:ln>
          </p:spPr>
        </p:sp>
        <p:sp>
          <p:nvSpPr>
            <p:cNvPr id="2" name="2 setting title strip">
              <a:extLst>
                <a:ext uri="{FF2B5EF4-FFF2-40B4-BE49-F238E27FC236}">
                  <a16:creationId xmlns:a16="http://schemas.microsoft.com/office/drawing/2014/main" id="{E2B0D63C-B2CD-022B-2994-CBF83F9EB7E2}"/>
                </a:ext>
              </a:extLst>
            </p:cNvPr>
            <p:cNvSpPr>
              <a:spLocks/>
            </p:cNvSpPr>
            <p:nvPr/>
          </p:nvSpPr>
          <p:spPr>
            <a:xfrm>
              <a:off x="171450" y="85725"/>
              <a:ext cx="4419600" cy="571500"/>
            </a:xfrm>
            <a:prstGeom prst="roundRect">
              <a:avLst>
                <a:gd name="adj" fmla="val 28333"/>
              </a:avLst>
            </a:prstGeom>
            <a:gradFill>
              <a:gsLst>
                <a:gs pos="0">
                  <a:srgbClr val="FFCFB0"/>
                </a:gs>
                <a:gs pos="100000">
                  <a:srgbClr val="FFE6D3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3" name="3 rect">
              <a:extLst>
                <a:ext uri="{FF2B5EF4-FFF2-40B4-BE49-F238E27FC236}">
                  <a16:creationId xmlns:a16="http://schemas.microsoft.com/office/drawing/2014/main" id="{93C4CF0B-4E75-A6A7-5C08-2B4BF4FF9343}"/>
                </a:ext>
              </a:extLst>
            </p:cNvPr>
            <p:cNvSpPr>
              <a:spLocks/>
            </p:cNvSpPr>
            <p:nvPr/>
          </p:nvSpPr>
          <p:spPr>
            <a:xfrm>
              <a:off x="171450" y="581025"/>
              <a:ext cx="4419600" cy="571500"/>
            </a:xfrm>
            <a:prstGeom prst="roundRect">
              <a:avLst>
                <a:gd name="adj" fmla="val 20000"/>
              </a:avLst>
            </a:prstGeom>
            <a:solidFill>
              <a:srgbClr val="FFF2E9"/>
            </a:solidFill>
            <a:ln w="0">
              <a:noFill/>
            </a:ln>
          </p:spPr>
        </p:sp>
        <p:sp>
          <p:nvSpPr>
            <p:cNvPr id="4" name="4 Migration Setting">
              <a:extLst>
                <a:ext uri="{FF2B5EF4-FFF2-40B4-BE49-F238E27FC236}">
                  <a16:creationId xmlns:a16="http://schemas.microsoft.com/office/drawing/2014/main" id="{D743F01A-FB8B-E18F-B956-11A36FDD444B}"/>
                </a:ext>
              </a:extLst>
            </p:cNvPr>
            <p:cNvSpPr>
              <a:spLocks/>
            </p:cNvSpPr>
            <p:nvPr/>
          </p:nvSpPr>
          <p:spPr>
            <a:xfrm>
              <a:off x="342900" y="152400"/>
              <a:ext cx="4076700" cy="42519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7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7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Migration Setting</a:t>
              </a:r>
            </a:p>
          </p:txBody>
        </p:sp>
      </p:grpSp>
      <p:grpSp>
        <p:nvGrpSpPr>
          <p:cNvPr id="508" name="Verified output background">
            <a:extLst>
              <a:ext uri="{FF2B5EF4-FFF2-40B4-BE49-F238E27FC236}">
                <a16:creationId xmlns:a16="http://schemas.microsoft.com/office/drawing/2014/main" id="{31D1AF4A-EDC8-8FDA-96E3-9025828B2B64}"/>
              </a:ext>
            </a:extLst>
          </p:cNvPr>
          <p:cNvGrpSpPr/>
          <p:nvPr/>
        </p:nvGrpSpPr>
        <p:grpSpPr>
          <a:xfrm>
            <a:off x="12287250" y="66675"/>
            <a:ext cx="3505200" cy="7877175"/>
            <a:chOff x="12287250" y="66675"/>
            <a:chExt cx="3505200" cy="7877175"/>
          </a:xfrm>
        </p:grpSpPr>
        <p:sp>
          <p:nvSpPr>
            <p:cNvPr id="9" name="9 blue output panel">
              <a:extLst>
                <a:ext uri="{FF2B5EF4-FFF2-40B4-BE49-F238E27FC236}">
                  <a16:creationId xmlns:a16="http://schemas.microsoft.com/office/drawing/2014/main" id="{F32C0255-2662-A210-679D-4C0C1BE9810C}"/>
                </a:ext>
              </a:extLst>
            </p:cNvPr>
            <p:cNvSpPr>
              <a:spLocks/>
            </p:cNvSpPr>
            <p:nvPr/>
          </p:nvSpPr>
          <p:spPr>
            <a:xfrm>
              <a:off x="12287250" y="66675"/>
              <a:ext cx="3505200" cy="7877175"/>
            </a:xfrm>
            <a:prstGeom prst="roundRect">
              <a:avLst>
                <a:gd name="adj" fmla="val 4891"/>
              </a:avLst>
            </a:prstGeom>
            <a:gradFill>
              <a:gsLst>
                <a:gs pos="0">
                  <a:srgbClr val="DDEAFF"/>
                </a:gs>
                <a:gs pos="100000">
                  <a:srgbClr val="F1F7FF"/>
                </a:gs>
              </a:gsLst>
              <a:lin ang="5400000"/>
            </a:gradFill>
            <a:ln w="10478">
              <a:solidFill>
                <a:srgbClr val="276CE6"/>
              </a:solidFill>
            </a:ln>
          </p:spPr>
        </p:sp>
        <p:sp>
          <p:nvSpPr>
            <p:cNvPr id="10" name="10 rect">
              <a:extLst>
                <a:ext uri="{FF2B5EF4-FFF2-40B4-BE49-F238E27FC236}">
                  <a16:creationId xmlns:a16="http://schemas.microsoft.com/office/drawing/2014/main" id="{196752E0-E228-D1F2-1A6B-B60BAD252014}"/>
                </a:ext>
              </a:extLst>
            </p:cNvPr>
            <p:cNvSpPr>
              <a:spLocks/>
            </p:cNvSpPr>
            <p:nvPr/>
          </p:nvSpPr>
          <p:spPr>
            <a:xfrm>
              <a:off x="12306300" y="85725"/>
              <a:ext cx="3467100" cy="571500"/>
            </a:xfrm>
            <a:prstGeom prst="roundRect">
              <a:avLst>
                <a:gd name="adj" fmla="val 28333"/>
              </a:avLst>
            </a:prstGeom>
            <a:gradFill>
              <a:gsLst>
                <a:gs pos="0">
                  <a:srgbClr val="C0D8FC"/>
                </a:gs>
                <a:gs pos="100000">
                  <a:srgbClr val="DAE8FF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1" name="11 rect">
              <a:extLst>
                <a:ext uri="{FF2B5EF4-FFF2-40B4-BE49-F238E27FC236}">
                  <a16:creationId xmlns:a16="http://schemas.microsoft.com/office/drawing/2014/main" id="{B574AAAC-00B3-8B8C-E1F8-5D4E159A898C}"/>
                </a:ext>
              </a:extLst>
            </p:cNvPr>
            <p:cNvSpPr>
              <a:spLocks/>
            </p:cNvSpPr>
            <p:nvPr/>
          </p:nvSpPr>
          <p:spPr>
            <a:xfrm>
              <a:off x="12306300" y="638175"/>
              <a:ext cx="3467100" cy="523875"/>
            </a:xfrm>
            <a:prstGeom prst="roundRect">
              <a:avLst>
                <a:gd name="adj" fmla="val 21818"/>
              </a:avLst>
            </a:prstGeom>
            <a:solidFill>
              <a:srgbClr val="EDF5FF"/>
            </a:solidFill>
            <a:ln w="0">
              <a:noFill/>
            </a:ln>
          </p:spPr>
        </p:sp>
        <p:sp>
          <p:nvSpPr>
            <p:cNvPr id="12" name="12 rect">
              <a:extLst>
                <a:ext uri="{FF2B5EF4-FFF2-40B4-BE49-F238E27FC236}">
                  <a16:creationId xmlns:a16="http://schemas.microsoft.com/office/drawing/2014/main" id="{F3325030-7255-A986-0EDB-6ABDAB97E8DE}"/>
                </a:ext>
              </a:extLst>
            </p:cNvPr>
            <p:cNvSpPr>
              <a:spLocks/>
            </p:cNvSpPr>
            <p:nvPr/>
          </p:nvSpPr>
          <p:spPr>
            <a:xfrm>
              <a:off x="12420600" y="752475"/>
              <a:ext cx="3257550" cy="7077075"/>
            </a:xfrm>
            <a:prstGeom prst="roundRect">
              <a:avLst>
                <a:gd name="adj" fmla="val 4678"/>
              </a:avLst>
            </a:prstGeom>
            <a:noFill/>
            <a:ln w="6668">
              <a:solidFill>
                <a:srgbClr val="B5D3FE"/>
              </a:solidFill>
            </a:ln>
          </p:spPr>
        </p:sp>
        <p:sp>
          <p:nvSpPr>
            <p:cNvPr id="13" name="13 Verified Output">
              <a:extLst>
                <a:ext uri="{FF2B5EF4-FFF2-40B4-BE49-F238E27FC236}">
                  <a16:creationId xmlns:a16="http://schemas.microsoft.com/office/drawing/2014/main" id="{439078C8-D635-9C9E-F987-788A7C4702F9}"/>
                </a:ext>
              </a:extLst>
            </p:cNvPr>
            <p:cNvSpPr>
              <a:spLocks/>
            </p:cNvSpPr>
            <p:nvPr/>
          </p:nvSpPr>
          <p:spPr>
            <a:xfrm>
              <a:off x="12477750" y="152400"/>
              <a:ext cx="3124200" cy="42519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7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7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Verified Output</a:t>
              </a:r>
            </a:p>
          </p:txBody>
        </p:sp>
      </p:grpSp>
      <p:grpSp>
        <p:nvGrpSpPr>
          <p:cNvPr id="509" name="Source repository">
            <a:extLst>
              <a:ext uri="{FF2B5EF4-FFF2-40B4-BE49-F238E27FC236}">
                <a16:creationId xmlns:a16="http://schemas.microsoft.com/office/drawing/2014/main" id="{4C9F3E92-5F2A-36E8-EFF4-B41A65D550E1}"/>
              </a:ext>
            </a:extLst>
          </p:cNvPr>
          <p:cNvGrpSpPr/>
          <p:nvPr/>
        </p:nvGrpSpPr>
        <p:grpSpPr>
          <a:xfrm>
            <a:off x="276225" y="752475"/>
            <a:ext cx="4210050" cy="2924175"/>
            <a:chOff x="276225" y="752475"/>
            <a:chExt cx="4210050" cy="2924175"/>
          </a:xfrm>
        </p:grpSpPr>
        <p:sp>
          <p:nvSpPr>
            <p:cNvPr id="14" name="14 rect">
              <a:extLst>
                <a:ext uri="{FF2B5EF4-FFF2-40B4-BE49-F238E27FC236}">
                  <a16:creationId xmlns:a16="http://schemas.microsoft.com/office/drawing/2014/main" id="{7FF48CE6-D05A-EFAF-251E-DA1603A15CBA}"/>
                </a:ext>
              </a:extLst>
            </p:cNvPr>
            <p:cNvSpPr>
              <a:spLocks/>
            </p:cNvSpPr>
            <p:nvPr/>
          </p:nvSpPr>
          <p:spPr>
            <a:xfrm>
              <a:off x="276225" y="752475"/>
              <a:ext cx="4210050" cy="2924175"/>
            </a:xfrm>
            <a:prstGeom prst="roundRect">
              <a:avLst>
                <a:gd name="adj" fmla="val 4560"/>
              </a:avLst>
            </a:prstGeom>
            <a:gradFill>
              <a:gsLst>
                <a:gs pos="0">
                  <a:srgbClr val="FFF2E3"/>
                </a:gs>
                <a:gs pos="100000">
                  <a:srgbClr val="FFF8EE"/>
                </a:gs>
              </a:gsLst>
              <a:lin ang="5400000"/>
            </a:gradFill>
            <a:ln w="9525">
              <a:solidFill>
                <a:srgbClr val="F19861"/>
              </a:solidFill>
            </a:ln>
          </p:spPr>
        </p:sp>
        <p:grpSp>
          <p:nvGrpSpPr>
            <p:cNvPr id="510" name="icon-database-14">
              <a:extLst>
                <a:ext uri="{FF2B5EF4-FFF2-40B4-BE49-F238E27FC236}">
                  <a16:creationId xmlns:a16="http://schemas.microsoft.com/office/drawing/2014/main" id="{1B94BDE2-9620-7016-6CFB-964068BE86A6}"/>
                </a:ext>
              </a:extLst>
            </p:cNvPr>
            <p:cNvGrpSpPr/>
            <p:nvPr/>
          </p:nvGrpSpPr>
          <p:grpSpPr>
            <a:xfrm>
              <a:off x="457200" y="828675"/>
              <a:ext cx="285750" cy="342900"/>
              <a:chOff x="457200" y="828675"/>
              <a:chExt cx="285750" cy="342900"/>
            </a:xfrm>
          </p:grpSpPr>
          <p:sp>
            <p:nvSpPr>
              <p:cNvPr id="15" name="15 rect">
                <a:extLst>
                  <a:ext uri="{FF2B5EF4-FFF2-40B4-BE49-F238E27FC236}">
                    <a16:creationId xmlns:a16="http://schemas.microsoft.com/office/drawing/2014/main" id="{A245A2A8-A34D-053C-4466-F1247D5A7EF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7200" y="885825"/>
                <a:ext cx="285750" cy="247650"/>
              </a:xfrm>
              <a:prstGeom prst="rect">
                <a:avLst/>
              </a:prstGeom>
              <a:gradFill>
                <a:gsLst>
                  <a:gs pos="0">
                    <a:srgbClr val="A4C3DC"/>
                  </a:gs>
                  <a:gs pos="100000">
                    <a:srgbClr val="87ACDF"/>
                  </a:gs>
                </a:gsLst>
                <a:lin ang="5400000"/>
              </a:gradFill>
              <a:ln w="20955">
                <a:solidFill>
                  <a:srgbClr val="090D28"/>
                </a:solidFill>
              </a:ln>
            </p:spPr>
          </p:sp>
          <p:sp>
            <p:nvSpPr>
              <p:cNvPr id="16" name="16 ellipse">
                <a:extLst>
                  <a:ext uri="{FF2B5EF4-FFF2-40B4-BE49-F238E27FC236}">
                    <a16:creationId xmlns:a16="http://schemas.microsoft.com/office/drawing/2014/main" id="{FB99A2A2-AFF1-EFBB-269F-EB528857E0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7200" y="1047750"/>
                <a:ext cx="285750" cy="123825"/>
              </a:xfrm>
              <a:prstGeom prst="ellipse">
                <a:avLst/>
              </a:prstGeom>
              <a:solidFill>
                <a:srgbClr val="94B9E8"/>
              </a:solidFill>
              <a:ln w="20955">
                <a:solidFill>
                  <a:srgbClr val="090D28"/>
                </a:solidFill>
              </a:ln>
            </p:spPr>
          </p:sp>
          <p:sp>
            <p:nvSpPr>
              <p:cNvPr id="17" name="17 rect">
                <a:extLst>
                  <a:ext uri="{FF2B5EF4-FFF2-40B4-BE49-F238E27FC236}">
                    <a16:creationId xmlns:a16="http://schemas.microsoft.com/office/drawing/2014/main" id="{5EAE24C5-2B38-1A41-71F4-B5B6C31BC6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6725" y="971550"/>
                <a:ext cx="266700" cy="133350"/>
              </a:xfrm>
              <a:prstGeom prst="rect">
                <a:avLst/>
              </a:prstGeom>
              <a:gradFill>
                <a:gsLst>
                  <a:gs pos="0">
                    <a:srgbClr val="A4C3DC"/>
                  </a:gs>
                  <a:gs pos="100000">
                    <a:srgbClr val="9DBDE5"/>
                  </a:gs>
                </a:gsLst>
                <a:lin ang="5400000"/>
              </a:gradFill>
              <a:ln w="0">
                <a:noFill/>
              </a:ln>
            </p:spPr>
          </p:sp>
          <p:sp>
            <p:nvSpPr>
              <p:cNvPr id="18" name="18 path">
                <a:extLst>
                  <a:ext uri="{FF2B5EF4-FFF2-40B4-BE49-F238E27FC236}">
                    <a16:creationId xmlns:a16="http://schemas.microsoft.com/office/drawing/2014/main" id="{228F8250-5CBB-252C-B3F8-E121BA50B9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7200" y="990600"/>
                <a:ext cx="285750" cy="42863"/>
              </a:xfrm>
              <a:custGeom>
                <a:avLst/>
                <a:gdLst/>
                <a:ahLst/>
                <a:cxnLst/>
                <a:rect l="0" t="0" r="0" b="0"/>
                <a:pathLst>
                  <a:path w="285750" h="42863">
                    <a:moveTo>
                      <a:pt x="0" y="0"/>
                    </a:moveTo>
                    <a:lnTo>
                      <a:pt x="6947" y="5524"/>
                    </a:lnTo>
                    <a:lnTo>
                      <a:pt x="14427" y="10668"/>
                    </a:lnTo>
                    <a:lnTo>
                      <a:pt x="22403" y="15431"/>
                    </a:lnTo>
                    <a:lnTo>
                      <a:pt x="30836" y="19812"/>
                    </a:lnTo>
                    <a:lnTo>
                      <a:pt x="39687" y="23813"/>
                    </a:lnTo>
                    <a:lnTo>
                      <a:pt x="48920" y="27432"/>
                    </a:lnTo>
                    <a:lnTo>
                      <a:pt x="58496" y="30670"/>
                    </a:lnTo>
                    <a:lnTo>
                      <a:pt x="68377" y="33528"/>
                    </a:lnTo>
                    <a:lnTo>
                      <a:pt x="78524" y="36005"/>
                    </a:lnTo>
                    <a:lnTo>
                      <a:pt x="88900" y="38100"/>
                    </a:lnTo>
                    <a:lnTo>
                      <a:pt x="99466" y="39814"/>
                    </a:lnTo>
                    <a:lnTo>
                      <a:pt x="110185" y="41148"/>
                    </a:lnTo>
                    <a:lnTo>
                      <a:pt x="121018" y="42101"/>
                    </a:lnTo>
                    <a:lnTo>
                      <a:pt x="131928" y="42672"/>
                    </a:lnTo>
                    <a:lnTo>
                      <a:pt x="142875" y="42863"/>
                    </a:lnTo>
                    <a:lnTo>
                      <a:pt x="153822" y="42672"/>
                    </a:lnTo>
                    <a:lnTo>
                      <a:pt x="164732" y="42101"/>
                    </a:lnTo>
                    <a:lnTo>
                      <a:pt x="175565" y="41148"/>
                    </a:lnTo>
                    <a:lnTo>
                      <a:pt x="186284" y="39815"/>
                    </a:lnTo>
                    <a:lnTo>
                      <a:pt x="196850" y="38100"/>
                    </a:lnTo>
                    <a:lnTo>
                      <a:pt x="207226" y="36005"/>
                    </a:lnTo>
                    <a:lnTo>
                      <a:pt x="217373" y="33528"/>
                    </a:lnTo>
                    <a:lnTo>
                      <a:pt x="227254" y="30670"/>
                    </a:lnTo>
                    <a:lnTo>
                      <a:pt x="236830" y="27432"/>
                    </a:lnTo>
                    <a:lnTo>
                      <a:pt x="246063" y="23813"/>
                    </a:lnTo>
                    <a:lnTo>
                      <a:pt x="254914" y="19812"/>
                    </a:lnTo>
                    <a:lnTo>
                      <a:pt x="263347" y="15431"/>
                    </a:lnTo>
                    <a:lnTo>
                      <a:pt x="271323" y="10668"/>
                    </a:lnTo>
                    <a:lnTo>
                      <a:pt x="278803" y="5524"/>
                    </a:ln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090D28"/>
                </a:solidFill>
              </a:ln>
            </p:spPr>
          </p:sp>
          <p:sp>
            <p:nvSpPr>
              <p:cNvPr id="19" name="19 path">
                <a:extLst>
                  <a:ext uri="{FF2B5EF4-FFF2-40B4-BE49-F238E27FC236}">
                    <a16:creationId xmlns:a16="http://schemas.microsoft.com/office/drawing/2014/main" id="{BE0BD33F-F10E-3A65-6E6F-1612EEC85D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7200" y="1066800"/>
                <a:ext cx="285750" cy="42863"/>
              </a:xfrm>
              <a:custGeom>
                <a:avLst/>
                <a:gdLst/>
                <a:ahLst/>
                <a:cxnLst/>
                <a:rect l="0" t="0" r="0" b="0"/>
                <a:pathLst>
                  <a:path w="285750" h="42863">
                    <a:moveTo>
                      <a:pt x="0" y="0"/>
                    </a:moveTo>
                    <a:lnTo>
                      <a:pt x="6947" y="5524"/>
                    </a:lnTo>
                    <a:lnTo>
                      <a:pt x="14427" y="10668"/>
                    </a:lnTo>
                    <a:lnTo>
                      <a:pt x="22403" y="15431"/>
                    </a:lnTo>
                    <a:lnTo>
                      <a:pt x="30836" y="19812"/>
                    </a:lnTo>
                    <a:lnTo>
                      <a:pt x="39687" y="23813"/>
                    </a:lnTo>
                    <a:lnTo>
                      <a:pt x="48920" y="27432"/>
                    </a:lnTo>
                    <a:lnTo>
                      <a:pt x="58496" y="30670"/>
                    </a:lnTo>
                    <a:lnTo>
                      <a:pt x="68377" y="33528"/>
                    </a:lnTo>
                    <a:lnTo>
                      <a:pt x="78524" y="36004"/>
                    </a:lnTo>
                    <a:lnTo>
                      <a:pt x="88900" y="38100"/>
                    </a:lnTo>
                    <a:lnTo>
                      <a:pt x="99466" y="39814"/>
                    </a:lnTo>
                    <a:lnTo>
                      <a:pt x="110185" y="41148"/>
                    </a:lnTo>
                    <a:lnTo>
                      <a:pt x="121018" y="42101"/>
                    </a:lnTo>
                    <a:lnTo>
                      <a:pt x="131928" y="42672"/>
                    </a:lnTo>
                    <a:lnTo>
                      <a:pt x="142875" y="42863"/>
                    </a:lnTo>
                    <a:lnTo>
                      <a:pt x="153822" y="42672"/>
                    </a:lnTo>
                    <a:lnTo>
                      <a:pt x="164732" y="42101"/>
                    </a:lnTo>
                    <a:lnTo>
                      <a:pt x="175565" y="41148"/>
                    </a:lnTo>
                    <a:lnTo>
                      <a:pt x="186284" y="39815"/>
                    </a:lnTo>
                    <a:lnTo>
                      <a:pt x="196850" y="38100"/>
                    </a:lnTo>
                    <a:lnTo>
                      <a:pt x="207226" y="36005"/>
                    </a:lnTo>
                    <a:lnTo>
                      <a:pt x="217373" y="33528"/>
                    </a:lnTo>
                    <a:lnTo>
                      <a:pt x="227254" y="30670"/>
                    </a:lnTo>
                    <a:lnTo>
                      <a:pt x="236830" y="27432"/>
                    </a:lnTo>
                    <a:lnTo>
                      <a:pt x="246063" y="23813"/>
                    </a:lnTo>
                    <a:lnTo>
                      <a:pt x="254914" y="19812"/>
                    </a:lnTo>
                    <a:lnTo>
                      <a:pt x="263347" y="15431"/>
                    </a:lnTo>
                    <a:lnTo>
                      <a:pt x="271323" y="10668"/>
                    </a:lnTo>
                    <a:lnTo>
                      <a:pt x="278803" y="5524"/>
                    </a:ln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090D28"/>
                </a:solidFill>
              </a:ln>
            </p:spPr>
          </p:sp>
          <p:sp>
            <p:nvSpPr>
              <p:cNvPr id="20" name="20 ellipse">
                <a:extLst>
                  <a:ext uri="{FF2B5EF4-FFF2-40B4-BE49-F238E27FC236}">
                    <a16:creationId xmlns:a16="http://schemas.microsoft.com/office/drawing/2014/main" id="{63B358BE-4E59-FFAB-E96B-08E9E413F17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7200" y="828675"/>
                <a:ext cx="285750" cy="123825"/>
              </a:xfrm>
              <a:prstGeom prst="ellipse">
                <a:avLst/>
              </a:prstGeom>
              <a:solidFill>
                <a:srgbClr val="A4C3DC"/>
              </a:solidFill>
              <a:ln w="20955">
                <a:solidFill>
                  <a:srgbClr val="090D28"/>
                </a:solidFill>
              </a:ln>
            </p:spPr>
          </p:sp>
        </p:grpSp>
        <p:sp>
          <p:nvSpPr>
            <p:cNvPr id="21" name="21 Source Repository">
              <a:extLst>
                <a:ext uri="{FF2B5EF4-FFF2-40B4-BE49-F238E27FC236}">
                  <a16:creationId xmlns:a16="http://schemas.microsoft.com/office/drawing/2014/main" id="{268C44C7-C995-9EC0-D13A-10A179B7CE75}"/>
                </a:ext>
              </a:extLst>
            </p:cNvPr>
            <p:cNvSpPr>
              <a:spLocks/>
            </p:cNvSpPr>
            <p:nvPr/>
          </p:nvSpPr>
          <p:spPr>
            <a:xfrm>
              <a:off x="923925" y="847725"/>
              <a:ext cx="1771650" cy="27165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72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Source Repository</a:t>
              </a:r>
            </a:p>
          </p:txBody>
        </p:sp>
        <p:sp>
          <p:nvSpPr>
            <p:cNvPr id="22" name="22 (Training Project)">
              <a:extLst>
                <a:ext uri="{FF2B5EF4-FFF2-40B4-BE49-F238E27FC236}">
                  <a16:creationId xmlns:a16="http://schemas.microsoft.com/office/drawing/2014/main" id="{C7D779F1-946B-55BB-703B-A7B0C1E01317}"/>
                </a:ext>
              </a:extLst>
            </p:cNvPr>
            <p:cNvSpPr>
              <a:spLocks/>
            </p:cNvSpPr>
            <p:nvPr/>
          </p:nvSpPr>
          <p:spPr>
            <a:xfrm>
              <a:off x="2724150" y="866775"/>
              <a:ext cx="1638300" cy="25275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60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0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(Training Project)</a:t>
              </a:r>
            </a:p>
          </p:txBody>
        </p:sp>
        <p:sp>
          <p:nvSpPr>
            <p:cNvPr id="23" name="23 rect">
              <a:extLst>
                <a:ext uri="{FF2B5EF4-FFF2-40B4-BE49-F238E27FC236}">
                  <a16:creationId xmlns:a16="http://schemas.microsoft.com/office/drawing/2014/main" id="{01E3F01D-7B8B-039A-37EB-D7D1A4BCA37C}"/>
                </a:ext>
              </a:extLst>
            </p:cNvPr>
            <p:cNvSpPr>
              <a:spLocks/>
            </p:cNvSpPr>
            <p:nvPr/>
          </p:nvSpPr>
          <p:spPr>
            <a:xfrm>
              <a:off x="361950" y="1247775"/>
              <a:ext cx="4029075" cy="2286000"/>
            </a:xfrm>
            <a:prstGeom prst="roundRect">
              <a:avLst>
                <a:gd name="adj" fmla="val 4583"/>
              </a:avLst>
            </a:prstGeom>
            <a:solidFill>
              <a:srgbClr val="FFFFFF"/>
            </a:solidFill>
            <a:ln w="11430">
              <a:solidFill>
                <a:srgbClr val="738FA3"/>
              </a:solidFill>
            </a:ln>
          </p:spPr>
        </p:sp>
        <p:grpSp>
          <p:nvGrpSpPr>
            <p:cNvPr id="511" name="icon-folder-23">
              <a:extLst>
                <a:ext uri="{FF2B5EF4-FFF2-40B4-BE49-F238E27FC236}">
                  <a16:creationId xmlns:a16="http://schemas.microsoft.com/office/drawing/2014/main" id="{F32AF17F-D559-CA05-E20E-4EE81BC3750E}"/>
                </a:ext>
              </a:extLst>
            </p:cNvPr>
            <p:cNvGrpSpPr/>
            <p:nvPr/>
          </p:nvGrpSpPr>
          <p:grpSpPr>
            <a:xfrm>
              <a:off x="483156" y="1378744"/>
              <a:ext cx="186214" cy="136922"/>
              <a:chOff x="483156" y="1378744"/>
              <a:chExt cx="186214" cy="136922"/>
            </a:xfrm>
          </p:grpSpPr>
          <p:sp>
            <p:nvSpPr>
              <p:cNvPr id="24" name="24 path">
                <a:extLst>
                  <a:ext uri="{FF2B5EF4-FFF2-40B4-BE49-F238E27FC236}">
                    <a16:creationId xmlns:a16="http://schemas.microsoft.com/office/drawing/2014/main" id="{A0C1939D-E7B8-454C-3528-5359E83F18A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3156" y="1378744"/>
                <a:ext cx="186214" cy="136922"/>
              </a:xfrm>
              <a:custGeom>
                <a:avLst/>
                <a:gdLst/>
                <a:ahLst/>
                <a:cxnLst/>
                <a:rect l="0" t="0" r="0" b="0"/>
                <a:pathLst>
                  <a:path w="186214" h="136922">
                    <a:moveTo>
                      <a:pt x="0" y="0"/>
                    </a:moveTo>
                    <a:lnTo>
                      <a:pt x="65722" y="0"/>
                    </a:lnTo>
                    <a:lnTo>
                      <a:pt x="82153" y="21908"/>
                    </a:lnTo>
                    <a:lnTo>
                      <a:pt x="186214" y="21908"/>
                    </a:lnTo>
                    <a:lnTo>
                      <a:pt x="186214" y="136922"/>
                    </a:lnTo>
                    <a:lnTo>
                      <a:pt x="0" y="136922"/>
                    </a:lnTo>
                    <a:close/>
                  </a:path>
                </a:pathLst>
              </a:custGeom>
              <a:solidFill>
                <a:srgbClr val="D2ECFF"/>
              </a:solidFill>
              <a:ln w="10954">
                <a:solidFill>
                  <a:srgbClr val="003496"/>
                </a:solidFill>
              </a:ln>
            </p:spPr>
          </p:sp>
          <p:sp>
            <p:nvSpPr>
              <p:cNvPr id="25" name="25 path">
                <a:extLst>
                  <a:ext uri="{FF2B5EF4-FFF2-40B4-BE49-F238E27FC236}">
                    <a16:creationId xmlns:a16="http://schemas.microsoft.com/office/drawing/2014/main" id="{633B2B28-DA7E-2575-3855-35EDAA37B5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8633" y="1417082"/>
                <a:ext cx="175260" cy="98584"/>
              </a:xfrm>
              <a:custGeom>
                <a:avLst/>
                <a:gdLst/>
                <a:ahLst/>
                <a:cxnLst/>
                <a:rect l="0" t="0" r="0" b="0"/>
                <a:pathLst>
                  <a:path w="175260" h="98584">
                    <a:moveTo>
                      <a:pt x="0" y="0"/>
                    </a:moveTo>
                    <a:lnTo>
                      <a:pt x="175260" y="0"/>
                    </a:lnTo>
                    <a:lnTo>
                      <a:pt x="175260" y="98584"/>
                    </a:lnTo>
                    <a:lnTo>
                      <a:pt x="0" y="98584"/>
                    </a:lnTo>
                    <a:close/>
                  </a:path>
                </a:pathLst>
              </a:custGeom>
              <a:solidFill>
                <a:srgbClr val="F7FCFF"/>
              </a:solidFill>
              <a:ln w="7120">
                <a:solidFill>
                  <a:srgbClr val="003496"/>
                </a:solidFill>
              </a:ln>
            </p:spPr>
          </p:sp>
        </p:grpSp>
        <p:sp>
          <p:nvSpPr>
            <p:cNvPr id="26" name="26 my_project/">
              <a:extLst>
                <a:ext uri="{FF2B5EF4-FFF2-40B4-BE49-F238E27FC236}">
                  <a16:creationId xmlns:a16="http://schemas.microsoft.com/office/drawing/2014/main" id="{6EC3738B-3D1A-953D-710F-3B2A6C9F7B36}"/>
                </a:ext>
              </a:extLst>
            </p:cNvPr>
            <p:cNvSpPr>
              <a:spLocks/>
            </p:cNvSpPr>
            <p:nvPr/>
          </p:nvSpPr>
          <p:spPr>
            <a:xfrm>
              <a:off x="790575" y="1304925"/>
              <a:ext cx="1343025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my_project/</a:t>
              </a:r>
            </a:p>
          </p:txBody>
        </p:sp>
        <p:sp>
          <p:nvSpPr>
            <p:cNvPr id="27" name="27 path">
              <a:extLst>
                <a:ext uri="{FF2B5EF4-FFF2-40B4-BE49-F238E27FC236}">
                  <a16:creationId xmlns:a16="http://schemas.microsoft.com/office/drawing/2014/main" id="{A7908578-2F64-AF4B-D0F6-8D97999BADA7}"/>
                </a:ext>
              </a:extLst>
            </p:cNvPr>
            <p:cNvSpPr>
              <a:spLocks/>
            </p:cNvSpPr>
            <p:nvPr/>
          </p:nvSpPr>
          <p:spPr>
            <a:xfrm>
              <a:off x="552450" y="1562100"/>
              <a:ext cx="95" cy="1724025"/>
            </a:xfrm>
            <a:custGeom>
              <a:avLst/>
              <a:gdLst/>
              <a:ahLst/>
              <a:cxnLst/>
              <a:rect l="0" t="0" r="0" b="0"/>
              <a:pathLst>
                <a:path w="95" h="1724025">
                  <a:moveTo>
                    <a:pt x="0" y="0"/>
                  </a:moveTo>
                  <a:lnTo>
                    <a:pt x="0" y="1724025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sp>
          <p:nvSpPr>
            <p:cNvPr id="28" name="28 rect">
              <a:extLst>
                <a:ext uri="{FF2B5EF4-FFF2-40B4-BE49-F238E27FC236}">
                  <a16:creationId xmlns:a16="http://schemas.microsoft.com/office/drawing/2014/main" id="{361C17F8-85EA-7E7B-5D0C-6F32FD48B640}"/>
                </a:ext>
              </a:extLst>
            </p:cNvPr>
            <p:cNvSpPr>
              <a:spLocks/>
            </p:cNvSpPr>
            <p:nvPr/>
          </p:nvSpPr>
          <p:spPr>
            <a:xfrm>
              <a:off x="1009650" y="1628775"/>
              <a:ext cx="1095375" cy="295275"/>
            </a:xfrm>
            <a:prstGeom prst="roundRect">
              <a:avLst>
                <a:gd name="adj" fmla="val 19355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29" name="29 path">
              <a:extLst>
                <a:ext uri="{FF2B5EF4-FFF2-40B4-BE49-F238E27FC236}">
                  <a16:creationId xmlns:a16="http://schemas.microsoft.com/office/drawing/2014/main" id="{DC6098E3-C947-6E0B-3DDD-E5B70F311D41}"/>
                </a:ext>
              </a:extLst>
            </p:cNvPr>
            <p:cNvSpPr>
              <a:spLocks/>
            </p:cNvSpPr>
            <p:nvPr/>
          </p:nvSpPr>
          <p:spPr>
            <a:xfrm>
              <a:off x="552450" y="1771650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12" name="icon-python-29">
              <a:extLst>
                <a:ext uri="{FF2B5EF4-FFF2-40B4-BE49-F238E27FC236}">
                  <a16:creationId xmlns:a16="http://schemas.microsoft.com/office/drawing/2014/main" id="{DED8E94E-E18F-CCB3-BF2F-87B296B0F0E8}"/>
                </a:ext>
              </a:extLst>
            </p:cNvPr>
            <p:cNvGrpSpPr/>
            <p:nvPr/>
          </p:nvGrpSpPr>
          <p:grpSpPr>
            <a:xfrm>
              <a:off x="773430" y="1667113"/>
              <a:ext cx="200025" cy="218599"/>
              <a:chOff x="773430" y="1667113"/>
              <a:chExt cx="200025" cy="218599"/>
            </a:xfrm>
          </p:grpSpPr>
          <p:sp>
            <p:nvSpPr>
              <p:cNvPr id="30" name="30 path">
                <a:extLst>
                  <a:ext uri="{FF2B5EF4-FFF2-40B4-BE49-F238E27FC236}">
                    <a16:creationId xmlns:a16="http://schemas.microsoft.com/office/drawing/2014/main" id="{34D9E627-5D64-2635-6274-435A54E5E9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3430" y="1686401"/>
                <a:ext cx="114300" cy="173593"/>
              </a:xfrm>
              <a:custGeom>
                <a:avLst/>
                <a:gdLst/>
                <a:ahLst/>
                <a:cxnLst/>
                <a:rect l="0" t="0" r="0" b="0"/>
                <a:pathLst>
                  <a:path w="114300" h="173593">
                    <a:moveTo>
                      <a:pt x="17145" y="0"/>
                    </a:moveTo>
                    <a:lnTo>
                      <a:pt x="114300" y="0"/>
                    </a:lnTo>
                    <a:lnTo>
                      <a:pt x="114300" y="109299"/>
                    </a:lnTo>
                    <a:lnTo>
                      <a:pt x="62865" y="109299"/>
                    </a:lnTo>
                    <a:lnTo>
                      <a:pt x="62865" y="173593"/>
                    </a:lnTo>
                    <a:lnTo>
                      <a:pt x="0" y="173593"/>
                    </a:lnTo>
                    <a:lnTo>
                      <a:pt x="0" y="57864"/>
                    </a:lnTo>
                    <a:lnTo>
                      <a:pt x="17145" y="57864"/>
                    </a:lnTo>
                    <a:close/>
                  </a:path>
                </a:pathLst>
              </a:custGeom>
              <a:solidFill>
                <a:srgbClr val="4AAAE6"/>
              </a:solidFill>
              <a:ln w="10287">
                <a:solidFill>
                  <a:srgbClr val="003496"/>
                </a:solidFill>
              </a:ln>
            </p:spPr>
          </p:sp>
          <p:sp>
            <p:nvSpPr>
              <p:cNvPr id="31" name="31 path">
                <a:extLst>
                  <a:ext uri="{FF2B5EF4-FFF2-40B4-BE49-F238E27FC236}">
                    <a16:creationId xmlns:a16="http://schemas.microsoft.com/office/drawing/2014/main" id="{764F6029-8D78-B87F-5020-1B8288207CA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7725" y="1667113"/>
                <a:ext cx="125730" cy="218599"/>
              </a:xfrm>
              <a:custGeom>
                <a:avLst/>
                <a:gdLst/>
                <a:ahLst/>
                <a:cxnLst/>
                <a:rect l="0" t="0" r="0" b="0"/>
                <a:pathLst>
                  <a:path w="125730" h="218599">
                    <a:moveTo>
                      <a:pt x="22860" y="64294"/>
                    </a:moveTo>
                    <a:lnTo>
                      <a:pt x="85725" y="64294"/>
                    </a:lnTo>
                    <a:lnTo>
                      <a:pt x="85725" y="0"/>
                    </a:lnTo>
                    <a:lnTo>
                      <a:pt x="125730" y="0"/>
                    </a:lnTo>
                    <a:lnTo>
                      <a:pt x="125730" y="141446"/>
                    </a:lnTo>
                    <a:lnTo>
                      <a:pt x="85725" y="141446"/>
                    </a:lnTo>
                    <a:lnTo>
                      <a:pt x="85725" y="218599"/>
                    </a:lnTo>
                    <a:lnTo>
                      <a:pt x="0" y="218599"/>
                    </a:lnTo>
                    <a:lnTo>
                      <a:pt x="0" y="122158"/>
                    </a:lnTo>
                    <a:lnTo>
                      <a:pt x="22860" y="122158"/>
                    </a:lnTo>
                    <a:close/>
                  </a:path>
                </a:pathLst>
              </a:custGeom>
              <a:solidFill>
                <a:srgbClr val="FFD936"/>
              </a:solidFill>
              <a:ln w="9144">
                <a:solidFill>
                  <a:srgbClr val="003496"/>
                </a:solidFill>
              </a:ln>
            </p:spPr>
          </p:sp>
          <p:sp>
            <p:nvSpPr>
              <p:cNvPr id="32" name="32 ellipse">
                <a:extLst>
                  <a:ext uri="{FF2B5EF4-FFF2-40B4-BE49-F238E27FC236}">
                    <a16:creationId xmlns:a16="http://schemas.microsoft.com/office/drawing/2014/main" id="{1754A480-A7E0-A72F-0C23-519F7B2DCE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3435" y="1712119"/>
                <a:ext cx="11430" cy="12859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33" name="33 ellipse">
                <a:extLst>
                  <a:ext uri="{FF2B5EF4-FFF2-40B4-BE49-F238E27FC236}">
                    <a16:creationId xmlns:a16="http://schemas.microsoft.com/office/drawing/2014/main" id="{96771BD8-D2B4-00A3-DDE0-D08BA86110E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22020" y="1827848"/>
                <a:ext cx="11430" cy="12859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34" name="34 train.py">
              <a:extLst>
                <a:ext uri="{FF2B5EF4-FFF2-40B4-BE49-F238E27FC236}">
                  <a16:creationId xmlns:a16="http://schemas.microsoft.com/office/drawing/2014/main" id="{B6136F20-21AB-9AB0-333C-0DD9E545A26B}"/>
                </a:ext>
              </a:extLst>
            </p:cNvPr>
            <p:cNvSpPr>
              <a:spLocks/>
            </p:cNvSpPr>
            <p:nvPr/>
          </p:nvSpPr>
          <p:spPr>
            <a:xfrm>
              <a:off x="1152525" y="1638300"/>
              <a:ext cx="9620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35" name="35 rect">
              <a:extLst>
                <a:ext uri="{FF2B5EF4-FFF2-40B4-BE49-F238E27FC236}">
                  <a16:creationId xmlns:a16="http://schemas.microsoft.com/office/drawing/2014/main" id="{22D15665-76FC-B432-565D-C1F93DAEF99F}"/>
                </a:ext>
              </a:extLst>
            </p:cNvPr>
            <p:cNvSpPr>
              <a:spLocks/>
            </p:cNvSpPr>
            <p:nvPr/>
          </p:nvSpPr>
          <p:spPr>
            <a:xfrm>
              <a:off x="1009650" y="1962150"/>
              <a:ext cx="1095375" cy="295275"/>
            </a:xfrm>
            <a:prstGeom prst="roundRect">
              <a:avLst>
                <a:gd name="adj" fmla="val 19355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36" name="36 path">
              <a:extLst>
                <a:ext uri="{FF2B5EF4-FFF2-40B4-BE49-F238E27FC236}">
                  <a16:creationId xmlns:a16="http://schemas.microsoft.com/office/drawing/2014/main" id="{B693E4E2-F52E-E5F8-6CEF-04A81155605C}"/>
                </a:ext>
              </a:extLst>
            </p:cNvPr>
            <p:cNvSpPr>
              <a:spLocks/>
            </p:cNvSpPr>
            <p:nvPr/>
          </p:nvSpPr>
          <p:spPr>
            <a:xfrm>
              <a:off x="552450" y="2105025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13" name="icon-document-36">
              <a:extLst>
                <a:ext uri="{FF2B5EF4-FFF2-40B4-BE49-F238E27FC236}">
                  <a16:creationId xmlns:a16="http://schemas.microsoft.com/office/drawing/2014/main" id="{7970538A-0EE4-1A33-A590-9B87DCA88ED5}"/>
                </a:ext>
              </a:extLst>
            </p:cNvPr>
            <p:cNvGrpSpPr/>
            <p:nvPr/>
          </p:nvGrpSpPr>
          <p:grpSpPr>
            <a:xfrm>
              <a:off x="807720" y="1994059"/>
              <a:ext cx="148590" cy="231458"/>
              <a:chOff x="807720" y="1994059"/>
              <a:chExt cx="148590" cy="231458"/>
            </a:xfrm>
          </p:grpSpPr>
          <p:sp>
            <p:nvSpPr>
              <p:cNvPr id="37" name="37 path">
                <a:extLst>
                  <a:ext uri="{FF2B5EF4-FFF2-40B4-BE49-F238E27FC236}">
                    <a16:creationId xmlns:a16="http://schemas.microsoft.com/office/drawing/2014/main" id="{A4D60FE6-E44F-4BA8-3E39-6066CC2F1AF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7720" y="1994059"/>
                <a:ext cx="148590" cy="231458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8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8"/>
                    </a:lnTo>
                    <a:lnTo>
                      <a:pt x="0" y="231458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38" name="38 path">
                <a:extLst>
                  <a:ext uri="{FF2B5EF4-FFF2-40B4-BE49-F238E27FC236}">
                    <a16:creationId xmlns:a16="http://schemas.microsoft.com/office/drawing/2014/main" id="{B35A6C85-7D64-A1E9-DC8B-4246BF95A5D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4875" y="1994059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39" name="39 path">
                <a:extLst>
                  <a:ext uri="{FF2B5EF4-FFF2-40B4-BE49-F238E27FC236}">
                    <a16:creationId xmlns:a16="http://schemas.microsoft.com/office/drawing/2014/main" id="{49E4D572-0D8A-2FFF-7BB9-BABB30DC380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09692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0" name="40 path">
                <a:extLst>
                  <a:ext uri="{FF2B5EF4-FFF2-40B4-BE49-F238E27FC236}">
                    <a16:creationId xmlns:a16="http://schemas.microsoft.com/office/drawing/2014/main" id="{91F20818-FD15-E8AE-B88D-813B6AB6BE6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129076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1" name="41 path">
                <a:extLst>
                  <a:ext uri="{FF2B5EF4-FFF2-40B4-BE49-F238E27FC236}">
                    <a16:creationId xmlns:a16="http://schemas.microsoft.com/office/drawing/2014/main" id="{4BBA53A9-B0CF-489A-8799-9D1515F4BD9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161223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2" name="42 path">
                <a:extLst>
                  <a:ext uri="{FF2B5EF4-FFF2-40B4-BE49-F238E27FC236}">
                    <a16:creationId xmlns:a16="http://schemas.microsoft.com/office/drawing/2014/main" id="{2563490E-C799-2BE2-F4FE-3C040F09B1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19336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43" name="43 model.py">
              <a:extLst>
                <a:ext uri="{FF2B5EF4-FFF2-40B4-BE49-F238E27FC236}">
                  <a16:creationId xmlns:a16="http://schemas.microsoft.com/office/drawing/2014/main" id="{53C9696D-49E5-9B18-81FB-CDA7F7CB3156}"/>
                </a:ext>
              </a:extLst>
            </p:cNvPr>
            <p:cNvSpPr>
              <a:spLocks/>
            </p:cNvSpPr>
            <p:nvPr/>
          </p:nvSpPr>
          <p:spPr>
            <a:xfrm>
              <a:off x="1152525" y="1971675"/>
              <a:ext cx="9620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model.py</a:t>
              </a:r>
            </a:p>
          </p:txBody>
        </p:sp>
        <p:sp>
          <p:nvSpPr>
            <p:cNvPr id="44" name="44 rect">
              <a:extLst>
                <a:ext uri="{FF2B5EF4-FFF2-40B4-BE49-F238E27FC236}">
                  <a16:creationId xmlns:a16="http://schemas.microsoft.com/office/drawing/2014/main" id="{24993880-B978-FF4A-681B-3AC2799AAA4E}"/>
                </a:ext>
              </a:extLst>
            </p:cNvPr>
            <p:cNvSpPr>
              <a:spLocks/>
            </p:cNvSpPr>
            <p:nvPr/>
          </p:nvSpPr>
          <p:spPr>
            <a:xfrm>
              <a:off x="1009650" y="2295525"/>
              <a:ext cx="1095375" cy="295275"/>
            </a:xfrm>
            <a:prstGeom prst="roundRect">
              <a:avLst>
                <a:gd name="adj" fmla="val 19355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45" name="45 path">
              <a:extLst>
                <a:ext uri="{FF2B5EF4-FFF2-40B4-BE49-F238E27FC236}">
                  <a16:creationId xmlns:a16="http://schemas.microsoft.com/office/drawing/2014/main" id="{18234272-230B-6875-5683-CD5BD6A0474B}"/>
                </a:ext>
              </a:extLst>
            </p:cNvPr>
            <p:cNvSpPr>
              <a:spLocks/>
            </p:cNvSpPr>
            <p:nvPr/>
          </p:nvSpPr>
          <p:spPr>
            <a:xfrm>
              <a:off x="552450" y="2438400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14" name="icon-document-45">
              <a:extLst>
                <a:ext uri="{FF2B5EF4-FFF2-40B4-BE49-F238E27FC236}">
                  <a16:creationId xmlns:a16="http://schemas.microsoft.com/office/drawing/2014/main" id="{3493D599-114A-AB7E-B265-B48E2BAEA75A}"/>
                </a:ext>
              </a:extLst>
            </p:cNvPr>
            <p:cNvGrpSpPr/>
            <p:nvPr/>
          </p:nvGrpSpPr>
          <p:grpSpPr>
            <a:xfrm>
              <a:off x="807720" y="2327434"/>
              <a:ext cx="148590" cy="231457"/>
              <a:chOff x="807720" y="2327434"/>
              <a:chExt cx="148590" cy="231457"/>
            </a:xfrm>
          </p:grpSpPr>
          <p:sp>
            <p:nvSpPr>
              <p:cNvPr id="46" name="46 path">
                <a:extLst>
                  <a:ext uri="{FF2B5EF4-FFF2-40B4-BE49-F238E27FC236}">
                    <a16:creationId xmlns:a16="http://schemas.microsoft.com/office/drawing/2014/main" id="{A1C659E9-4728-A01F-D95C-A98DAB058D6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7720" y="2327434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47" name="47 path">
                <a:extLst>
                  <a:ext uri="{FF2B5EF4-FFF2-40B4-BE49-F238E27FC236}">
                    <a16:creationId xmlns:a16="http://schemas.microsoft.com/office/drawing/2014/main" id="{4B402EE9-EDFA-4FE0-5982-AD7BA9B603E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4875" y="2327434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8" name="48 path">
                <a:extLst>
                  <a:ext uri="{FF2B5EF4-FFF2-40B4-BE49-F238E27FC236}">
                    <a16:creationId xmlns:a16="http://schemas.microsoft.com/office/drawing/2014/main" id="{D5DA06CC-2754-4AA1-CBC7-181276FC4B2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430304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9" name="49 path">
                <a:extLst>
                  <a:ext uri="{FF2B5EF4-FFF2-40B4-BE49-F238E27FC236}">
                    <a16:creationId xmlns:a16="http://schemas.microsoft.com/office/drawing/2014/main" id="{6E4D3F34-9FED-E09E-E1F0-FA5B70B068C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462451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50" name="50 path">
                <a:extLst>
                  <a:ext uri="{FF2B5EF4-FFF2-40B4-BE49-F238E27FC236}">
                    <a16:creationId xmlns:a16="http://schemas.microsoft.com/office/drawing/2014/main" id="{7D1A95CB-E407-3471-8C1A-2B6175BB4F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494598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51" name="51 path">
                <a:extLst>
                  <a:ext uri="{FF2B5EF4-FFF2-40B4-BE49-F238E27FC236}">
                    <a16:creationId xmlns:a16="http://schemas.microsoft.com/office/drawing/2014/main" id="{E86B94F0-27EA-6DB6-3076-463C0EEBA5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526744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52" name="52 data.py">
              <a:extLst>
                <a:ext uri="{FF2B5EF4-FFF2-40B4-BE49-F238E27FC236}">
                  <a16:creationId xmlns:a16="http://schemas.microsoft.com/office/drawing/2014/main" id="{ED82B1B3-374C-6F99-4BB3-E563B9D1F0FF}"/>
                </a:ext>
              </a:extLst>
            </p:cNvPr>
            <p:cNvSpPr>
              <a:spLocks/>
            </p:cNvSpPr>
            <p:nvPr/>
          </p:nvSpPr>
          <p:spPr>
            <a:xfrm>
              <a:off x="1152525" y="2305050"/>
              <a:ext cx="9620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data.py</a:t>
              </a:r>
            </a:p>
          </p:txBody>
        </p:sp>
        <p:sp>
          <p:nvSpPr>
            <p:cNvPr id="53" name="53 rect">
              <a:extLst>
                <a:ext uri="{FF2B5EF4-FFF2-40B4-BE49-F238E27FC236}">
                  <a16:creationId xmlns:a16="http://schemas.microsoft.com/office/drawing/2014/main" id="{BC6B43A7-1E24-72B3-758B-E6521A2EB6BD}"/>
                </a:ext>
              </a:extLst>
            </p:cNvPr>
            <p:cNvSpPr>
              <a:spLocks/>
            </p:cNvSpPr>
            <p:nvPr/>
          </p:nvSpPr>
          <p:spPr>
            <a:xfrm>
              <a:off x="1009650" y="2628900"/>
              <a:ext cx="1095375" cy="295275"/>
            </a:xfrm>
            <a:prstGeom prst="roundRect">
              <a:avLst>
                <a:gd name="adj" fmla="val 19355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54" name="54 path">
              <a:extLst>
                <a:ext uri="{FF2B5EF4-FFF2-40B4-BE49-F238E27FC236}">
                  <a16:creationId xmlns:a16="http://schemas.microsoft.com/office/drawing/2014/main" id="{CF389723-0ADD-B5A3-6C10-B340BFFA8D02}"/>
                </a:ext>
              </a:extLst>
            </p:cNvPr>
            <p:cNvSpPr>
              <a:spLocks/>
            </p:cNvSpPr>
            <p:nvPr/>
          </p:nvSpPr>
          <p:spPr>
            <a:xfrm>
              <a:off x="552450" y="2771775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15" name="icon-document-54">
              <a:extLst>
                <a:ext uri="{FF2B5EF4-FFF2-40B4-BE49-F238E27FC236}">
                  <a16:creationId xmlns:a16="http://schemas.microsoft.com/office/drawing/2014/main" id="{5568ECB0-A746-F112-3303-509292827059}"/>
                </a:ext>
              </a:extLst>
            </p:cNvPr>
            <p:cNvGrpSpPr/>
            <p:nvPr/>
          </p:nvGrpSpPr>
          <p:grpSpPr>
            <a:xfrm>
              <a:off x="807720" y="2660809"/>
              <a:ext cx="148590" cy="231457"/>
              <a:chOff x="807720" y="2660809"/>
              <a:chExt cx="148590" cy="231457"/>
            </a:xfrm>
          </p:grpSpPr>
          <p:sp>
            <p:nvSpPr>
              <p:cNvPr id="55" name="55 path">
                <a:extLst>
                  <a:ext uri="{FF2B5EF4-FFF2-40B4-BE49-F238E27FC236}">
                    <a16:creationId xmlns:a16="http://schemas.microsoft.com/office/drawing/2014/main" id="{58BD78D6-13F9-5368-7AE2-4378788599C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7720" y="2660809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56" name="56 path">
                <a:extLst>
                  <a:ext uri="{FF2B5EF4-FFF2-40B4-BE49-F238E27FC236}">
                    <a16:creationId xmlns:a16="http://schemas.microsoft.com/office/drawing/2014/main" id="{F9651814-1E57-D7F5-C862-4B83228A230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4875" y="2660809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57" name="57 path">
                <a:extLst>
                  <a:ext uri="{FF2B5EF4-FFF2-40B4-BE49-F238E27FC236}">
                    <a16:creationId xmlns:a16="http://schemas.microsoft.com/office/drawing/2014/main" id="{F76E14BB-9197-5E8A-92FB-3D94FC14AE0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76367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58" name="58 path">
                <a:extLst>
                  <a:ext uri="{FF2B5EF4-FFF2-40B4-BE49-F238E27FC236}">
                    <a16:creationId xmlns:a16="http://schemas.microsoft.com/office/drawing/2014/main" id="{DE3D358A-9F73-F838-940C-0CE04225760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795826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59" name="59 path">
                <a:extLst>
                  <a:ext uri="{FF2B5EF4-FFF2-40B4-BE49-F238E27FC236}">
                    <a16:creationId xmlns:a16="http://schemas.microsoft.com/office/drawing/2014/main" id="{0C3E82CF-B141-FF6A-46A1-7A9B9785707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827973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60" name="60 path">
                <a:extLst>
                  <a:ext uri="{FF2B5EF4-FFF2-40B4-BE49-F238E27FC236}">
                    <a16:creationId xmlns:a16="http://schemas.microsoft.com/office/drawing/2014/main" id="{5CC868F4-3B40-F271-ABF5-2C97915BE86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286011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61" name="61 utils.py">
              <a:extLst>
                <a:ext uri="{FF2B5EF4-FFF2-40B4-BE49-F238E27FC236}">
                  <a16:creationId xmlns:a16="http://schemas.microsoft.com/office/drawing/2014/main" id="{6D585CDF-EDF8-9241-F25C-1E05F023BA06}"/>
                </a:ext>
              </a:extLst>
            </p:cNvPr>
            <p:cNvSpPr>
              <a:spLocks/>
            </p:cNvSpPr>
            <p:nvPr/>
          </p:nvSpPr>
          <p:spPr>
            <a:xfrm>
              <a:off x="1152525" y="2638425"/>
              <a:ext cx="9620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utils.py</a:t>
              </a:r>
            </a:p>
          </p:txBody>
        </p:sp>
        <p:sp>
          <p:nvSpPr>
            <p:cNvPr id="62" name="62 rect">
              <a:extLst>
                <a:ext uri="{FF2B5EF4-FFF2-40B4-BE49-F238E27FC236}">
                  <a16:creationId xmlns:a16="http://schemas.microsoft.com/office/drawing/2014/main" id="{CC26EA85-802F-203D-CF1F-65E6AFA059BB}"/>
                </a:ext>
              </a:extLst>
            </p:cNvPr>
            <p:cNvSpPr>
              <a:spLocks/>
            </p:cNvSpPr>
            <p:nvPr/>
          </p:nvSpPr>
          <p:spPr>
            <a:xfrm>
              <a:off x="1009650" y="2962275"/>
              <a:ext cx="1095375" cy="295275"/>
            </a:xfrm>
            <a:prstGeom prst="roundRect">
              <a:avLst>
                <a:gd name="adj" fmla="val 19355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63" name="63 path">
              <a:extLst>
                <a:ext uri="{FF2B5EF4-FFF2-40B4-BE49-F238E27FC236}">
                  <a16:creationId xmlns:a16="http://schemas.microsoft.com/office/drawing/2014/main" id="{054F8A9F-33E3-0ADB-7786-BA02EBEC4C9C}"/>
                </a:ext>
              </a:extLst>
            </p:cNvPr>
            <p:cNvSpPr>
              <a:spLocks/>
            </p:cNvSpPr>
            <p:nvPr/>
          </p:nvSpPr>
          <p:spPr>
            <a:xfrm>
              <a:off x="552450" y="3105150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16" name="icon-config-63">
              <a:extLst>
                <a:ext uri="{FF2B5EF4-FFF2-40B4-BE49-F238E27FC236}">
                  <a16:creationId xmlns:a16="http://schemas.microsoft.com/office/drawing/2014/main" id="{9F864244-3D68-0124-D110-0D4B45A08EC0}"/>
                </a:ext>
              </a:extLst>
            </p:cNvPr>
            <p:cNvGrpSpPr/>
            <p:nvPr/>
          </p:nvGrpSpPr>
          <p:grpSpPr>
            <a:xfrm>
              <a:off x="807720" y="2994184"/>
              <a:ext cx="148590" cy="231457"/>
              <a:chOff x="807720" y="2994184"/>
              <a:chExt cx="148590" cy="231457"/>
            </a:xfrm>
          </p:grpSpPr>
          <p:sp>
            <p:nvSpPr>
              <p:cNvPr id="64" name="64 path">
                <a:extLst>
                  <a:ext uri="{FF2B5EF4-FFF2-40B4-BE49-F238E27FC236}">
                    <a16:creationId xmlns:a16="http://schemas.microsoft.com/office/drawing/2014/main" id="{BA6A5C39-9DE4-E8AC-0A46-B9BA61E316A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7720" y="2994184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92302D"/>
                </a:solidFill>
              </a:ln>
            </p:spPr>
          </p:sp>
          <p:sp>
            <p:nvSpPr>
              <p:cNvPr id="65" name="65 path">
                <a:extLst>
                  <a:ext uri="{FF2B5EF4-FFF2-40B4-BE49-F238E27FC236}">
                    <a16:creationId xmlns:a16="http://schemas.microsoft.com/office/drawing/2014/main" id="{8A1A236B-2B5D-EA2F-9029-06A9BC914A9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4875" y="2994184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  <p:sp>
            <p:nvSpPr>
              <p:cNvPr id="66" name="66 path">
                <a:extLst>
                  <a:ext uri="{FF2B5EF4-FFF2-40B4-BE49-F238E27FC236}">
                    <a16:creationId xmlns:a16="http://schemas.microsoft.com/office/drawing/2014/main" id="{4F42874C-61BD-9DD3-8A05-7EACC9BDF5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3097054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  <p:sp>
            <p:nvSpPr>
              <p:cNvPr id="67" name="67 path">
                <a:extLst>
                  <a:ext uri="{FF2B5EF4-FFF2-40B4-BE49-F238E27FC236}">
                    <a16:creationId xmlns:a16="http://schemas.microsoft.com/office/drawing/2014/main" id="{AC3B3A8A-B749-D71C-7B64-1674DC57ACA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3129201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  <p:sp>
            <p:nvSpPr>
              <p:cNvPr id="68" name="68 path">
                <a:extLst>
                  <a:ext uri="{FF2B5EF4-FFF2-40B4-BE49-F238E27FC236}">
                    <a16:creationId xmlns:a16="http://schemas.microsoft.com/office/drawing/2014/main" id="{44965F34-AF43-8976-0BBE-37B2F3BE33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3161348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  <p:sp>
            <p:nvSpPr>
              <p:cNvPr id="69" name="69 path">
                <a:extLst>
                  <a:ext uri="{FF2B5EF4-FFF2-40B4-BE49-F238E27FC236}">
                    <a16:creationId xmlns:a16="http://schemas.microsoft.com/office/drawing/2014/main" id="{AC4EBB6D-D0BE-ABFA-5572-FAD16159056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6295" y="3193494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</p:grpSp>
        <p:sp>
          <p:nvSpPr>
            <p:cNvPr id="70" name="70 config.yaml">
              <a:extLst>
                <a:ext uri="{FF2B5EF4-FFF2-40B4-BE49-F238E27FC236}">
                  <a16:creationId xmlns:a16="http://schemas.microsoft.com/office/drawing/2014/main" id="{ED72341D-AC26-7442-CBFB-2876F1949190}"/>
                </a:ext>
              </a:extLst>
            </p:cNvPr>
            <p:cNvSpPr>
              <a:spLocks/>
            </p:cNvSpPr>
            <p:nvPr/>
          </p:nvSpPr>
          <p:spPr>
            <a:xfrm>
              <a:off x="1152525" y="2971800"/>
              <a:ext cx="9620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config.yaml</a:t>
              </a:r>
            </a:p>
          </p:txBody>
        </p:sp>
        <p:sp>
          <p:nvSpPr>
            <p:cNvPr id="71" name="71 …">
              <a:extLst>
                <a:ext uri="{FF2B5EF4-FFF2-40B4-BE49-F238E27FC236}">
                  <a16:creationId xmlns:a16="http://schemas.microsoft.com/office/drawing/2014/main" id="{1D6F9334-966F-5002-8C34-4CEE8DEB5F88}"/>
                </a:ext>
              </a:extLst>
            </p:cNvPr>
            <p:cNvSpPr>
              <a:spLocks/>
            </p:cNvSpPr>
            <p:nvPr/>
          </p:nvSpPr>
          <p:spPr>
            <a:xfrm>
              <a:off x="762000" y="3228975"/>
              <a:ext cx="476250" cy="190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72" name="72 rect">
              <a:extLst>
                <a:ext uri="{FF2B5EF4-FFF2-40B4-BE49-F238E27FC236}">
                  <a16:creationId xmlns:a16="http://schemas.microsoft.com/office/drawing/2014/main" id="{2BAC1D8C-15CE-4B09-9D29-F7FB75A80313}"/>
                </a:ext>
              </a:extLst>
            </p:cNvPr>
            <p:cNvSpPr>
              <a:spLocks/>
            </p:cNvSpPr>
            <p:nvPr/>
          </p:nvSpPr>
          <p:spPr>
            <a:xfrm>
              <a:off x="2228850" y="1352550"/>
              <a:ext cx="2057400" cy="2066925"/>
            </a:xfrm>
            <a:prstGeom prst="roundRect">
              <a:avLst>
                <a:gd name="adj" fmla="val 3704"/>
              </a:avLst>
            </a:prstGeom>
            <a:solidFill>
              <a:srgbClr val="F7FAFE"/>
            </a:solidFill>
            <a:ln w="5715">
              <a:solidFill>
                <a:srgbClr val="DCE6F1"/>
              </a:solidFill>
            </a:ln>
          </p:spPr>
        </p:sp>
        <p:sp>
          <p:nvSpPr>
            <p:cNvPr id="73" name="73 rect">
              <a:extLst>
                <a:ext uri="{FF2B5EF4-FFF2-40B4-BE49-F238E27FC236}">
                  <a16:creationId xmlns:a16="http://schemas.microsoft.com/office/drawing/2014/main" id="{A3028F96-2967-544B-D15A-40928DCEB50B}"/>
                </a:ext>
              </a:extLst>
            </p:cNvPr>
            <p:cNvSpPr>
              <a:spLocks/>
            </p:cNvSpPr>
            <p:nvPr/>
          </p:nvSpPr>
          <p:spPr>
            <a:xfrm>
              <a:off x="2228850" y="1352550"/>
              <a:ext cx="2057400" cy="276225"/>
            </a:xfrm>
            <a:prstGeom prst="roundRect">
              <a:avLst>
                <a:gd name="adj" fmla="val 27586"/>
              </a:avLst>
            </a:prstGeom>
            <a:solidFill>
              <a:srgbClr val="E7EDF3"/>
            </a:solidFill>
            <a:ln w="0">
              <a:noFill/>
            </a:ln>
          </p:spPr>
        </p:sp>
        <p:sp>
          <p:nvSpPr>
            <p:cNvPr id="74" name="74 train.py">
              <a:extLst>
                <a:ext uri="{FF2B5EF4-FFF2-40B4-BE49-F238E27FC236}">
                  <a16:creationId xmlns:a16="http://schemas.microsoft.com/office/drawing/2014/main" id="{FFB56100-675E-D834-38C2-362EE023570B}"/>
                </a:ext>
              </a:extLst>
            </p:cNvPr>
            <p:cNvSpPr>
              <a:spLocks/>
            </p:cNvSpPr>
            <p:nvPr/>
          </p:nvSpPr>
          <p:spPr>
            <a:xfrm>
              <a:off x="2362200" y="1381125"/>
              <a:ext cx="1762125" cy="22440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75" name="75 def train(model, loader):">
              <a:extLst>
                <a:ext uri="{FF2B5EF4-FFF2-40B4-BE49-F238E27FC236}">
                  <a16:creationId xmlns:a16="http://schemas.microsoft.com/office/drawing/2014/main" id="{EF1FC3E7-C12B-762C-4012-A6879503BE2A}"/>
                </a:ext>
              </a:extLst>
            </p:cNvPr>
            <p:cNvSpPr>
              <a:spLocks/>
            </p:cNvSpPr>
            <p:nvPr/>
          </p:nvSpPr>
          <p:spPr>
            <a:xfrm>
              <a:off x="2343150" y="1695450"/>
              <a:ext cx="1952625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def train(model, loader):</a:t>
              </a:r>
            </a:p>
          </p:txBody>
        </p:sp>
        <p:sp>
          <p:nvSpPr>
            <p:cNvPr id="76" name="76     model.train()">
              <a:extLst>
                <a:ext uri="{FF2B5EF4-FFF2-40B4-BE49-F238E27FC236}">
                  <a16:creationId xmlns:a16="http://schemas.microsoft.com/office/drawing/2014/main" id="{5685EBAB-6D4D-837F-FE70-B55EDE71A046}"/>
                </a:ext>
              </a:extLst>
            </p:cNvPr>
            <p:cNvSpPr>
              <a:spLocks/>
            </p:cNvSpPr>
            <p:nvPr/>
          </p:nvSpPr>
          <p:spPr>
            <a:xfrm>
              <a:off x="2343150" y="1887855"/>
              <a:ext cx="1952625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model.train()</a:t>
              </a:r>
            </a:p>
          </p:txBody>
        </p:sp>
        <p:sp>
          <p:nvSpPr>
            <p:cNvPr id="77" name="77     for x, y in loader:">
              <a:extLst>
                <a:ext uri="{FF2B5EF4-FFF2-40B4-BE49-F238E27FC236}">
                  <a16:creationId xmlns:a16="http://schemas.microsoft.com/office/drawing/2014/main" id="{C06669BB-A50B-BBF3-6928-CFD3EE302DED}"/>
                </a:ext>
              </a:extLst>
            </p:cNvPr>
            <p:cNvSpPr>
              <a:spLocks/>
            </p:cNvSpPr>
            <p:nvPr/>
          </p:nvSpPr>
          <p:spPr>
            <a:xfrm>
              <a:off x="2343150" y="2080260"/>
              <a:ext cx="1952625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for x, y in loader:</a:t>
              </a:r>
            </a:p>
          </p:txBody>
        </p:sp>
        <p:sp>
          <p:nvSpPr>
            <p:cNvPr id="78" name="78         optim.zero_grad()">
              <a:extLst>
                <a:ext uri="{FF2B5EF4-FFF2-40B4-BE49-F238E27FC236}">
                  <a16:creationId xmlns:a16="http://schemas.microsoft.com/office/drawing/2014/main" id="{42E856A9-5635-87B5-21B4-C6CEC87F5933}"/>
                </a:ext>
              </a:extLst>
            </p:cNvPr>
            <p:cNvSpPr>
              <a:spLocks/>
            </p:cNvSpPr>
            <p:nvPr/>
          </p:nvSpPr>
          <p:spPr>
            <a:xfrm>
              <a:off x="2343150" y="2272665"/>
              <a:ext cx="1952625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    optim.zero_grad()</a:t>
              </a:r>
            </a:p>
          </p:txBody>
        </p:sp>
        <p:sp>
          <p:nvSpPr>
            <p:cNvPr id="79" name="79         loss = model(x, y)">
              <a:extLst>
                <a:ext uri="{FF2B5EF4-FFF2-40B4-BE49-F238E27FC236}">
                  <a16:creationId xmlns:a16="http://schemas.microsoft.com/office/drawing/2014/main" id="{8E7CAC0C-1534-FBC6-6D74-6F0162E5024B}"/>
                </a:ext>
              </a:extLst>
            </p:cNvPr>
            <p:cNvSpPr>
              <a:spLocks/>
            </p:cNvSpPr>
            <p:nvPr/>
          </p:nvSpPr>
          <p:spPr>
            <a:xfrm>
              <a:off x="2343150" y="2465070"/>
              <a:ext cx="1952625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dirty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    loss = model(x, y)</a:t>
              </a:r>
            </a:p>
          </p:txBody>
        </p:sp>
        <p:sp>
          <p:nvSpPr>
            <p:cNvPr id="80" name="80         loss.backward()">
              <a:extLst>
                <a:ext uri="{FF2B5EF4-FFF2-40B4-BE49-F238E27FC236}">
                  <a16:creationId xmlns:a16="http://schemas.microsoft.com/office/drawing/2014/main" id="{848350DB-BBA3-F7A9-A978-FB29214590F9}"/>
                </a:ext>
              </a:extLst>
            </p:cNvPr>
            <p:cNvSpPr>
              <a:spLocks/>
            </p:cNvSpPr>
            <p:nvPr/>
          </p:nvSpPr>
          <p:spPr>
            <a:xfrm>
              <a:off x="2343150" y="2657475"/>
              <a:ext cx="1952625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    loss.backward()</a:t>
              </a:r>
            </a:p>
          </p:txBody>
        </p:sp>
        <p:sp>
          <p:nvSpPr>
            <p:cNvPr id="81" name="81         optim.step()">
              <a:extLst>
                <a:ext uri="{FF2B5EF4-FFF2-40B4-BE49-F238E27FC236}">
                  <a16:creationId xmlns:a16="http://schemas.microsoft.com/office/drawing/2014/main" id="{AB75EAEA-AC66-4E8E-C0A9-5F71B69DD435}"/>
                </a:ext>
              </a:extLst>
            </p:cNvPr>
            <p:cNvSpPr>
              <a:spLocks/>
            </p:cNvSpPr>
            <p:nvPr/>
          </p:nvSpPr>
          <p:spPr>
            <a:xfrm>
              <a:off x="2343150" y="2849880"/>
              <a:ext cx="1952625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    optim.step()</a:t>
              </a:r>
            </a:p>
          </p:txBody>
        </p:sp>
      </p:grpSp>
      <p:grpSp>
        <p:nvGrpSpPr>
          <p:cNvPr id="517" name="Migration target ecosystem">
            <a:extLst>
              <a:ext uri="{FF2B5EF4-FFF2-40B4-BE49-F238E27FC236}">
                <a16:creationId xmlns:a16="http://schemas.microsoft.com/office/drawing/2014/main" id="{7CC27558-48B9-579E-8A9A-470919B2CAE9}"/>
              </a:ext>
            </a:extLst>
          </p:cNvPr>
          <p:cNvGrpSpPr/>
          <p:nvPr/>
        </p:nvGrpSpPr>
        <p:grpSpPr>
          <a:xfrm>
            <a:off x="342900" y="3533775"/>
            <a:ext cx="4067175" cy="1276350"/>
            <a:chOff x="342900" y="3533775"/>
            <a:chExt cx="4067175" cy="1276350"/>
          </a:xfrm>
        </p:grpSpPr>
        <p:sp>
          <p:nvSpPr>
            <p:cNvPr id="82" name="82 path">
              <a:extLst>
                <a:ext uri="{FF2B5EF4-FFF2-40B4-BE49-F238E27FC236}">
                  <a16:creationId xmlns:a16="http://schemas.microsoft.com/office/drawing/2014/main" id="{328A0BDC-4BED-EEB8-1DD6-B5A4455BA077}"/>
                </a:ext>
              </a:extLst>
            </p:cNvPr>
            <p:cNvSpPr>
              <a:spLocks/>
            </p:cNvSpPr>
            <p:nvPr/>
          </p:nvSpPr>
          <p:spPr>
            <a:xfrm>
              <a:off x="2228850" y="3533775"/>
              <a:ext cx="342900" cy="247650"/>
            </a:xfrm>
            <a:custGeom>
              <a:avLst/>
              <a:gdLst/>
              <a:ahLst/>
              <a:cxnLst/>
              <a:rect l="0" t="0" r="0" b="0"/>
              <a:pathLst>
                <a:path w="342900" h="247650">
                  <a:moveTo>
                    <a:pt x="85725" y="0"/>
                  </a:moveTo>
                  <a:lnTo>
                    <a:pt x="257175" y="0"/>
                  </a:lnTo>
                  <a:lnTo>
                    <a:pt x="257175" y="104775"/>
                  </a:lnTo>
                  <a:lnTo>
                    <a:pt x="342900" y="104775"/>
                  </a:lnTo>
                  <a:lnTo>
                    <a:pt x="171450" y="247650"/>
                  </a:lnTo>
                  <a:lnTo>
                    <a:pt x="0" y="104775"/>
                  </a:lnTo>
                  <a:lnTo>
                    <a:pt x="85725" y="104775"/>
                  </a:lnTo>
                  <a:close/>
                </a:path>
              </a:pathLst>
            </a:custGeom>
            <a:solidFill>
              <a:srgbClr val="B8BCC0"/>
            </a:solidFill>
            <a:ln w="9525">
              <a:solidFill>
                <a:srgbClr val="78828B"/>
              </a:solidFill>
            </a:ln>
          </p:spPr>
        </p:sp>
        <p:sp>
          <p:nvSpPr>
            <p:cNvPr id="83" name="83 rect">
              <a:extLst>
                <a:ext uri="{FF2B5EF4-FFF2-40B4-BE49-F238E27FC236}">
                  <a16:creationId xmlns:a16="http://schemas.microsoft.com/office/drawing/2014/main" id="{73A2A91C-BEE1-C7BF-E455-FCF1200B10D2}"/>
                </a:ext>
              </a:extLst>
            </p:cNvPr>
            <p:cNvSpPr>
              <a:spLocks/>
            </p:cNvSpPr>
            <p:nvPr/>
          </p:nvSpPr>
          <p:spPr>
            <a:xfrm>
              <a:off x="1171575" y="3781425"/>
              <a:ext cx="2409825" cy="3048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84" name="84 Migrate to New Ecosystem">
              <a:extLst>
                <a:ext uri="{FF2B5EF4-FFF2-40B4-BE49-F238E27FC236}">
                  <a16:creationId xmlns:a16="http://schemas.microsoft.com/office/drawing/2014/main" id="{DF1191DE-AD4C-9F96-9365-58A3F444DCC4}"/>
                </a:ext>
              </a:extLst>
            </p:cNvPr>
            <p:cNvSpPr>
              <a:spLocks/>
            </p:cNvSpPr>
            <p:nvPr/>
          </p:nvSpPr>
          <p:spPr>
            <a:xfrm>
              <a:off x="1219200" y="3790950"/>
              <a:ext cx="2314575" cy="24330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4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4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Migrate to New Ecosystem</a:t>
              </a:r>
            </a:p>
          </p:txBody>
        </p:sp>
        <p:sp>
          <p:nvSpPr>
            <p:cNvPr id="85" name="85 rect">
              <a:extLst>
                <a:ext uri="{FF2B5EF4-FFF2-40B4-BE49-F238E27FC236}">
                  <a16:creationId xmlns:a16="http://schemas.microsoft.com/office/drawing/2014/main" id="{57BABE30-6267-DE9E-3AF9-E2F919F1EDB0}"/>
                </a:ext>
              </a:extLst>
            </p:cNvPr>
            <p:cNvSpPr>
              <a:spLocks/>
            </p:cNvSpPr>
            <p:nvPr/>
          </p:nvSpPr>
          <p:spPr>
            <a:xfrm>
              <a:off x="342900" y="4105275"/>
              <a:ext cx="4067175" cy="51435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8573">
              <a:solidFill>
                <a:srgbClr val="99A6B0"/>
              </a:solidFill>
            </a:ln>
          </p:spPr>
        </p:sp>
        <p:sp>
          <p:nvSpPr>
            <p:cNvPr id="86" name="86 rect">
              <a:extLst>
                <a:ext uri="{FF2B5EF4-FFF2-40B4-BE49-F238E27FC236}">
                  <a16:creationId xmlns:a16="http://schemas.microsoft.com/office/drawing/2014/main" id="{7B6A2516-AE18-C6D6-11D3-2A87F5376553}"/>
                </a:ext>
              </a:extLst>
            </p:cNvPr>
            <p:cNvSpPr>
              <a:spLocks/>
            </p:cNvSpPr>
            <p:nvPr/>
          </p:nvSpPr>
          <p:spPr>
            <a:xfrm>
              <a:off x="390525" y="4171950"/>
              <a:ext cx="1219200" cy="381000"/>
            </a:xfrm>
            <a:prstGeom prst="roundRect">
              <a:avLst>
                <a:gd name="adj" fmla="val 17500"/>
              </a:avLst>
            </a:prstGeom>
            <a:gradFill>
              <a:gsLst>
                <a:gs pos="0">
                  <a:srgbClr val="EDE9FF"/>
                </a:gs>
                <a:gs pos="100000">
                  <a:srgbClr val="FAF7FF"/>
                </a:gs>
              </a:gsLst>
              <a:lin ang="5400000"/>
            </a:gradFill>
            <a:ln w="7620">
              <a:solidFill>
                <a:srgbClr val="9B87ED"/>
              </a:solidFill>
            </a:ln>
          </p:spPr>
        </p:sp>
        <p:grpSp>
          <p:nvGrpSpPr>
            <p:cNvPr id="518" name="icon-gear-86">
              <a:extLst>
                <a:ext uri="{FF2B5EF4-FFF2-40B4-BE49-F238E27FC236}">
                  <a16:creationId xmlns:a16="http://schemas.microsoft.com/office/drawing/2014/main" id="{6BF0C14D-943E-AE48-BE01-C63E542C93B8}"/>
                </a:ext>
              </a:extLst>
            </p:cNvPr>
            <p:cNvGrpSpPr/>
            <p:nvPr/>
          </p:nvGrpSpPr>
          <p:grpSpPr>
            <a:xfrm>
              <a:off x="451732" y="4242682"/>
              <a:ext cx="230011" cy="230011"/>
              <a:chOff x="451732" y="4242682"/>
              <a:chExt cx="230011" cy="230011"/>
            </a:xfrm>
          </p:grpSpPr>
          <p:sp>
            <p:nvSpPr>
              <p:cNvPr id="87" name="87 path">
                <a:extLst>
                  <a:ext uri="{FF2B5EF4-FFF2-40B4-BE49-F238E27FC236}">
                    <a16:creationId xmlns:a16="http://schemas.microsoft.com/office/drawing/2014/main" id="{C0E5E2DF-2BB0-1868-49BD-AB18D3FA734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1732" y="4242682"/>
                <a:ext cx="230011" cy="230011"/>
              </a:xfrm>
              <a:custGeom>
                <a:avLst/>
                <a:gdLst/>
                <a:ahLst/>
                <a:cxnLst/>
                <a:rect l="0" t="0" r="0" b="0"/>
                <a:pathLst>
                  <a:path w="230011" h="230011">
                    <a:moveTo>
                      <a:pt x="210256" y="115006"/>
                    </a:moveTo>
                    <a:lnTo>
                      <a:pt x="209441" y="127438"/>
                    </a:lnTo>
                    <a:lnTo>
                      <a:pt x="230011" y="145821"/>
                    </a:lnTo>
                    <a:lnTo>
                      <a:pt x="225005" y="160569"/>
                    </a:lnTo>
                    <a:lnTo>
                      <a:pt x="197494" y="162631"/>
                    </a:lnTo>
                    <a:lnTo>
                      <a:pt x="190572" y="172990"/>
                    </a:lnTo>
                    <a:lnTo>
                      <a:pt x="182357" y="182357"/>
                    </a:lnTo>
                    <a:lnTo>
                      <a:pt x="172990" y="190572"/>
                    </a:lnTo>
                    <a:lnTo>
                      <a:pt x="174537" y="218117"/>
                    </a:lnTo>
                    <a:lnTo>
                      <a:pt x="160569" y="225005"/>
                    </a:lnTo>
                    <a:lnTo>
                      <a:pt x="139658" y="207010"/>
                    </a:lnTo>
                    <a:lnTo>
                      <a:pt x="127438" y="209441"/>
                    </a:lnTo>
                    <a:lnTo>
                      <a:pt x="115006" y="210256"/>
                    </a:lnTo>
                    <a:lnTo>
                      <a:pt x="102573" y="209441"/>
                    </a:lnTo>
                    <a:lnTo>
                      <a:pt x="84190" y="230011"/>
                    </a:lnTo>
                    <a:lnTo>
                      <a:pt x="69442" y="225005"/>
                    </a:lnTo>
                    <a:lnTo>
                      <a:pt x="67381" y="197494"/>
                    </a:lnTo>
                    <a:lnTo>
                      <a:pt x="57021" y="190572"/>
                    </a:lnTo>
                    <a:lnTo>
                      <a:pt x="47654" y="182357"/>
                    </a:lnTo>
                    <a:lnTo>
                      <a:pt x="39439" y="172990"/>
                    </a:lnTo>
                    <a:lnTo>
                      <a:pt x="11894" y="174537"/>
                    </a:lnTo>
                    <a:lnTo>
                      <a:pt x="5006" y="160569"/>
                    </a:lnTo>
                    <a:lnTo>
                      <a:pt x="23001" y="139658"/>
                    </a:lnTo>
                    <a:lnTo>
                      <a:pt x="20570" y="127438"/>
                    </a:lnTo>
                    <a:lnTo>
                      <a:pt x="19756" y="115006"/>
                    </a:lnTo>
                    <a:lnTo>
                      <a:pt x="20570" y="102573"/>
                    </a:lnTo>
                    <a:lnTo>
                      <a:pt x="0" y="84190"/>
                    </a:lnTo>
                    <a:lnTo>
                      <a:pt x="5006" y="69442"/>
                    </a:lnTo>
                    <a:lnTo>
                      <a:pt x="32517" y="67381"/>
                    </a:lnTo>
                    <a:lnTo>
                      <a:pt x="39439" y="57021"/>
                    </a:lnTo>
                    <a:lnTo>
                      <a:pt x="47654" y="47654"/>
                    </a:lnTo>
                    <a:lnTo>
                      <a:pt x="57021" y="39439"/>
                    </a:lnTo>
                    <a:lnTo>
                      <a:pt x="55474" y="11894"/>
                    </a:lnTo>
                    <a:lnTo>
                      <a:pt x="69442" y="5006"/>
                    </a:lnTo>
                    <a:lnTo>
                      <a:pt x="90353" y="23001"/>
                    </a:lnTo>
                    <a:lnTo>
                      <a:pt x="102573" y="20570"/>
                    </a:lnTo>
                    <a:lnTo>
                      <a:pt x="115006" y="19756"/>
                    </a:lnTo>
                    <a:lnTo>
                      <a:pt x="127438" y="20570"/>
                    </a:lnTo>
                    <a:lnTo>
                      <a:pt x="145821" y="0"/>
                    </a:lnTo>
                    <a:lnTo>
                      <a:pt x="160569" y="5006"/>
                    </a:lnTo>
                    <a:lnTo>
                      <a:pt x="162631" y="32517"/>
                    </a:lnTo>
                    <a:lnTo>
                      <a:pt x="172990" y="39439"/>
                    </a:lnTo>
                    <a:lnTo>
                      <a:pt x="182357" y="47654"/>
                    </a:lnTo>
                    <a:lnTo>
                      <a:pt x="190572" y="57021"/>
                    </a:lnTo>
                    <a:lnTo>
                      <a:pt x="218117" y="55474"/>
                    </a:lnTo>
                    <a:lnTo>
                      <a:pt x="225005" y="69442"/>
                    </a:lnTo>
                    <a:lnTo>
                      <a:pt x="207010" y="90353"/>
                    </a:lnTo>
                    <a:lnTo>
                      <a:pt x="209441" y="102573"/>
                    </a:lnTo>
                    <a:close/>
                  </a:path>
                </a:pathLst>
              </a:custGeom>
              <a:solidFill>
                <a:srgbClr val="5734BE"/>
              </a:solidFill>
              <a:ln w="5953">
                <a:solidFill>
                  <a:srgbClr val="4320A3"/>
                </a:solidFill>
              </a:ln>
            </p:spPr>
          </p:sp>
          <p:sp>
            <p:nvSpPr>
              <p:cNvPr id="88" name="88 ellipse">
                <a:extLst>
                  <a:ext uri="{FF2B5EF4-FFF2-40B4-BE49-F238E27FC236}">
                    <a16:creationId xmlns:a16="http://schemas.microsoft.com/office/drawing/2014/main" id="{AA8F6234-FFCE-7EC1-5D8A-5847D38821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25066" y="4316016"/>
                <a:ext cx="83344" cy="83344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89" name="89 Framework B">
              <a:extLst>
                <a:ext uri="{FF2B5EF4-FFF2-40B4-BE49-F238E27FC236}">
                  <a16:creationId xmlns:a16="http://schemas.microsoft.com/office/drawing/2014/main" id="{F84380AB-20D9-30D0-067D-489E2D32A693}"/>
                </a:ext>
              </a:extLst>
            </p:cNvPr>
            <p:cNvSpPr>
              <a:spLocks/>
            </p:cNvSpPr>
            <p:nvPr/>
          </p:nvSpPr>
          <p:spPr>
            <a:xfrm>
              <a:off x="742950" y="4257675"/>
              <a:ext cx="828675" cy="18070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148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48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Framework B</a:t>
              </a:r>
            </a:p>
          </p:txBody>
        </p:sp>
        <p:sp>
          <p:nvSpPr>
            <p:cNvPr id="90" name="90 rect">
              <a:extLst>
                <a:ext uri="{FF2B5EF4-FFF2-40B4-BE49-F238E27FC236}">
                  <a16:creationId xmlns:a16="http://schemas.microsoft.com/office/drawing/2014/main" id="{ACDB91E4-8B19-72F9-D426-CA1257B41F83}"/>
                </a:ext>
              </a:extLst>
            </p:cNvPr>
            <p:cNvSpPr>
              <a:spLocks/>
            </p:cNvSpPr>
            <p:nvPr/>
          </p:nvSpPr>
          <p:spPr>
            <a:xfrm>
              <a:off x="1676400" y="4171950"/>
              <a:ext cx="1285875" cy="381000"/>
            </a:xfrm>
            <a:prstGeom prst="roundRect">
              <a:avLst>
                <a:gd name="adj" fmla="val 17500"/>
              </a:avLst>
            </a:prstGeom>
            <a:gradFill>
              <a:gsLst>
                <a:gs pos="0">
                  <a:srgbClr val="FFF0E0"/>
                </a:gs>
                <a:gs pos="100000">
                  <a:srgbClr val="FFFCF6"/>
                </a:gs>
              </a:gsLst>
              <a:lin ang="5400000"/>
            </a:gradFill>
            <a:ln w="7620">
              <a:solidFill>
                <a:srgbClr val="ED9962"/>
              </a:solidFill>
            </a:ln>
          </p:spPr>
        </p:sp>
        <p:grpSp>
          <p:nvGrpSpPr>
            <p:cNvPr id="519" name="icon-flame-90">
              <a:extLst>
                <a:ext uri="{FF2B5EF4-FFF2-40B4-BE49-F238E27FC236}">
                  <a16:creationId xmlns:a16="http://schemas.microsoft.com/office/drawing/2014/main" id="{C321D5DF-E2D8-4755-A7DB-758F4D067400}"/>
                </a:ext>
              </a:extLst>
            </p:cNvPr>
            <p:cNvGrpSpPr/>
            <p:nvPr/>
          </p:nvGrpSpPr>
          <p:grpSpPr>
            <a:xfrm>
              <a:off x="1802130" y="4236244"/>
              <a:ext cx="160973" cy="257175"/>
              <a:chOff x="1802130" y="4236244"/>
              <a:chExt cx="160973" cy="257175"/>
            </a:xfrm>
          </p:grpSpPr>
          <p:sp>
            <p:nvSpPr>
              <p:cNvPr id="91" name="91 path">
                <a:extLst>
                  <a:ext uri="{FF2B5EF4-FFF2-40B4-BE49-F238E27FC236}">
                    <a16:creationId xmlns:a16="http://schemas.microsoft.com/office/drawing/2014/main" id="{01B02DA1-7E71-0C0D-A8A1-A5DD7982C2A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02130" y="4236244"/>
                <a:ext cx="160973" cy="257175"/>
              </a:xfrm>
              <a:custGeom>
                <a:avLst/>
                <a:gdLst/>
                <a:ahLst/>
                <a:cxnLst/>
                <a:rect l="0" t="0" r="0" b="0"/>
                <a:pathLst>
                  <a:path w="160973" h="257175">
                    <a:moveTo>
                      <a:pt x="86678" y="0"/>
                    </a:moveTo>
                    <a:lnTo>
                      <a:pt x="61913" y="71438"/>
                    </a:lnTo>
                    <a:lnTo>
                      <a:pt x="68104" y="121444"/>
                    </a:lnTo>
                    <a:lnTo>
                      <a:pt x="24765" y="85725"/>
                    </a:lnTo>
                    <a:lnTo>
                      <a:pt x="0" y="150019"/>
                    </a:lnTo>
                    <a:lnTo>
                      <a:pt x="6191" y="200025"/>
                    </a:lnTo>
                    <a:lnTo>
                      <a:pt x="43339" y="257175"/>
                    </a:lnTo>
                    <a:lnTo>
                      <a:pt x="117634" y="257175"/>
                    </a:lnTo>
                    <a:lnTo>
                      <a:pt x="160973" y="200025"/>
                    </a:lnTo>
                    <a:lnTo>
                      <a:pt x="154781" y="135731"/>
                    </a:lnTo>
                    <a:lnTo>
                      <a:pt x="123825" y="64294"/>
                    </a:lnTo>
                    <a:lnTo>
                      <a:pt x="123825" y="135731"/>
                    </a:lnTo>
                    <a:lnTo>
                      <a:pt x="99060" y="92869"/>
                    </a:lnTo>
                    <a:close/>
                  </a:path>
                </a:pathLst>
              </a:custGeom>
              <a:solidFill>
                <a:srgbClr val="FF650B"/>
              </a:solidFill>
              <a:ln w="6191">
                <a:solidFill>
                  <a:srgbClr val="F75709"/>
                </a:solidFill>
              </a:ln>
            </p:spPr>
          </p:sp>
          <p:sp>
            <p:nvSpPr>
              <p:cNvPr id="92" name="92 path">
                <a:extLst>
                  <a:ext uri="{FF2B5EF4-FFF2-40B4-BE49-F238E27FC236}">
                    <a16:creationId xmlns:a16="http://schemas.microsoft.com/office/drawing/2014/main" id="{481B61A2-CA28-850E-DF00-5FC66DE201A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45469" y="4371975"/>
                <a:ext cx="80486" cy="121444"/>
              </a:xfrm>
              <a:custGeom>
                <a:avLst/>
                <a:gdLst/>
                <a:ahLst/>
                <a:cxnLst/>
                <a:rect l="0" t="0" r="0" b="0"/>
                <a:pathLst>
                  <a:path w="80486" h="121444">
                    <a:moveTo>
                      <a:pt x="30956" y="0"/>
                    </a:moveTo>
                    <a:lnTo>
                      <a:pt x="0" y="64294"/>
                    </a:lnTo>
                    <a:lnTo>
                      <a:pt x="12383" y="107156"/>
                    </a:lnTo>
                    <a:lnTo>
                      <a:pt x="49530" y="121444"/>
                    </a:lnTo>
                    <a:lnTo>
                      <a:pt x="80486" y="85725"/>
                    </a:lnTo>
                    <a:lnTo>
                      <a:pt x="61913" y="35719"/>
                    </a:lnTo>
                    <a:lnTo>
                      <a:pt x="55721" y="71438"/>
                    </a:lnTo>
                    <a:close/>
                  </a:path>
                </a:pathLst>
              </a:custGeom>
              <a:solidFill>
                <a:srgbClr val="FFFFFF"/>
              </a:solidFill>
              <a:ln w="3096">
                <a:solidFill>
                  <a:srgbClr val="FFFFFF"/>
                </a:solidFill>
              </a:ln>
            </p:spPr>
          </p:sp>
        </p:grpSp>
        <p:sp>
          <p:nvSpPr>
            <p:cNvPr id="93" name="93 Framework C">
              <a:extLst>
                <a:ext uri="{FF2B5EF4-FFF2-40B4-BE49-F238E27FC236}">
                  <a16:creationId xmlns:a16="http://schemas.microsoft.com/office/drawing/2014/main" id="{E0EA05DF-B14C-4010-7F72-295643CA0A1A}"/>
                </a:ext>
              </a:extLst>
            </p:cNvPr>
            <p:cNvSpPr>
              <a:spLocks/>
            </p:cNvSpPr>
            <p:nvPr/>
          </p:nvSpPr>
          <p:spPr>
            <a:xfrm>
              <a:off x="2057400" y="4257675"/>
              <a:ext cx="866775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Framework C</a:t>
              </a:r>
            </a:p>
          </p:txBody>
        </p:sp>
        <p:sp>
          <p:nvSpPr>
            <p:cNvPr id="94" name="94 rect">
              <a:extLst>
                <a:ext uri="{FF2B5EF4-FFF2-40B4-BE49-F238E27FC236}">
                  <a16:creationId xmlns:a16="http://schemas.microsoft.com/office/drawing/2014/main" id="{DC2E91D0-A06A-43CC-6077-EE846699A398}"/>
                </a:ext>
              </a:extLst>
            </p:cNvPr>
            <p:cNvSpPr>
              <a:spLocks/>
            </p:cNvSpPr>
            <p:nvPr/>
          </p:nvSpPr>
          <p:spPr>
            <a:xfrm>
              <a:off x="3019425" y="4171950"/>
              <a:ext cx="1333500" cy="381000"/>
            </a:xfrm>
            <a:prstGeom prst="roundRect">
              <a:avLst>
                <a:gd name="adj" fmla="val 17500"/>
              </a:avLst>
            </a:prstGeom>
            <a:gradFill>
              <a:gsLst>
                <a:gs pos="0">
                  <a:srgbClr val="E7FFF1"/>
                </a:gs>
                <a:gs pos="100000">
                  <a:srgbClr val="F7FFFB"/>
                </a:gs>
              </a:gsLst>
              <a:lin ang="5400000"/>
            </a:gradFill>
            <a:ln w="7620">
              <a:solidFill>
                <a:srgbClr val="62BFA0"/>
              </a:solidFill>
            </a:ln>
          </p:spPr>
        </p:sp>
        <p:grpSp>
          <p:nvGrpSpPr>
            <p:cNvPr id="520" name="icon-code-94">
              <a:extLst>
                <a:ext uri="{FF2B5EF4-FFF2-40B4-BE49-F238E27FC236}">
                  <a16:creationId xmlns:a16="http://schemas.microsoft.com/office/drawing/2014/main" id="{80AA1894-929E-1223-87A2-5781A16F1B88}"/>
                </a:ext>
              </a:extLst>
            </p:cNvPr>
            <p:cNvGrpSpPr/>
            <p:nvPr/>
          </p:nvGrpSpPr>
          <p:grpSpPr>
            <a:xfrm>
              <a:off x="3125153" y="4288631"/>
              <a:ext cx="226694" cy="185738"/>
              <a:chOff x="3125153" y="4288631"/>
              <a:chExt cx="226694" cy="185738"/>
            </a:xfrm>
          </p:grpSpPr>
          <p:sp>
            <p:nvSpPr>
              <p:cNvPr id="95" name="95 path">
                <a:extLst>
                  <a:ext uri="{FF2B5EF4-FFF2-40B4-BE49-F238E27FC236}">
                    <a16:creationId xmlns:a16="http://schemas.microsoft.com/office/drawing/2014/main" id="{E49BF849-9AE5-662D-A0B9-220C9F29475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125153" y="4319588"/>
                <a:ext cx="60007" cy="123825"/>
              </a:xfrm>
              <a:custGeom>
                <a:avLst/>
                <a:gdLst/>
                <a:ahLst/>
                <a:cxnLst/>
                <a:rect l="0" t="0" r="0" b="0"/>
                <a:pathLst>
                  <a:path w="60007" h="123825">
                    <a:moveTo>
                      <a:pt x="60007" y="0"/>
                    </a:moveTo>
                    <a:lnTo>
                      <a:pt x="0" y="61913"/>
                    </a:lnTo>
                    <a:lnTo>
                      <a:pt x="60007" y="123825"/>
                    </a:lnTo>
                  </a:path>
                </a:pathLst>
              </a:custGeom>
              <a:noFill/>
              <a:ln w="16716">
                <a:solidFill>
                  <a:srgbClr val="090D28"/>
                </a:solidFill>
              </a:ln>
            </p:spPr>
          </p:sp>
          <p:sp>
            <p:nvSpPr>
              <p:cNvPr id="96" name="96 path">
                <a:extLst>
                  <a:ext uri="{FF2B5EF4-FFF2-40B4-BE49-F238E27FC236}">
                    <a16:creationId xmlns:a16="http://schemas.microsoft.com/office/drawing/2014/main" id="{5F8DCB71-8120-288C-8B94-E708FC99664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91840" y="4319588"/>
                <a:ext cx="60007" cy="123825"/>
              </a:xfrm>
              <a:custGeom>
                <a:avLst/>
                <a:gdLst/>
                <a:ahLst/>
                <a:cxnLst/>
                <a:rect l="0" t="0" r="0" b="0"/>
                <a:pathLst>
                  <a:path w="60007" h="123825">
                    <a:moveTo>
                      <a:pt x="0" y="0"/>
                    </a:moveTo>
                    <a:lnTo>
                      <a:pt x="60007" y="61913"/>
                    </a:lnTo>
                    <a:lnTo>
                      <a:pt x="0" y="123825"/>
                    </a:lnTo>
                  </a:path>
                </a:pathLst>
              </a:custGeom>
              <a:noFill/>
              <a:ln w="16716">
                <a:solidFill>
                  <a:srgbClr val="090D28"/>
                </a:solidFill>
              </a:ln>
            </p:spPr>
          </p:sp>
          <p:sp>
            <p:nvSpPr>
              <p:cNvPr id="97" name="97 path">
                <a:extLst>
                  <a:ext uri="{FF2B5EF4-FFF2-40B4-BE49-F238E27FC236}">
                    <a16:creationId xmlns:a16="http://schemas.microsoft.com/office/drawing/2014/main" id="{85FB16D8-6A38-98DD-0F5D-EE8A80B999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18498" y="4288631"/>
                <a:ext cx="40005" cy="185738"/>
              </a:xfrm>
              <a:custGeom>
                <a:avLst/>
                <a:gdLst/>
                <a:ahLst/>
                <a:cxnLst/>
                <a:rect l="0" t="0" r="0" b="0"/>
                <a:pathLst>
                  <a:path w="40005" h="185738">
                    <a:moveTo>
                      <a:pt x="40005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16716">
                <a:solidFill>
                  <a:srgbClr val="090D28"/>
                </a:solidFill>
              </a:ln>
            </p:spPr>
          </p:sp>
        </p:grpSp>
        <p:sp>
          <p:nvSpPr>
            <p:cNvPr id="98" name="98 Language X">
              <a:extLst>
                <a:ext uri="{FF2B5EF4-FFF2-40B4-BE49-F238E27FC236}">
                  <a16:creationId xmlns:a16="http://schemas.microsoft.com/office/drawing/2014/main" id="{096B80A4-14C6-D4EE-787D-87F5B7D08D41}"/>
                </a:ext>
              </a:extLst>
            </p:cNvPr>
            <p:cNvSpPr>
              <a:spLocks/>
            </p:cNvSpPr>
            <p:nvPr/>
          </p:nvSpPr>
          <p:spPr>
            <a:xfrm>
              <a:off x="3448050" y="4257675"/>
              <a:ext cx="866775" cy="21141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4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4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Language X</a:t>
              </a:r>
            </a:p>
          </p:txBody>
        </p:sp>
        <p:sp>
          <p:nvSpPr>
            <p:cNvPr id="99" name="99 path">
              <a:extLst>
                <a:ext uri="{FF2B5EF4-FFF2-40B4-BE49-F238E27FC236}">
                  <a16:creationId xmlns:a16="http://schemas.microsoft.com/office/drawing/2014/main" id="{660826F7-871C-8C03-C0BB-D9C49F22CFC7}"/>
                </a:ext>
              </a:extLst>
            </p:cNvPr>
            <p:cNvSpPr>
              <a:spLocks/>
            </p:cNvSpPr>
            <p:nvPr/>
          </p:nvSpPr>
          <p:spPr>
            <a:xfrm>
              <a:off x="2238375" y="4619625"/>
              <a:ext cx="323850" cy="190500"/>
            </a:xfrm>
            <a:custGeom>
              <a:avLst/>
              <a:gdLst/>
              <a:ahLst/>
              <a:cxnLst/>
              <a:rect l="0" t="0" r="0" b="0"/>
              <a:pathLst>
                <a:path w="323850" h="190500">
                  <a:moveTo>
                    <a:pt x="85725" y="0"/>
                  </a:moveTo>
                  <a:lnTo>
                    <a:pt x="247650" y="0"/>
                  </a:lnTo>
                  <a:lnTo>
                    <a:pt x="247650" y="57150"/>
                  </a:lnTo>
                  <a:lnTo>
                    <a:pt x="323850" y="57150"/>
                  </a:lnTo>
                  <a:lnTo>
                    <a:pt x="161925" y="190500"/>
                  </a:lnTo>
                  <a:lnTo>
                    <a:pt x="0" y="57150"/>
                  </a:lnTo>
                  <a:lnTo>
                    <a:pt x="85725" y="57150"/>
                  </a:lnTo>
                  <a:close/>
                </a:path>
              </a:pathLst>
            </a:custGeom>
            <a:solidFill>
              <a:srgbClr val="B8BCC0"/>
            </a:solidFill>
            <a:ln w="9525">
              <a:solidFill>
                <a:srgbClr val="78828B"/>
              </a:solidFill>
            </a:ln>
          </p:spPr>
        </p:sp>
      </p:grpSp>
      <p:grpSp>
        <p:nvGrpSpPr>
          <p:cNvPr id="521" name="Initial migrated repository">
            <a:extLst>
              <a:ext uri="{FF2B5EF4-FFF2-40B4-BE49-F238E27FC236}">
                <a16:creationId xmlns:a16="http://schemas.microsoft.com/office/drawing/2014/main" id="{386CC096-9B8D-3F8E-4D33-607CEE6CFCB0}"/>
              </a:ext>
            </a:extLst>
          </p:cNvPr>
          <p:cNvGrpSpPr/>
          <p:nvPr/>
        </p:nvGrpSpPr>
        <p:grpSpPr>
          <a:xfrm>
            <a:off x="276225" y="4781550"/>
            <a:ext cx="4210050" cy="3048000"/>
            <a:chOff x="276225" y="4781550"/>
            <a:chExt cx="4210050" cy="3048000"/>
          </a:xfrm>
        </p:grpSpPr>
        <p:sp>
          <p:nvSpPr>
            <p:cNvPr id="100" name="100 rect">
              <a:extLst>
                <a:ext uri="{FF2B5EF4-FFF2-40B4-BE49-F238E27FC236}">
                  <a16:creationId xmlns:a16="http://schemas.microsoft.com/office/drawing/2014/main" id="{EBAF6A38-71F4-AAC9-7720-C9DC6DF99FA8}"/>
                </a:ext>
              </a:extLst>
            </p:cNvPr>
            <p:cNvSpPr>
              <a:spLocks/>
            </p:cNvSpPr>
            <p:nvPr/>
          </p:nvSpPr>
          <p:spPr>
            <a:xfrm>
              <a:off x="276225" y="4781550"/>
              <a:ext cx="4210050" cy="3048000"/>
            </a:xfrm>
            <a:prstGeom prst="roundRect">
              <a:avLst>
                <a:gd name="adj" fmla="val 4375"/>
              </a:avLst>
            </a:prstGeom>
            <a:gradFill>
              <a:gsLst>
                <a:gs pos="0">
                  <a:srgbClr val="FFF0E0"/>
                </a:gs>
                <a:gs pos="100000">
                  <a:srgbClr val="FFF8EF"/>
                </a:gs>
              </a:gsLst>
              <a:lin ang="5400000"/>
            </a:gradFill>
            <a:ln w="9525">
              <a:solidFill>
                <a:srgbClr val="F18C4D"/>
              </a:solidFill>
            </a:ln>
          </p:spPr>
        </p:sp>
        <p:grpSp>
          <p:nvGrpSpPr>
            <p:cNvPr id="522" name="icon-database-100">
              <a:extLst>
                <a:ext uri="{FF2B5EF4-FFF2-40B4-BE49-F238E27FC236}">
                  <a16:creationId xmlns:a16="http://schemas.microsoft.com/office/drawing/2014/main" id="{E50520F3-EC97-46E8-A5D7-2F34991418A0}"/>
                </a:ext>
              </a:extLst>
            </p:cNvPr>
            <p:cNvGrpSpPr/>
            <p:nvPr/>
          </p:nvGrpSpPr>
          <p:grpSpPr>
            <a:xfrm>
              <a:off x="457200" y="4857750"/>
              <a:ext cx="285750" cy="342900"/>
              <a:chOff x="457200" y="4857750"/>
              <a:chExt cx="285750" cy="342900"/>
            </a:xfrm>
          </p:grpSpPr>
          <p:sp>
            <p:nvSpPr>
              <p:cNvPr id="101" name="101 rect">
                <a:extLst>
                  <a:ext uri="{FF2B5EF4-FFF2-40B4-BE49-F238E27FC236}">
                    <a16:creationId xmlns:a16="http://schemas.microsoft.com/office/drawing/2014/main" id="{F70E9CEE-EC8C-29E0-08ED-89A82B9A41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7200" y="4914900"/>
                <a:ext cx="285750" cy="247650"/>
              </a:xfrm>
              <a:prstGeom prst="rect">
                <a:avLst/>
              </a:prstGeom>
              <a:gradFill>
                <a:gsLst>
                  <a:gs pos="0">
                    <a:srgbClr val="A4C3DC"/>
                  </a:gs>
                  <a:gs pos="100000">
                    <a:srgbClr val="87ACDF"/>
                  </a:gs>
                </a:gsLst>
                <a:lin ang="5400000"/>
              </a:gradFill>
              <a:ln w="20955">
                <a:solidFill>
                  <a:srgbClr val="090D28"/>
                </a:solidFill>
              </a:ln>
            </p:spPr>
          </p:sp>
          <p:sp>
            <p:nvSpPr>
              <p:cNvPr id="102" name="102 ellipse">
                <a:extLst>
                  <a:ext uri="{FF2B5EF4-FFF2-40B4-BE49-F238E27FC236}">
                    <a16:creationId xmlns:a16="http://schemas.microsoft.com/office/drawing/2014/main" id="{C0711BCB-C83E-9175-653E-165D7259E0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7200" y="5076825"/>
                <a:ext cx="285750" cy="123825"/>
              </a:xfrm>
              <a:prstGeom prst="ellipse">
                <a:avLst/>
              </a:prstGeom>
              <a:solidFill>
                <a:srgbClr val="94B9E8"/>
              </a:solidFill>
              <a:ln w="20955">
                <a:solidFill>
                  <a:srgbClr val="090D28"/>
                </a:solidFill>
              </a:ln>
            </p:spPr>
          </p:sp>
          <p:sp>
            <p:nvSpPr>
              <p:cNvPr id="103" name="103 rect">
                <a:extLst>
                  <a:ext uri="{FF2B5EF4-FFF2-40B4-BE49-F238E27FC236}">
                    <a16:creationId xmlns:a16="http://schemas.microsoft.com/office/drawing/2014/main" id="{5ECC0024-78D0-3A48-4756-D7F241C67D8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6725" y="5000625"/>
                <a:ext cx="266700" cy="133350"/>
              </a:xfrm>
              <a:prstGeom prst="rect">
                <a:avLst/>
              </a:prstGeom>
              <a:gradFill>
                <a:gsLst>
                  <a:gs pos="0">
                    <a:srgbClr val="A4C3DC"/>
                  </a:gs>
                  <a:gs pos="100000">
                    <a:srgbClr val="9DBDE5"/>
                  </a:gs>
                </a:gsLst>
                <a:lin ang="5400000"/>
              </a:gradFill>
              <a:ln w="0">
                <a:noFill/>
              </a:ln>
            </p:spPr>
          </p:sp>
          <p:sp>
            <p:nvSpPr>
              <p:cNvPr id="104" name="104 path">
                <a:extLst>
                  <a:ext uri="{FF2B5EF4-FFF2-40B4-BE49-F238E27FC236}">
                    <a16:creationId xmlns:a16="http://schemas.microsoft.com/office/drawing/2014/main" id="{E1C86710-7768-27AD-26E8-35F3B2163DD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7200" y="5019675"/>
                <a:ext cx="285750" cy="42863"/>
              </a:xfrm>
              <a:custGeom>
                <a:avLst/>
                <a:gdLst/>
                <a:ahLst/>
                <a:cxnLst/>
                <a:rect l="0" t="0" r="0" b="0"/>
                <a:pathLst>
                  <a:path w="285750" h="42863">
                    <a:moveTo>
                      <a:pt x="0" y="0"/>
                    </a:moveTo>
                    <a:lnTo>
                      <a:pt x="6947" y="5525"/>
                    </a:lnTo>
                    <a:lnTo>
                      <a:pt x="14427" y="10668"/>
                    </a:lnTo>
                    <a:lnTo>
                      <a:pt x="22403" y="15431"/>
                    </a:lnTo>
                    <a:lnTo>
                      <a:pt x="30836" y="19812"/>
                    </a:lnTo>
                    <a:lnTo>
                      <a:pt x="39687" y="23813"/>
                    </a:lnTo>
                    <a:lnTo>
                      <a:pt x="48920" y="27432"/>
                    </a:lnTo>
                    <a:lnTo>
                      <a:pt x="58496" y="30671"/>
                    </a:lnTo>
                    <a:lnTo>
                      <a:pt x="68377" y="33528"/>
                    </a:lnTo>
                    <a:lnTo>
                      <a:pt x="78524" y="36004"/>
                    </a:lnTo>
                    <a:lnTo>
                      <a:pt x="88900" y="38100"/>
                    </a:lnTo>
                    <a:lnTo>
                      <a:pt x="99466" y="39814"/>
                    </a:lnTo>
                    <a:lnTo>
                      <a:pt x="110185" y="41148"/>
                    </a:lnTo>
                    <a:lnTo>
                      <a:pt x="121018" y="42100"/>
                    </a:lnTo>
                    <a:lnTo>
                      <a:pt x="131928" y="42672"/>
                    </a:lnTo>
                    <a:lnTo>
                      <a:pt x="142875" y="42863"/>
                    </a:lnTo>
                    <a:lnTo>
                      <a:pt x="153822" y="42672"/>
                    </a:lnTo>
                    <a:lnTo>
                      <a:pt x="164732" y="42100"/>
                    </a:lnTo>
                    <a:lnTo>
                      <a:pt x="175565" y="41148"/>
                    </a:lnTo>
                    <a:lnTo>
                      <a:pt x="186284" y="39814"/>
                    </a:lnTo>
                    <a:lnTo>
                      <a:pt x="196850" y="38100"/>
                    </a:lnTo>
                    <a:lnTo>
                      <a:pt x="207226" y="36004"/>
                    </a:lnTo>
                    <a:lnTo>
                      <a:pt x="217373" y="33528"/>
                    </a:lnTo>
                    <a:lnTo>
                      <a:pt x="227254" y="30671"/>
                    </a:lnTo>
                    <a:lnTo>
                      <a:pt x="236830" y="27432"/>
                    </a:lnTo>
                    <a:lnTo>
                      <a:pt x="246063" y="23813"/>
                    </a:lnTo>
                    <a:lnTo>
                      <a:pt x="254914" y="19812"/>
                    </a:lnTo>
                    <a:lnTo>
                      <a:pt x="263347" y="15431"/>
                    </a:lnTo>
                    <a:lnTo>
                      <a:pt x="271323" y="10668"/>
                    </a:lnTo>
                    <a:lnTo>
                      <a:pt x="278803" y="5525"/>
                    </a:ln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090D28"/>
                </a:solidFill>
              </a:ln>
            </p:spPr>
          </p:sp>
          <p:sp>
            <p:nvSpPr>
              <p:cNvPr id="105" name="105 path">
                <a:extLst>
                  <a:ext uri="{FF2B5EF4-FFF2-40B4-BE49-F238E27FC236}">
                    <a16:creationId xmlns:a16="http://schemas.microsoft.com/office/drawing/2014/main" id="{354BA259-7A87-972C-3AC0-9DAA3E6859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7200" y="5095875"/>
                <a:ext cx="285750" cy="42863"/>
              </a:xfrm>
              <a:custGeom>
                <a:avLst/>
                <a:gdLst/>
                <a:ahLst/>
                <a:cxnLst/>
                <a:rect l="0" t="0" r="0" b="0"/>
                <a:pathLst>
                  <a:path w="285750" h="42863">
                    <a:moveTo>
                      <a:pt x="0" y="0"/>
                    </a:moveTo>
                    <a:lnTo>
                      <a:pt x="6947" y="5525"/>
                    </a:lnTo>
                    <a:lnTo>
                      <a:pt x="14427" y="10668"/>
                    </a:lnTo>
                    <a:lnTo>
                      <a:pt x="22403" y="15431"/>
                    </a:lnTo>
                    <a:lnTo>
                      <a:pt x="30836" y="19812"/>
                    </a:lnTo>
                    <a:lnTo>
                      <a:pt x="39687" y="23813"/>
                    </a:lnTo>
                    <a:lnTo>
                      <a:pt x="48920" y="27432"/>
                    </a:lnTo>
                    <a:lnTo>
                      <a:pt x="58496" y="30671"/>
                    </a:lnTo>
                    <a:lnTo>
                      <a:pt x="68377" y="33528"/>
                    </a:lnTo>
                    <a:lnTo>
                      <a:pt x="78524" y="36004"/>
                    </a:lnTo>
                    <a:lnTo>
                      <a:pt x="88900" y="38100"/>
                    </a:lnTo>
                    <a:lnTo>
                      <a:pt x="99466" y="39814"/>
                    </a:lnTo>
                    <a:lnTo>
                      <a:pt x="110185" y="41148"/>
                    </a:lnTo>
                    <a:lnTo>
                      <a:pt x="121018" y="42100"/>
                    </a:lnTo>
                    <a:lnTo>
                      <a:pt x="131928" y="42672"/>
                    </a:lnTo>
                    <a:lnTo>
                      <a:pt x="142875" y="42863"/>
                    </a:lnTo>
                    <a:lnTo>
                      <a:pt x="153822" y="42672"/>
                    </a:lnTo>
                    <a:lnTo>
                      <a:pt x="164732" y="42100"/>
                    </a:lnTo>
                    <a:lnTo>
                      <a:pt x="175565" y="41148"/>
                    </a:lnTo>
                    <a:lnTo>
                      <a:pt x="186284" y="39814"/>
                    </a:lnTo>
                    <a:lnTo>
                      <a:pt x="196850" y="38100"/>
                    </a:lnTo>
                    <a:lnTo>
                      <a:pt x="207226" y="36004"/>
                    </a:lnTo>
                    <a:lnTo>
                      <a:pt x="217373" y="33528"/>
                    </a:lnTo>
                    <a:lnTo>
                      <a:pt x="227254" y="30671"/>
                    </a:lnTo>
                    <a:lnTo>
                      <a:pt x="236830" y="27432"/>
                    </a:lnTo>
                    <a:lnTo>
                      <a:pt x="246063" y="23813"/>
                    </a:lnTo>
                    <a:lnTo>
                      <a:pt x="254914" y="19812"/>
                    </a:lnTo>
                    <a:lnTo>
                      <a:pt x="263347" y="15431"/>
                    </a:lnTo>
                    <a:lnTo>
                      <a:pt x="271323" y="10668"/>
                    </a:lnTo>
                    <a:lnTo>
                      <a:pt x="278803" y="5525"/>
                    </a:ln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090D28"/>
                </a:solidFill>
              </a:ln>
            </p:spPr>
          </p:sp>
          <p:sp>
            <p:nvSpPr>
              <p:cNvPr id="106" name="106 ellipse">
                <a:extLst>
                  <a:ext uri="{FF2B5EF4-FFF2-40B4-BE49-F238E27FC236}">
                    <a16:creationId xmlns:a16="http://schemas.microsoft.com/office/drawing/2014/main" id="{772A6602-5D42-A4CD-F0D4-285DD207E8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7200" y="4857750"/>
                <a:ext cx="285750" cy="123825"/>
              </a:xfrm>
              <a:prstGeom prst="ellipse">
                <a:avLst/>
              </a:prstGeom>
              <a:solidFill>
                <a:srgbClr val="A4C3DC"/>
              </a:solidFill>
              <a:ln w="20955">
                <a:solidFill>
                  <a:srgbClr val="090D28"/>
                </a:solidFill>
              </a:ln>
            </p:spPr>
          </p:sp>
        </p:grpSp>
        <p:grpSp>
          <p:nvGrpSpPr>
            <p:cNvPr id="523" name="icon-warning-106">
              <a:extLst>
                <a:ext uri="{FF2B5EF4-FFF2-40B4-BE49-F238E27FC236}">
                  <a16:creationId xmlns:a16="http://schemas.microsoft.com/office/drawing/2014/main" id="{E3CBB6B4-1906-D0F3-7430-085FFFA53FD6}"/>
                </a:ext>
              </a:extLst>
            </p:cNvPr>
            <p:cNvGrpSpPr/>
            <p:nvPr/>
          </p:nvGrpSpPr>
          <p:grpSpPr>
            <a:xfrm>
              <a:off x="689610" y="4982528"/>
              <a:ext cx="240030" cy="220028"/>
              <a:chOff x="689610" y="4982528"/>
              <a:chExt cx="240030" cy="220028"/>
            </a:xfrm>
          </p:grpSpPr>
          <p:sp>
            <p:nvSpPr>
              <p:cNvPr id="107" name="107 path">
                <a:extLst>
                  <a:ext uri="{FF2B5EF4-FFF2-40B4-BE49-F238E27FC236}">
                    <a16:creationId xmlns:a16="http://schemas.microsoft.com/office/drawing/2014/main" id="{7741A878-3DD1-BCD6-B8E3-F9FCC50881D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9610" y="4982528"/>
                <a:ext cx="240030" cy="220028"/>
              </a:xfrm>
              <a:custGeom>
                <a:avLst/>
                <a:gdLst/>
                <a:ahLst/>
                <a:cxnLst/>
                <a:rect l="0" t="0" r="0" b="0"/>
                <a:pathLst>
                  <a:path w="240030" h="220028">
                    <a:moveTo>
                      <a:pt x="120015" y="0"/>
                    </a:moveTo>
                    <a:lnTo>
                      <a:pt x="240030" y="220028"/>
                    </a:lnTo>
                    <a:lnTo>
                      <a:pt x="0" y="220028"/>
                    </a:lnTo>
                    <a:close/>
                  </a:path>
                </a:pathLst>
              </a:custGeom>
              <a:solidFill>
                <a:srgbClr val="FFFFFF"/>
              </a:solidFill>
              <a:ln w="16669">
                <a:solidFill>
                  <a:srgbClr val="F82127"/>
                </a:solidFill>
              </a:ln>
            </p:spPr>
          </p:sp>
          <p:sp>
            <p:nvSpPr>
              <p:cNvPr id="108" name="108 path">
                <a:extLst>
                  <a:ext uri="{FF2B5EF4-FFF2-40B4-BE49-F238E27FC236}">
                    <a16:creationId xmlns:a16="http://schemas.microsoft.com/office/drawing/2014/main" id="{0658B5F3-2564-A0DF-CD3A-BCC90C92053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9625" y="5049203"/>
                <a:ext cx="95" cy="80010"/>
              </a:xfrm>
              <a:custGeom>
                <a:avLst/>
                <a:gdLst/>
                <a:ahLst/>
                <a:cxnLst/>
                <a:rect l="0" t="0" r="0" b="0"/>
                <a:pathLst>
                  <a:path w="95" h="80010">
                    <a:moveTo>
                      <a:pt x="0" y="0"/>
                    </a:moveTo>
                    <a:lnTo>
                      <a:pt x="0" y="80010"/>
                    </a:lnTo>
                  </a:path>
                </a:pathLst>
              </a:custGeom>
              <a:noFill/>
              <a:ln w="20002">
                <a:solidFill>
                  <a:srgbClr val="FA171B"/>
                </a:solidFill>
              </a:ln>
            </p:spPr>
          </p:sp>
          <p:sp>
            <p:nvSpPr>
              <p:cNvPr id="109" name="109 ellipse">
                <a:extLst>
                  <a:ext uri="{FF2B5EF4-FFF2-40B4-BE49-F238E27FC236}">
                    <a16:creationId xmlns:a16="http://schemas.microsoft.com/office/drawing/2014/main" id="{72753402-CB76-7BB6-7CF7-0C22B13755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9624" y="5155883"/>
                <a:ext cx="20003" cy="20003"/>
              </a:xfrm>
              <a:prstGeom prst="ellipse">
                <a:avLst/>
              </a:prstGeom>
              <a:solidFill>
                <a:srgbClr val="F71920"/>
              </a:solidFill>
              <a:ln w="0">
                <a:noFill/>
              </a:ln>
            </p:spPr>
          </p:sp>
        </p:grpSp>
        <p:sp>
          <p:nvSpPr>
            <p:cNvPr id="110" name="110 Initial Migrated Repository">
              <a:extLst>
                <a:ext uri="{FF2B5EF4-FFF2-40B4-BE49-F238E27FC236}">
                  <a16:creationId xmlns:a16="http://schemas.microsoft.com/office/drawing/2014/main" id="{6DF3DE3A-1DF9-2A31-DD9C-92821ADC5618}"/>
                </a:ext>
              </a:extLst>
            </p:cNvPr>
            <p:cNvSpPr>
              <a:spLocks/>
            </p:cNvSpPr>
            <p:nvPr/>
          </p:nvSpPr>
          <p:spPr>
            <a:xfrm>
              <a:off x="1114425" y="4905375"/>
              <a:ext cx="2476500" cy="25275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60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0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Initial Migrated Repository</a:t>
              </a:r>
            </a:p>
          </p:txBody>
        </p:sp>
        <p:sp>
          <p:nvSpPr>
            <p:cNvPr id="111" name="111 (Imperfect)">
              <a:extLst>
                <a:ext uri="{FF2B5EF4-FFF2-40B4-BE49-F238E27FC236}">
                  <a16:creationId xmlns:a16="http://schemas.microsoft.com/office/drawing/2014/main" id="{3ACBC0DD-0177-BFD9-EB31-4BE89E78F29D}"/>
                </a:ext>
              </a:extLst>
            </p:cNvPr>
            <p:cNvSpPr>
              <a:spLocks/>
            </p:cNvSpPr>
            <p:nvPr/>
          </p:nvSpPr>
          <p:spPr>
            <a:xfrm>
              <a:off x="3581400" y="4924425"/>
              <a:ext cx="838200" cy="2066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13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(Imperfect)</a:t>
              </a:r>
            </a:p>
          </p:txBody>
        </p:sp>
        <p:sp>
          <p:nvSpPr>
            <p:cNvPr id="112" name="112 rect">
              <a:extLst>
                <a:ext uri="{FF2B5EF4-FFF2-40B4-BE49-F238E27FC236}">
                  <a16:creationId xmlns:a16="http://schemas.microsoft.com/office/drawing/2014/main" id="{4DA2C5D4-E78B-FB86-FF91-5D4D18872587}"/>
                </a:ext>
              </a:extLst>
            </p:cNvPr>
            <p:cNvSpPr>
              <a:spLocks/>
            </p:cNvSpPr>
            <p:nvPr/>
          </p:nvSpPr>
          <p:spPr>
            <a:xfrm>
              <a:off x="371475" y="5295900"/>
              <a:ext cx="4019550" cy="1857375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11430">
              <a:solidFill>
                <a:srgbClr val="6E8AA0"/>
              </a:solidFill>
            </a:ln>
          </p:spPr>
        </p:sp>
        <p:grpSp>
          <p:nvGrpSpPr>
            <p:cNvPr id="524" name="icon-folder-112">
              <a:extLst>
                <a:ext uri="{FF2B5EF4-FFF2-40B4-BE49-F238E27FC236}">
                  <a16:creationId xmlns:a16="http://schemas.microsoft.com/office/drawing/2014/main" id="{A695F29D-131D-0E1E-768C-200B247BC82B}"/>
                </a:ext>
              </a:extLst>
            </p:cNvPr>
            <p:cNvGrpSpPr/>
            <p:nvPr/>
          </p:nvGrpSpPr>
          <p:grpSpPr>
            <a:xfrm>
              <a:off x="492681" y="5407819"/>
              <a:ext cx="186214" cy="136922"/>
              <a:chOff x="492681" y="5407819"/>
              <a:chExt cx="186214" cy="136922"/>
            </a:xfrm>
          </p:grpSpPr>
          <p:sp>
            <p:nvSpPr>
              <p:cNvPr id="113" name="113 path">
                <a:extLst>
                  <a:ext uri="{FF2B5EF4-FFF2-40B4-BE49-F238E27FC236}">
                    <a16:creationId xmlns:a16="http://schemas.microsoft.com/office/drawing/2014/main" id="{548A8DCF-ED2A-8F69-32E0-43EE6149AD5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2681" y="5407819"/>
                <a:ext cx="186214" cy="136922"/>
              </a:xfrm>
              <a:custGeom>
                <a:avLst/>
                <a:gdLst/>
                <a:ahLst/>
                <a:cxnLst/>
                <a:rect l="0" t="0" r="0" b="0"/>
                <a:pathLst>
                  <a:path w="186214" h="136922">
                    <a:moveTo>
                      <a:pt x="0" y="0"/>
                    </a:moveTo>
                    <a:lnTo>
                      <a:pt x="65722" y="0"/>
                    </a:lnTo>
                    <a:lnTo>
                      <a:pt x="82153" y="21907"/>
                    </a:lnTo>
                    <a:lnTo>
                      <a:pt x="186214" y="21907"/>
                    </a:lnTo>
                    <a:lnTo>
                      <a:pt x="186214" y="136922"/>
                    </a:lnTo>
                    <a:lnTo>
                      <a:pt x="0" y="136922"/>
                    </a:lnTo>
                    <a:close/>
                  </a:path>
                </a:pathLst>
              </a:custGeom>
              <a:solidFill>
                <a:srgbClr val="D2ECFF"/>
              </a:solidFill>
              <a:ln w="10954">
                <a:solidFill>
                  <a:srgbClr val="003496"/>
                </a:solidFill>
              </a:ln>
            </p:spPr>
          </p:sp>
          <p:sp>
            <p:nvSpPr>
              <p:cNvPr id="114" name="114 path">
                <a:extLst>
                  <a:ext uri="{FF2B5EF4-FFF2-40B4-BE49-F238E27FC236}">
                    <a16:creationId xmlns:a16="http://schemas.microsoft.com/office/drawing/2014/main" id="{DD703156-2712-2F90-3EBC-42F74BFF7AC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8158" y="5446157"/>
                <a:ext cx="175260" cy="98584"/>
              </a:xfrm>
              <a:custGeom>
                <a:avLst/>
                <a:gdLst/>
                <a:ahLst/>
                <a:cxnLst/>
                <a:rect l="0" t="0" r="0" b="0"/>
                <a:pathLst>
                  <a:path w="175260" h="98584">
                    <a:moveTo>
                      <a:pt x="0" y="0"/>
                    </a:moveTo>
                    <a:lnTo>
                      <a:pt x="175260" y="0"/>
                    </a:lnTo>
                    <a:lnTo>
                      <a:pt x="175260" y="98584"/>
                    </a:lnTo>
                    <a:lnTo>
                      <a:pt x="0" y="98584"/>
                    </a:lnTo>
                    <a:close/>
                  </a:path>
                </a:pathLst>
              </a:custGeom>
              <a:solidFill>
                <a:srgbClr val="F7FCFF"/>
              </a:solidFill>
              <a:ln w="7120">
                <a:solidFill>
                  <a:srgbClr val="003496"/>
                </a:solidFill>
              </a:ln>
            </p:spPr>
          </p:sp>
        </p:grpSp>
        <p:sp>
          <p:nvSpPr>
            <p:cNvPr id="115" name="115 migrated_project/">
              <a:extLst>
                <a:ext uri="{FF2B5EF4-FFF2-40B4-BE49-F238E27FC236}">
                  <a16:creationId xmlns:a16="http://schemas.microsoft.com/office/drawing/2014/main" id="{3BE3BF41-7276-D5A6-9902-765DF2D1922B}"/>
                </a:ext>
              </a:extLst>
            </p:cNvPr>
            <p:cNvSpPr>
              <a:spLocks/>
            </p:cNvSpPr>
            <p:nvPr/>
          </p:nvSpPr>
          <p:spPr>
            <a:xfrm>
              <a:off x="800100" y="5334000"/>
              <a:ext cx="1362075" cy="2303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46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6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migrated_project/</a:t>
              </a:r>
            </a:p>
          </p:txBody>
        </p:sp>
        <p:sp>
          <p:nvSpPr>
            <p:cNvPr id="116" name="116 path">
              <a:extLst>
                <a:ext uri="{FF2B5EF4-FFF2-40B4-BE49-F238E27FC236}">
                  <a16:creationId xmlns:a16="http://schemas.microsoft.com/office/drawing/2014/main" id="{FC880A38-94A3-BC38-DCCC-8FF522EC820E}"/>
                </a:ext>
              </a:extLst>
            </p:cNvPr>
            <p:cNvSpPr>
              <a:spLocks/>
            </p:cNvSpPr>
            <p:nvPr/>
          </p:nvSpPr>
          <p:spPr>
            <a:xfrm>
              <a:off x="561975" y="5591175"/>
              <a:ext cx="95" cy="1419225"/>
            </a:xfrm>
            <a:custGeom>
              <a:avLst/>
              <a:gdLst/>
              <a:ahLst/>
              <a:cxnLst/>
              <a:rect l="0" t="0" r="0" b="0"/>
              <a:pathLst>
                <a:path w="95" h="1419225">
                  <a:moveTo>
                    <a:pt x="0" y="0"/>
                  </a:moveTo>
                  <a:lnTo>
                    <a:pt x="0" y="1419225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sp>
          <p:nvSpPr>
            <p:cNvPr id="117" name="117 rect">
              <a:extLst>
                <a:ext uri="{FF2B5EF4-FFF2-40B4-BE49-F238E27FC236}">
                  <a16:creationId xmlns:a16="http://schemas.microsoft.com/office/drawing/2014/main" id="{031B3201-0F42-44E1-111B-2DB841C7EE4C}"/>
                </a:ext>
              </a:extLst>
            </p:cNvPr>
            <p:cNvSpPr>
              <a:spLocks/>
            </p:cNvSpPr>
            <p:nvPr/>
          </p:nvSpPr>
          <p:spPr>
            <a:xfrm>
              <a:off x="1019175" y="5657850"/>
              <a:ext cx="1114425" cy="219075"/>
            </a:xfrm>
            <a:prstGeom prst="roundRect">
              <a:avLst>
                <a:gd name="adj" fmla="val 26087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118" name="118 path">
              <a:extLst>
                <a:ext uri="{FF2B5EF4-FFF2-40B4-BE49-F238E27FC236}">
                  <a16:creationId xmlns:a16="http://schemas.microsoft.com/office/drawing/2014/main" id="{E4A247DE-28EC-F7C4-A897-F1D6544079BC}"/>
                </a:ext>
              </a:extLst>
            </p:cNvPr>
            <p:cNvSpPr>
              <a:spLocks/>
            </p:cNvSpPr>
            <p:nvPr/>
          </p:nvSpPr>
          <p:spPr>
            <a:xfrm>
              <a:off x="561975" y="5800725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25" name="icon-python-118">
              <a:extLst>
                <a:ext uri="{FF2B5EF4-FFF2-40B4-BE49-F238E27FC236}">
                  <a16:creationId xmlns:a16="http://schemas.microsoft.com/office/drawing/2014/main" id="{4DC9A9FD-7DEF-1EB9-72CA-C17598E2CACB}"/>
                </a:ext>
              </a:extLst>
            </p:cNvPr>
            <p:cNvGrpSpPr/>
            <p:nvPr/>
          </p:nvGrpSpPr>
          <p:grpSpPr>
            <a:xfrm>
              <a:off x="782955" y="5696188"/>
              <a:ext cx="200025" cy="218599"/>
              <a:chOff x="782955" y="5696188"/>
              <a:chExt cx="200025" cy="218599"/>
            </a:xfrm>
          </p:grpSpPr>
          <p:sp>
            <p:nvSpPr>
              <p:cNvPr id="119" name="119 path">
                <a:extLst>
                  <a:ext uri="{FF2B5EF4-FFF2-40B4-BE49-F238E27FC236}">
                    <a16:creationId xmlns:a16="http://schemas.microsoft.com/office/drawing/2014/main" id="{68292B07-DCE0-DA7D-A6CF-5E4649487A6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2955" y="5715476"/>
                <a:ext cx="114300" cy="173593"/>
              </a:xfrm>
              <a:custGeom>
                <a:avLst/>
                <a:gdLst/>
                <a:ahLst/>
                <a:cxnLst/>
                <a:rect l="0" t="0" r="0" b="0"/>
                <a:pathLst>
                  <a:path w="114300" h="173593">
                    <a:moveTo>
                      <a:pt x="17145" y="0"/>
                    </a:moveTo>
                    <a:lnTo>
                      <a:pt x="114300" y="0"/>
                    </a:lnTo>
                    <a:lnTo>
                      <a:pt x="114300" y="109299"/>
                    </a:lnTo>
                    <a:lnTo>
                      <a:pt x="62865" y="109299"/>
                    </a:lnTo>
                    <a:lnTo>
                      <a:pt x="62865" y="173593"/>
                    </a:lnTo>
                    <a:lnTo>
                      <a:pt x="0" y="173593"/>
                    </a:lnTo>
                    <a:lnTo>
                      <a:pt x="0" y="57864"/>
                    </a:lnTo>
                    <a:lnTo>
                      <a:pt x="17145" y="57864"/>
                    </a:lnTo>
                    <a:close/>
                  </a:path>
                </a:pathLst>
              </a:custGeom>
              <a:solidFill>
                <a:srgbClr val="4AAAE6"/>
              </a:solidFill>
              <a:ln w="10287">
                <a:solidFill>
                  <a:srgbClr val="003496"/>
                </a:solidFill>
              </a:ln>
            </p:spPr>
          </p:sp>
          <p:sp>
            <p:nvSpPr>
              <p:cNvPr id="120" name="120 path">
                <a:extLst>
                  <a:ext uri="{FF2B5EF4-FFF2-40B4-BE49-F238E27FC236}">
                    <a16:creationId xmlns:a16="http://schemas.microsoft.com/office/drawing/2014/main" id="{6E1750E9-060D-DF3A-D3D3-EEDFD0BB52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7250" y="5696188"/>
                <a:ext cx="125730" cy="218599"/>
              </a:xfrm>
              <a:custGeom>
                <a:avLst/>
                <a:gdLst/>
                <a:ahLst/>
                <a:cxnLst/>
                <a:rect l="0" t="0" r="0" b="0"/>
                <a:pathLst>
                  <a:path w="125730" h="218599">
                    <a:moveTo>
                      <a:pt x="22860" y="64294"/>
                    </a:moveTo>
                    <a:lnTo>
                      <a:pt x="85725" y="64294"/>
                    </a:lnTo>
                    <a:lnTo>
                      <a:pt x="85725" y="0"/>
                    </a:lnTo>
                    <a:lnTo>
                      <a:pt x="125730" y="0"/>
                    </a:lnTo>
                    <a:lnTo>
                      <a:pt x="125730" y="141446"/>
                    </a:lnTo>
                    <a:lnTo>
                      <a:pt x="85725" y="141446"/>
                    </a:lnTo>
                    <a:lnTo>
                      <a:pt x="85725" y="218599"/>
                    </a:lnTo>
                    <a:lnTo>
                      <a:pt x="0" y="218599"/>
                    </a:lnTo>
                    <a:lnTo>
                      <a:pt x="0" y="122158"/>
                    </a:lnTo>
                    <a:lnTo>
                      <a:pt x="22860" y="122158"/>
                    </a:lnTo>
                    <a:close/>
                  </a:path>
                </a:pathLst>
              </a:custGeom>
              <a:solidFill>
                <a:srgbClr val="FFD936"/>
              </a:solidFill>
              <a:ln w="9144">
                <a:solidFill>
                  <a:srgbClr val="003496"/>
                </a:solidFill>
              </a:ln>
            </p:spPr>
          </p:sp>
          <p:sp>
            <p:nvSpPr>
              <p:cNvPr id="121" name="121 ellipse">
                <a:extLst>
                  <a:ext uri="{FF2B5EF4-FFF2-40B4-BE49-F238E27FC236}">
                    <a16:creationId xmlns:a16="http://schemas.microsoft.com/office/drawing/2014/main" id="{5469E449-A3B1-4C03-5941-172A6F9008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2960" y="5741194"/>
                <a:ext cx="11430" cy="12859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22" name="122 ellipse">
                <a:extLst>
                  <a:ext uri="{FF2B5EF4-FFF2-40B4-BE49-F238E27FC236}">
                    <a16:creationId xmlns:a16="http://schemas.microsoft.com/office/drawing/2014/main" id="{F167FB92-7EEE-5740-7A74-158C307EE2B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31545" y="5856923"/>
                <a:ext cx="11430" cy="12859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123" name="123 train.py">
              <a:extLst>
                <a:ext uri="{FF2B5EF4-FFF2-40B4-BE49-F238E27FC236}">
                  <a16:creationId xmlns:a16="http://schemas.microsoft.com/office/drawing/2014/main" id="{2FD40EB8-4F39-69D7-FD62-18344116B90B}"/>
                </a:ext>
              </a:extLst>
            </p:cNvPr>
            <p:cNvSpPr>
              <a:spLocks/>
            </p:cNvSpPr>
            <p:nvPr/>
          </p:nvSpPr>
          <p:spPr>
            <a:xfrm>
              <a:off x="1162050" y="5667375"/>
              <a:ext cx="98107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124" name="124 rect">
              <a:extLst>
                <a:ext uri="{FF2B5EF4-FFF2-40B4-BE49-F238E27FC236}">
                  <a16:creationId xmlns:a16="http://schemas.microsoft.com/office/drawing/2014/main" id="{68ED6773-9B50-535C-CBEC-6130D12B2E1C}"/>
                </a:ext>
              </a:extLst>
            </p:cNvPr>
            <p:cNvSpPr>
              <a:spLocks/>
            </p:cNvSpPr>
            <p:nvPr/>
          </p:nvSpPr>
          <p:spPr>
            <a:xfrm>
              <a:off x="1019175" y="5915025"/>
              <a:ext cx="1114425" cy="219075"/>
            </a:xfrm>
            <a:prstGeom prst="roundRect">
              <a:avLst>
                <a:gd name="adj" fmla="val 26087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125" name="125 path">
              <a:extLst>
                <a:ext uri="{FF2B5EF4-FFF2-40B4-BE49-F238E27FC236}">
                  <a16:creationId xmlns:a16="http://schemas.microsoft.com/office/drawing/2014/main" id="{8E38E153-DA37-BE00-55B9-27D88885C9E9}"/>
                </a:ext>
              </a:extLst>
            </p:cNvPr>
            <p:cNvSpPr>
              <a:spLocks/>
            </p:cNvSpPr>
            <p:nvPr/>
          </p:nvSpPr>
          <p:spPr>
            <a:xfrm>
              <a:off x="561975" y="6057900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26" name="icon-document-125">
              <a:extLst>
                <a:ext uri="{FF2B5EF4-FFF2-40B4-BE49-F238E27FC236}">
                  <a16:creationId xmlns:a16="http://schemas.microsoft.com/office/drawing/2014/main" id="{F3F2A3CF-F838-6125-E92C-300A78A894E5}"/>
                </a:ext>
              </a:extLst>
            </p:cNvPr>
            <p:cNvGrpSpPr/>
            <p:nvPr/>
          </p:nvGrpSpPr>
          <p:grpSpPr>
            <a:xfrm>
              <a:off x="817245" y="5946934"/>
              <a:ext cx="148590" cy="231457"/>
              <a:chOff x="817245" y="5946934"/>
              <a:chExt cx="148590" cy="231457"/>
            </a:xfrm>
          </p:grpSpPr>
          <p:sp>
            <p:nvSpPr>
              <p:cNvPr id="126" name="126 path">
                <a:extLst>
                  <a:ext uri="{FF2B5EF4-FFF2-40B4-BE49-F238E27FC236}">
                    <a16:creationId xmlns:a16="http://schemas.microsoft.com/office/drawing/2014/main" id="{CF0A0E90-EFA4-A952-7BF8-C86252900CE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7245" y="5946934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127" name="127 path">
                <a:extLst>
                  <a:ext uri="{FF2B5EF4-FFF2-40B4-BE49-F238E27FC236}">
                    <a16:creationId xmlns:a16="http://schemas.microsoft.com/office/drawing/2014/main" id="{6E19444B-9DF1-B373-61CA-7EE2267B62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400" y="5946934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28" name="128 path">
                <a:extLst>
                  <a:ext uri="{FF2B5EF4-FFF2-40B4-BE49-F238E27FC236}">
                    <a16:creationId xmlns:a16="http://schemas.microsoft.com/office/drawing/2014/main" id="{8D3C183A-461B-91AA-523B-5275A13057F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049804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29" name="129 path">
                <a:extLst>
                  <a:ext uri="{FF2B5EF4-FFF2-40B4-BE49-F238E27FC236}">
                    <a16:creationId xmlns:a16="http://schemas.microsoft.com/office/drawing/2014/main" id="{17E39533-E15E-01E4-9E2C-FD83FEB9BD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081951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30" name="130 path">
                <a:extLst>
                  <a:ext uri="{FF2B5EF4-FFF2-40B4-BE49-F238E27FC236}">
                    <a16:creationId xmlns:a16="http://schemas.microsoft.com/office/drawing/2014/main" id="{CD1B55DA-6E86-451F-9FD7-A60F80A3505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114098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31" name="131 path">
                <a:extLst>
                  <a:ext uri="{FF2B5EF4-FFF2-40B4-BE49-F238E27FC236}">
                    <a16:creationId xmlns:a16="http://schemas.microsoft.com/office/drawing/2014/main" id="{10F9A423-2F08-A95E-0399-2FCAC99A8D0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146244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132" name="132 model.py">
              <a:extLst>
                <a:ext uri="{FF2B5EF4-FFF2-40B4-BE49-F238E27FC236}">
                  <a16:creationId xmlns:a16="http://schemas.microsoft.com/office/drawing/2014/main" id="{E57CAEE2-BBFF-98D7-7DCE-8E84F934C516}"/>
                </a:ext>
              </a:extLst>
            </p:cNvPr>
            <p:cNvSpPr>
              <a:spLocks/>
            </p:cNvSpPr>
            <p:nvPr/>
          </p:nvSpPr>
          <p:spPr>
            <a:xfrm>
              <a:off x="1162050" y="5924550"/>
              <a:ext cx="98107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model.py</a:t>
              </a:r>
            </a:p>
          </p:txBody>
        </p:sp>
        <p:sp>
          <p:nvSpPr>
            <p:cNvPr id="133" name="133 rect">
              <a:extLst>
                <a:ext uri="{FF2B5EF4-FFF2-40B4-BE49-F238E27FC236}">
                  <a16:creationId xmlns:a16="http://schemas.microsoft.com/office/drawing/2014/main" id="{C97517C6-6106-63E5-7C3C-B341021FBC88}"/>
                </a:ext>
              </a:extLst>
            </p:cNvPr>
            <p:cNvSpPr>
              <a:spLocks/>
            </p:cNvSpPr>
            <p:nvPr/>
          </p:nvSpPr>
          <p:spPr>
            <a:xfrm>
              <a:off x="1019175" y="6172200"/>
              <a:ext cx="1114425" cy="219075"/>
            </a:xfrm>
            <a:prstGeom prst="roundRect">
              <a:avLst>
                <a:gd name="adj" fmla="val 26087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134" name="134 path">
              <a:extLst>
                <a:ext uri="{FF2B5EF4-FFF2-40B4-BE49-F238E27FC236}">
                  <a16:creationId xmlns:a16="http://schemas.microsoft.com/office/drawing/2014/main" id="{4F17556A-56BC-27BE-642D-6CAE73ADC360}"/>
                </a:ext>
              </a:extLst>
            </p:cNvPr>
            <p:cNvSpPr>
              <a:spLocks/>
            </p:cNvSpPr>
            <p:nvPr/>
          </p:nvSpPr>
          <p:spPr>
            <a:xfrm>
              <a:off x="561975" y="6315075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27" name="icon-document-134">
              <a:extLst>
                <a:ext uri="{FF2B5EF4-FFF2-40B4-BE49-F238E27FC236}">
                  <a16:creationId xmlns:a16="http://schemas.microsoft.com/office/drawing/2014/main" id="{2203FEA5-B96B-20C5-BED0-C08E1F4EBE54}"/>
                </a:ext>
              </a:extLst>
            </p:cNvPr>
            <p:cNvGrpSpPr/>
            <p:nvPr/>
          </p:nvGrpSpPr>
          <p:grpSpPr>
            <a:xfrm>
              <a:off x="817245" y="6204109"/>
              <a:ext cx="148590" cy="231457"/>
              <a:chOff x="817245" y="6204109"/>
              <a:chExt cx="148590" cy="231457"/>
            </a:xfrm>
          </p:grpSpPr>
          <p:sp>
            <p:nvSpPr>
              <p:cNvPr id="135" name="135 path">
                <a:extLst>
                  <a:ext uri="{FF2B5EF4-FFF2-40B4-BE49-F238E27FC236}">
                    <a16:creationId xmlns:a16="http://schemas.microsoft.com/office/drawing/2014/main" id="{86349120-4E88-88CB-8F97-79A1071B303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7245" y="6204109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136" name="136 path">
                <a:extLst>
                  <a:ext uri="{FF2B5EF4-FFF2-40B4-BE49-F238E27FC236}">
                    <a16:creationId xmlns:a16="http://schemas.microsoft.com/office/drawing/2014/main" id="{7E9D9433-1FDE-A5A4-9BB5-1E30AE5341A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400" y="6204109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37" name="137 path">
                <a:extLst>
                  <a:ext uri="{FF2B5EF4-FFF2-40B4-BE49-F238E27FC236}">
                    <a16:creationId xmlns:a16="http://schemas.microsoft.com/office/drawing/2014/main" id="{EFE7142C-0E8F-09B6-19DF-EF6470C522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30697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38" name="138 path">
                <a:extLst>
                  <a:ext uri="{FF2B5EF4-FFF2-40B4-BE49-F238E27FC236}">
                    <a16:creationId xmlns:a16="http://schemas.microsoft.com/office/drawing/2014/main" id="{099DE09A-5560-BE27-AAD7-77E690A3251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339126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39" name="139 path">
                <a:extLst>
                  <a:ext uri="{FF2B5EF4-FFF2-40B4-BE49-F238E27FC236}">
                    <a16:creationId xmlns:a16="http://schemas.microsoft.com/office/drawing/2014/main" id="{28D0DBC8-9EFB-2553-1DD7-F784387892D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371273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40" name="140 path">
                <a:extLst>
                  <a:ext uri="{FF2B5EF4-FFF2-40B4-BE49-F238E27FC236}">
                    <a16:creationId xmlns:a16="http://schemas.microsoft.com/office/drawing/2014/main" id="{85C1477C-422A-951B-FBAD-A57CAE8D935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40341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141" name="141 data.py">
              <a:extLst>
                <a:ext uri="{FF2B5EF4-FFF2-40B4-BE49-F238E27FC236}">
                  <a16:creationId xmlns:a16="http://schemas.microsoft.com/office/drawing/2014/main" id="{FF8C661E-21A5-AFC5-6DF7-437F75CEA7D2}"/>
                </a:ext>
              </a:extLst>
            </p:cNvPr>
            <p:cNvSpPr>
              <a:spLocks/>
            </p:cNvSpPr>
            <p:nvPr/>
          </p:nvSpPr>
          <p:spPr>
            <a:xfrm>
              <a:off x="1162050" y="6181725"/>
              <a:ext cx="98107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data.py</a:t>
              </a:r>
            </a:p>
          </p:txBody>
        </p:sp>
        <p:sp>
          <p:nvSpPr>
            <p:cNvPr id="142" name="142 rect">
              <a:extLst>
                <a:ext uri="{FF2B5EF4-FFF2-40B4-BE49-F238E27FC236}">
                  <a16:creationId xmlns:a16="http://schemas.microsoft.com/office/drawing/2014/main" id="{8E3F66B1-9DB9-76AA-0287-2FE14C64F319}"/>
                </a:ext>
              </a:extLst>
            </p:cNvPr>
            <p:cNvSpPr>
              <a:spLocks/>
            </p:cNvSpPr>
            <p:nvPr/>
          </p:nvSpPr>
          <p:spPr>
            <a:xfrm>
              <a:off x="1019175" y="6429375"/>
              <a:ext cx="1114425" cy="219075"/>
            </a:xfrm>
            <a:prstGeom prst="roundRect">
              <a:avLst>
                <a:gd name="adj" fmla="val 26087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143" name="143 path">
              <a:extLst>
                <a:ext uri="{FF2B5EF4-FFF2-40B4-BE49-F238E27FC236}">
                  <a16:creationId xmlns:a16="http://schemas.microsoft.com/office/drawing/2014/main" id="{7E065607-E455-6CBF-995C-A31833E47E90}"/>
                </a:ext>
              </a:extLst>
            </p:cNvPr>
            <p:cNvSpPr>
              <a:spLocks/>
            </p:cNvSpPr>
            <p:nvPr/>
          </p:nvSpPr>
          <p:spPr>
            <a:xfrm>
              <a:off x="561975" y="6572250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28" name="icon-document-143">
              <a:extLst>
                <a:ext uri="{FF2B5EF4-FFF2-40B4-BE49-F238E27FC236}">
                  <a16:creationId xmlns:a16="http://schemas.microsoft.com/office/drawing/2014/main" id="{CDD2E30E-0679-FF95-41CC-90C4D9D4835A}"/>
                </a:ext>
              </a:extLst>
            </p:cNvPr>
            <p:cNvGrpSpPr/>
            <p:nvPr/>
          </p:nvGrpSpPr>
          <p:grpSpPr>
            <a:xfrm>
              <a:off x="817245" y="6461284"/>
              <a:ext cx="148590" cy="231457"/>
              <a:chOff x="817245" y="6461284"/>
              <a:chExt cx="148590" cy="231457"/>
            </a:xfrm>
          </p:grpSpPr>
          <p:sp>
            <p:nvSpPr>
              <p:cNvPr id="144" name="144 path">
                <a:extLst>
                  <a:ext uri="{FF2B5EF4-FFF2-40B4-BE49-F238E27FC236}">
                    <a16:creationId xmlns:a16="http://schemas.microsoft.com/office/drawing/2014/main" id="{367B95E1-AE7E-A5B1-38B6-45FDDCE543F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7245" y="6461284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145" name="145 path">
                <a:extLst>
                  <a:ext uri="{FF2B5EF4-FFF2-40B4-BE49-F238E27FC236}">
                    <a16:creationId xmlns:a16="http://schemas.microsoft.com/office/drawing/2014/main" id="{81909DF5-1D2C-0041-6613-3F8E8D34C56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400" y="6461284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46" name="146 path">
                <a:extLst>
                  <a:ext uri="{FF2B5EF4-FFF2-40B4-BE49-F238E27FC236}">
                    <a16:creationId xmlns:a16="http://schemas.microsoft.com/office/drawing/2014/main" id="{84D4B793-9474-9989-5A53-8AD52C8935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564154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47" name="147 path">
                <a:extLst>
                  <a:ext uri="{FF2B5EF4-FFF2-40B4-BE49-F238E27FC236}">
                    <a16:creationId xmlns:a16="http://schemas.microsoft.com/office/drawing/2014/main" id="{FDAE8BA4-6C7E-A5B7-80D4-6806305E9DB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596301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48" name="148 path">
                <a:extLst>
                  <a:ext uri="{FF2B5EF4-FFF2-40B4-BE49-F238E27FC236}">
                    <a16:creationId xmlns:a16="http://schemas.microsoft.com/office/drawing/2014/main" id="{543FB4F3-8CBA-42FE-F4AD-20AB96E7D23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628448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149" name="149 path">
                <a:extLst>
                  <a:ext uri="{FF2B5EF4-FFF2-40B4-BE49-F238E27FC236}">
                    <a16:creationId xmlns:a16="http://schemas.microsoft.com/office/drawing/2014/main" id="{B334FBE7-E633-11FB-394A-1105AAA48FD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660594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150" name="150 utils.py">
              <a:extLst>
                <a:ext uri="{FF2B5EF4-FFF2-40B4-BE49-F238E27FC236}">
                  <a16:creationId xmlns:a16="http://schemas.microsoft.com/office/drawing/2014/main" id="{569F0764-F970-9A98-8184-984D4F56ADAF}"/>
                </a:ext>
              </a:extLst>
            </p:cNvPr>
            <p:cNvSpPr>
              <a:spLocks/>
            </p:cNvSpPr>
            <p:nvPr/>
          </p:nvSpPr>
          <p:spPr>
            <a:xfrm>
              <a:off x="1162050" y="6438900"/>
              <a:ext cx="98107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utils.py</a:t>
              </a:r>
            </a:p>
          </p:txBody>
        </p:sp>
        <p:sp>
          <p:nvSpPr>
            <p:cNvPr id="151" name="151 rect">
              <a:extLst>
                <a:ext uri="{FF2B5EF4-FFF2-40B4-BE49-F238E27FC236}">
                  <a16:creationId xmlns:a16="http://schemas.microsoft.com/office/drawing/2014/main" id="{60B1594D-61C7-89D5-9CC9-9CADC8383EC9}"/>
                </a:ext>
              </a:extLst>
            </p:cNvPr>
            <p:cNvSpPr>
              <a:spLocks/>
            </p:cNvSpPr>
            <p:nvPr/>
          </p:nvSpPr>
          <p:spPr>
            <a:xfrm>
              <a:off x="1019175" y="6686550"/>
              <a:ext cx="1114425" cy="219075"/>
            </a:xfrm>
            <a:prstGeom prst="roundRect">
              <a:avLst>
                <a:gd name="adj" fmla="val 26087"/>
              </a:avLst>
            </a:prstGeom>
            <a:solidFill>
              <a:srgbClr val="F2F5F8"/>
            </a:solidFill>
            <a:ln w="0">
              <a:noFill/>
            </a:ln>
          </p:spPr>
        </p:sp>
        <p:sp>
          <p:nvSpPr>
            <p:cNvPr id="152" name="152 path">
              <a:extLst>
                <a:ext uri="{FF2B5EF4-FFF2-40B4-BE49-F238E27FC236}">
                  <a16:creationId xmlns:a16="http://schemas.microsoft.com/office/drawing/2014/main" id="{4052F616-DCF1-ABFF-6EE7-19C2B3F22FF2}"/>
                </a:ext>
              </a:extLst>
            </p:cNvPr>
            <p:cNvSpPr>
              <a:spLocks/>
            </p:cNvSpPr>
            <p:nvPr/>
          </p:nvSpPr>
          <p:spPr>
            <a:xfrm>
              <a:off x="561975" y="6829425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29" name="icon-config-152">
              <a:extLst>
                <a:ext uri="{FF2B5EF4-FFF2-40B4-BE49-F238E27FC236}">
                  <a16:creationId xmlns:a16="http://schemas.microsoft.com/office/drawing/2014/main" id="{5000A559-2AF4-5E4F-CC17-DBE3510E1D53}"/>
                </a:ext>
              </a:extLst>
            </p:cNvPr>
            <p:cNvGrpSpPr/>
            <p:nvPr/>
          </p:nvGrpSpPr>
          <p:grpSpPr>
            <a:xfrm>
              <a:off x="817245" y="6718459"/>
              <a:ext cx="148590" cy="231457"/>
              <a:chOff x="817245" y="6718459"/>
              <a:chExt cx="148590" cy="231457"/>
            </a:xfrm>
          </p:grpSpPr>
          <p:sp>
            <p:nvSpPr>
              <p:cNvPr id="153" name="153 path">
                <a:extLst>
                  <a:ext uri="{FF2B5EF4-FFF2-40B4-BE49-F238E27FC236}">
                    <a16:creationId xmlns:a16="http://schemas.microsoft.com/office/drawing/2014/main" id="{516CE8B2-EB92-E3B0-568B-24E56B4C92D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7245" y="6718459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92302D"/>
                </a:solidFill>
              </a:ln>
            </p:spPr>
          </p:sp>
          <p:sp>
            <p:nvSpPr>
              <p:cNvPr id="154" name="154 path">
                <a:extLst>
                  <a:ext uri="{FF2B5EF4-FFF2-40B4-BE49-F238E27FC236}">
                    <a16:creationId xmlns:a16="http://schemas.microsoft.com/office/drawing/2014/main" id="{3070F684-368A-139C-B0CE-882DD67ADD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4400" y="6718459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  <p:sp>
            <p:nvSpPr>
              <p:cNvPr id="155" name="155 path">
                <a:extLst>
                  <a:ext uri="{FF2B5EF4-FFF2-40B4-BE49-F238E27FC236}">
                    <a16:creationId xmlns:a16="http://schemas.microsoft.com/office/drawing/2014/main" id="{7DC62EE2-C754-BE7C-F447-3474227D66E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82132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  <p:sp>
            <p:nvSpPr>
              <p:cNvPr id="156" name="156 path">
                <a:extLst>
                  <a:ext uri="{FF2B5EF4-FFF2-40B4-BE49-F238E27FC236}">
                    <a16:creationId xmlns:a16="http://schemas.microsoft.com/office/drawing/2014/main" id="{C5BC4F25-5CCB-B154-D710-53EB6485E63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853476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  <p:sp>
            <p:nvSpPr>
              <p:cNvPr id="157" name="157 path">
                <a:extLst>
                  <a:ext uri="{FF2B5EF4-FFF2-40B4-BE49-F238E27FC236}">
                    <a16:creationId xmlns:a16="http://schemas.microsoft.com/office/drawing/2014/main" id="{A8DC96DB-ABC8-68EB-6981-71D43F08F1C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885623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  <p:sp>
            <p:nvSpPr>
              <p:cNvPr id="158" name="158 path">
                <a:extLst>
                  <a:ext uri="{FF2B5EF4-FFF2-40B4-BE49-F238E27FC236}">
                    <a16:creationId xmlns:a16="http://schemas.microsoft.com/office/drawing/2014/main" id="{0B736813-EF3B-9383-A8DC-786549BF0E4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45820" y="691776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</p:grpSp>
        <p:sp>
          <p:nvSpPr>
            <p:cNvPr id="159" name="159 config.yaml">
              <a:extLst>
                <a:ext uri="{FF2B5EF4-FFF2-40B4-BE49-F238E27FC236}">
                  <a16:creationId xmlns:a16="http://schemas.microsoft.com/office/drawing/2014/main" id="{2C9EFF0E-89AC-04CD-5D75-D145CD2FE923}"/>
                </a:ext>
              </a:extLst>
            </p:cNvPr>
            <p:cNvSpPr>
              <a:spLocks/>
            </p:cNvSpPr>
            <p:nvPr/>
          </p:nvSpPr>
          <p:spPr>
            <a:xfrm>
              <a:off x="1162050" y="6696075"/>
              <a:ext cx="98107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config.yaml</a:t>
              </a:r>
            </a:p>
          </p:txBody>
        </p:sp>
        <p:sp>
          <p:nvSpPr>
            <p:cNvPr id="160" name="160 …">
              <a:extLst>
                <a:ext uri="{FF2B5EF4-FFF2-40B4-BE49-F238E27FC236}">
                  <a16:creationId xmlns:a16="http://schemas.microsoft.com/office/drawing/2014/main" id="{85B4FBF6-9F79-4B8F-C408-FB1F087B7A18}"/>
                </a:ext>
              </a:extLst>
            </p:cNvPr>
            <p:cNvSpPr>
              <a:spLocks/>
            </p:cNvSpPr>
            <p:nvPr/>
          </p:nvSpPr>
          <p:spPr>
            <a:xfrm>
              <a:off x="771525" y="6953250"/>
              <a:ext cx="476250" cy="190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  <p:sp>
          <p:nvSpPr>
            <p:cNvPr id="161" name="161 rect">
              <a:extLst>
                <a:ext uri="{FF2B5EF4-FFF2-40B4-BE49-F238E27FC236}">
                  <a16:creationId xmlns:a16="http://schemas.microsoft.com/office/drawing/2014/main" id="{73228ADE-1CDD-6834-B1EE-BD61A3392922}"/>
                </a:ext>
              </a:extLst>
            </p:cNvPr>
            <p:cNvSpPr>
              <a:spLocks/>
            </p:cNvSpPr>
            <p:nvPr/>
          </p:nvSpPr>
          <p:spPr>
            <a:xfrm>
              <a:off x="2286000" y="5391150"/>
              <a:ext cx="2009775" cy="1676400"/>
            </a:xfrm>
            <a:prstGeom prst="roundRect">
              <a:avLst>
                <a:gd name="adj" fmla="val 4545"/>
              </a:avLst>
            </a:prstGeom>
            <a:solidFill>
              <a:srgbClr val="F7FAFE"/>
            </a:solidFill>
            <a:ln w="5715">
              <a:solidFill>
                <a:srgbClr val="DFE8EF"/>
              </a:solidFill>
            </a:ln>
          </p:spPr>
        </p:sp>
        <p:sp>
          <p:nvSpPr>
            <p:cNvPr id="162" name="162 rect">
              <a:extLst>
                <a:ext uri="{FF2B5EF4-FFF2-40B4-BE49-F238E27FC236}">
                  <a16:creationId xmlns:a16="http://schemas.microsoft.com/office/drawing/2014/main" id="{B1DA61C2-DFC8-4517-5040-C58A3DF75CB6}"/>
                </a:ext>
              </a:extLst>
            </p:cNvPr>
            <p:cNvSpPr>
              <a:spLocks/>
            </p:cNvSpPr>
            <p:nvPr/>
          </p:nvSpPr>
          <p:spPr>
            <a:xfrm>
              <a:off x="2286000" y="5391150"/>
              <a:ext cx="2009775" cy="247650"/>
            </a:xfrm>
            <a:prstGeom prst="roundRect">
              <a:avLst>
                <a:gd name="adj" fmla="val 30769"/>
              </a:avLst>
            </a:prstGeom>
            <a:solidFill>
              <a:srgbClr val="E7EDF3"/>
            </a:solidFill>
            <a:ln w="0">
              <a:noFill/>
            </a:ln>
          </p:spPr>
        </p:sp>
        <p:sp>
          <p:nvSpPr>
            <p:cNvPr id="163" name="163 train.py">
              <a:extLst>
                <a:ext uri="{FF2B5EF4-FFF2-40B4-BE49-F238E27FC236}">
                  <a16:creationId xmlns:a16="http://schemas.microsoft.com/office/drawing/2014/main" id="{6010C9CE-EDBC-9A68-F20A-A33C39D93A29}"/>
                </a:ext>
              </a:extLst>
            </p:cNvPr>
            <p:cNvSpPr>
              <a:spLocks/>
            </p:cNvSpPr>
            <p:nvPr/>
          </p:nvSpPr>
          <p:spPr>
            <a:xfrm>
              <a:off x="2381250" y="5391150"/>
              <a:ext cx="176212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sp>
          <p:nvSpPr>
            <p:cNvPr id="164" name="164 rect">
              <a:extLst>
                <a:ext uri="{FF2B5EF4-FFF2-40B4-BE49-F238E27FC236}">
                  <a16:creationId xmlns:a16="http://schemas.microsoft.com/office/drawing/2014/main" id="{83DD636B-8FD8-94E3-20F4-3AE2CF01A0B6}"/>
                </a:ext>
              </a:extLst>
            </p:cNvPr>
            <p:cNvSpPr>
              <a:spLocks/>
            </p:cNvSpPr>
            <p:nvPr/>
          </p:nvSpPr>
          <p:spPr>
            <a:xfrm>
              <a:off x="2333625" y="6048375"/>
              <a:ext cx="1914525" cy="238125"/>
            </a:xfrm>
            <a:prstGeom prst="roundRect">
              <a:avLst>
                <a:gd name="adj" fmla="val 20000"/>
              </a:avLst>
            </a:prstGeom>
            <a:solidFill>
              <a:srgbClr val="FFE6E8"/>
            </a:solidFill>
            <a:ln w="0">
              <a:noFill/>
            </a:ln>
          </p:spPr>
        </p:sp>
        <p:sp>
          <p:nvSpPr>
            <p:cNvPr id="165" name="165 def train(model, loader):">
              <a:extLst>
                <a:ext uri="{FF2B5EF4-FFF2-40B4-BE49-F238E27FC236}">
                  <a16:creationId xmlns:a16="http://schemas.microsoft.com/office/drawing/2014/main" id="{14237675-FEF7-EE7B-02ED-AD0DFE4C5C79}"/>
                </a:ext>
              </a:extLst>
            </p:cNvPr>
            <p:cNvSpPr>
              <a:spLocks/>
            </p:cNvSpPr>
            <p:nvPr/>
          </p:nvSpPr>
          <p:spPr>
            <a:xfrm>
              <a:off x="2381250" y="5686425"/>
              <a:ext cx="188595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def train(model, loader):</a:t>
              </a:r>
            </a:p>
          </p:txBody>
        </p:sp>
        <p:sp>
          <p:nvSpPr>
            <p:cNvPr id="166" name="166     model.train()">
              <a:extLst>
                <a:ext uri="{FF2B5EF4-FFF2-40B4-BE49-F238E27FC236}">
                  <a16:creationId xmlns:a16="http://schemas.microsoft.com/office/drawing/2014/main" id="{6BF7D509-C0B9-8744-CEE0-FC78EADC1514}"/>
                </a:ext>
              </a:extLst>
            </p:cNvPr>
            <p:cNvSpPr>
              <a:spLocks/>
            </p:cNvSpPr>
            <p:nvPr/>
          </p:nvSpPr>
          <p:spPr>
            <a:xfrm>
              <a:off x="2381250" y="5876925"/>
              <a:ext cx="188595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model.train()</a:t>
              </a:r>
            </a:p>
          </p:txBody>
        </p:sp>
        <p:sp>
          <p:nvSpPr>
            <p:cNvPr id="167" name="167     loss = model(data)">
              <a:extLst>
                <a:ext uri="{FF2B5EF4-FFF2-40B4-BE49-F238E27FC236}">
                  <a16:creationId xmlns:a16="http://schemas.microsoft.com/office/drawing/2014/main" id="{2F6000F5-3FD8-8B51-3CA0-B5C4F050115D}"/>
                </a:ext>
              </a:extLst>
            </p:cNvPr>
            <p:cNvSpPr>
              <a:spLocks/>
            </p:cNvSpPr>
            <p:nvPr/>
          </p:nvSpPr>
          <p:spPr>
            <a:xfrm>
              <a:off x="2381250" y="6067425"/>
              <a:ext cx="188595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E6092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E60920"/>
                  </a:solidFill>
                  <a:latin typeface="Times New Roman"/>
                  <a:ea typeface="Times New Roman"/>
                  <a:cs typeface="Times New Roman"/>
                </a:rPr>
                <a:t>    loss = model(data)</a:t>
              </a:r>
            </a:p>
          </p:txBody>
        </p:sp>
        <p:sp>
          <p:nvSpPr>
            <p:cNvPr id="168" name="168     # missing labels?">
              <a:extLst>
                <a:ext uri="{FF2B5EF4-FFF2-40B4-BE49-F238E27FC236}">
                  <a16:creationId xmlns:a16="http://schemas.microsoft.com/office/drawing/2014/main" id="{4E99FA49-9E21-DE5E-0558-194DFF16CD88}"/>
                </a:ext>
              </a:extLst>
            </p:cNvPr>
            <p:cNvSpPr>
              <a:spLocks/>
            </p:cNvSpPr>
            <p:nvPr/>
          </p:nvSpPr>
          <p:spPr>
            <a:xfrm>
              <a:off x="2381250" y="6257925"/>
              <a:ext cx="188595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526C8C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526C8C"/>
                  </a:solidFill>
                  <a:latin typeface="Times New Roman"/>
                  <a:ea typeface="Times New Roman"/>
                  <a:cs typeface="Times New Roman"/>
                </a:rPr>
                <a:t>    # missing labels?</a:t>
              </a:r>
            </a:p>
          </p:txBody>
        </p:sp>
        <p:sp>
          <p:nvSpPr>
            <p:cNvPr id="169" name="169     loss.backward()">
              <a:extLst>
                <a:ext uri="{FF2B5EF4-FFF2-40B4-BE49-F238E27FC236}">
                  <a16:creationId xmlns:a16="http://schemas.microsoft.com/office/drawing/2014/main" id="{F376ECE8-C206-C387-136F-88F6CD02F129}"/>
                </a:ext>
              </a:extLst>
            </p:cNvPr>
            <p:cNvSpPr>
              <a:spLocks/>
            </p:cNvSpPr>
            <p:nvPr/>
          </p:nvSpPr>
          <p:spPr>
            <a:xfrm>
              <a:off x="2381250" y="6448425"/>
              <a:ext cx="188595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loss.backward()</a:t>
              </a:r>
            </a:p>
          </p:txBody>
        </p:sp>
        <p:sp>
          <p:nvSpPr>
            <p:cNvPr id="170" name="170     optim.step()">
              <a:extLst>
                <a:ext uri="{FF2B5EF4-FFF2-40B4-BE49-F238E27FC236}">
                  <a16:creationId xmlns:a16="http://schemas.microsoft.com/office/drawing/2014/main" id="{CF911A14-7F89-07D5-62EC-8A58D9F40ADE}"/>
                </a:ext>
              </a:extLst>
            </p:cNvPr>
            <p:cNvSpPr>
              <a:spLocks/>
            </p:cNvSpPr>
            <p:nvPr/>
          </p:nvSpPr>
          <p:spPr>
            <a:xfrm>
              <a:off x="2381250" y="6638925"/>
              <a:ext cx="188595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optim.step()</a:t>
              </a:r>
            </a:p>
          </p:txBody>
        </p:sp>
        <p:sp>
          <p:nvSpPr>
            <p:cNvPr id="171" name="171     ...">
              <a:extLst>
                <a:ext uri="{FF2B5EF4-FFF2-40B4-BE49-F238E27FC236}">
                  <a16:creationId xmlns:a16="http://schemas.microsoft.com/office/drawing/2014/main" id="{89113449-C36F-0826-497B-131697D7C00F}"/>
                </a:ext>
              </a:extLst>
            </p:cNvPr>
            <p:cNvSpPr>
              <a:spLocks/>
            </p:cNvSpPr>
            <p:nvPr/>
          </p:nvSpPr>
          <p:spPr>
            <a:xfrm>
              <a:off x="2381250" y="6829425"/>
              <a:ext cx="188595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03599"/>
                  </a:solidFill>
                  <a:latin typeface="Times New Roman"/>
                  <a:ea typeface="Times New Roman"/>
                  <a:cs typeface="Times New Roman"/>
                </a:rPr>
                <a:t>    ...</a:t>
              </a:r>
            </a:p>
          </p:txBody>
        </p:sp>
        <p:sp>
          <p:nvSpPr>
            <p:cNvPr id="172" name="172 rect">
              <a:extLst>
                <a:ext uri="{FF2B5EF4-FFF2-40B4-BE49-F238E27FC236}">
                  <a16:creationId xmlns:a16="http://schemas.microsoft.com/office/drawing/2014/main" id="{1E313EC0-8958-DE81-0014-6179D2EA70B8}"/>
                </a:ext>
              </a:extLst>
            </p:cNvPr>
            <p:cNvSpPr>
              <a:spLocks/>
            </p:cNvSpPr>
            <p:nvPr/>
          </p:nvSpPr>
          <p:spPr>
            <a:xfrm>
              <a:off x="466725" y="7239000"/>
              <a:ext cx="3810000" cy="514350"/>
            </a:xfrm>
            <a:prstGeom prst="roundRect">
              <a:avLst>
                <a:gd name="adj" fmla="val 18519"/>
              </a:avLst>
            </a:prstGeom>
            <a:solidFill>
              <a:srgbClr val="FFE7E8"/>
            </a:solidFill>
            <a:ln w="10478">
              <a:solidFill>
                <a:srgbClr val="F04C59"/>
              </a:solidFill>
            </a:ln>
          </p:spPr>
        </p:sp>
        <p:grpSp>
          <p:nvGrpSpPr>
            <p:cNvPr id="530" name="icon-error-172">
              <a:extLst>
                <a:ext uri="{FF2B5EF4-FFF2-40B4-BE49-F238E27FC236}">
                  <a16:creationId xmlns:a16="http://schemas.microsoft.com/office/drawing/2014/main" id="{A397B4B6-A080-27A6-9AB8-712D56CFC00A}"/>
                </a:ext>
              </a:extLst>
            </p:cNvPr>
            <p:cNvGrpSpPr/>
            <p:nvPr/>
          </p:nvGrpSpPr>
          <p:grpSpPr>
            <a:xfrm>
              <a:off x="562451" y="7306151"/>
              <a:ext cx="380048" cy="380048"/>
              <a:chOff x="562451" y="7306151"/>
              <a:chExt cx="380048" cy="380048"/>
            </a:xfrm>
          </p:grpSpPr>
          <p:sp>
            <p:nvSpPr>
              <p:cNvPr id="173" name="173 ellipse">
                <a:extLst>
                  <a:ext uri="{FF2B5EF4-FFF2-40B4-BE49-F238E27FC236}">
                    <a16:creationId xmlns:a16="http://schemas.microsoft.com/office/drawing/2014/main" id="{C7DC384C-6219-0746-4BC9-47EFE504FF3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62451" y="7306151"/>
                <a:ext cx="380048" cy="380048"/>
              </a:xfrm>
              <a:prstGeom prst="ellipse">
                <a:avLst/>
              </a:prstGeom>
              <a:gradFill>
                <a:gsLst>
                  <a:gs pos="0">
                    <a:srgbClr val="FF3346"/>
                  </a:gs>
                  <a:gs pos="100000">
                    <a:srgbClr val="E70020"/>
                  </a:gs>
                </a:gsLst>
                <a:lin ang="5400000"/>
              </a:gradFill>
              <a:ln w="13002">
                <a:solidFill>
                  <a:srgbClr val="FFFFFF"/>
                </a:solidFill>
              </a:ln>
            </p:spPr>
          </p:sp>
          <p:sp>
            <p:nvSpPr>
              <p:cNvPr id="174" name="174 path">
                <a:extLst>
                  <a:ext uri="{FF2B5EF4-FFF2-40B4-BE49-F238E27FC236}">
                    <a16:creationId xmlns:a16="http://schemas.microsoft.com/office/drawing/2014/main" id="{1277A368-D43A-BF34-FD58-FA0EBD9AF51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52475" y="7396163"/>
                <a:ext cx="95" cy="140018"/>
              </a:xfrm>
              <a:custGeom>
                <a:avLst/>
                <a:gdLst/>
                <a:ahLst/>
                <a:cxnLst/>
                <a:rect l="0" t="0" r="0" b="0"/>
                <a:pathLst>
                  <a:path w="95" h="140018">
                    <a:moveTo>
                      <a:pt x="0" y="0"/>
                    </a:moveTo>
                    <a:lnTo>
                      <a:pt x="0" y="140018"/>
                    </a:lnTo>
                  </a:path>
                </a:pathLst>
              </a:custGeom>
              <a:noFill/>
              <a:ln w="40005">
                <a:solidFill>
                  <a:srgbClr val="FFFFFF"/>
                </a:solidFill>
              </a:ln>
            </p:spPr>
          </p:sp>
          <p:sp>
            <p:nvSpPr>
              <p:cNvPr id="175" name="175 ellipse">
                <a:extLst>
                  <a:ext uri="{FF2B5EF4-FFF2-40B4-BE49-F238E27FC236}">
                    <a16:creationId xmlns:a16="http://schemas.microsoft.com/office/drawing/2014/main" id="{2CF72067-B38F-C24F-E2E1-74AE5F06F51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32473" y="7586186"/>
                <a:ext cx="40005" cy="40005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176" name="176 Initial migration has errors">
              <a:extLst>
                <a:ext uri="{FF2B5EF4-FFF2-40B4-BE49-F238E27FC236}">
                  <a16:creationId xmlns:a16="http://schemas.microsoft.com/office/drawing/2014/main" id="{25589662-04BF-13A3-8AC9-6BAA3CFC271B}"/>
                </a:ext>
              </a:extLst>
            </p:cNvPr>
            <p:cNvSpPr>
              <a:spLocks/>
            </p:cNvSpPr>
            <p:nvPr/>
          </p:nvSpPr>
          <p:spPr>
            <a:xfrm>
              <a:off x="1123950" y="7305675"/>
              <a:ext cx="3067050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1">
                  <a:solidFill>
                    <a:srgbClr val="D20A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>
                  <a:solidFill>
                    <a:srgbClr val="D20A18"/>
                  </a:solidFill>
                  <a:latin typeface="Times New Roman"/>
                  <a:ea typeface="Times New Roman"/>
                  <a:cs typeface="Times New Roman"/>
                </a:rPr>
                <a:t>Initial migration has errors</a:t>
              </a:r>
            </a:p>
          </p:txBody>
        </p:sp>
        <p:sp>
          <p:nvSpPr>
            <p:cNvPr id="177" name="177 (may fail to run or produce incorrect behavior)">
              <a:extLst>
                <a:ext uri="{FF2B5EF4-FFF2-40B4-BE49-F238E27FC236}">
                  <a16:creationId xmlns:a16="http://schemas.microsoft.com/office/drawing/2014/main" id="{1FC61D91-0A20-D1DC-C35D-608756426F51}"/>
                </a:ext>
              </a:extLst>
            </p:cNvPr>
            <p:cNvSpPr>
              <a:spLocks/>
            </p:cNvSpPr>
            <p:nvPr/>
          </p:nvSpPr>
          <p:spPr>
            <a:xfrm>
              <a:off x="1123950" y="7524750"/>
              <a:ext cx="308610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D20A1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D20A18"/>
                  </a:solidFill>
                  <a:latin typeface="Times New Roman"/>
                  <a:ea typeface="Times New Roman"/>
                  <a:cs typeface="Times New Roman"/>
                </a:rPr>
                <a:t>(may fail to run or produce incorrect behavior)</a:t>
              </a:r>
            </a:p>
          </p:txBody>
        </p:sp>
      </p:grpSp>
      <p:grpSp>
        <p:nvGrpSpPr>
          <p:cNvPr id="531" name="Migration enters the framework">
            <a:extLst>
              <a:ext uri="{FF2B5EF4-FFF2-40B4-BE49-F238E27FC236}">
                <a16:creationId xmlns:a16="http://schemas.microsoft.com/office/drawing/2014/main" id="{50FB1F1A-D9F1-F67E-1204-36D13D686E70}"/>
              </a:ext>
            </a:extLst>
          </p:cNvPr>
          <p:cNvGrpSpPr/>
          <p:nvPr/>
        </p:nvGrpSpPr>
        <p:grpSpPr>
          <a:xfrm>
            <a:off x="4495800" y="3695700"/>
            <a:ext cx="400050" cy="495300"/>
            <a:chOff x="4495800" y="3695700"/>
            <a:chExt cx="400050" cy="495300"/>
          </a:xfrm>
        </p:grpSpPr>
        <p:sp>
          <p:nvSpPr>
            <p:cNvPr id="178" name="178 filled flow arrow">
              <a:extLst>
                <a:ext uri="{FF2B5EF4-FFF2-40B4-BE49-F238E27FC236}">
                  <a16:creationId xmlns:a16="http://schemas.microsoft.com/office/drawing/2014/main" id="{6BC949C8-4B4D-4522-35FE-FE520ED2BB3A}"/>
                </a:ext>
              </a:extLst>
            </p:cNvPr>
            <p:cNvSpPr>
              <a:spLocks/>
            </p:cNvSpPr>
            <p:nvPr/>
          </p:nvSpPr>
          <p:spPr>
            <a:xfrm>
              <a:off x="4495800" y="3695700"/>
              <a:ext cx="400050" cy="495300"/>
            </a:xfrm>
            <a:custGeom>
              <a:avLst/>
              <a:gdLst/>
              <a:ahLst/>
              <a:cxnLst/>
              <a:rect l="0" t="0" r="0" b="0"/>
              <a:pathLst>
                <a:path w="400050" h="495300">
                  <a:moveTo>
                    <a:pt x="0" y="123825"/>
                  </a:moveTo>
                  <a:lnTo>
                    <a:pt x="220028" y="123825"/>
                  </a:lnTo>
                  <a:lnTo>
                    <a:pt x="220028" y="0"/>
                  </a:lnTo>
                  <a:lnTo>
                    <a:pt x="400050" y="247650"/>
                  </a:lnTo>
                  <a:lnTo>
                    <a:pt x="220028" y="495300"/>
                  </a:lnTo>
                  <a:lnTo>
                    <a:pt x="220028" y="371475"/>
                  </a:lnTo>
                  <a:lnTo>
                    <a:pt x="0" y="371475"/>
                  </a:lnTo>
                  <a:close/>
                </a:path>
              </a:pathLst>
            </a:custGeom>
            <a:gradFill>
              <a:gsLst>
                <a:gs pos="0">
                  <a:srgbClr val="FFE0B8"/>
                </a:gs>
                <a:gs pos="100000">
                  <a:srgbClr val="FFF2D8"/>
                </a:gs>
              </a:gsLst>
              <a:lin ang="5400000"/>
            </a:gradFill>
            <a:ln w="12383">
              <a:solidFill>
                <a:srgbClr val="E77632"/>
              </a:solidFill>
            </a:ln>
          </p:spPr>
        </p:sp>
      </p:grpSp>
      <p:grpSp>
        <p:nvGrpSpPr>
          <p:cNvPr id="532" name="Framework produces verified output">
            <a:extLst>
              <a:ext uri="{FF2B5EF4-FFF2-40B4-BE49-F238E27FC236}">
                <a16:creationId xmlns:a16="http://schemas.microsoft.com/office/drawing/2014/main" id="{86A287AF-0B6F-E616-4F84-225CC50079A3}"/>
              </a:ext>
            </a:extLst>
          </p:cNvPr>
          <p:cNvGrpSpPr/>
          <p:nvPr/>
        </p:nvGrpSpPr>
        <p:grpSpPr>
          <a:xfrm>
            <a:off x="12039600" y="3695700"/>
            <a:ext cx="400050" cy="495300"/>
            <a:chOff x="12039600" y="3695700"/>
            <a:chExt cx="400050" cy="495300"/>
          </a:xfrm>
        </p:grpSpPr>
        <p:sp>
          <p:nvSpPr>
            <p:cNvPr id="179" name="179 filled flow arrow">
              <a:extLst>
                <a:ext uri="{FF2B5EF4-FFF2-40B4-BE49-F238E27FC236}">
                  <a16:creationId xmlns:a16="http://schemas.microsoft.com/office/drawing/2014/main" id="{D5CADAD8-7B41-8D72-B9D7-C5D630CE0D56}"/>
                </a:ext>
              </a:extLst>
            </p:cNvPr>
            <p:cNvSpPr>
              <a:spLocks/>
            </p:cNvSpPr>
            <p:nvPr/>
          </p:nvSpPr>
          <p:spPr>
            <a:xfrm>
              <a:off x="12039600" y="3695700"/>
              <a:ext cx="400050" cy="495300"/>
            </a:xfrm>
            <a:custGeom>
              <a:avLst/>
              <a:gdLst/>
              <a:ahLst/>
              <a:cxnLst/>
              <a:rect l="0" t="0" r="0" b="0"/>
              <a:pathLst>
                <a:path w="400050" h="495300">
                  <a:moveTo>
                    <a:pt x="0" y="123825"/>
                  </a:moveTo>
                  <a:lnTo>
                    <a:pt x="220027" y="123825"/>
                  </a:lnTo>
                  <a:lnTo>
                    <a:pt x="220027" y="0"/>
                  </a:lnTo>
                  <a:lnTo>
                    <a:pt x="400050" y="247650"/>
                  </a:lnTo>
                  <a:lnTo>
                    <a:pt x="220027" y="495300"/>
                  </a:lnTo>
                  <a:lnTo>
                    <a:pt x="220027" y="371475"/>
                  </a:lnTo>
                  <a:lnTo>
                    <a:pt x="0" y="371475"/>
                  </a:lnTo>
                  <a:close/>
                </a:path>
              </a:pathLst>
            </a:custGeom>
            <a:gradFill>
              <a:gsLst>
                <a:gs pos="0">
                  <a:srgbClr val="97DEA7"/>
                </a:gs>
                <a:gs pos="100000">
                  <a:srgbClr val="D8F7D9"/>
                </a:gs>
              </a:gsLst>
              <a:lin ang="5400000"/>
            </a:gradFill>
            <a:ln w="12383">
              <a:solidFill>
                <a:srgbClr val="188B44"/>
              </a:solidFill>
            </a:ln>
          </p:spPr>
        </p:sp>
      </p:grpSp>
      <p:grpSp>
        <p:nvGrpSpPr>
          <p:cNvPr id="533" name="Orchestrator connections">
            <a:extLst>
              <a:ext uri="{FF2B5EF4-FFF2-40B4-BE49-F238E27FC236}">
                <a16:creationId xmlns:a16="http://schemas.microsoft.com/office/drawing/2014/main" id="{85C02ECB-E8DB-4986-0E39-1E6283D40550}"/>
              </a:ext>
            </a:extLst>
          </p:cNvPr>
          <p:cNvGrpSpPr/>
          <p:nvPr/>
        </p:nvGrpSpPr>
        <p:grpSpPr>
          <a:xfrm>
            <a:off x="5689492" y="1065344"/>
            <a:ext cx="6378683" cy="944431"/>
            <a:chOff x="5689492" y="1065344"/>
            <a:chExt cx="6378683" cy="944431"/>
          </a:xfrm>
        </p:grpSpPr>
        <p:sp>
          <p:nvSpPr>
            <p:cNvPr id="180" name="180 path">
              <a:extLst>
                <a:ext uri="{FF2B5EF4-FFF2-40B4-BE49-F238E27FC236}">
                  <a16:creationId xmlns:a16="http://schemas.microsoft.com/office/drawing/2014/main" id="{EBCE3CDE-E7CF-86B1-9F9C-4CA1CAD16778}"/>
                </a:ext>
              </a:extLst>
            </p:cNvPr>
            <p:cNvSpPr>
              <a:spLocks/>
            </p:cNvSpPr>
            <p:nvPr/>
          </p:nvSpPr>
          <p:spPr>
            <a:xfrm>
              <a:off x="5743575" y="1122571"/>
              <a:ext cx="790575" cy="887204"/>
            </a:xfrm>
            <a:custGeom>
              <a:avLst/>
              <a:gdLst/>
              <a:ahLst/>
              <a:cxnLst/>
              <a:rect l="0" t="0" r="0" b="0"/>
              <a:pathLst>
                <a:path w="790575" h="887204">
                  <a:moveTo>
                    <a:pt x="790575" y="1379"/>
                  </a:moveTo>
                  <a:lnTo>
                    <a:pt x="748805" y="0"/>
                  </a:lnTo>
                  <a:lnTo>
                    <a:pt x="707367" y="1523"/>
                  </a:lnTo>
                  <a:lnTo>
                    <a:pt x="666340" y="5865"/>
                  </a:lnTo>
                  <a:lnTo>
                    <a:pt x="625802" y="12944"/>
                  </a:lnTo>
                  <a:lnTo>
                    <a:pt x="585832" y="22678"/>
                  </a:lnTo>
                  <a:lnTo>
                    <a:pt x="546506" y="34983"/>
                  </a:lnTo>
                  <a:lnTo>
                    <a:pt x="507905" y="49778"/>
                  </a:lnTo>
                  <a:lnTo>
                    <a:pt x="470106" y="66979"/>
                  </a:lnTo>
                  <a:lnTo>
                    <a:pt x="433187" y="86504"/>
                  </a:lnTo>
                  <a:lnTo>
                    <a:pt x="397228" y="108271"/>
                  </a:lnTo>
                  <a:lnTo>
                    <a:pt x="362305" y="132196"/>
                  </a:lnTo>
                  <a:lnTo>
                    <a:pt x="328498" y="158199"/>
                  </a:lnTo>
                  <a:lnTo>
                    <a:pt x="295885" y="186195"/>
                  </a:lnTo>
                  <a:lnTo>
                    <a:pt x="264544" y="216102"/>
                  </a:lnTo>
                  <a:lnTo>
                    <a:pt x="234553" y="247838"/>
                  </a:lnTo>
                  <a:lnTo>
                    <a:pt x="205991" y="281321"/>
                  </a:lnTo>
                  <a:lnTo>
                    <a:pt x="178936" y="316467"/>
                  </a:lnTo>
                  <a:lnTo>
                    <a:pt x="153467" y="353194"/>
                  </a:lnTo>
                  <a:lnTo>
                    <a:pt x="129661" y="391420"/>
                  </a:lnTo>
                  <a:lnTo>
                    <a:pt x="107597" y="431062"/>
                  </a:lnTo>
                  <a:lnTo>
                    <a:pt x="87354" y="472038"/>
                  </a:lnTo>
                  <a:lnTo>
                    <a:pt x="69009" y="514264"/>
                  </a:lnTo>
                  <a:lnTo>
                    <a:pt x="52641" y="557659"/>
                  </a:lnTo>
                  <a:lnTo>
                    <a:pt x="38329" y="602140"/>
                  </a:lnTo>
                  <a:lnTo>
                    <a:pt x="26150" y="647624"/>
                  </a:lnTo>
                  <a:lnTo>
                    <a:pt x="16183" y="694029"/>
                  </a:lnTo>
                  <a:lnTo>
                    <a:pt x="8506" y="741271"/>
                  </a:lnTo>
                  <a:lnTo>
                    <a:pt x="3198" y="789270"/>
                  </a:lnTo>
                  <a:lnTo>
                    <a:pt x="336" y="837942"/>
                  </a:lnTo>
                  <a:lnTo>
                    <a:pt x="0" y="887204"/>
                  </a:lnTo>
                </a:path>
              </a:pathLst>
            </a:custGeom>
            <a:noFill/>
            <a:ln w="28575">
              <a:solidFill>
                <a:srgbClr val="2D334E"/>
              </a:solidFill>
            </a:ln>
          </p:spPr>
        </p:sp>
        <p:sp>
          <p:nvSpPr>
            <p:cNvPr id="181" name="181 arrow head">
              <a:extLst>
                <a:ext uri="{FF2B5EF4-FFF2-40B4-BE49-F238E27FC236}">
                  <a16:creationId xmlns:a16="http://schemas.microsoft.com/office/drawing/2014/main" id="{24FA63C4-166F-E63C-5022-6862EC5399A4}"/>
                </a:ext>
              </a:extLst>
            </p:cNvPr>
            <p:cNvSpPr>
              <a:spLocks/>
            </p:cNvSpPr>
            <p:nvPr/>
          </p:nvSpPr>
          <p:spPr>
            <a:xfrm>
              <a:off x="5689492" y="1895103"/>
              <a:ext cx="109725" cy="114672"/>
            </a:xfrm>
            <a:custGeom>
              <a:avLst/>
              <a:gdLst/>
              <a:ahLst/>
              <a:cxnLst/>
              <a:rect l="0" t="0" r="0" b="0"/>
              <a:pathLst>
                <a:path w="109725" h="114672">
                  <a:moveTo>
                    <a:pt x="54083" y="114672"/>
                  </a:moveTo>
                  <a:lnTo>
                    <a:pt x="109725" y="7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34E"/>
            </a:solidFill>
            <a:ln w="4763">
              <a:solidFill>
                <a:srgbClr val="2D334E"/>
              </a:solidFill>
            </a:ln>
          </p:spPr>
        </p:sp>
        <p:sp>
          <p:nvSpPr>
            <p:cNvPr id="182" name="182 arrow head">
              <a:extLst>
                <a:ext uri="{FF2B5EF4-FFF2-40B4-BE49-F238E27FC236}">
                  <a16:creationId xmlns:a16="http://schemas.microsoft.com/office/drawing/2014/main" id="{7775D90A-66F2-4BFF-DA19-0596A941F453}"/>
                </a:ext>
              </a:extLst>
            </p:cNvPr>
            <p:cNvSpPr>
              <a:spLocks/>
            </p:cNvSpPr>
            <p:nvPr/>
          </p:nvSpPr>
          <p:spPr>
            <a:xfrm>
              <a:off x="6418102" y="1065344"/>
              <a:ext cx="116048" cy="109668"/>
            </a:xfrm>
            <a:custGeom>
              <a:avLst/>
              <a:gdLst/>
              <a:ahLst/>
              <a:cxnLst/>
              <a:rect l="0" t="0" r="0" b="0"/>
              <a:pathLst>
                <a:path w="116048" h="109668">
                  <a:moveTo>
                    <a:pt x="116048" y="58606"/>
                  </a:moveTo>
                  <a:lnTo>
                    <a:pt x="3621" y="0"/>
                  </a:lnTo>
                  <a:lnTo>
                    <a:pt x="0" y="109668"/>
                  </a:lnTo>
                  <a:close/>
                </a:path>
              </a:pathLst>
            </a:custGeom>
            <a:solidFill>
              <a:srgbClr val="2D334E"/>
            </a:solidFill>
            <a:ln w="4763">
              <a:solidFill>
                <a:srgbClr val="2D334E"/>
              </a:solidFill>
            </a:ln>
          </p:spPr>
        </p:sp>
        <p:sp>
          <p:nvSpPr>
            <p:cNvPr id="183" name="183 path">
              <a:extLst>
                <a:ext uri="{FF2B5EF4-FFF2-40B4-BE49-F238E27FC236}">
                  <a16:creationId xmlns:a16="http://schemas.microsoft.com/office/drawing/2014/main" id="{4C9EE1C7-9F12-B5FB-D889-DC2114766FBF}"/>
                </a:ext>
              </a:extLst>
            </p:cNvPr>
            <p:cNvSpPr>
              <a:spLocks/>
            </p:cNvSpPr>
            <p:nvPr/>
          </p:nvSpPr>
          <p:spPr>
            <a:xfrm>
              <a:off x="8153400" y="1438275"/>
              <a:ext cx="95" cy="561975"/>
            </a:xfrm>
            <a:custGeom>
              <a:avLst/>
              <a:gdLst/>
              <a:ahLst/>
              <a:cxnLst/>
              <a:rect l="0" t="0" r="0" b="0"/>
              <a:pathLst>
                <a:path w="95" h="561975">
                  <a:moveTo>
                    <a:pt x="0" y="0"/>
                  </a:moveTo>
                  <a:lnTo>
                    <a:pt x="0" y="561975"/>
                  </a:lnTo>
                </a:path>
              </a:pathLst>
            </a:custGeom>
            <a:noFill/>
            <a:ln w="28575">
              <a:solidFill>
                <a:srgbClr val="2D334E"/>
              </a:solidFill>
            </a:ln>
          </p:spPr>
        </p:sp>
        <p:sp>
          <p:nvSpPr>
            <p:cNvPr id="184" name="184 arrow head">
              <a:extLst>
                <a:ext uri="{FF2B5EF4-FFF2-40B4-BE49-F238E27FC236}">
                  <a16:creationId xmlns:a16="http://schemas.microsoft.com/office/drawing/2014/main" id="{2D761FE0-7DAB-D39D-10E6-78F999060059}"/>
                </a:ext>
              </a:extLst>
            </p:cNvPr>
            <p:cNvSpPr>
              <a:spLocks/>
            </p:cNvSpPr>
            <p:nvPr/>
          </p:nvSpPr>
          <p:spPr>
            <a:xfrm>
              <a:off x="8098536" y="1885950"/>
              <a:ext cx="109728" cy="114300"/>
            </a:xfrm>
            <a:custGeom>
              <a:avLst/>
              <a:gdLst/>
              <a:ahLst/>
              <a:cxnLst/>
              <a:rect l="0" t="0" r="0" b="0"/>
              <a:pathLst>
                <a:path w="109728" h="114300">
                  <a:moveTo>
                    <a:pt x="54864" y="114300"/>
                  </a:moveTo>
                  <a:lnTo>
                    <a:pt x="1097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34E"/>
            </a:solidFill>
            <a:ln w="4763">
              <a:solidFill>
                <a:srgbClr val="2D334E"/>
              </a:solidFill>
            </a:ln>
          </p:spPr>
        </p:sp>
        <p:sp>
          <p:nvSpPr>
            <p:cNvPr id="185" name="185 path">
              <a:extLst>
                <a:ext uri="{FF2B5EF4-FFF2-40B4-BE49-F238E27FC236}">
                  <a16:creationId xmlns:a16="http://schemas.microsoft.com/office/drawing/2014/main" id="{4730352A-D6D3-3997-B93C-03448A6CC362}"/>
                </a:ext>
              </a:extLst>
            </p:cNvPr>
            <p:cNvSpPr>
              <a:spLocks/>
            </p:cNvSpPr>
            <p:nvPr/>
          </p:nvSpPr>
          <p:spPr>
            <a:xfrm>
              <a:off x="9144000" y="1438275"/>
              <a:ext cx="1762125" cy="561975"/>
            </a:xfrm>
            <a:custGeom>
              <a:avLst/>
              <a:gdLst/>
              <a:ahLst/>
              <a:cxnLst/>
              <a:rect l="0" t="0" r="0" b="0"/>
              <a:pathLst>
                <a:path w="1762125" h="561975">
                  <a:moveTo>
                    <a:pt x="0" y="0"/>
                  </a:moveTo>
                  <a:lnTo>
                    <a:pt x="16403" y="27540"/>
                  </a:lnTo>
                  <a:lnTo>
                    <a:pt x="33308" y="53061"/>
                  </a:lnTo>
                  <a:lnTo>
                    <a:pt x="50835" y="76638"/>
                  </a:lnTo>
                  <a:lnTo>
                    <a:pt x="69105" y="98349"/>
                  </a:lnTo>
                  <a:lnTo>
                    <a:pt x="88239" y="118269"/>
                  </a:lnTo>
                  <a:lnTo>
                    <a:pt x="108356" y="136474"/>
                  </a:lnTo>
                  <a:lnTo>
                    <a:pt x="129579" y="153041"/>
                  </a:lnTo>
                  <a:lnTo>
                    <a:pt x="152027" y="168046"/>
                  </a:lnTo>
                  <a:lnTo>
                    <a:pt x="175822" y="181566"/>
                  </a:lnTo>
                  <a:lnTo>
                    <a:pt x="201083" y="193675"/>
                  </a:lnTo>
                  <a:lnTo>
                    <a:pt x="227932" y="204451"/>
                  </a:lnTo>
                  <a:lnTo>
                    <a:pt x="256489" y="213970"/>
                  </a:lnTo>
                  <a:lnTo>
                    <a:pt x="286875" y="222307"/>
                  </a:lnTo>
                  <a:lnTo>
                    <a:pt x="319210" y="229540"/>
                  </a:lnTo>
                  <a:lnTo>
                    <a:pt x="353616" y="235744"/>
                  </a:lnTo>
                  <a:lnTo>
                    <a:pt x="390212" y="240995"/>
                  </a:lnTo>
                  <a:lnTo>
                    <a:pt x="429119" y="245370"/>
                  </a:lnTo>
                  <a:lnTo>
                    <a:pt x="470459" y="248945"/>
                  </a:lnTo>
                  <a:lnTo>
                    <a:pt x="514351" y="251797"/>
                  </a:lnTo>
                  <a:lnTo>
                    <a:pt x="560917" y="254000"/>
                  </a:lnTo>
                  <a:lnTo>
                    <a:pt x="610276" y="255632"/>
                  </a:lnTo>
                  <a:lnTo>
                    <a:pt x="662551" y="256769"/>
                  </a:lnTo>
                  <a:lnTo>
                    <a:pt x="717860" y="257486"/>
                  </a:lnTo>
                  <a:lnTo>
                    <a:pt x="776326" y="257861"/>
                  </a:lnTo>
                  <a:lnTo>
                    <a:pt x="838068" y="257969"/>
                  </a:lnTo>
                  <a:lnTo>
                    <a:pt x="903207" y="257886"/>
                  </a:lnTo>
                  <a:lnTo>
                    <a:pt x="971864" y="257689"/>
                  </a:lnTo>
                  <a:lnTo>
                    <a:pt x="1044160" y="257454"/>
                  </a:lnTo>
                  <a:lnTo>
                    <a:pt x="1120215" y="257258"/>
                  </a:lnTo>
                  <a:lnTo>
                    <a:pt x="1200150" y="257175"/>
                  </a:lnTo>
                  <a:lnTo>
                    <a:pt x="1230095" y="258629"/>
                  </a:lnTo>
                  <a:lnTo>
                    <a:pt x="1258991" y="261058"/>
                  </a:lnTo>
                  <a:lnTo>
                    <a:pt x="1286866" y="264424"/>
                  </a:lnTo>
                  <a:lnTo>
                    <a:pt x="1313750" y="268684"/>
                  </a:lnTo>
                  <a:lnTo>
                    <a:pt x="1339674" y="273800"/>
                  </a:lnTo>
                  <a:lnTo>
                    <a:pt x="1364666" y="279730"/>
                  </a:lnTo>
                  <a:lnTo>
                    <a:pt x="1388756" y="286435"/>
                  </a:lnTo>
                  <a:lnTo>
                    <a:pt x="1411975" y="293875"/>
                  </a:lnTo>
                  <a:lnTo>
                    <a:pt x="1434351" y="302009"/>
                  </a:lnTo>
                  <a:lnTo>
                    <a:pt x="1455914" y="310797"/>
                  </a:lnTo>
                  <a:lnTo>
                    <a:pt x="1476694" y="320199"/>
                  </a:lnTo>
                  <a:lnTo>
                    <a:pt x="1496720" y="330175"/>
                  </a:lnTo>
                  <a:lnTo>
                    <a:pt x="1516023" y="340683"/>
                  </a:lnTo>
                  <a:lnTo>
                    <a:pt x="1534631" y="351686"/>
                  </a:lnTo>
                  <a:lnTo>
                    <a:pt x="1552575" y="363141"/>
                  </a:lnTo>
                  <a:lnTo>
                    <a:pt x="1569884" y="375008"/>
                  </a:lnTo>
                  <a:lnTo>
                    <a:pt x="1586587" y="387249"/>
                  </a:lnTo>
                  <a:lnTo>
                    <a:pt x="1602715" y="399821"/>
                  </a:lnTo>
                  <a:lnTo>
                    <a:pt x="1618296" y="412686"/>
                  </a:lnTo>
                  <a:lnTo>
                    <a:pt x="1633361" y="425803"/>
                  </a:lnTo>
                  <a:lnTo>
                    <a:pt x="1647939" y="439131"/>
                  </a:lnTo>
                  <a:lnTo>
                    <a:pt x="1662060" y="452631"/>
                  </a:lnTo>
                  <a:lnTo>
                    <a:pt x="1675754" y="466262"/>
                  </a:lnTo>
                  <a:lnTo>
                    <a:pt x="1689049" y="479984"/>
                  </a:lnTo>
                  <a:lnTo>
                    <a:pt x="1701976" y="493757"/>
                  </a:lnTo>
                  <a:lnTo>
                    <a:pt x="1714565" y="507540"/>
                  </a:lnTo>
                  <a:lnTo>
                    <a:pt x="1726844" y="521294"/>
                  </a:lnTo>
                  <a:lnTo>
                    <a:pt x="1738844" y="534978"/>
                  </a:lnTo>
                  <a:lnTo>
                    <a:pt x="1750595" y="548551"/>
                  </a:lnTo>
                  <a:lnTo>
                    <a:pt x="1762125" y="561975"/>
                  </a:lnTo>
                </a:path>
              </a:pathLst>
            </a:custGeom>
            <a:noFill/>
            <a:ln w="28575">
              <a:solidFill>
                <a:srgbClr val="2D334E"/>
              </a:solidFill>
            </a:ln>
          </p:spPr>
        </p:sp>
        <p:sp>
          <p:nvSpPr>
            <p:cNvPr id="186" name="186 arrow head">
              <a:extLst>
                <a:ext uri="{FF2B5EF4-FFF2-40B4-BE49-F238E27FC236}">
                  <a16:creationId xmlns:a16="http://schemas.microsoft.com/office/drawing/2014/main" id="{D580A2B1-4D19-AFDA-41C1-885B0B04D691}"/>
                </a:ext>
              </a:extLst>
            </p:cNvPr>
            <p:cNvSpPr>
              <a:spLocks/>
            </p:cNvSpPr>
            <p:nvPr/>
          </p:nvSpPr>
          <p:spPr>
            <a:xfrm>
              <a:off x="10790031" y="1877796"/>
              <a:ext cx="116094" cy="122454"/>
            </a:xfrm>
            <a:custGeom>
              <a:avLst/>
              <a:gdLst/>
              <a:ahLst/>
              <a:cxnLst/>
              <a:rect l="0" t="0" r="0" b="0"/>
              <a:pathLst>
                <a:path w="116094" h="122454">
                  <a:moveTo>
                    <a:pt x="116094" y="122454"/>
                  </a:moveTo>
                  <a:lnTo>
                    <a:pt x="83237" y="0"/>
                  </a:lnTo>
                  <a:lnTo>
                    <a:pt x="0" y="71497"/>
                  </a:lnTo>
                  <a:close/>
                </a:path>
              </a:pathLst>
            </a:custGeom>
            <a:solidFill>
              <a:srgbClr val="2D334E"/>
            </a:solidFill>
            <a:ln w="4763">
              <a:solidFill>
                <a:srgbClr val="2D334E"/>
              </a:solidFill>
            </a:ln>
          </p:spPr>
        </p:sp>
        <p:sp>
          <p:nvSpPr>
            <p:cNvPr id="187" name="187 coordinate">
              <a:extLst>
                <a:ext uri="{FF2B5EF4-FFF2-40B4-BE49-F238E27FC236}">
                  <a16:creationId xmlns:a16="http://schemas.microsoft.com/office/drawing/2014/main" id="{41F0D23B-D11A-CA0B-ABA9-31E93235B8F4}"/>
                </a:ext>
              </a:extLst>
            </p:cNvPr>
            <p:cNvSpPr>
              <a:spLocks/>
            </p:cNvSpPr>
            <p:nvPr/>
          </p:nvSpPr>
          <p:spPr>
            <a:xfrm>
              <a:off x="5886450" y="1600200"/>
              <a:ext cx="94297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coordinate</a:t>
              </a:r>
            </a:p>
          </p:txBody>
        </p:sp>
        <p:sp>
          <p:nvSpPr>
            <p:cNvPr id="188" name="188 schedule">
              <a:extLst>
                <a:ext uri="{FF2B5EF4-FFF2-40B4-BE49-F238E27FC236}">
                  <a16:creationId xmlns:a16="http://schemas.microsoft.com/office/drawing/2014/main" id="{A87C07FF-61FD-D6F3-6534-BE060C8167F7}"/>
                </a:ext>
              </a:extLst>
            </p:cNvPr>
            <p:cNvSpPr>
              <a:spLocks/>
            </p:cNvSpPr>
            <p:nvPr/>
          </p:nvSpPr>
          <p:spPr>
            <a:xfrm>
              <a:off x="8315325" y="1600200"/>
              <a:ext cx="93345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schedule</a:t>
              </a:r>
            </a:p>
          </p:txBody>
        </p:sp>
        <p:sp>
          <p:nvSpPr>
            <p:cNvPr id="189" name="189 coordinate">
              <a:extLst>
                <a:ext uri="{FF2B5EF4-FFF2-40B4-BE49-F238E27FC236}">
                  <a16:creationId xmlns:a16="http://schemas.microsoft.com/office/drawing/2014/main" id="{77402748-768D-F627-0277-43B731D6C804}"/>
                </a:ext>
              </a:extLst>
            </p:cNvPr>
            <p:cNvSpPr>
              <a:spLocks/>
            </p:cNvSpPr>
            <p:nvPr/>
          </p:nvSpPr>
          <p:spPr>
            <a:xfrm>
              <a:off x="11010900" y="1685925"/>
              <a:ext cx="1057275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coordinate</a:t>
              </a:r>
            </a:p>
          </p:txBody>
        </p:sp>
      </p:grpSp>
      <p:grpSp>
        <p:nvGrpSpPr>
          <p:cNvPr id="534" name="Orchestrator">
            <a:extLst>
              <a:ext uri="{FF2B5EF4-FFF2-40B4-BE49-F238E27FC236}">
                <a16:creationId xmlns:a16="http://schemas.microsoft.com/office/drawing/2014/main" id="{22DBA78C-1559-FD5F-BB39-D5BBA02B50F2}"/>
              </a:ext>
            </a:extLst>
          </p:cNvPr>
          <p:cNvGrpSpPr/>
          <p:nvPr/>
        </p:nvGrpSpPr>
        <p:grpSpPr>
          <a:xfrm>
            <a:off x="6553200" y="704850"/>
            <a:ext cx="4686300" cy="747183"/>
            <a:chOff x="6553200" y="704850"/>
            <a:chExt cx="4686300" cy="747183"/>
          </a:xfrm>
        </p:grpSpPr>
        <p:sp>
          <p:nvSpPr>
            <p:cNvPr id="190" name="190 rect">
              <a:extLst>
                <a:ext uri="{FF2B5EF4-FFF2-40B4-BE49-F238E27FC236}">
                  <a16:creationId xmlns:a16="http://schemas.microsoft.com/office/drawing/2014/main" id="{36B09EBA-ACC8-31FD-DE07-A5E777E4556C}"/>
                </a:ext>
              </a:extLst>
            </p:cNvPr>
            <p:cNvSpPr>
              <a:spLocks/>
            </p:cNvSpPr>
            <p:nvPr/>
          </p:nvSpPr>
          <p:spPr>
            <a:xfrm>
              <a:off x="6553200" y="704850"/>
              <a:ext cx="2781300" cy="742950"/>
            </a:xfrm>
            <a:prstGeom prst="roundRect">
              <a:avLst>
                <a:gd name="adj" fmla="val 15385"/>
              </a:avLst>
            </a:prstGeom>
            <a:gradFill>
              <a:gsLst>
                <a:gs pos="0">
                  <a:srgbClr val="F8FCFF"/>
                </a:gs>
                <a:gs pos="100000">
                  <a:srgbClr val="E4F4FF"/>
                </a:gs>
              </a:gsLst>
              <a:lin ang="5400000"/>
            </a:gradFill>
            <a:ln w="11430">
              <a:solidFill>
                <a:srgbClr val="3495F9"/>
              </a:solidFill>
            </a:ln>
          </p:spPr>
        </p:sp>
        <p:grpSp>
          <p:nvGrpSpPr>
            <p:cNvPr id="535" name="icon-robot-190">
              <a:extLst>
                <a:ext uri="{FF2B5EF4-FFF2-40B4-BE49-F238E27FC236}">
                  <a16:creationId xmlns:a16="http://schemas.microsoft.com/office/drawing/2014/main" id="{259227DB-C0E2-F683-B01E-E7C9E749FBC7}"/>
                </a:ext>
              </a:extLst>
            </p:cNvPr>
            <p:cNvGrpSpPr/>
            <p:nvPr/>
          </p:nvGrpSpPr>
          <p:grpSpPr>
            <a:xfrm>
              <a:off x="6696075" y="821055"/>
              <a:ext cx="514350" cy="411480"/>
              <a:chOff x="6696075" y="821055"/>
              <a:chExt cx="514350" cy="411480"/>
            </a:xfrm>
          </p:grpSpPr>
          <p:sp>
            <p:nvSpPr>
              <p:cNvPr id="191" name="191 path">
                <a:extLst>
                  <a:ext uri="{FF2B5EF4-FFF2-40B4-BE49-F238E27FC236}">
                    <a16:creationId xmlns:a16="http://schemas.microsoft.com/office/drawing/2014/main" id="{16834398-764D-2E39-D468-A205E2A05B0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953250" y="866775"/>
                <a:ext cx="95" cy="91440"/>
              </a:xfrm>
              <a:custGeom>
                <a:avLst/>
                <a:gdLst/>
                <a:ahLst/>
                <a:cxnLst/>
                <a:rect l="0" t="0" r="0" b="0"/>
                <a:pathLst>
                  <a:path w="95" h="91440">
                    <a:moveTo>
                      <a:pt x="0" y="0"/>
                    </a:moveTo>
                    <a:lnTo>
                      <a:pt x="0" y="91440"/>
                    </a:lnTo>
                  </a:path>
                </a:pathLst>
              </a:custGeom>
              <a:noFill/>
              <a:ln w="26289">
                <a:solidFill>
                  <a:srgbClr val="090D28"/>
                </a:solidFill>
              </a:ln>
            </p:spPr>
          </p:sp>
          <p:sp>
            <p:nvSpPr>
              <p:cNvPr id="192" name="192 ellipse">
                <a:extLst>
                  <a:ext uri="{FF2B5EF4-FFF2-40B4-BE49-F238E27FC236}">
                    <a16:creationId xmlns:a16="http://schemas.microsoft.com/office/drawing/2014/main" id="{1C5A234B-6604-C7B4-C656-FDC6614F5F7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921103" y="821055"/>
                <a:ext cx="64294" cy="57150"/>
              </a:xfrm>
              <a:prstGeom prst="ellipse">
                <a:avLst/>
              </a:prstGeom>
              <a:solidFill>
                <a:srgbClr val="FFFFFF"/>
              </a:solidFill>
              <a:ln w="20574">
                <a:solidFill>
                  <a:srgbClr val="090D28"/>
                </a:solidFill>
              </a:ln>
            </p:spPr>
          </p:sp>
          <p:sp>
            <p:nvSpPr>
              <p:cNvPr id="193" name="193 rect">
                <a:extLst>
                  <a:ext uri="{FF2B5EF4-FFF2-40B4-BE49-F238E27FC236}">
                    <a16:creationId xmlns:a16="http://schemas.microsoft.com/office/drawing/2014/main" id="{35C92D3F-D610-8C1D-CC6C-7BDCF2561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96075" y="1038225"/>
                <a:ext cx="64294" cy="125730"/>
              </a:xfrm>
              <a:prstGeom prst="roundRect">
                <a:avLst>
                  <a:gd name="adj" fmla="val 35556"/>
                </a:avLst>
              </a:prstGeom>
              <a:solidFill>
                <a:srgbClr val="C7DDF5"/>
              </a:solidFill>
              <a:ln w="22860">
                <a:solidFill>
                  <a:srgbClr val="090D28"/>
                </a:solidFill>
              </a:ln>
            </p:spPr>
          </p:sp>
          <p:sp>
            <p:nvSpPr>
              <p:cNvPr id="194" name="194 rect">
                <a:extLst>
                  <a:ext uri="{FF2B5EF4-FFF2-40B4-BE49-F238E27FC236}">
                    <a16:creationId xmlns:a16="http://schemas.microsoft.com/office/drawing/2014/main" id="{837786BE-810C-4B29-08D4-F266ED16C64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46131" y="1038225"/>
                <a:ext cx="64294" cy="125730"/>
              </a:xfrm>
              <a:prstGeom prst="roundRect">
                <a:avLst>
                  <a:gd name="adj" fmla="val 35556"/>
                </a:avLst>
              </a:prstGeom>
              <a:solidFill>
                <a:srgbClr val="C7DDF5"/>
              </a:solidFill>
              <a:ln w="22860">
                <a:solidFill>
                  <a:srgbClr val="090D28"/>
                </a:solidFill>
              </a:ln>
            </p:spPr>
          </p:sp>
          <p:sp>
            <p:nvSpPr>
              <p:cNvPr id="195" name="195 rect">
                <a:extLst>
                  <a:ext uri="{FF2B5EF4-FFF2-40B4-BE49-F238E27FC236}">
                    <a16:creationId xmlns:a16="http://schemas.microsoft.com/office/drawing/2014/main" id="{C91C8355-EA71-E400-2B29-80CAC869A60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760369" y="946785"/>
                <a:ext cx="385763" cy="285750"/>
              </a:xfrm>
              <a:prstGeom prst="roundRect">
                <a:avLst>
                  <a:gd name="adj" fmla="val 28000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C7DDF5"/>
                  </a:gs>
                </a:gsLst>
                <a:lin ang="5400000"/>
              </a:gradFill>
              <a:ln w="25146">
                <a:solidFill>
                  <a:srgbClr val="090D28"/>
                </a:solidFill>
              </a:ln>
            </p:spPr>
          </p:sp>
          <p:sp>
            <p:nvSpPr>
              <p:cNvPr id="196" name="196 rect">
                <a:extLst>
                  <a:ext uri="{FF2B5EF4-FFF2-40B4-BE49-F238E27FC236}">
                    <a16:creationId xmlns:a16="http://schemas.microsoft.com/office/drawing/2014/main" id="{A08F3E40-E63A-D440-7763-ACC55425AD2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24663" y="1015365"/>
                <a:ext cx="257175" cy="137160"/>
              </a:xfrm>
              <a:prstGeom prst="roundRect">
                <a:avLst>
                  <a:gd name="adj" fmla="val 33333"/>
                </a:avLst>
              </a:prstGeom>
              <a:solidFill>
                <a:srgbClr val="15154A"/>
              </a:solidFill>
              <a:ln w="11430">
                <a:solidFill>
                  <a:srgbClr val="090D28"/>
                </a:solidFill>
              </a:ln>
            </p:spPr>
          </p:sp>
          <p:sp>
            <p:nvSpPr>
              <p:cNvPr id="197" name="197 ellipse">
                <a:extLst>
                  <a:ext uri="{FF2B5EF4-FFF2-40B4-BE49-F238E27FC236}">
                    <a16:creationId xmlns:a16="http://schemas.microsoft.com/office/drawing/2014/main" id="{1F180932-C8EA-77D9-BD5D-B97E5B7A1AE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876098" y="1049655"/>
                <a:ext cx="51435" cy="5715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198" name="198 ellipse">
                <a:extLst>
                  <a:ext uri="{FF2B5EF4-FFF2-40B4-BE49-F238E27FC236}">
                    <a16:creationId xmlns:a16="http://schemas.microsoft.com/office/drawing/2014/main" id="{A7F13B31-24B0-71E0-1081-2BB0680FEFB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991826" y="1049655"/>
                <a:ext cx="51435" cy="57150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199" name="199 Orchestrator">
              <a:extLst>
                <a:ext uri="{FF2B5EF4-FFF2-40B4-BE49-F238E27FC236}">
                  <a16:creationId xmlns:a16="http://schemas.microsoft.com/office/drawing/2014/main" id="{30B18C1B-B103-06C9-DEC7-2125E6307BB9}"/>
                </a:ext>
              </a:extLst>
            </p:cNvPr>
            <p:cNvSpPr>
              <a:spLocks/>
            </p:cNvSpPr>
            <p:nvPr/>
          </p:nvSpPr>
          <p:spPr>
            <a:xfrm>
              <a:off x="7429500" y="790575"/>
              <a:ext cx="1847850" cy="34251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17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17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Orchestrator</a:t>
              </a:r>
            </a:p>
          </p:txBody>
        </p:sp>
        <p:sp>
          <p:nvSpPr>
            <p:cNvPr id="200" name="200 Task planning &amp; agent coordination">
              <a:extLst>
                <a:ext uri="{FF2B5EF4-FFF2-40B4-BE49-F238E27FC236}">
                  <a16:creationId xmlns:a16="http://schemas.microsoft.com/office/drawing/2014/main" id="{F7F25D43-C6D6-7667-F44E-214B442D70D5}"/>
                </a:ext>
              </a:extLst>
            </p:cNvPr>
            <p:cNvSpPr>
              <a:spLocks/>
            </p:cNvSpPr>
            <p:nvPr/>
          </p:nvSpPr>
          <p:spPr>
            <a:xfrm>
              <a:off x="7258050" y="1104900"/>
              <a:ext cx="2009775" cy="16771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06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6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Task planning &amp; agent coordination</a:t>
              </a:r>
            </a:p>
          </p:txBody>
        </p:sp>
        <p:sp>
          <p:nvSpPr>
            <p:cNvPr id="201" name="201 rect">
              <a:extLst>
                <a:ext uri="{FF2B5EF4-FFF2-40B4-BE49-F238E27FC236}">
                  <a16:creationId xmlns:a16="http://schemas.microsoft.com/office/drawing/2014/main" id="{08363F28-81D7-3A73-0B5A-74AD8AEB1799}"/>
                </a:ext>
              </a:extLst>
            </p:cNvPr>
            <p:cNvSpPr>
              <a:spLocks/>
            </p:cNvSpPr>
            <p:nvPr/>
          </p:nvSpPr>
          <p:spPr>
            <a:xfrm>
              <a:off x="9363075" y="704850"/>
              <a:ext cx="1876425" cy="747183"/>
            </a:xfrm>
            <a:prstGeom prst="roundRect">
              <a:avLst>
                <a:gd name="adj" fmla="val 10989"/>
              </a:avLst>
            </a:prstGeom>
            <a:gradFill>
              <a:gsLst>
                <a:gs pos="0">
                  <a:srgbClr val="FFFFFF"/>
                </a:gs>
                <a:gs pos="100000">
                  <a:srgbClr val="F6FCFA"/>
                </a:gs>
              </a:gsLst>
              <a:lin ang="5400000"/>
            </a:gradFill>
            <a:ln w="10478">
              <a:solidFill>
                <a:srgbClr val="698599"/>
              </a:solidFill>
            </a:ln>
          </p:spPr>
        </p:sp>
        <p:grpSp>
          <p:nvGrpSpPr>
            <p:cNvPr id="536" name="icon-tick-201">
              <a:extLst>
                <a:ext uri="{FF2B5EF4-FFF2-40B4-BE49-F238E27FC236}">
                  <a16:creationId xmlns:a16="http://schemas.microsoft.com/office/drawing/2014/main" id="{AEADBD56-77D8-52CA-D411-0F0EC45180CE}"/>
                </a:ext>
              </a:extLst>
            </p:cNvPr>
            <p:cNvGrpSpPr/>
            <p:nvPr/>
          </p:nvGrpSpPr>
          <p:grpSpPr>
            <a:xfrm>
              <a:off x="9468803" y="811054"/>
              <a:ext cx="86678" cy="66675"/>
              <a:chOff x="9468803" y="811054"/>
              <a:chExt cx="86678" cy="66675"/>
            </a:xfrm>
          </p:grpSpPr>
          <p:sp>
            <p:nvSpPr>
              <p:cNvPr id="202" name="202 path">
                <a:extLst>
                  <a:ext uri="{FF2B5EF4-FFF2-40B4-BE49-F238E27FC236}">
                    <a16:creationId xmlns:a16="http://schemas.microsoft.com/office/drawing/2014/main" id="{8F37E121-BADE-ABEA-DCA7-B14FADC2510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68803" y="811054"/>
                <a:ext cx="86678" cy="66675"/>
              </a:xfrm>
              <a:custGeom>
                <a:avLst/>
                <a:gdLst/>
                <a:ahLst/>
                <a:cxnLst/>
                <a:rect l="0" t="0" r="0" b="0"/>
                <a:pathLst>
                  <a:path w="86678" h="66675">
                    <a:moveTo>
                      <a:pt x="0" y="40005"/>
                    </a:moveTo>
                    <a:lnTo>
                      <a:pt x="30004" y="66675"/>
                    </a:lnTo>
                    <a:lnTo>
                      <a:pt x="86678" y="0"/>
                    </a:lnTo>
                  </a:path>
                </a:pathLst>
              </a:custGeom>
              <a:noFill/>
              <a:ln w="13335">
                <a:solidFill>
                  <a:srgbClr val="00A149"/>
                </a:solidFill>
              </a:ln>
            </p:spPr>
          </p:sp>
        </p:grpSp>
        <p:sp>
          <p:nvSpPr>
            <p:cNvPr id="203" name="203 Analyze task and context">
              <a:extLst>
                <a:ext uri="{FF2B5EF4-FFF2-40B4-BE49-F238E27FC236}">
                  <a16:creationId xmlns:a16="http://schemas.microsoft.com/office/drawing/2014/main" id="{9BB46AD8-F94A-A3AA-C5DC-244E85EE0194}"/>
                </a:ext>
              </a:extLst>
            </p:cNvPr>
            <p:cNvSpPr>
              <a:spLocks/>
            </p:cNvSpPr>
            <p:nvPr/>
          </p:nvSpPr>
          <p:spPr>
            <a:xfrm>
              <a:off x="9648825" y="762000"/>
              <a:ext cx="1524000" cy="181889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15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55" b="0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Analyze task and context</a:t>
              </a:r>
            </a:p>
          </p:txBody>
        </p:sp>
        <p:grpSp>
          <p:nvGrpSpPr>
            <p:cNvPr id="537" name="icon-tick-203">
              <a:extLst>
                <a:ext uri="{FF2B5EF4-FFF2-40B4-BE49-F238E27FC236}">
                  <a16:creationId xmlns:a16="http://schemas.microsoft.com/office/drawing/2014/main" id="{5EC75823-2BE1-7016-905B-FB8DDCEA4C9A}"/>
                </a:ext>
              </a:extLst>
            </p:cNvPr>
            <p:cNvGrpSpPr/>
            <p:nvPr/>
          </p:nvGrpSpPr>
          <p:grpSpPr>
            <a:xfrm>
              <a:off x="9468803" y="1020607"/>
              <a:ext cx="86678" cy="66675"/>
              <a:chOff x="9468803" y="1020607"/>
              <a:chExt cx="86678" cy="66675"/>
            </a:xfrm>
          </p:grpSpPr>
          <p:sp>
            <p:nvSpPr>
              <p:cNvPr id="204" name="204 path">
                <a:extLst>
                  <a:ext uri="{FF2B5EF4-FFF2-40B4-BE49-F238E27FC236}">
                    <a16:creationId xmlns:a16="http://schemas.microsoft.com/office/drawing/2014/main" id="{193AC348-B6A4-4CCA-82EC-08DEF77AB29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68803" y="1020607"/>
                <a:ext cx="86678" cy="66675"/>
              </a:xfrm>
              <a:custGeom>
                <a:avLst/>
                <a:gdLst/>
                <a:ahLst/>
                <a:cxnLst/>
                <a:rect l="0" t="0" r="0" b="0"/>
                <a:pathLst>
                  <a:path w="86678" h="66675">
                    <a:moveTo>
                      <a:pt x="0" y="40005"/>
                    </a:moveTo>
                    <a:lnTo>
                      <a:pt x="30004" y="66675"/>
                    </a:lnTo>
                    <a:lnTo>
                      <a:pt x="86678" y="0"/>
                    </a:lnTo>
                  </a:path>
                </a:pathLst>
              </a:custGeom>
              <a:noFill/>
              <a:ln w="13335">
                <a:solidFill>
                  <a:srgbClr val="00A149"/>
                </a:solidFill>
              </a:ln>
            </p:spPr>
          </p:sp>
        </p:grpSp>
        <p:sp>
          <p:nvSpPr>
            <p:cNvPr id="205" name="205 Schedule agent actions">
              <a:extLst>
                <a:ext uri="{FF2B5EF4-FFF2-40B4-BE49-F238E27FC236}">
                  <a16:creationId xmlns:a16="http://schemas.microsoft.com/office/drawing/2014/main" id="{FF1AD101-E299-106E-4BCA-D2267FDDEC7E}"/>
                </a:ext>
              </a:extLst>
            </p:cNvPr>
            <p:cNvSpPr>
              <a:spLocks/>
            </p:cNvSpPr>
            <p:nvPr/>
          </p:nvSpPr>
          <p:spPr>
            <a:xfrm>
              <a:off x="9648825" y="971553"/>
              <a:ext cx="152400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Schedule agent actions</a:t>
              </a:r>
            </a:p>
          </p:txBody>
        </p:sp>
        <p:grpSp>
          <p:nvGrpSpPr>
            <p:cNvPr id="539" name="icon-tick-207">
              <a:extLst>
                <a:ext uri="{FF2B5EF4-FFF2-40B4-BE49-F238E27FC236}">
                  <a16:creationId xmlns:a16="http://schemas.microsoft.com/office/drawing/2014/main" id="{9355A897-0E51-05D6-C6CD-D0F2F296C9AD}"/>
                </a:ext>
              </a:extLst>
            </p:cNvPr>
            <p:cNvGrpSpPr/>
            <p:nvPr/>
          </p:nvGrpSpPr>
          <p:grpSpPr>
            <a:xfrm>
              <a:off x="9468803" y="1240735"/>
              <a:ext cx="86678" cy="66675"/>
              <a:chOff x="9468803" y="1240735"/>
              <a:chExt cx="86678" cy="66675"/>
            </a:xfrm>
          </p:grpSpPr>
          <p:sp>
            <p:nvSpPr>
              <p:cNvPr id="208" name="208 path">
                <a:extLst>
                  <a:ext uri="{FF2B5EF4-FFF2-40B4-BE49-F238E27FC236}">
                    <a16:creationId xmlns:a16="http://schemas.microsoft.com/office/drawing/2014/main" id="{AFD9A015-D765-5105-A2DC-FBB976F461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68803" y="1240735"/>
                <a:ext cx="86678" cy="66675"/>
              </a:xfrm>
              <a:custGeom>
                <a:avLst/>
                <a:gdLst/>
                <a:ahLst/>
                <a:cxnLst/>
                <a:rect l="0" t="0" r="0" b="0"/>
                <a:pathLst>
                  <a:path w="86678" h="66675">
                    <a:moveTo>
                      <a:pt x="0" y="40005"/>
                    </a:moveTo>
                    <a:lnTo>
                      <a:pt x="30004" y="66675"/>
                    </a:lnTo>
                    <a:lnTo>
                      <a:pt x="86678" y="0"/>
                    </a:lnTo>
                  </a:path>
                </a:pathLst>
              </a:custGeom>
              <a:noFill/>
              <a:ln w="13335">
                <a:solidFill>
                  <a:srgbClr val="00A149"/>
                </a:solidFill>
              </a:ln>
            </p:spPr>
          </p:sp>
        </p:grpSp>
        <p:sp>
          <p:nvSpPr>
            <p:cNvPr id="209" name="209 Define stopping criteria">
              <a:extLst>
                <a:ext uri="{FF2B5EF4-FFF2-40B4-BE49-F238E27FC236}">
                  <a16:creationId xmlns:a16="http://schemas.microsoft.com/office/drawing/2014/main" id="{2717C9F0-5718-26C2-F9A0-9F057927F605}"/>
                </a:ext>
              </a:extLst>
            </p:cNvPr>
            <p:cNvSpPr>
              <a:spLocks/>
            </p:cNvSpPr>
            <p:nvPr/>
          </p:nvSpPr>
          <p:spPr>
            <a:xfrm>
              <a:off x="9648825" y="1191681"/>
              <a:ext cx="1524000" cy="18897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Define stopping criteria</a:t>
              </a:r>
            </a:p>
          </p:txBody>
        </p:sp>
      </p:grpSp>
      <p:sp>
        <p:nvSpPr>
          <p:cNvPr id="210" name="210 rect">
            <a:extLst>
              <a:ext uri="{FF2B5EF4-FFF2-40B4-BE49-F238E27FC236}">
                <a16:creationId xmlns:a16="http://schemas.microsoft.com/office/drawing/2014/main" id="{7C2FD705-6673-3041-7F1D-6D99455DDC27}"/>
              </a:ext>
            </a:extLst>
          </p:cNvPr>
          <p:cNvSpPr>
            <a:spLocks/>
          </p:cNvSpPr>
          <p:nvPr/>
        </p:nvSpPr>
        <p:spPr>
          <a:xfrm>
            <a:off x="4962525" y="2019300"/>
            <a:ext cx="1971675" cy="1590675"/>
          </a:xfrm>
          <a:prstGeom prst="roundRect">
            <a:avLst>
              <a:gd name="adj" fmla="val 8383"/>
            </a:avLst>
          </a:prstGeom>
          <a:gradFill>
            <a:gsLst>
              <a:gs pos="0">
                <a:srgbClr val="FFF6DD"/>
              </a:gs>
              <a:gs pos="100000">
                <a:srgbClr val="FFFCEE"/>
              </a:gs>
            </a:gsLst>
            <a:lin ang="5400000"/>
          </a:gradFill>
          <a:ln w="11430">
            <a:solidFill>
              <a:srgbClr val="B78013"/>
            </a:solidFill>
          </a:ln>
        </p:spPr>
      </p:sp>
      <p:grpSp>
        <p:nvGrpSpPr>
          <p:cNvPr id="541" name="icon-robot-210">
            <a:extLst>
              <a:ext uri="{FF2B5EF4-FFF2-40B4-BE49-F238E27FC236}">
                <a16:creationId xmlns:a16="http://schemas.microsoft.com/office/drawing/2014/main" id="{1CEAF381-0829-05F1-197B-8B89041A5FF1}"/>
              </a:ext>
            </a:extLst>
          </p:cNvPr>
          <p:cNvGrpSpPr/>
          <p:nvPr/>
        </p:nvGrpSpPr>
        <p:grpSpPr>
          <a:xfrm>
            <a:off x="5229225" y="2112883"/>
            <a:ext cx="333375" cy="282893"/>
            <a:chOff x="5229225" y="2112883"/>
            <a:chExt cx="333375" cy="282893"/>
          </a:xfrm>
        </p:grpSpPr>
        <p:sp>
          <p:nvSpPr>
            <p:cNvPr id="211" name="211 path">
              <a:extLst>
                <a:ext uri="{FF2B5EF4-FFF2-40B4-BE49-F238E27FC236}">
                  <a16:creationId xmlns:a16="http://schemas.microsoft.com/office/drawing/2014/main" id="{D2282019-2662-D556-C55F-7AD539EB3CDC}"/>
                </a:ext>
              </a:extLst>
            </p:cNvPr>
            <p:cNvSpPr>
              <a:spLocks/>
            </p:cNvSpPr>
            <p:nvPr/>
          </p:nvSpPr>
          <p:spPr>
            <a:xfrm>
              <a:off x="5395913" y="2144316"/>
              <a:ext cx="95" cy="62865"/>
            </a:xfrm>
            <a:custGeom>
              <a:avLst/>
              <a:gdLst/>
              <a:ahLst/>
              <a:cxnLst/>
              <a:rect l="0" t="0" r="0" b="0"/>
              <a:pathLst>
                <a:path w="95" h="62865">
                  <a:moveTo>
                    <a:pt x="0" y="0"/>
                  </a:moveTo>
                  <a:lnTo>
                    <a:pt x="0" y="62865"/>
                  </a:lnTo>
                </a:path>
              </a:pathLst>
            </a:custGeom>
            <a:noFill/>
            <a:ln w="18074">
              <a:solidFill>
                <a:srgbClr val="090D28"/>
              </a:solidFill>
            </a:ln>
          </p:spPr>
        </p:sp>
        <p:sp>
          <p:nvSpPr>
            <p:cNvPr id="212" name="212 ellipse">
              <a:extLst>
                <a:ext uri="{FF2B5EF4-FFF2-40B4-BE49-F238E27FC236}">
                  <a16:creationId xmlns:a16="http://schemas.microsoft.com/office/drawing/2014/main" id="{E177B191-F95E-564E-2248-75A6F7269A83}"/>
                </a:ext>
              </a:extLst>
            </p:cNvPr>
            <p:cNvSpPr>
              <a:spLocks/>
            </p:cNvSpPr>
            <p:nvPr/>
          </p:nvSpPr>
          <p:spPr>
            <a:xfrm>
              <a:off x="5375077" y="2112883"/>
              <a:ext cx="41672" cy="39291"/>
            </a:xfrm>
            <a:prstGeom prst="ellipse">
              <a:avLst/>
            </a:prstGeom>
            <a:solidFill>
              <a:srgbClr val="FFFFFF"/>
            </a:solidFill>
            <a:ln w="14145">
              <a:solidFill>
                <a:srgbClr val="090D28"/>
              </a:solidFill>
            </a:ln>
          </p:spPr>
        </p:sp>
        <p:sp>
          <p:nvSpPr>
            <p:cNvPr id="213" name="213 rect">
              <a:extLst>
                <a:ext uri="{FF2B5EF4-FFF2-40B4-BE49-F238E27FC236}">
                  <a16:creationId xmlns:a16="http://schemas.microsoft.com/office/drawing/2014/main" id="{A753D811-DC04-C0EA-3E53-EB8275A2B30B}"/>
                </a:ext>
              </a:extLst>
            </p:cNvPr>
            <p:cNvSpPr>
              <a:spLocks/>
            </p:cNvSpPr>
            <p:nvPr/>
          </p:nvSpPr>
          <p:spPr>
            <a:xfrm>
              <a:off x="5229225" y="2262188"/>
              <a:ext cx="41672" cy="86439"/>
            </a:xfrm>
            <a:prstGeom prst="roundRect">
              <a:avLst>
                <a:gd name="adj" fmla="val 37714"/>
              </a:avLst>
            </a:prstGeom>
            <a:solidFill>
              <a:srgbClr val="FFE04B"/>
            </a:solidFill>
            <a:ln w="15716">
              <a:solidFill>
                <a:srgbClr val="090D28"/>
              </a:solidFill>
            </a:ln>
          </p:spPr>
        </p:sp>
        <p:sp>
          <p:nvSpPr>
            <p:cNvPr id="214" name="214 rect">
              <a:extLst>
                <a:ext uri="{FF2B5EF4-FFF2-40B4-BE49-F238E27FC236}">
                  <a16:creationId xmlns:a16="http://schemas.microsoft.com/office/drawing/2014/main" id="{20853373-AB84-8FE4-6209-D1366B4487F4}"/>
                </a:ext>
              </a:extLst>
            </p:cNvPr>
            <p:cNvSpPr>
              <a:spLocks/>
            </p:cNvSpPr>
            <p:nvPr/>
          </p:nvSpPr>
          <p:spPr>
            <a:xfrm>
              <a:off x="5520928" y="2262188"/>
              <a:ext cx="41672" cy="86439"/>
            </a:xfrm>
            <a:prstGeom prst="roundRect">
              <a:avLst>
                <a:gd name="adj" fmla="val 37714"/>
              </a:avLst>
            </a:prstGeom>
            <a:solidFill>
              <a:srgbClr val="FFE04B"/>
            </a:solidFill>
            <a:ln w="15716">
              <a:solidFill>
                <a:srgbClr val="090D28"/>
              </a:solidFill>
            </a:ln>
          </p:spPr>
        </p:sp>
        <p:sp>
          <p:nvSpPr>
            <p:cNvPr id="215" name="215 rect">
              <a:extLst>
                <a:ext uri="{FF2B5EF4-FFF2-40B4-BE49-F238E27FC236}">
                  <a16:creationId xmlns:a16="http://schemas.microsoft.com/office/drawing/2014/main" id="{489B6167-F1AD-74C7-47BD-F80195A3BA83}"/>
                </a:ext>
              </a:extLst>
            </p:cNvPr>
            <p:cNvSpPr>
              <a:spLocks/>
            </p:cNvSpPr>
            <p:nvPr/>
          </p:nvSpPr>
          <p:spPr>
            <a:xfrm>
              <a:off x="5270897" y="2199323"/>
              <a:ext cx="250031" cy="196453"/>
            </a:xfrm>
            <a:prstGeom prst="roundRect">
              <a:avLst>
                <a:gd name="adj" fmla="val 28000"/>
              </a:avLst>
            </a:prstGeom>
            <a:gradFill>
              <a:gsLst>
                <a:gs pos="0">
                  <a:srgbClr val="FFFFFF"/>
                </a:gs>
                <a:gs pos="100000">
                  <a:srgbClr val="FFE04B"/>
                </a:gs>
              </a:gsLst>
              <a:lin ang="5400000"/>
            </a:gradFill>
            <a:ln w="17288">
              <a:solidFill>
                <a:srgbClr val="090D28"/>
              </a:solidFill>
            </a:ln>
          </p:spPr>
        </p:sp>
        <p:sp>
          <p:nvSpPr>
            <p:cNvPr id="216" name="216 rect">
              <a:extLst>
                <a:ext uri="{FF2B5EF4-FFF2-40B4-BE49-F238E27FC236}">
                  <a16:creationId xmlns:a16="http://schemas.microsoft.com/office/drawing/2014/main" id="{2B76546D-0CD0-F9F4-2ABE-A736DB7E5A91}"/>
                </a:ext>
              </a:extLst>
            </p:cNvPr>
            <p:cNvSpPr>
              <a:spLocks/>
            </p:cNvSpPr>
            <p:nvPr/>
          </p:nvSpPr>
          <p:spPr>
            <a:xfrm>
              <a:off x="5312569" y="2246471"/>
              <a:ext cx="166688" cy="94298"/>
            </a:xfrm>
            <a:prstGeom prst="roundRect">
              <a:avLst>
                <a:gd name="adj" fmla="val 33333"/>
              </a:avLst>
            </a:prstGeom>
            <a:solidFill>
              <a:srgbClr val="15154A"/>
            </a:solidFill>
            <a:ln w="7858">
              <a:solidFill>
                <a:srgbClr val="090D28"/>
              </a:solidFill>
            </a:ln>
          </p:spPr>
        </p:sp>
        <p:sp>
          <p:nvSpPr>
            <p:cNvPr id="217" name="217 ellipse">
              <a:extLst>
                <a:ext uri="{FF2B5EF4-FFF2-40B4-BE49-F238E27FC236}">
                  <a16:creationId xmlns:a16="http://schemas.microsoft.com/office/drawing/2014/main" id="{EC913EA2-3538-3E66-3E41-47CBD168B6E0}"/>
                </a:ext>
              </a:extLst>
            </p:cNvPr>
            <p:cNvSpPr>
              <a:spLocks/>
            </p:cNvSpPr>
            <p:nvPr/>
          </p:nvSpPr>
          <p:spPr>
            <a:xfrm>
              <a:off x="5345906" y="2270046"/>
              <a:ext cx="33338" cy="39291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218" name="218 ellipse">
              <a:extLst>
                <a:ext uri="{FF2B5EF4-FFF2-40B4-BE49-F238E27FC236}">
                  <a16:creationId xmlns:a16="http://schemas.microsoft.com/office/drawing/2014/main" id="{B9F13AF7-37F7-FBDB-39C7-F13A467C3397}"/>
                </a:ext>
              </a:extLst>
            </p:cNvPr>
            <p:cNvSpPr>
              <a:spLocks/>
            </p:cNvSpPr>
            <p:nvPr/>
          </p:nvSpPr>
          <p:spPr>
            <a:xfrm>
              <a:off x="5420916" y="2270046"/>
              <a:ext cx="33338" cy="39291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</p:grpSp>
      <p:sp>
        <p:nvSpPr>
          <p:cNvPr id="219" name="219 Translator">
            <a:extLst>
              <a:ext uri="{FF2B5EF4-FFF2-40B4-BE49-F238E27FC236}">
                <a16:creationId xmlns:a16="http://schemas.microsoft.com/office/drawing/2014/main" id="{C55790AB-21B7-CC9E-D9DC-FD97601228B5}"/>
              </a:ext>
            </a:extLst>
          </p:cNvPr>
          <p:cNvSpPr>
            <a:spLocks/>
          </p:cNvSpPr>
          <p:nvPr/>
        </p:nvSpPr>
        <p:spPr>
          <a:xfrm>
            <a:off x="5715000" y="2105025"/>
            <a:ext cx="1143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Translator</a:t>
            </a:r>
          </a:p>
        </p:txBody>
      </p:sp>
      <p:sp>
        <p:nvSpPr>
          <p:cNvPr id="221" name="221 rect">
            <a:extLst>
              <a:ext uri="{FF2B5EF4-FFF2-40B4-BE49-F238E27FC236}">
                <a16:creationId xmlns:a16="http://schemas.microsoft.com/office/drawing/2014/main" id="{44FECFC6-C0A5-FE78-F196-BE49076968A5}"/>
              </a:ext>
            </a:extLst>
          </p:cNvPr>
          <p:cNvSpPr>
            <a:spLocks/>
          </p:cNvSpPr>
          <p:nvPr/>
        </p:nvSpPr>
        <p:spPr>
          <a:xfrm>
            <a:off x="5067300" y="2724150"/>
            <a:ext cx="1762125" cy="771525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6668">
            <a:solidFill>
              <a:srgbClr val="E8CC82"/>
            </a:solidFill>
          </a:ln>
        </p:spPr>
      </p:sp>
      <p:sp>
        <p:nvSpPr>
          <p:cNvPr id="222" name="222 model(x, y)">
            <a:extLst>
              <a:ext uri="{FF2B5EF4-FFF2-40B4-BE49-F238E27FC236}">
                <a16:creationId xmlns:a16="http://schemas.microsoft.com/office/drawing/2014/main" id="{0B415B01-4BFB-49D7-0822-19E4FBC05AFB}"/>
              </a:ext>
            </a:extLst>
          </p:cNvPr>
          <p:cNvSpPr>
            <a:spLocks/>
          </p:cNvSpPr>
          <p:nvPr/>
        </p:nvSpPr>
        <p:spPr>
          <a:xfrm>
            <a:off x="5162550" y="2800350"/>
            <a:ext cx="1590675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model(x, y)</a:t>
            </a:r>
          </a:p>
        </p:txBody>
      </p:sp>
      <p:sp>
        <p:nvSpPr>
          <p:cNvPr id="225" name="225 model(inputs, targets)">
            <a:extLst>
              <a:ext uri="{FF2B5EF4-FFF2-40B4-BE49-F238E27FC236}">
                <a16:creationId xmlns:a16="http://schemas.microsoft.com/office/drawing/2014/main" id="{BDBBCE0E-6E9F-9428-71FD-08AC186F834E}"/>
              </a:ext>
            </a:extLst>
          </p:cNvPr>
          <p:cNvSpPr>
            <a:spLocks/>
          </p:cNvSpPr>
          <p:nvPr/>
        </p:nvSpPr>
        <p:spPr>
          <a:xfrm>
            <a:off x="5162550" y="3219450"/>
            <a:ext cx="1647825" cy="2125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model(inputs, targets)</a:t>
            </a:r>
          </a:p>
        </p:txBody>
      </p:sp>
      <p:grpSp>
        <p:nvGrpSpPr>
          <p:cNvPr id="542" name="Verifier">
            <a:extLst>
              <a:ext uri="{FF2B5EF4-FFF2-40B4-BE49-F238E27FC236}">
                <a16:creationId xmlns:a16="http://schemas.microsoft.com/office/drawing/2014/main" id="{791BCD80-5D55-8F57-95FB-64DD4F397087}"/>
              </a:ext>
            </a:extLst>
          </p:cNvPr>
          <p:cNvGrpSpPr/>
          <p:nvPr/>
        </p:nvGrpSpPr>
        <p:grpSpPr>
          <a:xfrm>
            <a:off x="7534275" y="2019300"/>
            <a:ext cx="1743075" cy="1609725"/>
            <a:chOff x="7534275" y="2019300"/>
            <a:chExt cx="1743075" cy="1609725"/>
          </a:xfrm>
        </p:grpSpPr>
        <p:sp>
          <p:nvSpPr>
            <p:cNvPr id="226" name="226 rect">
              <a:extLst>
                <a:ext uri="{FF2B5EF4-FFF2-40B4-BE49-F238E27FC236}">
                  <a16:creationId xmlns:a16="http://schemas.microsoft.com/office/drawing/2014/main" id="{11F5D9B5-1FF1-5B01-EB42-6331BADFCAB6}"/>
                </a:ext>
              </a:extLst>
            </p:cNvPr>
            <p:cNvSpPr>
              <a:spLocks/>
            </p:cNvSpPr>
            <p:nvPr/>
          </p:nvSpPr>
          <p:spPr>
            <a:xfrm>
              <a:off x="7534275" y="2019300"/>
              <a:ext cx="1743075" cy="1609725"/>
            </a:xfrm>
            <a:prstGeom prst="roundRect">
              <a:avLst>
                <a:gd name="adj" fmla="val 8284"/>
              </a:avLst>
            </a:prstGeom>
            <a:gradFill>
              <a:gsLst>
                <a:gs pos="0">
                  <a:srgbClr val="E9F7FF"/>
                </a:gs>
                <a:gs pos="100000">
                  <a:srgbClr val="F1FCFF"/>
                </a:gs>
              </a:gsLst>
              <a:lin ang="5400000"/>
            </a:gradFill>
            <a:ln w="11430">
              <a:solidFill>
                <a:srgbClr val="1186EC"/>
              </a:solidFill>
            </a:ln>
          </p:spPr>
        </p:sp>
        <p:grpSp>
          <p:nvGrpSpPr>
            <p:cNvPr id="543" name="icon-robot-226">
              <a:extLst>
                <a:ext uri="{FF2B5EF4-FFF2-40B4-BE49-F238E27FC236}">
                  <a16:creationId xmlns:a16="http://schemas.microsoft.com/office/drawing/2014/main" id="{76591A69-75D0-0769-B7C6-639755F5BCAE}"/>
                </a:ext>
              </a:extLst>
            </p:cNvPr>
            <p:cNvGrpSpPr/>
            <p:nvPr/>
          </p:nvGrpSpPr>
          <p:grpSpPr>
            <a:xfrm>
              <a:off x="7743825" y="2112883"/>
              <a:ext cx="323850" cy="282893"/>
              <a:chOff x="7743825" y="2112883"/>
              <a:chExt cx="323850" cy="282893"/>
            </a:xfrm>
          </p:grpSpPr>
          <p:sp>
            <p:nvSpPr>
              <p:cNvPr id="227" name="227 path">
                <a:extLst>
                  <a:ext uri="{FF2B5EF4-FFF2-40B4-BE49-F238E27FC236}">
                    <a16:creationId xmlns:a16="http://schemas.microsoft.com/office/drawing/2014/main" id="{915B674C-B562-757C-9E81-9B7A485EA7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05750" y="2144316"/>
                <a:ext cx="95" cy="62865"/>
              </a:xfrm>
              <a:custGeom>
                <a:avLst/>
                <a:gdLst/>
                <a:ahLst/>
                <a:cxnLst/>
                <a:rect l="0" t="0" r="0" b="0"/>
                <a:pathLst>
                  <a:path w="95" h="62865">
                    <a:moveTo>
                      <a:pt x="0" y="0"/>
                    </a:moveTo>
                    <a:lnTo>
                      <a:pt x="0" y="62865"/>
                    </a:lnTo>
                  </a:path>
                </a:pathLst>
              </a:custGeom>
              <a:noFill/>
              <a:ln w="18074">
                <a:solidFill>
                  <a:srgbClr val="090D28"/>
                </a:solidFill>
              </a:ln>
            </p:spPr>
          </p:sp>
          <p:sp>
            <p:nvSpPr>
              <p:cNvPr id="228" name="228 ellipse">
                <a:extLst>
                  <a:ext uri="{FF2B5EF4-FFF2-40B4-BE49-F238E27FC236}">
                    <a16:creationId xmlns:a16="http://schemas.microsoft.com/office/drawing/2014/main" id="{80DC5494-2EE8-EAB7-CD68-F496D08DF2F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85509" y="2112883"/>
                <a:ext cx="40481" cy="39291"/>
              </a:xfrm>
              <a:prstGeom prst="ellipse">
                <a:avLst/>
              </a:prstGeom>
              <a:solidFill>
                <a:srgbClr val="FFFFFF"/>
              </a:solidFill>
              <a:ln w="14145">
                <a:solidFill>
                  <a:srgbClr val="090D28"/>
                </a:solidFill>
              </a:ln>
            </p:spPr>
          </p:sp>
          <p:sp>
            <p:nvSpPr>
              <p:cNvPr id="229" name="229 rect">
                <a:extLst>
                  <a:ext uri="{FF2B5EF4-FFF2-40B4-BE49-F238E27FC236}">
                    <a16:creationId xmlns:a16="http://schemas.microsoft.com/office/drawing/2014/main" id="{59119485-8C3B-60A6-434E-EE2B6FA9FD8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43825" y="2262188"/>
                <a:ext cx="40481" cy="86439"/>
              </a:xfrm>
              <a:prstGeom prst="roundRect">
                <a:avLst>
                  <a:gd name="adj" fmla="val 38824"/>
                </a:avLst>
              </a:prstGeom>
              <a:solidFill>
                <a:srgbClr val="65CDFF"/>
              </a:solidFill>
              <a:ln w="15716">
                <a:solidFill>
                  <a:srgbClr val="090D28"/>
                </a:solidFill>
              </a:ln>
            </p:spPr>
          </p:sp>
          <p:sp>
            <p:nvSpPr>
              <p:cNvPr id="230" name="230 rect">
                <a:extLst>
                  <a:ext uri="{FF2B5EF4-FFF2-40B4-BE49-F238E27FC236}">
                    <a16:creationId xmlns:a16="http://schemas.microsoft.com/office/drawing/2014/main" id="{271C34CB-36AB-29E8-A96D-959052D205E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27194" y="2262188"/>
                <a:ext cx="40481" cy="86439"/>
              </a:xfrm>
              <a:prstGeom prst="roundRect">
                <a:avLst>
                  <a:gd name="adj" fmla="val 38824"/>
                </a:avLst>
              </a:prstGeom>
              <a:solidFill>
                <a:srgbClr val="65CDFF"/>
              </a:solidFill>
              <a:ln w="15716">
                <a:solidFill>
                  <a:srgbClr val="090D28"/>
                </a:solidFill>
              </a:ln>
            </p:spPr>
          </p:sp>
          <p:sp>
            <p:nvSpPr>
              <p:cNvPr id="231" name="231 rect">
                <a:extLst>
                  <a:ext uri="{FF2B5EF4-FFF2-40B4-BE49-F238E27FC236}">
                    <a16:creationId xmlns:a16="http://schemas.microsoft.com/office/drawing/2014/main" id="{74D09B7A-61F6-6122-2044-458E6A06D47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84306" y="2199323"/>
                <a:ext cx="242888" cy="196453"/>
              </a:xfrm>
              <a:prstGeom prst="roundRect">
                <a:avLst>
                  <a:gd name="adj" fmla="val 28000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65CDFF"/>
                  </a:gs>
                </a:gsLst>
                <a:lin ang="5400000"/>
              </a:gradFill>
              <a:ln w="17288">
                <a:solidFill>
                  <a:srgbClr val="090D28"/>
                </a:solidFill>
              </a:ln>
            </p:spPr>
          </p:sp>
          <p:sp>
            <p:nvSpPr>
              <p:cNvPr id="232" name="232 rect">
                <a:extLst>
                  <a:ext uri="{FF2B5EF4-FFF2-40B4-BE49-F238E27FC236}">
                    <a16:creationId xmlns:a16="http://schemas.microsoft.com/office/drawing/2014/main" id="{322459AD-1A1C-A57F-7F0F-3948F0F362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24788" y="2246471"/>
                <a:ext cx="161925" cy="94298"/>
              </a:xfrm>
              <a:prstGeom prst="roundRect">
                <a:avLst>
                  <a:gd name="adj" fmla="val 33333"/>
                </a:avLst>
              </a:prstGeom>
              <a:solidFill>
                <a:srgbClr val="15154A"/>
              </a:solidFill>
              <a:ln w="7858">
                <a:solidFill>
                  <a:srgbClr val="090D28"/>
                </a:solidFill>
              </a:ln>
            </p:spPr>
          </p:sp>
          <p:sp>
            <p:nvSpPr>
              <p:cNvPr id="233" name="233 ellipse">
                <a:extLst>
                  <a:ext uri="{FF2B5EF4-FFF2-40B4-BE49-F238E27FC236}">
                    <a16:creationId xmlns:a16="http://schemas.microsoft.com/office/drawing/2014/main" id="{EF44CABE-ADCD-789E-27F5-02DA29AECE8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57173" y="2270046"/>
                <a:ext cx="32385" cy="39291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234" name="234 ellipse">
                <a:extLst>
                  <a:ext uri="{FF2B5EF4-FFF2-40B4-BE49-F238E27FC236}">
                    <a16:creationId xmlns:a16="http://schemas.microsoft.com/office/drawing/2014/main" id="{37119F92-4A69-8BA9-56A0-A03A91EE2A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30039" y="2270046"/>
                <a:ext cx="32385" cy="39291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235" name="235 Verifier">
              <a:extLst>
                <a:ext uri="{FF2B5EF4-FFF2-40B4-BE49-F238E27FC236}">
                  <a16:creationId xmlns:a16="http://schemas.microsoft.com/office/drawing/2014/main" id="{24C636B9-305D-C1FD-9DA4-29BA84408115}"/>
                </a:ext>
              </a:extLst>
            </p:cNvPr>
            <p:cNvSpPr>
              <a:spLocks/>
            </p:cNvSpPr>
            <p:nvPr/>
          </p:nvSpPr>
          <p:spPr>
            <a:xfrm>
              <a:off x="8201025" y="2105025"/>
              <a:ext cx="990600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87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Verifier</a:t>
              </a:r>
            </a:p>
          </p:txBody>
        </p:sp>
        <p:sp>
          <p:nvSpPr>
            <p:cNvPr id="237" name="237 rect">
              <a:extLst>
                <a:ext uri="{FF2B5EF4-FFF2-40B4-BE49-F238E27FC236}">
                  <a16:creationId xmlns:a16="http://schemas.microsoft.com/office/drawing/2014/main" id="{7A06CCF5-2E67-5208-8EE2-5BE7154C3F35}"/>
                </a:ext>
              </a:extLst>
            </p:cNvPr>
            <p:cNvSpPr>
              <a:spLocks/>
            </p:cNvSpPr>
            <p:nvPr/>
          </p:nvSpPr>
          <p:spPr>
            <a:xfrm>
              <a:off x="7620000" y="2686050"/>
              <a:ext cx="1562100" cy="85725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0">
              <a:noFill/>
            </a:ln>
          </p:spPr>
        </p:sp>
        <p:grpSp>
          <p:nvGrpSpPr>
            <p:cNvPr id="544" name="icon-play-237">
              <a:extLst>
                <a:ext uri="{FF2B5EF4-FFF2-40B4-BE49-F238E27FC236}">
                  <a16:creationId xmlns:a16="http://schemas.microsoft.com/office/drawing/2014/main" id="{89C9BD9E-5298-510C-0F15-51CD9C139C63}"/>
                </a:ext>
              </a:extLst>
            </p:cNvPr>
            <p:cNvGrpSpPr/>
            <p:nvPr/>
          </p:nvGrpSpPr>
          <p:grpSpPr>
            <a:xfrm>
              <a:off x="7865031" y="2777252"/>
              <a:ext cx="130016" cy="170021"/>
              <a:chOff x="7865031" y="2777252"/>
              <a:chExt cx="130016" cy="170021"/>
            </a:xfrm>
          </p:grpSpPr>
          <p:sp>
            <p:nvSpPr>
              <p:cNvPr id="238" name="238 path">
                <a:extLst>
                  <a:ext uri="{FF2B5EF4-FFF2-40B4-BE49-F238E27FC236}">
                    <a16:creationId xmlns:a16="http://schemas.microsoft.com/office/drawing/2014/main" id="{1503D393-CA32-8B0F-7B1C-7076D5B879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65031" y="2777252"/>
                <a:ext cx="130016" cy="170021"/>
              </a:xfrm>
              <a:custGeom>
                <a:avLst/>
                <a:gdLst/>
                <a:ahLst/>
                <a:cxnLst/>
                <a:rect l="0" t="0" r="0" b="0"/>
                <a:pathLst>
                  <a:path w="130016" h="170021">
                    <a:moveTo>
                      <a:pt x="0" y="0"/>
                    </a:moveTo>
                    <a:lnTo>
                      <a:pt x="130016" y="85011"/>
                    </a:lnTo>
                    <a:lnTo>
                      <a:pt x="0" y="170021"/>
                    </a:lnTo>
                    <a:close/>
                  </a:path>
                </a:pathLst>
              </a:custGeom>
              <a:solidFill>
                <a:srgbClr val="42BA6D"/>
              </a:solidFill>
              <a:ln w="10001">
                <a:solidFill>
                  <a:srgbClr val="107437"/>
                </a:solidFill>
              </a:ln>
            </p:spPr>
          </p:sp>
        </p:grpSp>
        <p:sp>
          <p:nvSpPr>
            <p:cNvPr id="239" name="239 run tests">
              <a:extLst>
                <a:ext uri="{FF2B5EF4-FFF2-40B4-BE49-F238E27FC236}">
                  <a16:creationId xmlns:a16="http://schemas.microsoft.com/office/drawing/2014/main" id="{B17758C4-C0CB-1CB0-665D-E8E1C99A9D27}"/>
                </a:ext>
              </a:extLst>
            </p:cNvPr>
            <p:cNvSpPr>
              <a:spLocks/>
            </p:cNvSpPr>
            <p:nvPr/>
          </p:nvSpPr>
          <p:spPr>
            <a:xfrm>
              <a:off x="8191500" y="2743200"/>
              <a:ext cx="952500" cy="212598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run tests</a:t>
              </a:r>
            </a:p>
          </p:txBody>
        </p:sp>
        <p:grpSp>
          <p:nvGrpSpPr>
            <p:cNvPr id="545" name="icon-search-239">
              <a:extLst>
                <a:ext uri="{FF2B5EF4-FFF2-40B4-BE49-F238E27FC236}">
                  <a16:creationId xmlns:a16="http://schemas.microsoft.com/office/drawing/2014/main" id="{49A65F0E-D2CC-98D9-DC05-B37406407808}"/>
                </a:ext>
              </a:extLst>
            </p:cNvPr>
            <p:cNvGrpSpPr/>
            <p:nvPr/>
          </p:nvGrpSpPr>
          <p:grpSpPr>
            <a:xfrm>
              <a:off x="7830026" y="3038951"/>
              <a:ext cx="175022" cy="180023"/>
              <a:chOff x="7830026" y="3038951"/>
              <a:chExt cx="175022" cy="180023"/>
            </a:xfrm>
          </p:grpSpPr>
          <p:sp>
            <p:nvSpPr>
              <p:cNvPr id="240" name="240 ellipse">
                <a:extLst>
                  <a:ext uri="{FF2B5EF4-FFF2-40B4-BE49-F238E27FC236}">
                    <a16:creationId xmlns:a16="http://schemas.microsoft.com/office/drawing/2014/main" id="{DB01FDD3-6FBB-0F37-D2C8-091657B14AA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30026" y="3038951"/>
                <a:ext cx="125016" cy="125016"/>
              </a:xfrm>
              <a:prstGeom prst="ellipse">
                <a:avLst/>
              </a:prstGeom>
              <a:solidFill>
                <a:srgbClr val="F4FCFF"/>
              </a:solidFill>
              <a:ln w="12502">
                <a:solidFill>
                  <a:srgbClr val="003496"/>
                </a:solidFill>
              </a:ln>
            </p:spPr>
          </p:sp>
          <p:sp>
            <p:nvSpPr>
              <p:cNvPr id="241" name="241 path">
                <a:extLst>
                  <a:ext uri="{FF2B5EF4-FFF2-40B4-BE49-F238E27FC236}">
                    <a16:creationId xmlns:a16="http://schemas.microsoft.com/office/drawing/2014/main" id="{7D142E98-9A79-7031-3BBE-B9D5CBC5728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35039" y="3148965"/>
                <a:ext cx="70009" cy="70009"/>
              </a:xfrm>
              <a:custGeom>
                <a:avLst/>
                <a:gdLst/>
                <a:ahLst/>
                <a:cxnLst/>
                <a:rect l="0" t="0" r="0" b="0"/>
                <a:pathLst>
                  <a:path w="70009" h="70009">
                    <a:moveTo>
                      <a:pt x="0" y="0"/>
                    </a:moveTo>
                    <a:lnTo>
                      <a:pt x="70009" y="70009"/>
                    </a:lnTo>
                  </a:path>
                </a:pathLst>
              </a:custGeom>
              <a:noFill/>
              <a:ln w="16002">
                <a:solidFill>
                  <a:srgbClr val="003496"/>
                </a:solidFill>
              </a:ln>
            </p:spPr>
          </p:sp>
        </p:grpSp>
        <p:sp>
          <p:nvSpPr>
            <p:cNvPr id="242" name="242 check outputs">
              <a:extLst>
                <a:ext uri="{FF2B5EF4-FFF2-40B4-BE49-F238E27FC236}">
                  <a16:creationId xmlns:a16="http://schemas.microsoft.com/office/drawing/2014/main" id="{368B12F9-0AD8-6AD3-BAF2-F025539D2FA2}"/>
                </a:ext>
              </a:extLst>
            </p:cNvPr>
            <p:cNvSpPr>
              <a:spLocks/>
            </p:cNvSpPr>
            <p:nvPr/>
          </p:nvSpPr>
          <p:spPr>
            <a:xfrm>
              <a:off x="8191500" y="3009900"/>
              <a:ext cx="952500" cy="20669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31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check outputs</a:t>
              </a:r>
            </a:p>
          </p:txBody>
        </p:sp>
        <p:grpSp>
          <p:nvGrpSpPr>
            <p:cNvPr id="546" name="icon-bars-242">
              <a:extLst>
                <a:ext uri="{FF2B5EF4-FFF2-40B4-BE49-F238E27FC236}">
                  <a16:creationId xmlns:a16="http://schemas.microsoft.com/office/drawing/2014/main" id="{7E6A1722-7D28-6D47-9233-E0452C980668}"/>
                </a:ext>
              </a:extLst>
            </p:cNvPr>
            <p:cNvGrpSpPr/>
            <p:nvPr/>
          </p:nvGrpSpPr>
          <p:grpSpPr>
            <a:xfrm>
              <a:off x="7835027" y="3310652"/>
              <a:ext cx="165020" cy="175022"/>
              <a:chOff x="7835027" y="3310652"/>
              <a:chExt cx="165020" cy="175022"/>
            </a:xfrm>
          </p:grpSpPr>
          <p:sp>
            <p:nvSpPr>
              <p:cNvPr id="243" name="243 rect">
                <a:extLst>
                  <a:ext uri="{FF2B5EF4-FFF2-40B4-BE49-F238E27FC236}">
                    <a16:creationId xmlns:a16="http://schemas.microsoft.com/office/drawing/2014/main" id="{38D9F498-F18E-DBDF-2283-64A0E57CA0A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35027" y="3415665"/>
                <a:ext cx="35004" cy="70009"/>
              </a:xfrm>
              <a:prstGeom prst="rect">
                <a:avLst/>
              </a:prstGeom>
              <a:solidFill>
                <a:srgbClr val="6AADF6"/>
              </a:solidFill>
              <a:ln w="7501">
                <a:solidFill>
                  <a:srgbClr val="003496"/>
                </a:solidFill>
              </a:ln>
            </p:spPr>
          </p:sp>
          <p:sp>
            <p:nvSpPr>
              <p:cNvPr id="244" name="244 rect">
                <a:extLst>
                  <a:ext uri="{FF2B5EF4-FFF2-40B4-BE49-F238E27FC236}">
                    <a16:creationId xmlns:a16="http://schemas.microsoft.com/office/drawing/2014/main" id="{DE7277B1-E449-73B5-27E2-033DF484C75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00035" y="3370659"/>
                <a:ext cx="35004" cy="115014"/>
              </a:xfrm>
              <a:prstGeom prst="rect">
                <a:avLst/>
              </a:prstGeom>
              <a:solidFill>
                <a:srgbClr val="83C6FF"/>
              </a:solidFill>
              <a:ln w="7501">
                <a:solidFill>
                  <a:srgbClr val="003496"/>
                </a:solidFill>
              </a:ln>
            </p:spPr>
          </p:sp>
          <p:sp>
            <p:nvSpPr>
              <p:cNvPr id="245" name="245 rect">
                <a:extLst>
                  <a:ext uri="{FF2B5EF4-FFF2-40B4-BE49-F238E27FC236}">
                    <a16:creationId xmlns:a16="http://schemas.microsoft.com/office/drawing/2014/main" id="{C0FAC24F-F3FA-4332-2474-7A4801F5312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65043" y="3310652"/>
                <a:ext cx="35004" cy="175022"/>
              </a:xfrm>
              <a:prstGeom prst="rect">
                <a:avLst/>
              </a:prstGeom>
              <a:solidFill>
                <a:srgbClr val="B9E8FE"/>
              </a:solidFill>
              <a:ln w="7501">
                <a:solidFill>
                  <a:srgbClr val="003496"/>
                </a:solidFill>
              </a:ln>
            </p:spPr>
          </p:sp>
        </p:grpSp>
        <p:sp>
          <p:nvSpPr>
            <p:cNvPr id="246" name="246 compare metrics">
              <a:extLst>
                <a:ext uri="{FF2B5EF4-FFF2-40B4-BE49-F238E27FC236}">
                  <a16:creationId xmlns:a16="http://schemas.microsoft.com/office/drawing/2014/main" id="{2B515A39-51B6-F79D-19B9-793D5B483FAD}"/>
                </a:ext>
              </a:extLst>
            </p:cNvPr>
            <p:cNvSpPr>
              <a:spLocks/>
            </p:cNvSpPr>
            <p:nvPr/>
          </p:nvSpPr>
          <p:spPr>
            <a:xfrm>
              <a:off x="8191500" y="3276600"/>
              <a:ext cx="952500" cy="17244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09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9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compare metrics</a:t>
              </a:r>
            </a:p>
          </p:txBody>
        </p:sp>
      </p:grpSp>
      <p:grpSp>
        <p:nvGrpSpPr>
          <p:cNvPr id="547" name="Repairer">
            <a:extLst>
              <a:ext uri="{FF2B5EF4-FFF2-40B4-BE49-F238E27FC236}">
                <a16:creationId xmlns:a16="http://schemas.microsoft.com/office/drawing/2014/main" id="{6F564D27-6B64-C6D8-4D11-3F3EB6FE76AB}"/>
              </a:ext>
            </a:extLst>
          </p:cNvPr>
          <p:cNvGrpSpPr/>
          <p:nvPr/>
        </p:nvGrpSpPr>
        <p:grpSpPr>
          <a:xfrm>
            <a:off x="10106025" y="2019300"/>
            <a:ext cx="1847850" cy="1609725"/>
            <a:chOff x="10106025" y="2019300"/>
            <a:chExt cx="1847850" cy="1609725"/>
          </a:xfrm>
        </p:grpSpPr>
        <p:sp>
          <p:nvSpPr>
            <p:cNvPr id="247" name="247 rect">
              <a:extLst>
                <a:ext uri="{FF2B5EF4-FFF2-40B4-BE49-F238E27FC236}">
                  <a16:creationId xmlns:a16="http://schemas.microsoft.com/office/drawing/2014/main" id="{3C106938-1460-D96A-B5D9-5DC5640FD41B}"/>
                </a:ext>
              </a:extLst>
            </p:cNvPr>
            <p:cNvSpPr>
              <a:spLocks/>
            </p:cNvSpPr>
            <p:nvPr/>
          </p:nvSpPr>
          <p:spPr>
            <a:xfrm>
              <a:off x="10106025" y="2019300"/>
              <a:ext cx="1847850" cy="1609725"/>
            </a:xfrm>
            <a:prstGeom prst="roundRect">
              <a:avLst>
                <a:gd name="adj" fmla="val 8284"/>
              </a:avLst>
            </a:prstGeom>
            <a:gradFill>
              <a:gsLst>
                <a:gs pos="0">
                  <a:srgbClr val="F1EAFF"/>
                </a:gs>
                <a:gs pos="100000">
                  <a:srgbClr val="FBF7FF"/>
                </a:gs>
              </a:gsLst>
              <a:lin ang="5400000"/>
            </a:gradFill>
            <a:ln w="11430">
              <a:solidFill>
                <a:srgbClr val="793ED9"/>
              </a:solidFill>
            </a:ln>
          </p:spPr>
        </p:sp>
        <p:grpSp>
          <p:nvGrpSpPr>
            <p:cNvPr id="548" name="icon-robot-247">
              <a:extLst>
                <a:ext uri="{FF2B5EF4-FFF2-40B4-BE49-F238E27FC236}">
                  <a16:creationId xmlns:a16="http://schemas.microsoft.com/office/drawing/2014/main" id="{0974B1B0-7786-BCD0-1280-CD9642B3CCB8}"/>
                </a:ext>
              </a:extLst>
            </p:cNvPr>
            <p:cNvGrpSpPr/>
            <p:nvPr/>
          </p:nvGrpSpPr>
          <p:grpSpPr>
            <a:xfrm>
              <a:off x="10334625" y="2112883"/>
              <a:ext cx="342901" cy="282893"/>
              <a:chOff x="10334625" y="2112883"/>
              <a:chExt cx="342901" cy="282893"/>
            </a:xfrm>
          </p:grpSpPr>
          <p:sp>
            <p:nvSpPr>
              <p:cNvPr id="248" name="248 path">
                <a:extLst>
                  <a:ext uri="{FF2B5EF4-FFF2-40B4-BE49-F238E27FC236}">
                    <a16:creationId xmlns:a16="http://schemas.microsoft.com/office/drawing/2014/main" id="{7872D82C-EAC7-7A59-B020-571CD547119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506075" y="2144316"/>
                <a:ext cx="95" cy="62865"/>
              </a:xfrm>
              <a:custGeom>
                <a:avLst/>
                <a:gdLst/>
                <a:ahLst/>
                <a:cxnLst/>
                <a:rect l="0" t="0" r="0" b="0"/>
                <a:pathLst>
                  <a:path w="95" h="62865">
                    <a:moveTo>
                      <a:pt x="0" y="0"/>
                    </a:moveTo>
                    <a:lnTo>
                      <a:pt x="0" y="62865"/>
                    </a:lnTo>
                  </a:path>
                </a:pathLst>
              </a:custGeom>
              <a:noFill/>
              <a:ln w="18074">
                <a:solidFill>
                  <a:srgbClr val="090D28"/>
                </a:solidFill>
              </a:ln>
            </p:spPr>
          </p:sp>
          <p:sp>
            <p:nvSpPr>
              <p:cNvPr id="249" name="249 ellipse">
                <a:extLst>
                  <a:ext uri="{FF2B5EF4-FFF2-40B4-BE49-F238E27FC236}">
                    <a16:creationId xmlns:a16="http://schemas.microsoft.com/office/drawing/2014/main" id="{1D32158A-57D3-D0F9-78D2-49C5433130D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484644" y="2112883"/>
                <a:ext cx="42863" cy="39291"/>
              </a:xfrm>
              <a:prstGeom prst="ellipse">
                <a:avLst/>
              </a:prstGeom>
              <a:solidFill>
                <a:srgbClr val="FFFFFF"/>
              </a:solidFill>
              <a:ln w="14145">
                <a:solidFill>
                  <a:srgbClr val="090D28"/>
                </a:solidFill>
              </a:ln>
            </p:spPr>
          </p:sp>
          <p:sp>
            <p:nvSpPr>
              <p:cNvPr id="250" name="250 rect">
                <a:extLst>
                  <a:ext uri="{FF2B5EF4-FFF2-40B4-BE49-F238E27FC236}">
                    <a16:creationId xmlns:a16="http://schemas.microsoft.com/office/drawing/2014/main" id="{E7F450CD-31DC-FD1C-D2F4-BFDE9E6DF95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334625" y="2262188"/>
                <a:ext cx="42863" cy="86439"/>
              </a:xfrm>
              <a:prstGeom prst="roundRect">
                <a:avLst>
                  <a:gd name="adj" fmla="val 36667"/>
                </a:avLst>
              </a:prstGeom>
              <a:solidFill>
                <a:srgbClr val="CBA5FF"/>
              </a:solidFill>
              <a:ln w="15716">
                <a:solidFill>
                  <a:srgbClr val="090D28"/>
                </a:solidFill>
              </a:ln>
            </p:spPr>
          </p:sp>
          <p:sp>
            <p:nvSpPr>
              <p:cNvPr id="251" name="251 rect">
                <a:extLst>
                  <a:ext uri="{FF2B5EF4-FFF2-40B4-BE49-F238E27FC236}">
                    <a16:creationId xmlns:a16="http://schemas.microsoft.com/office/drawing/2014/main" id="{36EB32A2-4FBC-828F-8938-0D989DAE047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634663" y="2262188"/>
                <a:ext cx="42863" cy="86439"/>
              </a:xfrm>
              <a:prstGeom prst="roundRect">
                <a:avLst>
                  <a:gd name="adj" fmla="val 36667"/>
                </a:avLst>
              </a:prstGeom>
              <a:solidFill>
                <a:srgbClr val="CBA5FF"/>
              </a:solidFill>
              <a:ln w="15716">
                <a:solidFill>
                  <a:srgbClr val="090D28"/>
                </a:solidFill>
              </a:ln>
            </p:spPr>
          </p:sp>
          <p:sp>
            <p:nvSpPr>
              <p:cNvPr id="252" name="252 rect">
                <a:extLst>
                  <a:ext uri="{FF2B5EF4-FFF2-40B4-BE49-F238E27FC236}">
                    <a16:creationId xmlns:a16="http://schemas.microsoft.com/office/drawing/2014/main" id="{59CF0F36-7495-F4BA-D777-E44930587B8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377488" y="2199323"/>
                <a:ext cx="257175" cy="196453"/>
              </a:xfrm>
              <a:prstGeom prst="roundRect">
                <a:avLst>
                  <a:gd name="adj" fmla="val 28000"/>
                </a:avLst>
              </a:prstGeom>
              <a:gradFill>
                <a:gsLst>
                  <a:gs pos="0">
                    <a:srgbClr val="FFFFFF"/>
                  </a:gs>
                  <a:gs pos="100000">
                    <a:srgbClr val="CBA5FF"/>
                  </a:gs>
                </a:gsLst>
                <a:lin ang="5400000"/>
              </a:gradFill>
              <a:ln w="17288">
                <a:solidFill>
                  <a:srgbClr val="090D28"/>
                </a:solidFill>
              </a:ln>
            </p:spPr>
          </p:sp>
          <p:sp>
            <p:nvSpPr>
              <p:cNvPr id="253" name="253 rect">
                <a:extLst>
                  <a:ext uri="{FF2B5EF4-FFF2-40B4-BE49-F238E27FC236}">
                    <a16:creationId xmlns:a16="http://schemas.microsoft.com/office/drawing/2014/main" id="{C7FF9D7D-6800-02C2-1029-E9BCCCB822B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420350" y="2246471"/>
                <a:ext cx="171450" cy="94298"/>
              </a:xfrm>
              <a:prstGeom prst="roundRect">
                <a:avLst>
                  <a:gd name="adj" fmla="val 33333"/>
                </a:avLst>
              </a:prstGeom>
              <a:solidFill>
                <a:srgbClr val="15154A"/>
              </a:solidFill>
              <a:ln w="7858">
                <a:solidFill>
                  <a:srgbClr val="090D28"/>
                </a:solidFill>
              </a:ln>
            </p:spPr>
          </p:sp>
          <p:sp>
            <p:nvSpPr>
              <p:cNvPr id="254" name="254 ellipse">
                <a:extLst>
                  <a:ext uri="{FF2B5EF4-FFF2-40B4-BE49-F238E27FC236}">
                    <a16:creationId xmlns:a16="http://schemas.microsoft.com/office/drawing/2014/main" id="{221769CD-6DA9-06F4-382D-A057B73425D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454640" y="2270046"/>
                <a:ext cx="34290" cy="39291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255" name="255 ellipse">
                <a:extLst>
                  <a:ext uri="{FF2B5EF4-FFF2-40B4-BE49-F238E27FC236}">
                    <a16:creationId xmlns:a16="http://schemas.microsoft.com/office/drawing/2014/main" id="{A6B0CE3E-3428-D71A-AE64-6CF20907B45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531793" y="2270046"/>
                <a:ext cx="34290" cy="39291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256" name="256 Repairer">
              <a:extLst>
                <a:ext uri="{FF2B5EF4-FFF2-40B4-BE49-F238E27FC236}">
                  <a16:creationId xmlns:a16="http://schemas.microsoft.com/office/drawing/2014/main" id="{A35E5498-D601-B83F-CAF2-EB6C3F42F757}"/>
                </a:ext>
              </a:extLst>
            </p:cNvPr>
            <p:cNvSpPr>
              <a:spLocks/>
            </p:cNvSpPr>
            <p:nvPr/>
          </p:nvSpPr>
          <p:spPr>
            <a:xfrm>
              <a:off x="10810875" y="2105025"/>
              <a:ext cx="1057275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87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Repairer</a:t>
              </a:r>
            </a:p>
          </p:txBody>
        </p:sp>
        <p:sp>
          <p:nvSpPr>
            <p:cNvPr id="258" name="258 rect">
              <a:extLst>
                <a:ext uri="{FF2B5EF4-FFF2-40B4-BE49-F238E27FC236}">
                  <a16:creationId xmlns:a16="http://schemas.microsoft.com/office/drawing/2014/main" id="{7A14ACEC-2732-C90F-5B1F-DBACD695EDA3}"/>
                </a:ext>
              </a:extLst>
            </p:cNvPr>
            <p:cNvSpPr>
              <a:spLocks/>
            </p:cNvSpPr>
            <p:nvPr/>
          </p:nvSpPr>
          <p:spPr>
            <a:xfrm>
              <a:off x="10201275" y="2714625"/>
              <a:ext cx="1657350" cy="819150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259" name="259 rect">
              <a:extLst>
                <a:ext uri="{FF2B5EF4-FFF2-40B4-BE49-F238E27FC236}">
                  <a16:creationId xmlns:a16="http://schemas.microsoft.com/office/drawing/2014/main" id="{D9FEF44C-7CCC-CCE7-0276-AC7BB9A06B2E}"/>
                </a:ext>
              </a:extLst>
            </p:cNvPr>
            <p:cNvSpPr>
              <a:spLocks/>
            </p:cNvSpPr>
            <p:nvPr/>
          </p:nvSpPr>
          <p:spPr>
            <a:xfrm>
              <a:off x="10248900" y="2781300"/>
              <a:ext cx="1562100" cy="219075"/>
            </a:xfrm>
            <a:prstGeom prst="roundRect">
              <a:avLst>
                <a:gd name="adj" fmla="val 17391"/>
              </a:avLst>
            </a:prstGeom>
            <a:solidFill>
              <a:srgbClr val="FFE6EA"/>
            </a:solidFill>
            <a:ln w="0">
              <a:noFill/>
            </a:ln>
          </p:spPr>
        </p:sp>
        <p:sp>
          <p:nvSpPr>
            <p:cNvPr id="260" name="260 rect">
              <a:extLst>
                <a:ext uri="{FF2B5EF4-FFF2-40B4-BE49-F238E27FC236}">
                  <a16:creationId xmlns:a16="http://schemas.microsoft.com/office/drawing/2014/main" id="{B281B62F-82F2-9590-8CF4-3047CDF97F56}"/>
                </a:ext>
              </a:extLst>
            </p:cNvPr>
            <p:cNvSpPr>
              <a:spLocks/>
            </p:cNvSpPr>
            <p:nvPr/>
          </p:nvSpPr>
          <p:spPr>
            <a:xfrm>
              <a:off x="10248900" y="3038475"/>
              <a:ext cx="1562100" cy="228600"/>
            </a:xfrm>
            <a:prstGeom prst="roundRect">
              <a:avLst>
                <a:gd name="adj" fmla="val 16667"/>
              </a:avLst>
            </a:prstGeom>
            <a:solidFill>
              <a:srgbClr val="DDF9EF"/>
            </a:solidFill>
            <a:ln w="0">
              <a:noFill/>
            </a:ln>
          </p:spPr>
        </p:sp>
        <p:sp>
          <p:nvSpPr>
            <p:cNvPr id="261" name="261 -  loss = model(data)">
              <a:extLst>
                <a:ext uri="{FF2B5EF4-FFF2-40B4-BE49-F238E27FC236}">
                  <a16:creationId xmlns:a16="http://schemas.microsoft.com/office/drawing/2014/main" id="{8A06C62E-EB2F-608F-885D-0CCBEAF744F4}"/>
                </a:ext>
              </a:extLst>
            </p:cNvPr>
            <p:cNvSpPr>
              <a:spLocks/>
            </p:cNvSpPr>
            <p:nvPr/>
          </p:nvSpPr>
          <p:spPr>
            <a:xfrm>
              <a:off x="10306050" y="2800350"/>
              <a:ext cx="1504950" cy="2007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75" b="0">
                  <a:solidFill>
                    <a:srgbClr val="F2123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F21239"/>
                  </a:solidFill>
                  <a:latin typeface="Times New Roman"/>
                  <a:ea typeface="Times New Roman"/>
                  <a:cs typeface="Times New Roman"/>
                </a:rPr>
                <a:t>-  loss = model(data)</a:t>
              </a:r>
            </a:p>
          </p:txBody>
        </p:sp>
        <p:sp>
          <p:nvSpPr>
            <p:cNvPr id="262" name="262 +  loss = model(x, y)">
              <a:extLst>
                <a:ext uri="{FF2B5EF4-FFF2-40B4-BE49-F238E27FC236}">
                  <a16:creationId xmlns:a16="http://schemas.microsoft.com/office/drawing/2014/main" id="{40C3D909-9323-898B-C754-D53B83364C92}"/>
                </a:ext>
              </a:extLst>
            </p:cNvPr>
            <p:cNvSpPr>
              <a:spLocks/>
            </p:cNvSpPr>
            <p:nvPr/>
          </p:nvSpPr>
          <p:spPr>
            <a:xfrm>
              <a:off x="10306050" y="3057525"/>
              <a:ext cx="1504950" cy="2007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275" b="0">
                  <a:solidFill>
                    <a:srgbClr val="0D545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0D5454"/>
                  </a:solidFill>
                  <a:latin typeface="Times New Roman"/>
                  <a:ea typeface="Times New Roman"/>
                  <a:cs typeface="Times New Roman"/>
                </a:rPr>
                <a:t>+  loss = model(x, y)</a:t>
              </a:r>
            </a:p>
          </p:txBody>
        </p:sp>
        <p:sp>
          <p:nvSpPr>
            <p:cNvPr id="263" name="263 …">
              <a:extLst>
                <a:ext uri="{FF2B5EF4-FFF2-40B4-BE49-F238E27FC236}">
                  <a16:creationId xmlns:a16="http://schemas.microsoft.com/office/drawing/2014/main" id="{B45A5495-2C05-2D01-FAA9-194A57AC9F29}"/>
                </a:ext>
              </a:extLst>
            </p:cNvPr>
            <p:cNvSpPr>
              <a:spLocks/>
            </p:cNvSpPr>
            <p:nvPr/>
          </p:nvSpPr>
          <p:spPr>
            <a:xfrm>
              <a:off x="10315575" y="3238500"/>
              <a:ext cx="1390650" cy="31889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0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0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</p:grpSp>
      <p:grpSp>
        <p:nvGrpSpPr>
          <p:cNvPr id="549" name="Agent exchange arrows">
            <a:extLst>
              <a:ext uri="{FF2B5EF4-FFF2-40B4-BE49-F238E27FC236}">
                <a16:creationId xmlns:a16="http://schemas.microsoft.com/office/drawing/2014/main" id="{28B9BB42-091B-31EB-6A88-886D0B1DCFBF}"/>
              </a:ext>
            </a:extLst>
          </p:cNvPr>
          <p:cNvGrpSpPr/>
          <p:nvPr/>
        </p:nvGrpSpPr>
        <p:grpSpPr>
          <a:xfrm>
            <a:off x="6345936" y="2085975"/>
            <a:ext cx="4710303" cy="1838325"/>
            <a:chOff x="6345936" y="2085975"/>
            <a:chExt cx="4710303" cy="1838325"/>
          </a:xfrm>
        </p:grpSpPr>
        <p:sp>
          <p:nvSpPr>
            <p:cNvPr id="264" name="264 path">
              <a:extLst>
                <a:ext uri="{FF2B5EF4-FFF2-40B4-BE49-F238E27FC236}">
                  <a16:creationId xmlns:a16="http://schemas.microsoft.com/office/drawing/2014/main" id="{A60731B3-98C0-C8BC-5997-F53C62D6DF6C}"/>
                </a:ext>
              </a:extLst>
            </p:cNvPr>
            <p:cNvSpPr>
              <a:spLocks/>
            </p:cNvSpPr>
            <p:nvPr/>
          </p:nvSpPr>
          <p:spPr>
            <a:xfrm>
              <a:off x="6943725" y="2981325"/>
              <a:ext cx="571500" cy="95"/>
            </a:xfrm>
            <a:custGeom>
              <a:avLst/>
              <a:gdLst/>
              <a:ahLst/>
              <a:cxnLst/>
              <a:rect l="0" t="0" r="0" b="0"/>
              <a:pathLst>
                <a:path w="571500" h="9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8575">
              <a:solidFill>
                <a:srgbClr val="273247"/>
              </a:solidFill>
            </a:ln>
          </p:spPr>
        </p:sp>
        <p:sp>
          <p:nvSpPr>
            <p:cNvPr id="265" name="265 arrow head">
              <a:extLst>
                <a:ext uri="{FF2B5EF4-FFF2-40B4-BE49-F238E27FC236}">
                  <a16:creationId xmlns:a16="http://schemas.microsoft.com/office/drawing/2014/main" id="{7844F45E-E1AD-2E1D-1B2D-396637BA19D0}"/>
                </a:ext>
              </a:extLst>
            </p:cNvPr>
            <p:cNvSpPr>
              <a:spLocks/>
            </p:cNvSpPr>
            <p:nvPr/>
          </p:nvSpPr>
          <p:spPr>
            <a:xfrm>
              <a:off x="7400925" y="2926461"/>
              <a:ext cx="114300" cy="109728"/>
            </a:xfrm>
            <a:custGeom>
              <a:avLst/>
              <a:gdLst/>
              <a:ahLst/>
              <a:cxnLst/>
              <a:rect l="0" t="0" r="0" b="0"/>
              <a:pathLst>
                <a:path w="114300" h="109728">
                  <a:moveTo>
                    <a:pt x="114300" y="54864"/>
                  </a:moveTo>
                  <a:lnTo>
                    <a:pt x="0" y="0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273247"/>
            </a:solidFill>
            <a:ln w="4763">
              <a:solidFill>
                <a:srgbClr val="273247"/>
              </a:solidFill>
            </a:ln>
          </p:spPr>
        </p:sp>
        <p:sp>
          <p:nvSpPr>
            <p:cNvPr id="266" name="266 translated">
              <a:extLst>
                <a:ext uri="{FF2B5EF4-FFF2-40B4-BE49-F238E27FC236}">
                  <a16:creationId xmlns:a16="http://schemas.microsoft.com/office/drawing/2014/main" id="{B6D85852-63BD-0CCE-3663-97BFCD237619}"/>
                </a:ext>
              </a:extLst>
            </p:cNvPr>
            <p:cNvSpPr>
              <a:spLocks/>
            </p:cNvSpPr>
            <p:nvPr/>
          </p:nvSpPr>
          <p:spPr>
            <a:xfrm>
              <a:off x="6943725" y="2505075"/>
              <a:ext cx="590550" cy="18307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163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0" dirty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translated</a:t>
              </a:r>
            </a:p>
          </p:txBody>
        </p:sp>
        <p:sp>
          <p:nvSpPr>
            <p:cNvPr id="267" name="267 code">
              <a:extLst>
                <a:ext uri="{FF2B5EF4-FFF2-40B4-BE49-F238E27FC236}">
                  <a16:creationId xmlns:a16="http://schemas.microsoft.com/office/drawing/2014/main" id="{0A41F058-0CE3-8E5E-2CB0-AF546B369ECD}"/>
                </a:ext>
              </a:extLst>
            </p:cNvPr>
            <p:cNvSpPr>
              <a:spLocks/>
            </p:cNvSpPr>
            <p:nvPr/>
          </p:nvSpPr>
          <p:spPr>
            <a:xfrm>
              <a:off x="6991350" y="2705100"/>
              <a:ext cx="504825" cy="2007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code</a:t>
              </a:r>
            </a:p>
          </p:txBody>
        </p:sp>
        <p:sp>
          <p:nvSpPr>
            <p:cNvPr id="268" name="268 path">
              <a:extLst>
                <a:ext uri="{FF2B5EF4-FFF2-40B4-BE49-F238E27FC236}">
                  <a16:creationId xmlns:a16="http://schemas.microsoft.com/office/drawing/2014/main" id="{4C905213-C48D-4F95-E0C2-5ADCFD12D4F2}"/>
                </a:ext>
              </a:extLst>
            </p:cNvPr>
            <p:cNvSpPr>
              <a:spLocks/>
            </p:cNvSpPr>
            <p:nvPr/>
          </p:nvSpPr>
          <p:spPr>
            <a:xfrm>
              <a:off x="9277350" y="2581275"/>
              <a:ext cx="809625" cy="95"/>
            </a:xfrm>
            <a:custGeom>
              <a:avLst/>
              <a:gdLst/>
              <a:ahLst/>
              <a:cxnLst/>
              <a:rect l="0" t="0" r="0" b="0"/>
              <a:pathLst>
                <a:path w="809625" h="9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28575">
              <a:solidFill>
                <a:srgbClr val="273247"/>
              </a:solidFill>
            </a:ln>
          </p:spPr>
        </p:sp>
        <p:sp>
          <p:nvSpPr>
            <p:cNvPr id="269" name="269 arrow head">
              <a:extLst>
                <a:ext uri="{FF2B5EF4-FFF2-40B4-BE49-F238E27FC236}">
                  <a16:creationId xmlns:a16="http://schemas.microsoft.com/office/drawing/2014/main" id="{F8EADB24-2F33-76FA-FE6B-F82DB06AE9DB}"/>
                </a:ext>
              </a:extLst>
            </p:cNvPr>
            <p:cNvSpPr>
              <a:spLocks/>
            </p:cNvSpPr>
            <p:nvPr/>
          </p:nvSpPr>
          <p:spPr>
            <a:xfrm>
              <a:off x="9972675" y="2526411"/>
              <a:ext cx="114300" cy="109728"/>
            </a:xfrm>
            <a:custGeom>
              <a:avLst/>
              <a:gdLst/>
              <a:ahLst/>
              <a:cxnLst/>
              <a:rect l="0" t="0" r="0" b="0"/>
              <a:pathLst>
                <a:path w="114300" h="109728">
                  <a:moveTo>
                    <a:pt x="114300" y="54864"/>
                  </a:moveTo>
                  <a:lnTo>
                    <a:pt x="0" y="0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273247"/>
            </a:solidFill>
            <a:ln w="4763">
              <a:solidFill>
                <a:srgbClr val="273247"/>
              </a:solidFill>
            </a:ln>
          </p:spPr>
        </p:sp>
        <p:sp>
          <p:nvSpPr>
            <p:cNvPr id="270" name="270 diagnosis">
              <a:extLst>
                <a:ext uri="{FF2B5EF4-FFF2-40B4-BE49-F238E27FC236}">
                  <a16:creationId xmlns:a16="http://schemas.microsoft.com/office/drawing/2014/main" id="{C16C3286-BFB5-BEBA-594A-6BF215BE06CD}"/>
                </a:ext>
              </a:extLst>
            </p:cNvPr>
            <p:cNvSpPr>
              <a:spLocks/>
            </p:cNvSpPr>
            <p:nvPr/>
          </p:nvSpPr>
          <p:spPr>
            <a:xfrm>
              <a:off x="9363075" y="2085975"/>
              <a:ext cx="676275" cy="2007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diagnosis</a:t>
              </a:r>
            </a:p>
          </p:txBody>
        </p:sp>
        <p:sp>
          <p:nvSpPr>
            <p:cNvPr id="271" name="271 &amp; feedback">
              <a:extLst>
                <a:ext uri="{FF2B5EF4-FFF2-40B4-BE49-F238E27FC236}">
                  <a16:creationId xmlns:a16="http://schemas.microsoft.com/office/drawing/2014/main" id="{D9777C70-2EF7-74E3-2DF5-CAF15E0EB7F4}"/>
                </a:ext>
              </a:extLst>
            </p:cNvPr>
            <p:cNvSpPr>
              <a:spLocks/>
            </p:cNvSpPr>
            <p:nvPr/>
          </p:nvSpPr>
          <p:spPr>
            <a:xfrm>
              <a:off x="9324975" y="2276475"/>
              <a:ext cx="762000" cy="19724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252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52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&amp; feedback</a:t>
              </a:r>
            </a:p>
          </p:txBody>
        </p:sp>
        <p:sp>
          <p:nvSpPr>
            <p:cNvPr id="272" name="272 path">
              <a:extLst>
                <a:ext uri="{FF2B5EF4-FFF2-40B4-BE49-F238E27FC236}">
                  <a16:creationId xmlns:a16="http://schemas.microsoft.com/office/drawing/2014/main" id="{8E40DB46-74A8-B1D0-07BC-28AF01CEBA1F}"/>
                </a:ext>
              </a:extLst>
            </p:cNvPr>
            <p:cNvSpPr>
              <a:spLocks/>
            </p:cNvSpPr>
            <p:nvPr/>
          </p:nvSpPr>
          <p:spPr>
            <a:xfrm>
              <a:off x="9296400" y="3067050"/>
              <a:ext cx="800100" cy="95"/>
            </a:xfrm>
            <a:custGeom>
              <a:avLst/>
              <a:gdLst/>
              <a:ahLst/>
              <a:cxnLst/>
              <a:rect l="0" t="0" r="0" b="0"/>
              <a:pathLst>
                <a:path w="800100" h="95">
                  <a:moveTo>
                    <a:pt x="80010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73247"/>
              </a:solidFill>
            </a:ln>
          </p:spPr>
        </p:sp>
        <p:sp>
          <p:nvSpPr>
            <p:cNvPr id="273" name="273 arrow head">
              <a:extLst>
                <a:ext uri="{FF2B5EF4-FFF2-40B4-BE49-F238E27FC236}">
                  <a16:creationId xmlns:a16="http://schemas.microsoft.com/office/drawing/2014/main" id="{09843976-C0A9-C5C1-9344-C86F76E0E796}"/>
                </a:ext>
              </a:extLst>
            </p:cNvPr>
            <p:cNvSpPr>
              <a:spLocks/>
            </p:cNvSpPr>
            <p:nvPr/>
          </p:nvSpPr>
          <p:spPr>
            <a:xfrm>
              <a:off x="9296400" y="3012186"/>
              <a:ext cx="114300" cy="109728"/>
            </a:xfrm>
            <a:custGeom>
              <a:avLst/>
              <a:gdLst/>
              <a:ahLst/>
              <a:cxnLst/>
              <a:rect l="0" t="0" r="0" b="0"/>
              <a:pathLst>
                <a:path w="114300" h="109728">
                  <a:moveTo>
                    <a:pt x="0" y="54864"/>
                  </a:moveTo>
                  <a:lnTo>
                    <a:pt x="114300" y="109728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273247"/>
            </a:solidFill>
            <a:ln w="4763">
              <a:solidFill>
                <a:srgbClr val="273247"/>
              </a:solidFill>
            </a:ln>
          </p:spPr>
        </p:sp>
        <p:sp>
          <p:nvSpPr>
            <p:cNvPr id="274" name="274 repaired">
              <a:extLst>
                <a:ext uri="{FF2B5EF4-FFF2-40B4-BE49-F238E27FC236}">
                  <a16:creationId xmlns:a16="http://schemas.microsoft.com/office/drawing/2014/main" id="{97D67FBE-897B-DD17-E193-71B4A6A9990F}"/>
                </a:ext>
              </a:extLst>
            </p:cNvPr>
            <p:cNvSpPr>
              <a:spLocks/>
            </p:cNvSpPr>
            <p:nvPr/>
          </p:nvSpPr>
          <p:spPr>
            <a:xfrm>
              <a:off x="9420225" y="3171825"/>
              <a:ext cx="628650" cy="2007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repaired</a:t>
              </a:r>
            </a:p>
          </p:txBody>
        </p:sp>
        <p:sp>
          <p:nvSpPr>
            <p:cNvPr id="275" name="275 code">
              <a:extLst>
                <a:ext uri="{FF2B5EF4-FFF2-40B4-BE49-F238E27FC236}">
                  <a16:creationId xmlns:a16="http://schemas.microsoft.com/office/drawing/2014/main" id="{5FEE9865-D1BB-F618-5605-BF2230F4AD7B}"/>
                </a:ext>
              </a:extLst>
            </p:cNvPr>
            <p:cNvSpPr>
              <a:spLocks/>
            </p:cNvSpPr>
            <p:nvPr/>
          </p:nvSpPr>
          <p:spPr>
            <a:xfrm>
              <a:off x="9505950" y="3362325"/>
              <a:ext cx="457200" cy="2007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code</a:t>
              </a:r>
            </a:p>
          </p:txBody>
        </p:sp>
        <p:sp>
          <p:nvSpPr>
            <p:cNvPr id="276" name="276 path">
              <a:extLst>
                <a:ext uri="{FF2B5EF4-FFF2-40B4-BE49-F238E27FC236}">
                  <a16:creationId xmlns:a16="http://schemas.microsoft.com/office/drawing/2014/main" id="{0A9D225A-FA28-7CB3-6007-A8CE59FBFA73}"/>
                </a:ext>
              </a:extLst>
            </p:cNvPr>
            <p:cNvSpPr>
              <a:spLocks/>
            </p:cNvSpPr>
            <p:nvPr/>
          </p:nvSpPr>
          <p:spPr>
            <a:xfrm>
              <a:off x="6400800" y="3638550"/>
              <a:ext cx="95" cy="276225"/>
            </a:xfrm>
            <a:custGeom>
              <a:avLst/>
              <a:gdLst/>
              <a:ahLst/>
              <a:cxnLst/>
              <a:rect l="0" t="0" r="0" b="0"/>
              <a:pathLst>
                <a:path w="95" h="276225">
                  <a:moveTo>
                    <a:pt x="0" y="2762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73247"/>
              </a:solidFill>
            </a:ln>
          </p:spPr>
        </p:sp>
        <p:sp>
          <p:nvSpPr>
            <p:cNvPr id="277" name="277 arrow head">
              <a:extLst>
                <a:ext uri="{FF2B5EF4-FFF2-40B4-BE49-F238E27FC236}">
                  <a16:creationId xmlns:a16="http://schemas.microsoft.com/office/drawing/2014/main" id="{E9900849-876C-2B7F-8DC0-552DE620BA29}"/>
                </a:ext>
              </a:extLst>
            </p:cNvPr>
            <p:cNvSpPr>
              <a:spLocks/>
            </p:cNvSpPr>
            <p:nvPr/>
          </p:nvSpPr>
          <p:spPr>
            <a:xfrm>
              <a:off x="6345936" y="3638550"/>
              <a:ext cx="109728" cy="114300"/>
            </a:xfrm>
            <a:custGeom>
              <a:avLst/>
              <a:gdLst/>
              <a:ahLst/>
              <a:cxnLst/>
              <a:rect l="0" t="0" r="0" b="0"/>
              <a:pathLst>
                <a:path w="109728" h="114300">
                  <a:moveTo>
                    <a:pt x="54864" y="0"/>
                  </a:moveTo>
                  <a:lnTo>
                    <a:pt x="0" y="114300"/>
                  </a:lnTo>
                  <a:lnTo>
                    <a:pt x="109728" y="114300"/>
                  </a:lnTo>
                  <a:close/>
                </a:path>
              </a:pathLst>
            </a:custGeom>
            <a:solidFill>
              <a:srgbClr val="273247"/>
            </a:solidFill>
            <a:ln w="4763">
              <a:solidFill>
                <a:srgbClr val="273247"/>
              </a:solidFill>
            </a:ln>
          </p:spPr>
        </p:sp>
        <p:sp>
          <p:nvSpPr>
            <p:cNvPr id="278" name="278 path">
              <a:extLst>
                <a:ext uri="{FF2B5EF4-FFF2-40B4-BE49-F238E27FC236}">
                  <a16:creationId xmlns:a16="http://schemas.microsoft.com/office/drawing/2014/main" id="{6B417FAB-EA6F-4DE1-A76A-EA7611FBDEAF}"/>
                </a:ext>
              </a:extLst>
            </p:cNvPr>
            <p:cNvSpPr>
              <a:spLocks/>
            </p:cNvSpPr>
            <p:nvPr/>
          </p:nvSpPr>
          <p:spPr>
            <a:xfrm>
              <a:off x="11001375" y="3648075"/>
              <a:ext cx="95" cy="266700"/>
            </a:xfrm>
            <a:custGeom>
              <a:avLst/>
              <a:gdLst/>
              <a:ahLst/>
              <a:cxnLst/>
              <a:rect l="0" t="0" r="0" b="0"/>
              <a:pathLst>
                <a:path w="95" h="266700">
                  <a:moveTo>
                    <a:pt x="0" y="2667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73247"/>
              </a:solidFill>
            </a:ln>
          </p:spPr>
        </p:sp>
        <p:sp>
          <p:nvSpPr>
            <p:cNvPr id="279" name="279 arrow head">
              <a:extLst>
                <a:ext uri="{FF2B5EF4-FFF2-40B4-BE49-F238E27FC236}">
                  <a16:creationId xmlns:a16="http://schemas.microsoft.com/office/drawing/2014/main" id="{FC6051C8-86BC-2A97-08BE-0ED71AD0C09C}"/>
                </a:ext>
              </a:extLst>
            </p:cNvPr>
            <p:cNvSpPr>
              <a:spLocks/>
            </p:cNvSpPr>
            <p:nvPr/>
          </p:nvSpPr>
          <p:spPr>
            <a:xfrm>
              <a:off x="10946511" y="3648075"/>
              <a:ext cx="109728" cy="114300"/>
            </a:xfrm>
            <a:custGeom>
              <a:avLst/>
              <a:gdLst/>
              <a:ahLst/>
              <a:cxnLst/>
              <a:rect l="0" t="0" r="0" b="0"/>
              <a:pathLst>
                <a:path w="109728" h="114300">
                  <a:moveTo>
                    <a:pt x="54864" y="0"/>
                  </a:moveTo>
                  <a:lnTo>
                    <a:pt x="0" y="114300"/>
                  </a:lnTo>
                  <a:lnTo>
                    <a:pt x="109728" y="114300"/>
                  </a:lnTo>
                  <a:close/>
                </a:path>
              </a:pathLst>
            </a:custGeom>
            <a:solidFill>
              <a:srgbClr val="273247"/>
            </a:solidFill>
            <a:ln w="4763">
              <a:solidFill>
                <a:srgbClr val="273247"/>
              </a:solidFill>
            </a:ln>
          </p:spPr>
        </p:sp>
        <p:sp>
          <p:nvSpPr>
            <p:cNvPr id="280" name="280 filled flow arrow">
              <a:extLst>
                <a:ext uri="{FF2B5EF4-FFF2-40B4-BE49-F238E27FC236}">
                  <a16:creationId xmlns:a16="http://schemas.microsoft.com/office/drawing/2014/main" id="{E6633782-7B0E-5AB2-D88D-F326628E4B76}"/>
                </a:ext>
              </a:extLst>
            </p:cNvPr>
            <p:cNvSpPr>
              <a:spLocks/>
            </p:cNvSpPr>
            <p:nvPr/>
          </p:nvSpPr>
          <p:spPr>
            <a:xfrm>
              <a:off x="8353425" y="3638550"/>
              <a:ext cx="200025" cy="285750"/>
            </a:xfrm>
            <a:custGeom>
              <a:avLst/>
              <a:gdLst/>
              <a:ahLst/>
              <a:cxnLst/>
              <a:rect l="0" t="0" r="0" b="0"/>
              <a:pathLst>
                <a:path w="200025" h="285750">
                  <a:moveTo>
                    <a:pt x="60007" y="285750"/>
                  </a:moveTo>
                  <a:lnTo>
                    <a:pt x="140018" y="285750"/>
                  </a:lnTo>
                  <a:lnTo>
                    <a:pt x="140018" y="128588"/>
                  </a:lnTo>
                  <a:lnTo>
                    <a:pt x="200025" y="128588"/>
                  </a:lnTo>
                  <a:lnTo>
                    <a:pt x="100013" y="0"/>
                  </a:lnTo>
                  <a:lnTo>
                    <a:pt x="0" y="128588"/>
                  </a:lnTo>
                  <a:lnTo>
                    <a:pt x="60007" y="128588"/>
                  </a:lnTo>
                  <a:close/>
                </a:path>
              </a:pathLst>
            </a:custGeom>
            <a:gradFill>
              <a:gsLst>
                <a:gs pos="0">
                  <a:srgbClr val="A1DCAB"/>
                </a:gs>
                <a:gs pos="100000">
                  <a:srgbClr val="D4F8D7"/>
                </a:gs>
              </a:gsLst>
              <a:lin ang="5400000"/>
            </a:gradFill>
            <a:ln w="12383">
              <a:solidFill>
                <a:srgbClr val="198444"/>
              </a:solidFill>
            </a:ln>
          </p:spPr>
        </p:sp>
      </p:grpSp>
      <p:grpSp>
        <p:nvGrpSpPr>
          <p:cNvPr id="550" name="Training semantics diagnosis chain">
            <a:extLst>
              <a:ext uri="{FF2B5EF4-FFF2-40B4-BE49-F238E27FC236}">
                <a16:creationId xmlns:a16="http://schemas.microsoft.com/office/drawing/2014/main" id="{8FEDDD31-C269-FC7D-D1C0-4D4C5D81D44A}"/>
              </a:ext>
            </a:extLst>
          </p:cNvPr>
          <p:cNvGrpSpPr/>
          <p:nvPr/>
        </p:nvGrpSpPr>
        <p:grpSpPr>
          <a:xfrm>
            <a:off x="4962525" y="3914775"/>
            <a:ext cx="6991350" cy="1438275"/>
            <a:chOff x="4962525" y="3914775"/>
            <a:chExt cx="6991350" cy="1438275"/>
          </a:xfrm>
        </p:grpSpPr>
        <p:sp>
          <p:nvSpPr>
            <p:cNvPr id="281" name="281 rect">
              <a:extLst>
                <a:ext uri="{FF2B5EF4-FFF2-40B4-BE49-F238E27FC236}">
                  <a16:creationId xmlns:a16="http://schemas.microsoft.com/office/drawing/2014/main" id="{C8BC8DC8-7820-52E1-E476-4F7DB72A3BD3}"/>
                </a:ext>
              </a:extLst>
            </p:cNvPr>
            <p:cNvSpPr>
              <a:spLocks/>
            </p:cNvSpPr>
            <p:nvPr/>
          </p:nvSpPr>
          <p:spPr>
            <a:xfrm>
              <a:off x="4962525" y="3914775"/>
              <a:ext cx="6991350" cy="1438275"/>
            </a:xfrm>
            <a:prstGeom prst="roundRect">
              <a:avLst>
                <a:gd name="adj" fmla="val 7947"/>
              </a:avLst>
            </a:prstGeom>
            <a:gradFill>
              <a:gsLst>
                <a:gs pos="0">
                  <a:srgbClr val="EEF3F7"/>
                </a:gs>
                <a:gs pos="100000">
                  <a:srgbClr val="FFFFFF"/>
                </a:gs>
              </a:gsLst>
              <a:lin ang="5400000"/>
            </a:gradFill>
            <a:ln w="11430">
              <a:solidFill>
                <a:srgbClr val="71879D"/>
              </a:solidFill>
            </a:ln>
          </p:spPr>
        </p:sp>
        <p:sp>
          <p:nvSpPr>
            <p:cNvPr id="282" name="282 Training Semantics Diagnosis Chain">
              <a:extLst>
                <a:ext uri="{FF2B5EF4-FFF2-40B4-BE49-F238E27FC236}">
                  <a16:creationId xmlns:a16="http://schemas.microsoft.com/office/drawing/2014/main" id="{8ADC8610-B77E-B816-F65C-9D2EC86F3C10}"/>
                </a:ext>
              </a:extLst>
            </p:cNvPr>
            <p:cNvSpPr>
              <a:spLocks/>
            </p:cNvSpPr>
            <p:nvPr/>
          </p:nvSpPr>
          <p:spPr>
            <a:xfrm>
              <a:off x="5162550" y="4029075"/>
              <a:ext cx="6591300" cy="31889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202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02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Training Semantics Diagnosis Chain</a:t>
              </a:r>
            </a:p>
          </p:txBody>
        </p:sp>
        <p:sp>
          <p:nvSpPr>
            <p:cNvPr id="283" name="283 rect">
              <a:extLst>
                <a:ext uri="{FF2B5EF4-FFF2-40B4-BE49-F238E27FC236}">
                  <a16:creationId xmlns:a16="http://schemas.microsoft.com/office/drawing/2014/main" id="{B648D8C0-7F3B-8B22-36F5-2045D3950EEB}"/>
                </a:ext>
              </a:extLst>
            </p:cNvPr>
            <p:cNvSpPr>
              <a:spLocks/>
            </p:cNvSpPr>
            <p:nvPr/>
          </p:nvSpPr>
          <p:spPr>
            <a:xfrm>
              <a:off x="5057775" y="4562475"/>
              <a:ext cx="1114425" cy="638175"/>
            </a:xfrm>
            <a:prstGeom prst="roundRect">
              <a:avLst>
                <a:gd name="adj" fmla="val 17910"/>
              </a:avLst>
            </a:prstGeom>
            <a:gradFill>
              <a:gsLst>
                <a:gs pos="0">
                  <a:srgbClr val="FFFFFF"/>
                </a:gs>
                <a:gs pos="100000">
                  <a:srgbClr val="F5F7FD"/>
                </a:gs>
              </a:gsLst>
              <a:lin ang="5400000"/>
            </a:gradFill>
            <a:ln w="10478">
              <a:solidFill>
                <a:srgbClr val="AFBED6"/>
              </a:solidFill>
            </a:ln>
          </p:spPr>
        </p:sp>
        <p:sp>
          <p:nvSpPr>
            <p:cNvPr id="284" name="284 API">
              <a:extLst>
                <a:ext uri="{FF2B5EF4-FFF2-40B4-BE49-F238E27FC236}">
                  <a16:creationId xmlns:a16="http://schemas.microsoft.com/office/drawing/2014/main" id="{E401AC2D-B939-07AA-E7CC-DD6D345C57DB}"/>
                </a:ext>
              </a:extLst>
            </p:cNvPr>
            <p:cNvSpPr>
              <a:spLocks/>
            </p:cNvSpPr>
            <p:nvPr/>
          </p:nvSpPr>
          <p:spPr>
            <a:xfrm>
              <a:off x="5114925" y="4667250"/>
              <a:ext cx="1000125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API</a:t>
              </a:r>
            </a:p>
          </p:txBody>
        </p:sp>
        <p:sp>
          <p:nvSpPr>
            <p:cNvPr id="285" name="285 usage">
              <a:extLst>
                <a:ext uri="{FF2B5EF4-FFF2-40B4-BE49-F238E27FC236}">
                  <a16:creationId xmlns:a16="http://schemas.microsoft.com/office/drawing/2014/main" id="{0971D28D-A862-B74B-B9D1-D85A8B58550C}"/>
                </a:ext>
              </a:extLst>
            </p:cNvPr>
            <p:cNvSpPr>
              <a:spLocks/>
            </p:cNvSpPr>
            <p:nvPr/>
          </p:nvSpPr>
          <p:spPr>
            <a:xfrm>
              <a:off x="5114925" y="4887278"/>
              <a:ext cx="1000125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usage</a:t>
              </a:r>
            </a:p>
          </p:txBody>
        </p:sp>
        <p:sp>
          <p:nvSpPr>
            <p:cNvPr id="286" name="286 path">
              <a:extLst>
                <a:ext uri="{FF2B5EF4-FFF2-40B4-BE49-F238E27FC236}">
                  <a16:creationId xmlns:a16="http://schemas.microsoft.com/office/drawing/2014/main" id="{8DB9E7EC-512A-9A58-5595-FD01FA8734AF}"/>
                </a:ext>
              </a:extLst>
            </p:cNvPr>
            <p:cNvSpPr>
              <a:spLocks/>
            </p:cNvSpPr>
            <p:nvPr/>
          </p:nvSpPr>
          <p:spPr>
            <a:xfrm>
              <a:off x="6181725" y="4876800"/>
              <a:ext cx="190500" cy="95"/>
            </a:xfrm>
            <a:custGeom>
              <a:avLst/>
              <a:gdLst/>
              <a:ahLst/>
              <a:cxnLst/>
              <a:rect l="0" t="0" r="0" b="0"/>
              <a:pathLst>
                <a:path w="190500" h="9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8098">
              <a:solidFill>
                <a:srgbClr val="48536A"/>
              </a:solidFill>
            </a:ln>
          </p:spPr>
        </p:sp>
        <p:sp>
          <p:nvSpPr>
            <p:cNvPr id="287" name="287 arrow head">
              <a:extLst>
                <a:ext uri="{FF2B5EF4-FFF2-40B4-BE49-F238E27FC236}">
                  <a16:creationId xmlns:a16="http://schemas.microsoft.com/office/drawing/2014/main" id="{0004B642-290B-4F5B-11A8-A6C2C6D9C8FD}"/>
                </a:ext>
              </a:extLst>
            </p:cNvPr>
            <p:cNvSpPr>
              <a:spLocks/>
            </p:cNvSpPr>
            <p:nvPr/>
          </p:nvSpPr>
          <p:spPr>
            <a:xfrm>
              <a:off x="6286500" y="4835652"/>
              <a:ext cx="85725" cy="82296"/>
            </a:xfrm>
            <a:custGeom>
              <a:avLst/>
              <a:gdLst/>
              <a:ahLst/>
              <a:cxnLst/>
              <a:rect l="0" t="0" r="0" b="0"/>
              <a:pathLst>
                <a:path w="85725" h="82296">
                  <a:moveTo>
                    <a:pt x="85725" y="41148"/>
                  </a:move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8536A"/>
            </a:solidFill>
            <a:ln w="4763">
              <a:solidFill>
                <a:srgbClr val="48536A"/>
              </a:solidFill>
            </a:ln>
          </p:spPr>
        </p:sp>
        <p:sp>
          <p:nvSpPr>
            <p:cNvPr id="288" name="288 rect">
              <a:extLst>
                <a:ext uri="{FF2B5EF4-FFF2-40B4-BE49-F238E27FC236}">
                  <a16:creationId xmlns:a16="http://schemas.microsoft.com/office/drawing/2014/main" id="{0EE05F0E-1224-1B1F-4FF3-2A04DA74D337}"/>
                </a:ext>
              </a:extLst>
            </p:cNvPr>
            <p:cNvSpPr>
              <a:spLocks/>
            </p:cNvSpPr>
            <p:nvPr/>
          </p:nvSpPr>
          <p:spPr>
            <a:xfrm>
              <a:off x="6391275" y="4562475"/>
              <a:ext cx="1228725" cy="638175"/>
            </a:xfrm>
            <a:prstGeom prst="roundRect">
              <a:avLst>
                <a:gd name="adj" fmla="val 17910"/>
              </a:avLst>
            </a:prstGeom>
            <a:gradFill>
              <a:gsLst>
                <a:gs pos="0">
                  <a:srgbClr val="FFFFFF"/>
                </a:gs>
                <a:gs pos="100000">
                  <a:srgbClr val="F5F7FD"/>
                </a:gs>
              </a:gsLst>
              <a:lin ang="5400000"/>
            </a:gradFill>
            <a:ln w="10478">
              <a:solidFill>
                <a:srgbClr val="AFBED6"/>
              </a:solidFill>
            </a:ln>
          </p:spPr>
        </p:sp>
        <p:sp>
          <p:nvSpPr>
            <p:cNvPr id="289" name="289 Tensor &amp;">
              <a:extLst>
                <a:ext uri="{FF2B5EF4-FFF2-40B4-BE49-F238E27FC236}">
                  <a16:creationId xmlns:a16="http://schemas.microsoft.com/office/drawing/2014/main" id="{8079F3AC-3BF3-6C10-11E8-7CB3EB325A3B}"/>
                </a:ext>
              </a:extLst>
            </p:cNvPr>
            <p:cNvSpPr>
              <a:spLocks/>
            </p:cNvSpPr>
            <p:nvPr/>
          </p:nvSpPr>
          <p:spPr>
            <a:xfrm>
              <a:off x="6448425" y="4667250"/>
              <a:ext cx="1114425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Tensor &amp;</a:t>
              </a:r>
            </a:p>
          </p:txBody>
        </p:sp>
        <p:sp>
          <p:nvSpPr>
            <p:cNvPr id="290" name="290 Shape">
              <a:extLst>
                <a:ext uri="{FF2B5EF4-FFF2-40B4-BE49-F238E27FC236}">
                  <a16:creationId xmlns:a16="http://schemas.microsoft.com/office/drawing/2014/main" id="{13790AF1-F69F-9F7A-16D7-E087428B7C26}"/>
                </a:ext>
              </a:extLst>
            </p:cNvPr>
            <p:cNvSpPr>
              <a:spLocks/>
            </p:cNvSpPr>
            <p:nvPr/>
          </p:nvSpPr>
          <p:spPr>
            <a:xfrm>
              <a:off x="6448425" y="4887278"/>
              <a:ext cx="1114425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Shape</a:t>
              </a:r>
            </a:p>
          </p:txBody>
        </p:sp>
        <p:sp>
          <p:nvSpPr>
            <p:cNvPr id="291" name="291 path">
              <a:extLst>
                <a:ext uri="{FF2B5EF4-FFF2-40B4-BE49-F238E27FC236}">
                  <a16:creationId xmlns:a16="http://schemas.microsoft.com/office/drawing/2014/main" id="{188DB51E-206A-5332-3107-83D346BD3AEF}"/>
                </a:ext>
              </a:extLst>
            </p:cNvPr>
            <p:cNvSpPr>
              <a:spLocks/>
            </p:cNvSpPr>
            <p:nvPr/>
          </p:nvSpPr>
          <p:spPr>
            <a:xfrm>
              <a:off x="7629525" y="4876800"/>
              <a:ext cx="171450" cy="95"/>
            </a:xfrm>
            <a:custGeom>
              <a:avLst/>
              <a:gdLst/>
              <a:ahLst/>
              <a:cxnLst/>
              <a:rect l="0" t="0" r="0" b="0"/>
              <a:pathLst>
                <a:path w="171450" h="9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8098">
              <a:solidFill>
                <a:srgbClr val="48536A"/>
              </a:solidFill>
            </a:ln>
          </p:spPr>
        </p:sp>
        <p:sp>
          <p:nvSpPr>
            <p:cNvPr id="292" name="292 arrow head">
              <a:extLst>
                <a:ext uri="{FF2B5EF4-FFF2-40B4-BE49-F238E27FC236}">
                  <a16:creationId xmlns:a16="http://schemas.microsoft.com/office/drawing/2014/main" id="{3DC7DB8C-19B1-DB32-6FEC-446C3716B0DE}"/>
                </a:ext>
              </a:extLst>
            </p:cNvPr>
            <p:cNvSpPr>
              <a:spLocks/>
            </p:cNvSpPr>
            <p:nvPr/>
          </p:nvSpPr>
          <p:spPr>
            <a:xfrm>
              <a:off x="7715250" y="4835652"/>
              <a:ext cx="85725" cy="82296"/>
            </a:xfrm>
            <a:custGeom>
              <a:avLst/>
              <a:gdLst/>
              <a:ahLst/>
              <a:cxnLst/>
              <a:rect l="0" t="0" r="0" b="0"/>
              <a:pathLst>
                <a:path w="85725" h="82296">
                  <a:moveTo>
                    <a:pt x="85725" y="41148"/>
                  </a:move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8536A"/>
            </a:solidFill>
            <a:ln w="4763">
              <a:solidFill>
                <a:srgbClr val="48536A"/>
              </a:solidFill>
            </a:ln>
          </p:spPr>
        </p:sp>
        <p:sp>
          <p:nvSpPr>
            <p:cNvPr id="293" name="293 rect">
              <a:extLst>
                <a:ext uri="{FF2B5EF4-FFF2-40B4-BE49-F238E27FC236}">
                  <a16:creationId xmlns:a16="http://schemas.microsoft.com/office/drawing/2014/main" id="{71706FA8-6CE5-0D5D-655C-D16DC59EA166}"/>
                </a:ext>
              </a:extLst>
            </p:cNvPr>
            <p:cNvSpPr>
              <a:spLocks/>
            </p:cNvSpPr>
            <p:nvPr/>
          </p:nvSpPr>
          <p:spPr>
            <a:xfrm>
              <a:off x="7820025" y="4562475"/>
              <a:ext cx="1266825" cy="638175"/>
            </a:xfrm>
            <a:prstGeom prst="roundRect">
              <a:avLst>
                <a:gd name="adj" fmla="val 17910"/>
              </a:avLst>
            </a:prstGeom>
            <a:gradFill>
              <a:gsLst>
                <a:gs pos="0">
                  <a:srgbClr val="FFFFFF"/>
                </a:gs>
                <a:gs pos="100000">
                  <a:srgbClr val="F5F7FD"/>
                </a:gs>
              </a:gsLst>
              <a:lin ang="5400000"/>
            </a:gradFill>
            <a:ln w="10478">
              <a:solidFill>
                <a:srgbClr val="AFBED6"/>
              </a:solidFill>
            </a:ln>
          </p:spPr>
        </p:sp>
        <p:sp>
          <p:nvSpPr>
            <p:cNvPr id="294" name="294 Forward">
              <a:extLst>
                <a:ext uri="{FF2B5EF4-FFF2-40B4-BE49-F238E27FC236}">
                  <a16:creationId xmlns:a16="http://schemas.microsoft.com/office/drawing/2014/main" id="{4C79004B-959C-E655-F584-DEDE02E3D207}"/>
                </a:ext>
              </a:extLst>
            </p:cNvPr>
            <p:cNvSpPr>
              <a:spLocks/>
            </p:cNvSpPr>
            <p:nvPr/>
          </p:nvSpPr>
          <p:spPr>
            <a:xfrm>
              <a:off x="7877175" y="4667250"/>
              <a:ext cx="1152525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Forward</a:t>
              </a:r>
            </a:p>
          </p:txBody>
        </p:sp>
        <p:sp>
          <p:nvSpPr>
            <p:cNvPr id="295" name="295 pass">
              <a:extLst>
                <a:ext uri="{FF2B5EF4-FFF2-40B4-BE49-F238E27FC236}">
                  <a16:creationId xmlns:a16="http://schemas.microsoft.com/office/drawing/2014/main" id="{CA11628C-9A46-D602-2E07-02F2158C05C9}"/>
                </a:ext>
              </a:extLst>
            </p:cNvPr>
            <p:cNvSpPr>
              <a:spLocks/>
            </p:cNvSpPr>
            <p:nvPr/>
          </p:nvSpPr>
          <p:spPr>
            <a:xfrm>
              <a:off x="7877175" y="4887278"/>
              <a:ext cx="1152525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pass</a:t>
              </a:r>
            </a:p>
          </p:txBody>
        </p:sp>
        <p:sp>
          <p:nvSpPr>
            <p:cNvPr id="296" name="296 path">
              <a:extLst>
                <a:ext uri="{FF2B5EF4-FFF2-40B4-BE49-F238E27FC236}">
                  <a16:creationId xmlns:a16="http://schemas.microsoft.com/office/drawing/2014/main" id="{1911D78E-BE96-5AD1-C6A9-C8513242D208}"/>
                </a:ext>
              </a:extLst>
            </p:cNvPr>
            <p:cNvSpPr>
              <a:spLocks/>
            </p:cNvSpPr>
            <p:nvPr/>
          </p:nvSpPr>
          <p:spPr>
            <a:xfrm>
              <a:off x="9096375" y="4876800"/>
              <a:ext cx="180975" cy="95"/>
            </a:xfrm>
            <a:custGeom>
              <a:avLst/>
              <a:gdLst/>
              <a:ahLst/>
              <a:cxnLst/>
              <a:rect l="0" t="0" r="0" b="0"/>
              <a:pathLst>
                <a:path w="180975" h="95">
                  <a:moveTo>
                    <a:pt x="0" y="0"/>
                  </a:moveTo>
                  <a:lnTo>
                    <a:pt x="180975" y="0"/>
                  </a:lnTo>
                </a:path>
              </a:pathLst>
            </a:custGeom>
            <a:noFill/>
            <a:ln w="18098">
              <a:solidFill>
                <a:srgbClr val="48536A"/>
              </a:solidFill>
            </a:ln>
          </p:spPr>
        </p:sp>
        <p:sp>
          <p:nvSpPr>
            <p:cNvPr id="297" name="297 arrow head">
              <a:extLst>
                <a:ext uri="{FF2B5EF4-FFF2-40B4-BE49-F238E27FC236}">
                  <a16:creationId xmlns:a16="http://schemas.microsoft.com/office/drawing/2014/main" id="{8692F902-9B36-ACDC-5B3E-2E5DBC4AA29A}"/>
                </a:ext>
              </a:extLst>
            </p:cNvPr>
            <p:cNvSpPr>
              <a:spLocks/>
            </p:cNvSpPr>
            <p:nvPr/>
          </p:nvSpPr>
          <p:spPr>
            <a:xfrm>
              <a:off x="9191625" y="4835652"/>
              <a:ext cx="85725" cy="82296"/>
            </a:xfrm>
            <a:custGeom>
              <a:avLst/>
              <a:gdLst/>
              <a:ahLst/>
              <a:cxnLst/>
              <a:rect l="0" t="0" r="0" b="0"/>
              <a:pathLst>
                <a:path w="85725" h="82296">
                  <a:moveTo>
                    <a:pt x="85725" y="41148"/>
                  </a:move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8536A"/>
            </a:solidFill>
            <a:ln w="4763">
              <a:solidFill>
                <a:srgbClr val="48536A"/>
              </a:solidFill>
            </a:ln>
          </p:spPr>
        </p:sp>
        <p:sp>
          <p:nvSpPr>
            <p:cNvPr id="298" name="298 rect">
              <a:extLst>
                <a:ext uri="{FF2B5EF4-FFF2-40B4-BE49-F238E27FC236}">
                  <a16:creationId xmlns:a16="http://schemas.microsoft.com/office/drawing/2014/main" id="{C6EBE86F-3A4C-6B8E-8354-A687549F176C}"/>
                </a:ext>
              </a:extLst>
            </p:cNvPr>
            <p:cNvSpPr>
              <a:spLocks/>
            </p:cNvSpPr>
            <p:nvPr/>
          </p:nvSpPr>
          <p:spPr>
            <a:xfrm>
              <a:off x="9296400" y="4562475"/>
              <a:ext cx="1209675" cy="638175"/>
            </a:xfrm>
            <a:prstGeom prst="roundRect">
              <a:avLst>
                <a:gd name="adj" fmla="val 17910"/>
              </a:avLst>
            </a:prstGeom>
            <a:gradFill>
              <a:gsLst>
                <a:gs pos="0">
                  <a:srgbClr val="FFFFFF"/>
                </a:gs>
                <a:gs pos="100000">
                  <a:srgbClr val="F5F7FD"/>
                </a:gs>
              </a:gsLst>
              <a:lin ang="5400000"/>
            </a:gradFill>
            <a:ln w="10478">
              <a:solidFill>
                <a:srgbClr val="AFBED6"/>
              </a:solidFill>
            </a:ln>
          </p:spPr>
        </p:sp>
        <p:sp>
          <p:nvSpPr>
            <p:cNvPr id="299" name="299 Backward">
              <a:extLst>
                <a:ext uri="{FF2B5EF4-FFF2-40B4-BE49-F238E27FC236}">
                  <a16:creationId xmlns:a16="http://schemas.microsoft.com/office/drawing/2014/main" id="{4BA5EDF1-2CDB-DDB0-4855-753FF2E735ED}"/>
                </a:ext>
              </a:extLst>
            </p:cNvPr>
            <p:cNvSpPr>
              <a:spLocks/>
            </p:cNvSpPr>
            <p:nvPr/>
          </p:nvSpPr>
          <p:spPr>
            <a:xfrm>
              <a:off x="9353550" y="4667250"/>
              <a:ext cx="1095375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Backward</a:t>
              </a:r>
            </a:p>
          </p:txBody>
        </p:sp>
        <p:sp>
          <p:nvSpPr>
            <p:cNvPr id="300" name="300 pass">
              <a:extLst>
                <a:ext uri="{FF2B5EF4-FFF2-40B4-BE49-F238E27FC236}">
                  <a16:creationId xmlns:a16="http://schemas.microsoft.com/office/drawing/2014/main" id="{56A7589F-A7DE-62D0-6CA5-4BE68C8BEC47}"/>
                </a:ext>
              </a:extLst>
            </p:cNvPr>
            <p:cNvSpPr>
              <a:spLocks/>
            </p:cNvSpPr>
            <p:nvPr/>
          </p:nvSpPr>
          <p:spPr>
            <a:xfrm>
              <a:off x="9353550" y="4887278"/>
              <a:ext cx="1095375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pass</a:t>
              </a:r>
            </a:p>
          </p:txBody>
        </p:sp>
        <p:sp>
          <p:nvSpPr>
            <p:cNvPr id="301" name="301 path">
              <a:extLst>
                <a:ext uri="{FF2B5EF4-FFF2-40B4-BE49-F238E27FC236}">
                  <a16:creationId xmlns:a16="http://schemas.microsoft.com/office/drawing/2014/main" id="{449D1CF2-D312-2569-DDF1-0FCD5E92ECC5}"/>
                </a:ext>
              </a:extLst>
            </p:cNvPr>
            <p:cNvSpPr>
              <a:spLocks/>
            </p:cNvSpPr>
            <p:nvPr/>
          </p:nvSpPr>
          <p:spPr>
            <a:xfrm>
              <a:off x="10515600" y="4876800"/>
              <a:ext cx="180975" cy="95"/>
            </a:xfrm>
            <a:custGeom>
              <a:avLst/>
              <a:gdLst/>
              <a:ahLst/>
              <a:cxnLst/>
              <a:rect l="0" t="0" r="0" b="0"/>
              <a:pathLst>
                <a:path w="180975" h="95">
                  <a:moveTo>
                    <a:pt x="0" y="0"/>
                  </a:moveTo>
                  <a:lnTo>
                    <a:pt x="180975" y="0"/>
                  </a:lnTo>
                </a:path>
              </a:pathLst>
            </a:custGeom>
            <a:noFill/>
            <a:ln w="18098">
              <a:solidFill>
                <a:srgbClr val="48536A"/>
              </a:solidFill>
            </a:ln>
          </p:spPr>
        </p:sp>
        <p:sp>
          <p:nvSpPr>
            <p:cNvPr id="302" name="302 arrow head">
              <a:extLst>
                <a:ext uri="{FF2B5EF4-FFF2-40B4-BE49-F238E27FC236}">
                  <a16:creationId xmlns:a16="http://schemas.microsoft.com/office/drawing/2014/main" id="{F3213B96-B1EA-B4D2-BC2D-347178B1BCEF}"/>
                </a:ext>
              </a:extLst>
            </p:cNvPr>
            <p:cNvSpPr>
              <a:spLocks/>
            </p:cNvSpPr>
            <p:nvPr/>
          </p:nvSpPr>
          <p:spPr>
            <a:xfrm>
              <a:off x="10610850" y="4835652"/>
              <a:ext cx="85725" cy="82296"/>
            </a:xfrm>
            <a:custGeom>
              <a:avLst/>
              <a:gdLst/>
              <a:ahLst/>
              <a:cxnLst/>
              <a:rect l="0" t="0" r="0" b="0"/>
              <a:pathLst>
                <a:path w="85725" h="82296">
                  <a:moveTo>
                    <a:pt x="85725" y="41148"/>
                  </a:move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solidFill>
              <a:srgbClr val="48536A"/>
            </a:solidFill>
            <a:ln w="4763">
              <a:solidFill>
                <a:srgbClr val="48536A"/>
              </a:solidFill>
            </a:ln>
          </p:spPr>
        </p:sp>
        <p:sp>
          <p:nvSpPr>
            <p:cNvPr id="303" name="303 rect">
              <a:extLst>
                <a:ext uri="{FF2B5EF4-FFF2-40B4-BE49-F238E27FC236}">
                  <a16:creationId xmlns:a16="http://schemas.microsoft.com/office/drawing/2014/main" id="{18F463C5-DD03-8B88-2055-52117E96E8F2}"/>
                </a:ext>
              </a:extLst>
            </p:cNvPr>
            <p:cNvSpPr>
              <a:spLocks/>
            </p:cNvSpPr>
            <p:nvPr/>
          </p:nvSpPr>
          <p:spPr>
            <a:xfrm>
              <a:off x="10715625" y="4562475"/>
              <a:ext cx="1152525" cy="638175"/>
            </a:xfrm>
            <a:prstGeom prst="roundRect">
              <a:avLst>
                <a:gd name="adj" fmla="val 17910"/>
              </a:avLst>
            </a:prstGeom>
            <a:gradFill>
              <a:gsLst>
                <a:gs pos="0">
                  <a:srgbClr val="FFFFFF"/>
                </a:gs>
                <a:gs pos="100000">
                  <a:srgbClr val="F5F7FD"/>
                </a:gs>
              </a:gsLst>
              <a:lin ang="5400000"/>
            </a:gradFill>
            <a:ln w="10478">
              <a:solidFill>
                <a:srgbClr val="AFBED6"/>
              </a:solidFill>
            </a:ln>
          </p:spPr>
        </p:sp>
        <p:sp>
          <p:nvSpPr>
            <p:cNvPr id="304" name="304 Update">
              <a:extLst>
                <a:ext uri="{FF2B5EF4-FFF2-40B4-BE49-F238E27FC236}">
                  <a16:creationId xmlns:a16="http://schemas.microsoft.com/office/drawing/2014/main" id="{7F8530AB-F628-00E1-C4BD-FC56CEFE66D7}"/>
                </a:ext>
              </a:extLst>
            </p:cNvPr>
            <p:cNvSpPr>
              <a:spLocks/>
            </p:cNvSpPr>
            <p:nvPr/>
          </p:nvSpPr>
          <p:spPr>
            <a:xfrm>
              <a:off x="10772775" y="4667250"/>
              <a:ext cx="1038225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Update</a:t>
              </a:r>
            </a:p>
          </p:txBody>
        </p:sp>
        <p:sp>
          <p:nvSpPr>
            <p:cNvPr id="305" name="305 step">
              <a:extLst>
                <a:ext uri="{FF2B5EF4-FFF2-40B4-BE49-F238E27FC236}">
                  <a16:creationId xmlns:a16="http://schemas.microsoft.com/office/drawing/2014/main" id="{F0EFEE9B-515C-F034-A699-BB4C8C71DA01}"/>
                </a:ext>
              </a:extLst>
            </p:cNvPr>
            <p:cNvSpPr>
              <a:spLocks/>
            </p:cNvSpPr>
            <p:nvPr/>
          </p:nvSpPr>
          <p:spPr>
            <a:xfrm>
              <a:off x="10772775" y="4887278"/>
              <a:ext cx="1038225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step</a:t>
              </a:r>
            </a:p>
          </p:txBody>
        </p:sp>
      </p:grpSp>
      <p:grpSp>
        <p:nvGrpSpPr>
          <p:cNvPr id="551" name="Workspace supplies evidence">
            <a:extLst>
              <a:ext uri="{FF2B5EF4-FFF2-40B4-BE49-F238E27FC236}">
                <a16:creationId xmlns:a16="http://schemas.microsoft.com/office/drawing/2014/main" id="{23BF0D89-AE37-8BEE-2CE2-C817C8828AE2}"/>
              </a:ext>
            </a:extLst>
          </p:cNvPr>
          <p:cNvGrpSpPr/>
          <p:nvPr/>
        </p:nvGrpSpPr>
        <p:grpSpPr>
          <a:xfrm>
            <a:off x="6096000" y="5334000"/>
            <a:ext cx="4933950" cy="314325"/>
            <a:chOff x="6096000" y="5334000"/>
            <a:chExt cx="4933950" cy="314325"/>
          </a:xfrm>
        </p:grpSpPr>
        <p:sp>
          <p:nvSpPr>
            <p:cNvPr id="306" name="306 filled flow arrow">
              <a:extLst>
                <a:ext uri="{FF2B5EF4-FFF2-40B4-BE49-F238E27FC236}">
                  <a16:creationId xmlns:a16="http://schemas.microsoft.com/office/drawing/2014/main" id="{319AF7C8-8899-C8CB-DAA6-C09C7AB1060E}"/>
                </a:ext>
              </a:extLst>
            </p:cNvPr>
            <p:cNvSpPr>
              <a:spLocks/>
            </p:cNvSpPr>
            <p:nvPr/>
          </p:nvSpPr>
          <p:spPr>
            <a:xfrm>
              <a:off x="6096000" y="5362575"/>
              <a:ext cx="209550" cy="285750"/>
            </a:xfrm>
            <a:custGeom>
              <a:avLst/>
              <a:gdLst/>
              <a:ahLst/>
              <a:cxnLst/>
              <a:rect l="0" t="0" r="0" b="0"/>
              <a:pathLst>
                <a:path w="209550" h="285750">
                  <a:moveTo>
                    <a:pt x="62865" y="285750"/>
                  </a:moveTo>
                  <a:lnTo>
                    <a:pt x="146685" y="285750"/>
                  </a:lnTo>
                  <a:lnTo>
                    <a:pt x="146685" y="128588"/>
                  </a:lnTo>
                  <a:lnTo>
                    <a:pt x="209550" y="128588"/>
                  </a:lnTo>
                  <a:lnTo>
                    <a:pt x="104775" y="0"/>
                  </a:lnTo>
                  <a:lnTo>
                    <a:pt x="0" y="128588"/>
                  </a:lnTo>
                  <a:lnTo>
                    <a:pt x="62865" y="128588"/>
                  </a:lnTo>
                  <a:close/>
                </a:path>
              </a:pathLst>
            </a:custGeom>
            <a:gradFill>
              <a:gsLst>
                <a:gs pos="0">
                  <a:srgbClr val="62BE76"/>
                </a:gs>
                <a:gs pos="100000">
                  <a:srgbClr val="C7EEC7"/>
                </a:gs>
              </a:gsLst>
              <a:lin ang="5400000"/>
            </a:gradFill>
            <a:ln w="12383">
              <a:solidFill>
                <a:srgbClr val="267C4F"/>
              </a:solidFill>
            </a:ln>
          </p:spPr>
        </p:sp>
        <p:sp>
          <p:nvSpPr>
            <p:cNvPr id="307" name="307 filled flow arrow">
              <a:extLst>
                <a:ext uri="{FF2B5EF4-FFF2-40B4-BE49-F238E27FC236}">
                  <a16:creationId xmlns:a16="http://schemas.microsoft.com/office/drawing/2014/main" id="{9629D2ED-4F9A-AA5F-6E53-5E1C8AFDAE48}"/>
                </a:ext>
              </a:extLst>
            </p:cNvPr>
            <p:cNvSpPr>
              <a:spLocks/>
            </p:cNvSpPr>
            <p:nvPr/>
          </p:nvSpPr>
          <p:spPr>
            <a:xfrm>
              <a:off x="8248650" y="5334000"/>
              <a:ext cx="266700" cy="314325"/>
            </a:xfrm>
            <a:custGeom>
              <a:avLst/>
              <a:gdLst/>
              <a:ahLst/>
              <a:cxnLst/>
              <a:rect l="0" t="0" r="0" b="0"/>
              <a:pathLst>
                <a:path w="266700" h="314325">
                  <a:moveTo>
                    <a:pt x="80010" y="314325"/>
                  </a:moveTo>
                  <a:lnTo>
                    <a:pt x="186690" y="314325"/>
                  </a:lnTo>
                  <a:lnTo>
                    <a:pt x="186690" y="141446"/>
                  </a:lnTo>
                  <a:lnTo>
                    <a:pt x="266700" y="141446"/>
                  </a:lnTo>
                  <a:lnTo>
                    <a:pt x="133350" y="0"/>
                  </a:lnTo>
                  <a:lnTo>
                    <a:pt x="0" y="141446"/>
                  </a:lnTo>
                  <a:lnTo>
                    <a:pt x="80010" y="141446"/>
                  </a:lnTo>
                  <a:close/>
                </a:path>
              </a:pathLst>
            </a:custGeom>
            <a:gradFill>
              <a:gsLst>
                <a:gs pos="0">
                  <a:srgbClr val="B9ECC3"/>
                </a:gs>
                <a:gs pos="100000">
                  <a:srgbClr val="DDF9DC"/>
                </a:gs>
              </a:gsLst>
              <a:lin ang="5400000"/>
            </a:gradFill>
            <a:ln w="12383">
              <a:solidFill>
                <a:srgbClr val="53AB72"/>
              </a:solidFill>
            </a:ln>
          </p:spPr>
        </p:sp>
        <p:sp>
          <p:nvSpPr>
            <p:cNvPr id="308" name="308 filled flow arrow">
              <a:extLst>
                <a:ext uri="{FF2B5EF4-FFF2-40B4-BE49-F238E27FC236}">
                  <a16:creationId xmlns:a16="http://schemas.microsoft.com/office/drawing/2014/main" id="{272E8D5F-3C80-A45D-4A9B-42E44DF73629}"/>
                </a:ext>
              </a:extLst>
            </p:cNvPr>
            <p:cNvSpPr>
              <a:spLocks/>
            </p:cNvSpPr>
            <p:nvPr/>
          </p:nvSpPr>
          <p:spPr>
            <a:xfrm>
              <a:off x="10820400" y="5362575"/>
              <a:ext cx="209550" cy="285750"/>
            </a:xfrm>
            <a:custGeom>
              <a:avLst/>
              <a:gdLst/>
              <a:ahLst/>
              <a:cxnLst/>
              <a:rect l="0" t="0" r="0" b="0"/>
              <a:pathLst>
                <a:path w="209550" h="285750">
                  <a:moveTo>
                    <a:pt x="62865" y="285750"/>
                  </a:moveTo>
                  <a:lnTo>
                    <a:pt x="146685" y="285750"/>
                  </a:lnTo>
                  <a:lnTo>
                    <a:pt x="146685" y="128588"/>
                  </a:lnTo>
                  <a:lnTo>
                    <a:pt x="209550" y="128588"/>
                  </a:lnTo>
                  <a:lnTo>
                    <a:pt x="104775" y="0"/>
                  </a:lnTo>
                  <a:lnTo>
                    <a:pt x="0" y="128588"/>
                  </a:lnTo>
                  <a:lnTo>
                    <a:pt x="62865" y="128588"/>
                  </a:lnTo>
                  <a:close/>
                </a:path>
              </a:pathLst>
            </a:custGeom>
            <a:gradFill>
              <a:gsLst>
                <a:gs pos="0">
                  <a:srgbClr val="66C37E"/>
                </a:gs>
                <a:gs pos="100000">
                  <a:srgbClr val="CDEFD0"/>
                </a:gs>
              </a:gsLst>
              <a:lin ang="5400000"/>
            </a:gradFill>
            <a:ln w="12383">
              <a:solidFill>
                <a:srgbClr val="277B4D"/>
              </a:solidFill>
            </a:ln>
          </p:spPr>
        </p:sp>
      </p:grpSp>
      <p:grpSp>
        <p:nvGrpSpPr>
          <p:cNvPr id="552" name="Dependency-aware workspace">
            <a:extLst>
              <a:ext uri="{FF2B5EF4-FFF2-40B4-BE49-F238E27FC236}">
                <a16:creationId xmlns:a16="http://schemas.microsoft.com/office/drawing/2014/main" id="{C3C374DE-6323-BFB8-C883-D25A65AAB34A}"/>
              </a:ext>
            </a:extLst>
          </p:cNvPr>
          <p:cNvGrpSpPr/>
          <p:nvPr/>
        </p:nvGrpSpPr>
        <p:grpSpPr>
          <a:xfrm>
            <a:off x="4867275" y="5648325"/>
            <a:ext cx="7172325" cy="2181225"/>
            <a:chOff x="4867275" y="5648325"/>
            <a:chExt cx="7172325" cy="2181225"/>
          </a:xfrm>
        </p:grpSpPr>
        <p:sp>
          <p:nvSpPr>
            <p:cNvPr id="309" name="309 rect">
              <a:extLst>
                <a:ext uri="{FF2B5EF4-FFF2-40B4-BE49-F238E27FC236}">
                  <a16:creationId xmlns:a16="http://schemas.microsoft.com/office/drawing/2014/main" id="{7A29C2D1-AB7B-B922-9C74-6701ADFE7129}"/>
                </a:ext>
              </a:extLst>
            </p:cNvPr>
            <p:cNvSpPr>
              <a:spLocks/>
            </p:cNvSpPr>
            <p:nvPr/>
          </p:nvSpPr>
          <p:spPr>
            <a:xfrm>
              <a:off x="4867275" y="5648325"/>
              <a:ext cx="7172325" cy="2181225"/>
            </a:xfrm>
            <a:prstGeom prst="roundRect">
              <a:avLst>
                <a:gd name="adj" fmla="val 6987"/>
              </a:avLst>
            </a:prstGeom>
            <a:gradFill>
              <a:gsLst>
                <a:gs pos="0">
                  <a:srgbClr val="EEF7FE"/>
                </a:gs>
                <a:gs pos="100000">
                  <a:srgbClr val="FFFFFF"/>
                </a:gs>
              </a:gsLst>
              <a:lin ang="5400000"/>
            </a:gradFill>
            <a:ln w="11430">
              <a:solidFill>
                <a:srgbClr val="165CC7"/>
              </a:solidFill>
            </a:ln>
          </p:spPr>
        </p:sp>
        <p:grpSp>
          <p:nvGrpSpPr>
            <p:cNvPr id="553" name="icon-database-309">
              <a:extLst>
                <a:ext uri="{FF2B5EF4-FFF2-40B4-BE49-F238E27FC236}">
                  <a16:creationId xmlns:a16="http://schemas.microsoft.com/office/drawing/2014/main" id="{3CC5D4E6-F312-5394-2A0E-225BF21F6377}"/>
                </a:ext>
              </a:extLst>
            </p:cNvPr>
            <p:cNvGrpSpPr/>
            <p:nvPr/>
          </p:nvGrpSpPr>
          <p:grpSpPr>
            <a:xfrm>
              <a:off x="5044678" y="5717381"/>
              <a:ext cx="264319" cy="385763"/>
              <a:chOff x="5044678" y="5717381"/>
              <a:chExt cx="264319" cy="385763"/>
            </a:xfrm>
          </p:grpSpPr>
          <p:sp>
            <p:nvSpPr>
              <p:cNvPr id="310" name="310 rect">
                <a:extLst>
                  <a:ext uri="{FF2B5EF4-FFF2-40B4-BE49-F238E27FC236}">
                    <a16:creationId xmlns:a16="http://schemas.microsoft.com/office/drawing/2014/main" id="{9AB2761F-B4D0-085D-1FA5-AD1D33C9FCB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44678" y="5781675"/>
                <a:ext cx="264319" cy="278606"/>
              </a:xfrm>
              <a:prstGeom prst="rect">
                <a:avLst/>
              </a:prstGeom>
              <a:gradFill>
                <a:gsLst>
                  <a:gs pos="0">
                    <a:srgbClr val="81C9FA"/>
                  </a:gs>
                  <a:gs pos="100000">
                    <a:srgbClr val="87ACDF"/>
                  </a:gs>
                </a:gsLst>
                <a:lin ang="5400000"/>
              </a:gradFill>
              <a:ln w="19383">
                <a:solidFill>
                  <a:srgbClr val="090D28"/>
                </a:solidFill>
              </a:ln>
            </p:spPr>
          </p:sp>
          <p:sp>
            <p:nvSpPr>
              <p:cNvPr id="311" name="311 ellipse">
                <a:extLst>
                  <a:ext uri="{FF2B5EF4-FFF2-40B4-BE49-F238E27FC236}">
                    <a16:creationId xmlns:a16="http://schemas.microsoft.com/office/drawing/2014/main" id="{4F2EA2BF-CA67-DEBA-3AEE-51242850691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44678" y="5963841"/>
                <a:ext cx="264319" cy="139303"/>
              </a:xfrm>
              <a:prstGeom prst="ellipse">
                <a:avLst/>
              </a:prstGeom>
              <a:solidFill>
                <a:srgbClr val="94B9E8"/>
              </a:solidFill>
              <a:ln w="19383">
                <a:solidFill>
                  <a:srgbClr val="090D28"/>
                </a:solidFill>
              </a:ln>
            </p:spPr>
          </p:sp>
          <p:sp>
            <p:nvSpPr>
              <p:cNvPr id="312" name="312 rect">
                <a:extLst>
                  <a:ext uri="{FF2B5EF4-FFF2-40B4-BE49-F238E27FC236}">
                    <a16:creationId xmlns:a16="http://schemas.microsoft.com/office/drawing/2014/main" id="{B2D3B6EC-71AF-725C-DBC4-512AA127CEE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53489" y="5878116"/>
                <a:ext cx="246698" cy="150019"/>
              </a:xfrm>
              <a:prstGeom prst="rect">
                <a:avLst/>
              </a:prstGeom>
              <a:gradFill>
                <a:gsLst>
                  <a:gs pos="0">
                    <a:srgbClr val="81C9FA"/>
                  </a:gs>
                  <a:gs pos="100000">
                    <a:srgbClr val="9DBDE5"/>
                  </a:gs>
                </a:gsLst>
                <a:lin ang="5400000"/>
              </a:gradFill>
              <a:ln w="0">
                <a:noFill/>
              </a:ln>
            </p:spPr>
          </p:sp>
          <p:sp>
            <p:nvSpPr>
              <p:cNvPr id="313" name="313 path">
                <a:extLst>
                  <a:ext uri="{FF2B5EF4-FFF2-40B4-BE49-F238E27FC236}">
                    <a16:creationId xmlns:a16="http://schemas.microsoft.com/office/drawing/2014/main" id="{38A98E52-BD7F-F905-9C15-CE839F0BCCF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44678" y="5899547"/>
                <a:ext cx="264319" cy="48220"/>
              </a:xfrm>
              <a:custGeom>
                <a:avLst/>
                <a:gdLst/>
                <a:ahLst/>
                <a:cxnLst/>
                <a:rect l="0" t="0" r="0" b="0"/>
                <a:pathLst>
                  <a:path w="264319" h="48220">
                    <a:moveTo>
                      <a:pt x="0" y="0"/>
                    </a:moveTo>
                    <a:lnTo>
                      <a:pt x="6426" y="6215"/>
                    </a:lnTo>
                    <a:lnTo>
                      <a:pt x="13345" y="12001"/>
                    </a:lnTo>
                    <a:lnTo>
                      <a:pt x="20723" y="17359"/>
                    </a:lnTo>
                    <a:lnTo>
                      <a:pt x="28523" y="22289"/>
                    </a:lnTo>
                    <a:lnTo>
                      <a:pt x="36711" y="26789"/>
                    </a:lnTo>
                    <a:lnTo>
                      <a:pt x="45251" y="30861"/>
                    </a:lnTo>
                    <a:lnTo>
                      <a:pt x="54109" y="34504"/>
                    </a:lnTo>
                    <a:lnTo>
                      <a:pt x="63249" y="37719"/>
                    </a:lnTo>
                    <a:lnTo>
                      <a:pt x="72635" y="40505"/>
                    </a:lnTo>
                    <a:lnTo>
                      <a:pt x="82232" y="42863"/>
                    </a:lnTo>
                    <a:lnTo>
                      <a:pt x="92006" y="44791"/>
                    </a:lnTo>
                    <a:lnTo>
                      <a:pt x="101921" y="46292"/>
                    </a:lnTo>
                    <a:lnTo>
                      <a:pt x="111942" y="47363"/>
                    </a:lnTo>
                    <a:lnTo>
                      <a:pt x="122033" y="48006"/>
                    </a:lnTo>
                    <a:lnTo>
                      <a:pt x="132159" y="48220"/>
                    </a:lnTo>
                    <a:lnTo>
                      <a:pt x="142286" y="48006"/>
                    </a:lnTo>
                    <a:lnTo>
                      <a:pt x="152377" y="47363"/>
                    </a:lnTo>
                    <a:lnTo>
                      <a:pt x="162397" y="46292"/>
                    </a:lnTo>
                    <a:lnTo>
                      <a:pt x="172312" y="44791"/>
                    </a:lnTo>
                    <a:lnTo>
                      <a:pt x="182086" y="42863"/>
                    </a:lnTo>
                    <a:lnTo>
                      <a:pt x="191684" y="40505"/>
                    </a:lnTo>
                    <a:lnTo>
                      <a:pt x="201070" y="37719"/>
                    </a:lnTo>
                    <a:lnTo>
                      <a:pt x="210210" y="34504"/>
                    </a:lnTo>
                    <a:lnTo>
                      <a:pt x="219067" y="30861"/>
                    </a:lnTo>
                    <a:lnTo>
                      <a:pt x="227608" y="26789"/>
                    </a:lnTo>
                    <a:lnTo>
                      <a:pt x="235796" y="22289"/>
                    </a:lnTo>
                    <a:lnTo>
                      <a:pt x="243596" y="17359"/>
                    </a:lnTo>
                    <a:lnTo>
                      <a:pt x="250974" y="12001"/>
                    </a:lnTo>
                    <a:lnTo>
                      <a:pt x="257893" y="6215"/>
                    </a:lnTo>
                    <a:lnTo>
                      <a:pt x="264319" y="0"/>
                    </a:lnTo>
                  </a:path>
                </a:pathLst>
              </a:custGeom>
              <a:noFill/>
              <a:ln w="17621">
                <a:solidFill>
                  <a:srgbClr val="090D28"/>
                </a:solidFill>
              </a:ln>
            </p:spPr>
          </p:sp>
          <p:sp>
            <p:nvSpPr>
              <p:cNvPr id="314" name="314 path">
                <a:extLst>
                  <a:ext uri="{FF2B5EF4-FFF2-40B4-BE49-F238E27FC236}">
                    <a16:creationId xmlns:a16="http://schemas.microsoft.com/office/drawing/2014/main" id="{9F21551F-7414-7CCE-48E0-825F019CC80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44678" y="5985272"/>
                <a:ext cx="264319" cy="48220"/>
              </a:xfrm>
              <a:custGeom>
                <a:avLst/>
                <a:gdLst/>
                <a:ahLst/>
                <a:cxnLst/>
                <a:rect l="0" t="0" r="0" b="0"/>
                <a:pathLst>
                  <a:path w="264319" h="48220">
                    <a:moveTo>
                      <a:pt x="0" y="0"/>
                    </a:moveTo>
                    <a:lnTo>
                      <a:pt x="6426" y="6215"/>
                    </a:lnTo>
                    <a:lnTo>
                      <a:pt x="13345" y="12001"/>
                    </a:lnTo>
                    <a:lnTo>
                      <a:pt x="20723" y="17359"/>
                    </a:lnTo>
                    <a:lnTo>
                      <a:pt x="28523" y="22289"/>
                    </a:lnTo>
                    <a:lnTo>
                      <a:pt x="36711" y="26789"/>
                    </a:lnTo>
                    <a:lnTo>
                      <a:pt x="45251" y="30861"/>
                    </a:lnTo>
                    <a:lnTo>
                      <a:pt x="54109" y="34504"/>
                    </a:lnTo>
                    <a:lnTo>
                      <a:pt x="63249" y="37719"/>
                    </a:lnTo>
                    <a:lnTo>
                      <a:pt x="72635" y="40505"/>
                    </a:lnTo>
                    <a:lnTo>
                      <a:pt x="82232" y="42863"/>
                    </a:lnTo>
                    <a:lnTo>
                      <a:pt x="92006" y="44791"/>
                    </a:lnTo>
                    <a:lnTo>
                      <a:pt x="101921" y="46292"/>
                    </a:lnTo>
                    <a:lnTo>
                      <a:pt x="111942" y="47363"/>
                    </a:lnTo>
                    <a:lnTo>
                      <a:pt x="122033" y="48006"/>
                    </a:lnTo>
                    <a:lnTo>
                      <a:pt x="132159" y="48220"/>
                    </a:lnTo>
                    <a:lnTo>
                      <a:pt x="142286" y="48006"/>
                    </a:lnTo>
                    <a:lnTo>
                      <a:pt x="152377" y="47363"/>
                    </a:lnTo>
                    <a:lnTo>
                      <a:pt x="162397" y="46292"/>
                    </a:lnTo>
                    <a:lnTo>
                      <a:pt x="172312" y="44791"/>
                    </a:lnTo>
                    <a:lnTo>
                      <a:pt x="182086" y="42863"/>
                    </a:lnTo>
                    <a:lnTo>
                      <a:pt x="191684" y="40505"/>
                    </a:lnTo>
                    <a:lnTo>
                      <a:pt x="201070" y="37719"/>
                    </a:lnTo>
                    <a:lnTo>
                      <a:pt x="210210" y="34504"/>
                    </a:lnTo>
                    <a:lnTo>
                      <a:pt x="219067" y="30861"/>
                    </a:lnTo>
                    <a:lnTo>
                      <a:pt x="227608" y="26789"/>
                    </a:lnTo>
                    <a:lnTo>
                      <a:pt x="235796" y="22289"/>
                    </a:lnTo>
                    <a:lnTo>
                      <a:pt x="243596" y="17359"/>
                    </a:lnTo>
                    <a:lnTo>
                      <a:pt x="250974" y="12001"/>
                    </a:lnTo>
                    <a:lnTo>
                      <a:pt x="257893" y="6215"/>
                    </a:lnTo>
                    <a:lnTo>
                      <a:pt x="264319" y="0"/>
                    </a:lnTo>
                  </a:path>
                </a:pathLst>
              </a:custGeom>
              <a:noFill/>
              <a:ln w="17621">
                <a:solidFill>
                  <a:srgbClr val="090D28"/>
                </a:solidFill>
              </a:ln>
            </p:spPr>
          </p:sp>
          <p:sp>
            <p:nvSpPr>
              <p:cNvPr id="315" name="315 ellipse">
                <a:extLst>
                  <a:ext uri="{FF2B5EF4-FFF2-40B4-BE49-F238E27FC236}">
                    <a16:creationId xmlns:a16="http://schemas.microsoft.com/office/drawing/2014/main" id="{A8FC1A47-6246-A3F3-14C4-08B02BB6D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44678" y="5717381"/>
                <a:ext cx="264319" cy="139303"/>
              </a:xfrm>
              <a:prstGeom prst="ellipse">
                <a:avLst/>
              </a:prstGeom>
              <a:solidFill>
                <a:srgbClr val="81C9FA"/>
              </a:solidFill>
              <a:ln w="19383">
                <a:solidFill>
                  <a:srgbClr val="090D28"/>
                </a:solidFill>
              </a:ln>
            </p:spPr>
          </p:sp>
        </p:grpSp>
        <p:sp>
          <p:nvSpPr>
            <p:cNvPr id="316" name="316 Dependency-Aware Workspace">
              <a:extLst>
                <a:ext uri="{FF2B5EF4-FFF2-40B4-BE49-F238E27FC236}">
                  <a16:creationId xmlns:a16="http://schemas.microsoft.com/office/drawing/2014/main" id="{31920D47-B994-EF7B-C563-6B09D1A835FE}"/>
                </a:ext>
              </a:extLst>
            </p:cNvPr>
            <p:cNvSpPr>
              <a:spLocks/>
            </p:cNvSpPr>
            <p:nvPr/>
          </p:nvSpPr>
          <p:spPr>
            <a:xfrm>
              <a:off x="5524500" y="5705475"/>
              <a:ext cx="6267450" cy="30708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95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95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Dependency-Aware Workspace</a:t>
              </a:r>
            </a:p>
          </p:txBody>
        </p:sp>
        <p:grpSp>
          <p:nvGrpSpPr>
            <p:cNvPr id="554" name="Repository graph">
              <a:extLst>
                <a:ext uri="{FF2B5EF4-FFF2-40B4-BE49-F238E27FC236}">
                  <a16:creationId xmlns:a16="http://schemas.microsoft.com/office/drawing/2014/main" id="{18AE5DDE-7BD1-67A1-ACE2-CABEB5887E9B}"/>
                </a:ext>
              </a:extLst>
            </p:cNvPr>
            <p:cNvGrpSpPr/>
            <p:nvPr/>
          </p:nvGrpSpPr>
          <p:grpSpPr>
            <a:xfrm>
              <a:off x="4972050" y="6191250"/>
              <a:ext cx="2019300" cy="1543050"/>
              <a:chOff x="4972050" y="6191250"/>
              <a:chExt cx="2019300" cy="1543050"/>
            </a:xfrm>
          </p:grpSpPr>
          <p:sp>
            <p:nvSpPr>
              <p:cNvPr id="317" name="317 rect">
                <a:extLst>
                  <a:ext uri="{FF2B5EF4-FFF2-40B4-BE49-F238E27FC236}">
                    <a16:creationId xmlns:a16="http://schemas.microsoft.com/office/drawing/2014/main" id="{713A6760-65BF-4D6F-B531-D8F016C57C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972050" y="6191250"/>
                <a:ext cx="2019300" cy="1543050"/>
              </a:xfrm>
              <a:prstGeom prst="roundRect">
                <a:avLst>
                  <a:gd name="adj" fmla="val 6790"/>
                </a:avLst>
              </a:prstGeom>
              <a:solidFill>
                <a:srgbClr val="FFFFFF"/>
              </a:solidFill>
              <a:ln w="9525">
                <a:solidFill>
                  <a:srgbClr val="BDCFEC"/>
                </a:solidFill>
              </a:ln>
            </p:spPr>
          </p:sp>
          <p:sp>
            <p:nvSpPr>
              <p:cNvPr id="318" name="318 Repository Graph">
                <a:extLst>
                  <a:ext uri="{FF2B5EF4-FFF2-40B4-BE49-F238E27FC236}">
                    <a16:creationId xmlns:a16="http://schemas.microsoft.com/office/drawing/2014/main" id="{7FAE3C68-039C-9D4B-3290-E32AE814845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76825" y="6257925"/>
                <a:ext cx="1828800" cy="2362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5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5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Repository Graph</a:t>
                </a:r>
              </a:p>
            </p:txBody>
          </p:sp>
          <p:sp>
            <p:nvSpPr>
              <p:cNvPr id="319" name="319 rect">
                <a:extLst>
                  <a:ext uri="{FF2B5EF4-FFF2-40B4-BE49-F238E27FC236}">
                    <a16:creationId xmlns:a16="http://schemas.microsoft.com/office/drawing/2014/main" id="{04FBB3F3-20A1-13B4-ECCD-CB93C1D4120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086350" y="6543675"/>
                <a:ext cx="1790700" cy="1047750"/>
              </a:xfrm>
              <a:prstGeom prst="roundRect">
                <a:avLst>
                  <a:gd name="adj" fmla="val 4545"/>
                </a:avLst>
              </a:prstGeom>
              <a:solidFill>
                <a:srgbClr val="F5F8FB"/>
              </a:solidFill>
              <a:ln w="6668">
                <a:solidFill>
                  <a:srgbClr val="D4E0ED"/>
                </a:solidFill>
              </a:ln>
            </p:spPr>
          </p:sp>
          <p:grpSp>
            <p:nvGrpSpPr>
              <p:cNvPr id="555" name="icon-folder-319">
                <a:extLst>
                  <a:ext uri="{FF2B5EF4-FFF2-40B4-BE49-F238E27FC236}">
                    <a16:creationId xmlns:a16="http://schemas.microsoft.com/office/drawing/2014/main" id="{B52D827C-890C-BD5F-DB15-366473E76FEE}"/>
                  </a:ext>
                </a:extLst>
              </p:cNvPr>
              <p:cNvGrpSpPr/>
              <p:nvPr/>
            </p:nvGrpSpPr>
            <p:grpSpPr>
              <a:xfrm>
                <a:off x="5118973" y="6605588"/>
                <a:ext cx="153829" cy="107156"/>
                <a:chOff x="5118973" y="6605588"/>
                <a:chExt cx="153829" cy="107156"/>
              </a:xfrm>
            </p:grpSpPr>
            <p:sp>
              <p:nvSpPr>
                <p:cNvPr id="320" name="320 path">
                  <a:extLst>
                    <a:ext uri="{FF2B5EF4-FFF2-40B4-BE49-F238E27FC236}">
                      <a16:creationId xmlns:a16="http://schemas.microsoft.com/office/drawing/2014/main" id="{7480EA0D-CCB2-B231-270A-6E0EC9304B2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118973" y="6605588"/>
                  <a:ext cx="153829" cy="10715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3829" h="107156">
                      <a:moveTo>
                        <a:pt x="0" y="0"/>
                      </a:moveTo>
                      <a:lnTo>
                        <a:pt x="54293" y="0"/>
                      </a:lnTo>
                      <a:lnTo>
                        <a:pt x="67866" y="17145"/>
                      </a:lnTo>
                      <a:lnTo>
                        <a:pt x="153829" y="17145"/>
                      </a:lnTo>
                      <a:lnTo>
                        <a:pt x="153829" y="107156"/>
                      </a:lnTo>
                      <a:lnTo>
                        <a:pt x="0" y="107156"/>
                      </a:lnTo>
                      <a:close/>
                    </a:path>
                  </a:pathLst>
                </a:custGeom>
                <a:solidFill>
                  <a:srgbClr val="D2ECFF"/>
                </a:solidFill>
                <a:ln w="8573">
                  <a:solidFill>
                    <a:srgbClr val="003496"/>
                  </a:solidFill>
                </a:ln>
              </p:spPr>
            </p:sp>
            <p:sp>
              <p:nvSpPr>
                <p:cNvPr id="321" name="321 path">
                  <a:extLst>
                    <a:ext uri="{FF2B5EF4-FFF2-40B4-BE49-F238E27FC236}">
                      <a16:creationId xmlns:a16="http://schemas.microsoft.com/office/drawing/2014/main" id="{499632F4-A6A8-6802-2BA0-95478D0013B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123498" y="6635591"/>
                  <a:ext cx="144780" cy="7715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4780" h="77153">
                      <a:moveTo>
                        <a:pt x="0" y="0"/>
                      </a:moveTo>
                      <a:lnTo>
                        <a:pt x="144780" y="0"/>
                      </a:lnTo>
                      <a:lnTo>
                        <a:pt x="144780" y="77153"/>
                      </a:lnTo>
                      <a:lnTo>
                        <a:pt x="0" y="77153"/>
                      </a:lnTo>
                      <a:close/>
                    </a:path>
                  </a:pathLst>
                </a:custGeom>
                <a:solidFill>
                  <a:srgbClr val="F7FCFF"/>
                </a:solidFill>
                <a:ln w="5572">
                  <a:solidFill>
                    <a:srgbClr val="003496"/>
                  </a:solidFill>
                </a:ln>
              </p:spPr>
            </p:sp>
          </p:grpSp>
          <p:sp>
            <p:nvSpPr>
              <p:cNvPr id="322" name="322 src/">
                <a:extLst>
                  <a:ext uri="{FF2B5EF4-FFF2-40B4-BE49-F238E27FC236}">
                    <a16:creationId xmlns:a16="http://schemas.microsoft.com/office/drawing/2014/main" id="{A70FCA0A-CAE1-9114-B183-E753DCB2E11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81625" y="6534150"/>
                <a:ext cx="1238250" cy="21259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src/</a:t>
                </a:r>
              </a:p>
            </p:txBody>
          </p:sp>
          <p:sp>
            <p:nvSpPr>
              <p:cNvPr id="323" name="323 path">
                <a:extLst>
                  <a:ext uri="{FF2B5EF4-FFF2-40B4-BE49-F238E27FC236}">
                    <a16:creationId xmlns:a16="http://schemas.microsoft.com/office/drawing/2014/main" id="{0E60CAE8-B1CF-2C3D-8B79-A210A807E2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81625" y="6791325"/>
                <a:ext cx="95" cy="657225"/>
              </a:xfrm>
              <a:custGeom>
                <a:avLst/>
                <a:gdLst/>
                <a:ahLst/>
                <a:cxnLst/>
                <a:rect l="0" t="0" r="0" b="0"/>
                <a:pathLst>
                  <a:path w="95" h="657225">
                    <a:moveTo>
                      <a:pt x="0" y="0"/>
                    </a:moveTo>
                    <a:lnTo>
                      <a:pt x="0" y="657225"/>
                    </a:lnTo>
                  </a:path>
                </a:pathLst>
              </a:custGeom>
              <a:noFill/>
              <a:ln w="12383">
                <a:solidFill>
                  <a:srgbClr val="758391"/>
                </a:solidFill>
              </a:ln>
            </p:spPr>
          </p:sp>
          <p:sp>
            <p:nvSpPr>
              <p:cNvPr id="324" name="324 path">
                <a:extLst>
                  <a:ext uri="{FF2B5EF4-FFF2-40B4-BE49-F238E27FC236}">
                    <a16:creationId xmlns:a16="http://schemas.microsoft.com/office/drawing/2014/main" id="{93F42A33-7FC9-85FC-4373-97FB8ACC84E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81625" y="6867525"/>
                <a:ext cx="13335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9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2383">
                <a:solidFill>
                  <a:srgbClr val="758391"/>
                </a:solidFill>
              </a:ln>
            </p:spPr>
          </p:sp>
          <p:grpSp>
            <p:nvGrpSpPr>
              <p:cNvPr id="556" name="icon-document-324">
                <a:extLst>
                  <a:ext uri="{FF2B5EF4-FFF2-40B4-BE49-F238E27FC236}">
                    <a16:creationId xmlns:a16="http://schemas.microsoft.com/office/drawing/2014/main" id="{8933F590-3208-DF06-A202-7A862AA45D0D}"/>
                  </a:ext>
                </a:extLst>
              </p:cNvPr>
              <p:cNvGrpSpPr/>
              <p:nvPr/>
            </p:nvGrpSpPr>
            <p:grpSpPr>
              <a:xfrm>
                <a:off x="5604510" y="6801803"/>
                <a:ext cx="136208" cy="188595"/>
                <a:chOff x="5604510" y="6801803"/>
                <a:chExt cx="136208" cy="188595"/>
              </a:xfrm>
            </p:grpSpPr>
            <p:sp>
              <p:nvSpPr>
                <p:cNvPr id="325" name="325 path">
                  <a:extLst>
                    <a:ext uri="{FF2B5EF4-FFF2-40B4-BE49-F238E27FC236}">
                      <a16:creationId xmlns:a16="http://schemas.microsoft.com/office/drawing/2014/main" id="{E1367B79-0915-9B2B-3004-AD46B7D5BA6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04510" y="6801803"/>
                  <a:ext cx="136208" cy="1885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6208" h="188595">
                      <a:moveTo>
                        <a:pt x="0" y="0"/>
                      </a:moveTo>
                      <a:lnTo>
                        <a:pt x="89059" y="0"/>
                      </a:lnTo>
                      <a:lnTo>
                        <a:pt x="136208" y="47149"/>
                      </a:lnTo>
                      <a:lnTo>
                        <a:pt x="136208" y="188595"/>
                      </a:lnTo>
                      <a:lnTo>
                        <a:pt x="0" y="188595"/>
                      </a:lnTo>
                      <a:close/>
                    </a:path>
                  </a:pathLst>
                </a:custGeom>
                <a:solidFill>
                  <a:srgbClr val="F9FCFF"/>
                </a:solidFill>
                <a:ln w="10478">
                  <a:solidFill>
                    <a:srgbClr val="003496"/>
                  </a:solidFill>
                </a:ln>
              </p:spPr>
            </p:sp>
            <p:sp>
              <p:nvSpPr>
                <p:cNvPr id="326" name="326 path">
                  <a:extLst>
                    <a:ext uri="{FF2B5EF4-FFF2-40B4-BE49-F238E27FC236}">
                      <a16:creationId xmlns:a16="http://schemas.microsoft.com/office/drawing/2014/main" id="{50435723-636C-AC96-7360-C08F779BDB2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93569" y="6801803"/>
                  <a:ext cx="47149" cy="5238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149" h="52388">
                      <a:moveTo>
                        <a:pt x="0" y="0"/>
                      </a:moveTo>
                      <a:lnTo>
                        <a:pt x="0" y="52388"/>
                      </a:lnTo>
                      <a:lnTo>
                        <a:pt x="47149" y="52388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27" name="327 path">
                  <a:extLst>
                    <a:ext uri="{FF2B5EF4-FFF2-40B4-BE49-F238E27FC236}">
                      <a16:creationId xmlns:a16="http://schemas.microsoft.com/office/drawing/2014/main" id="{D25780E4-C293-9FBE-75E2-388369BA3DD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30704" y="6885623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28" name="328 path">
                  <a:extLst>
                    <a:ext uri="{FF2B5EF4-FFF2-40B4-BE49-F238E27FC236}">
                      <a16:creationId xmlns:a16="http://schemas.microsoft.com/office/drawing/2014/main" id="{02B1E7C0-EE1C-0981-6AB6-1F454907F69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30704" y="6911816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29" name="329 path">
                  <a:extLst>
                    <a:ext uri="{FF2B5EF4-FFF2-40B4-BE49-F238E27FC236}">
                      <a16:creationId xmlns:a16="http://schemas.microsoft.com/office/drawing/2014/main" id="{1C62E796-57EA-D967-C3AB-CBA2380649A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30704" y="6938010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30" name="330 path">
                  <a:extLst>
                    <a:ext uri="{FF2B5EF4-FFF2-40B4-BE49-F238E27FC236}">
                      <a16:creationId xmlns:a16="http://schemas.microsoft.com/office/drawing/2014/main" id="{2CA0D848-44CA-9210-B644-B0F03677B42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30704" y="6964204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</p:grpSp>
          <p:sp>
            <p:nvSpPr>
              <p:cNvPr id="331" name="331 model.py">
                <a:extLst>
                  <a:ext uri="{FF2B5EF4-FFF2-40B4-BE49-F238E27FC236}">
                    <a16:creationId xmlns:a16="http://schemas.microsoft.com/office/drawing/2014/main" id="{C631AEF9-3517-A2AB-C556-A69DD7AE46C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76925" y="6781800"/>
                <a:ext cx="971550" cy="21259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model.py</a:t>
                </a:r>
              </a:p>
            </p:txBody>
          </p:sp>
          <p:sp>
            <p:nvSpPr>
              <p:cNvPr id="332" name="332 path">
                <a:extLst>
                  <a:ext uri="{FF2B5EF4-FFF2-40B4-BE49-F238E27FC236}">
                    <a16:creationId xmlns:a16="http://schemas.microsoft.com/office/drawing/2014/main" id="{8E67F019-0A99-F028-86C0-8EA7E321A37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81625" y="7153275"/>
                <a:ext cx="13335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9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2383">
                <a:solidFill>
                  <a:srgbClr val="758391"/>
                </a:solidFill>
              </a:ln>
            </p:spPr>
          </p:sp>
          <p:grpSp>
            <p:nvGrpSpPr>
              <p:cNvPr id="557" name="icon-document-332">
                <a:extLst>
                  <a:ext uri="{FF2B5EF4-FFF2-40B4-BE49-F238E27FC236}">
                    <a16:creationId xmlns:a16="http://schemas.microsoft.com/office/drawing/2014/main" id="{97B2F7C7-A9C0-29C1-47C2-7BA435D20256}"/>
                  </a:ext>
                </a:extLst>
              </p:cNvPr>
              <p:cNvGrpSpPr/>
              <p:nvPr/>
            </p:nvGrpSpPr>
            <p:grpSpPr>
              <a:xfrm>
                <a:off x="5604510" y="7087553"/>
                <a:ext cx="136208" cy="188595"/>
                <a:chOff x="5604510" y="7087553"/>
                <a:chExt cx="136208" cy="188595"/>
              </a:xfrm>
            </p:grpSpPr>
            <p:sp>
              <p:nvSpPr>
                <p:cNvPr id="333" name="333 path">
                  <a:extLst>
                    <a:ext uri="{FF2B5EF4-FFF2-40B4-BE49-F238E27FC236}">
                      <a16:creationId xmlns:a16="http://schemas.microsoft.com/office/drawing/2014/main" id="{07379E47-4061-CB6B-8DA0-D69A6237F36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04510" y="7087553"/>
                  <a:ext cx="136208" cy="1885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6208" h="188595">
                      <a:moveTo>
                        <a:pt x="0" y="0"/>
                      </a:moveTo>
                      <a:lnTo>
                        <a:pt x="89059" y="0"/>
                      </a:lnTo>
                      <a:lnTo>
                        <a:pt x="136208" y="47149"/>
                      </a:lnTo>
                      <a:lnTo>
                        <a:pt x="136208" y="188595"/>
                      </a:lnTo>
                      <a:lnTo>
                        <a:pt x="0" y="188595"/>
                      </a:lnTo>
                      <a:close/>
                    </a:path>
                  </a:pathLst>
                </a:custGeom>
                <a:solidFill>
                  <a:srgbClr val="F9FCFF"/>
                </a:solidFill>
                <a:ln w="10478">
                  <a:solidFill>
                    <a:srgbClr val="003496"/>
                  </a:solidFill>
                </a:ln>
              </p:spPr>
            </p:sp>
            <p:sp>
              <p:nvSpPr>
                <p:cNvPr id="334" name="334 path">
                  <a:extLst>
                    <a:ext uri="{FF2B5EF4-FFF2-40B4-BE49-F238E27FC236}">
                      <a16:creationId xmlns:a16="http://schemas.microsoft.com/office/drawing/2014/main" id="{0569CC5D-FE55-B733-64F9-8EAEA8D0F55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93569" y="7087553"/>
                  <a:ext cx="47149" cy="5238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149" h="52388">
                      <a:moveTo>
                        <a:pt x="0" y="0"/>
                      </a:moveTo>
                      <a:lnTo>
                        <a:pt x="0" y="52388"/>
                      </a:lnTo>
                      <a:lnTo>
                        <a:pt x="47149" y="52388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35" name="335 path">
                  <a:extLst>
                    <a:ext uri="{FF2B5EF4-FFF2-40B4-BE49-F238E27FC236}">
                      <a16:creationId xmlns:a16="http://schemas.microsoft.com/office/drawing/2014/main" id="{23B31DCE-662F-38D3-CB0B-500FF73E2DA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30704" y="7171373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36" name="336 path">
                  <a:extLst>
                    <a:ext uri="{FF2B5EF4-FFF2-40B4-BE49-F238E27FC236}">
                      <a16:creationId xmlns:a16="http://schemas.microsoft.com/office/drawing/2014/main" id="{B60B870C-44F3-631F-0618-2AF387373B7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30704" y="7197566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37" name="337 path">
                  <a:extLst>
                    <a:ext uri="{FF2B5EF4-FFF2-40B4-BE49-F238E27FC236}">
                      <a16:creationId xmlns:a16="http://schemas.microsoft.com/office/drawing/2014/main" id="{BA178CFB-1393-F019-3130-4A257622F70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30704" y="7223760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38" name="338 path">
                  <a:extLst>
                    <a:ext uri="{FF2B5EF4-FFF2-40B4-BE49-F238E27FC236}">
                      <a16:creationId xmlns:a16="http://schemas.microsoft.com/office/drawing/2014/main" id="{A7DB4CFC-A769-7775-78BA-ED368A38187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30704" y="7249954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</p:grpSp>
          <p:sp>
            <p:nvSpPr>
              <p:cNvPr id="339" name="339 train.py">
                <a:extLst>
                  <a:ext uri="{FF2B5EF4-FFF2-40B4-BE49-F238E27FC236}">
                    <a16:creationId xmlns:a16="http://schemas.microsoft.com/office/drawing/2014/main" id="{C3AFF11F-35C1-39DC-5AE5-35897DED501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76925" y="7067550"/>
                <a:ext cx="971550" cy="21259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train.py</a:t>
                </a:r>
              </a:p>
            </p:txBody>
          </p:sp>
          <p:sp>
            <p:nvSpPr>
              <p:cNvPr id="340" name="340 path">
                <a:extLst>
                  <a:ext uri="{FF2B5EF4-FFF2-40B4-BE49-F238E27FC236}">
                    <a16:creationId xmlns:a16="http://schemas.microsoft.com/office/drawing/2014/main" id="{C4EB609F-C530-E66C-F475-7E64AF7930F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81625" y="7439025"/>
                <a:ext cx="13335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133350" h="9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2383">
                <a:solidFill>
                  <a:srgbClr val="758391"/>
                </a:solidFill>
              </a:ln>
            </p:spPr>
          </p:sp>
          <p:grpSp>
            <p:nvGrpSpPr>
              <p:cNvPr id="558" name="icon-document-340">
                <a:extLst>
                  <a:ext uri="{FF2B5EF4-FFF2-40B4-BE49-F238E27FC236}">
                    <a16:creationId xmlns:a16="http://schemas.microsoft.com/office/drawing/2014/main" id="{BB4F6CE6-DAF1-7EAF-D70F-0F8B7C4B6154}"/>
                  </a:ext>
                </a:extLst>
              </p:cNvPr>
              <p:cNvGrpSpPr/>
              <p:nvPr/>
            </p:nvGrpSpPr>
            <p:grpSpPr>
              <a:xfrm>
                <a:off x="5604510" y="7373303"/>
                <a:ext cx="136208" cy="188595"/>
                <a:chOff x="5604510" y="7373303"/>
                <a:chExt cx="136208" cy="188595"/>
              </a:xfrm>
            </p:grpSpPr>
            <p:sp>
              <p:nvSpPr>
                <p:cNvPr id="341" name="341 path">
                  <a:extLst>
                    <a:ext uri="{FF2B5EF4-FFF2-40B4-BE49-F238E27FC236}">
                      <a16:creationId xmlns:a16="http://schemas.microsoft.com/office/drawing/2014/main" id="{E2AD26C9-14DA-947A-5FBA-83CC49671E4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04510" y="7373303"/>
                  <a:ext cx="136208" cy="1885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6208" h="188595">
                      <a:moveTo>
                        <a:pt x="0" y="0"/>
                      </a:moveTo>
                      <a:lnTo>
                        <a:pt x="89059" y="0"/>
                      </a:lnTo>
                      <a:lnTo>
                        <a:pt x="136208" y="47149"/>
                      </a:lnTo>
                      <a:lnTo>
                        <a:pt x="136208" y="188595"/>
                      </a:lnTo>
                      <a:lnTo>
                        <a:pt x="0" y="188595"/>
                      </a:lnTo>
                      <a:close/>
                    </a:path>
                  </a:pathLst>
                </a:custGeom>
                <a:solidFill>
                  <a:srgbClr val="F9FCFF"/>
                </a:solidFill>
                <a:ln w="10478">
                  <a:solidFill>
                    <a:srgbClr val="003496"/>
                  </a:solidFill>
                </a:ln>
              </p:spPr>
            </p:sp>
            <p:sp>
              <p:nvSpPr>
                <p:cNvPr id="342" name="342 path">
                  <a:extLst>
                    <a:ext uri="{FF2B5EF4-FFF2-40B4-BE49-F238E27FC236}">
                      <a16:creationId xmlns:a16="http://schemas.microsoft.com/office/drawing/2014/main" id="{28FF688D-846A-589A-CC0D-0C9FDF9F5B3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93569" y="7373303"/>
                  <a:ext cx="47149" cy="5238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149" h="52388">
                      <a:moveTo>
                        <a:pt x="0" y="0"/>
                      </a:moveTo>
                      <a:lnTo>
                        <a:pt x="0" y="52388"/>
                      </a:lnTo>
                      <a:lnTo>
                        <a:pt x="47149" y="52388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43" name="343 path">
                  <a:extLst>
                    <a:ext uri="{FF2B5EF4-FFF2-40B4-BE49-F238E27FC236}">
                      <a16:creationId xmlns:a16="http://schemas.microsoft.com/office/drawing/2014/main" id="{7F853AE5-BCF4-704F-65CE-F862E89DFD2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30704" y="7457123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44" name="344 path">
                  <a:extLst>
                    <a:ext uri="{FF2B5EF4-FFF2-40B4-BE49-F238E27FC236}">
                      <a16:creationId xmlns:a16="http://schemas.microsoft.com/office/drawing/2014/main" id="{0B329BBA-F8F3-645B-B07B-404216A6723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30704" y="7483316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45" name="345 path">
                  <a:extLst>
                    <a:ext uri="{FF2B5EF4-FFF2-40B4-BE49-F238E27FC236}">
                      <a16:creationId xmlns:a16="http://schemas.microsoft.com/office/drawing/2014/main" id="{03CE04AD-B51D-FF11-A5A9-236BC09F0E0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30704" y="7509510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46" name="346 path">
                  <a:extLst>
                    <a:ext uri="{FF2B5EF4-FFF2-40B4-BE49-F238E27FC236}">
                      <a16:creationId xmlns:a16="http://schemas.microsoft.com/office/drawing/2014/main" id="{946322BA-36D6-4EA8-76FF-8B412D19FD2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630704" y="7535704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</p:grpSp>
          <p:sp>
            <p:nvSpPr>
              <p:cNvPr id="347" name="347 data.py">
                <a:extLst>
                  <a:ext uri="{FF2B5EF4-FFF2-40B4-BE49-F238E27FC236}">
                    <a16:creationId xmlns:a16="http://schemas.microsoft.com/office/drawing/2014/main" id="{2FB1111C-D4B6-E3EB-6687-8E5A96D8FB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876925" y="7353300"/>
                <a:ext cx="971550" cy="21259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5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data.py</a:t>
                </a:r>
              </a:p>
            </p:txBody>
          </p:sp>
        </p:grpSp>
        <p:grpSp>
          <p:nvGrpSpPr>
            <p:cNvPr id="559" name="Evidence store">
              <a:extLst>
                <a:ext uri="{FF2B5EF4-FFF2-40B4-BE49-F238E27FC236}">
                  <a16:creationId xmlns:a16="http://schemas.microsoft.com/office/drawing/2014/main" id="{520ED963-C612-3242-F84E-608423449D8C}"/>
                </a:ext>
              </a:extLst>
            </p:cNvPr>
            <p:cNvGrpSpPr/>
            <p:nvPr/>
          </p:nvGrpSpPr>
          <p:grpSpPr>
            <a:xfrm>
              <a:off x="7086600" y="6191250"/>
              <a:ext cx="1704975" cy="1543050"/>
              <a:chOff x="7086600" y="6191250"/>
              <a:chExt cx="1704975" cy="1543050"/>
            </a:xfrm>
          </p:grpSpPr>
          <p:sp>
            <p:nvSpPr>
              <p:cNvPr id="348" name="348 rect">
                <a:extLst>
                  <a:ext uri="{FF2B5EF4-FFF2-40B4-BE49-F238E27FC236}">
                    <a16:creationId xmlns:a16="http://schemas.microsoft.com/office/drawing/2014/main" id="{DDA87A97-D23A-6296-5A01-492AFDFFF9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086600" y="6191250"/>
                <a:ext cx="1704975" cy="1543050"/>
              </a:xfrm>
              <a:prstGeom prst="roundRect">
                <a:avLst>
                  <a:gd name="adj" fmla="val 6790"/>
                </a:avLst>
              </a:prstGeom>
              <a:solidFill>
                <a:srgbClr val="FFFFFF"/>
              </a:solidFill>
              <a:ln w="9525">
                <a:solidFill>
                  <a:srgbClr val="BDCFEC"/>
                </a:solidFill>
              </a:ln>
            </p:spPr>
          </p:sp>
          <p:sp>
            <p:nvSpPr>
              <p:cNvPr id="349" name="349 Evidence Store">
                <a:extLst>
                  <a:ext uri="{FF2B5EF4-FFF2-40B4-BE49-F238E27FC236}">
                    <a16:creationId xmlns:a16="http://schemas.microsoft.com/office/drawing/2014/main" id="{F40C9727-3E16-CD52-15D2-CE00A4AAD5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200900" y="6257925"/>
                <a:ext cx="1524000" cy="2362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5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500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Evidence Store</a:t>
                </a:r>
              </a:p>
            </p:txBody>
          </p:sp>
          <p:sp>
            <p:nvSpPr>
              <p:cNvPr id="350" name="350 rect">
                <a:extLst>
                  <a:ext uri="{FF2B5EF4-FFF2-40B4-BE49-F238E27FC236}">
                    <a16:creationId xmlns:a16="http://schemas.microsoft.com/office/drawing/2014/main" id="{1424F9D6-2A33-C80A-813A-FA637408609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81850" y="6496050"/>
                <a:ext cx="1495425" cy="352425"/>
              </a:xfrm>
              <a:prstGeom prst="roundRect">
                <a:avLst>
                  <a:gd name="adj" fmla="val 18919"/>
                </a:avLst>
              </a:prstGeom>
              <a:solidFill>
                <a:srgbClr val="F5F8FB"/>
              </a:solidFill>
              <a:ln w="6668">
                <a:solidFill>
                  <a:srgbClr val="D4E0ED"/>
                </a:solidFill>
              </a:ln>
            </p:spPr>
          </p:sp>
          <p:grpSp>
            <p:nvGrpSpPr>
              <p:cNvPr id="560" name="icon-document-350">
                <a:extLst>
                  <a:ext uri="{FF2B5EF4-FFF2-40B4-BE49-F238E27FC236}">
                    <a16:creationId xmlns:a16="http://schemas.microsoft.com/office/drawing/2014/main" id="{DD79A36D-515D-0C7C-2A46-6978D8297ADF}"/>
                  </a:ext>
                </a:extLst>
              </p:cNvPr>
              <p:cNvGrpSpPr/>
              <p:nvPr/>
            </p:nvGrpSpPr>
            <p:grpSpPr>
              <a:xfrm>
                <a:off x="7309485" y="6583204"/>
                <a:ext cx="136208" cy="197168"/>
                <a:chOff x="7309485" y="6583204"/>
                <a:chExt cx="136208" cy="197168"/>
              </a:xfrm>
            </p:grpSpPr>
            <p:sp>
              <p:nvSpPr>
                <p:cNvPr id="351" name="351 path">
                  <a:extLst>
                    <a:ext uri="{FF2B5EF4-FFF2-40B4-BE49-F238E27FC236}">
                      <a16:creationId xmlns:a16="http://schemas.microsoft.com/office/drawing/2014/main" id="{8C84B219-F227-7DC8-DFDD-86F9C54591D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09485" y="6583204"/>
                  <a:ext cx="136208" cy="19716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6208" h="197168">
                      <a:moveTo>
                        <a:pt x="0" y="0"/>
                      </a:moveTo>
                      <a:lnTo>
                        <a:pt x="89059" y="0"/>
                      </a:lnTo>
                      <a:lnTo>
                        <a:pt x="136208" y="49292"/>
                      </a:lnTo>
                      <a:lnTo>
                        <a:pt x="136208" y="197168"/>
                      </a:lnTo>
                      <a:lnTo>
                        <a:pt x="0" y="197168"/>
                      </a:lnTo>
                      <a:close/>
                    </a:path>
                  </a:pathLst>
                </a:custGeom>
                <a:solidFill>
                  <a:srgbClr val="F9FCFF"/>
                </a:solidFill>
                <a:ln w="10478">
                  <a:solidFill>
                    <a:srgbClr val="003496"/>
                  </a:solidFill>
                </a:ln>
              </p:spPr>
            </p:sp>
            <p:sp>
              <p:nvSpPr>
                <p:cNvPr id="352" name="352 path">
                  <a:extLst>
                    <a:ext uri="{FF2B5EF4-FFF2-40B4-BE49-F238E27FC236}">
                      <a16:creationId xmlns:a16="http://schemas.microsoft.com/office/drawing/2014/main" id="{B29EA9FD-7920-918C-99B8-8AF5085CCC5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98544" y="6583204"/>
                  <a:ext cx="47149" cy="5476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149" h="54769">
                      <a:moveTo>
                        <a:pt x="0" y="0"/>
                      </a:moveTo>
                      <a:lnTo>
                        <a:pt x="0" y="54769"/>
                      </a:lnTo>
                      <a:lnTo>
                        <a:pt x="47149" y="54769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53" name="353 path">
                  <a:extLst>
                    <a:ext uri="{FF2B5EF4-FFF2-40B4-BE49-F238E27FC236}">
                      <a16:creationId xmlns:a16="http://schemas.microsoft.com/office/drawing/2014/main" id="{083AC343-6D36-C46A-6E03-2C3409BEAF1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35679" y="6670834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54" name="354 path">
                  <a:extLst>
                    <a:ext uri="{FF2B5EF4-FFF2-40B4-BE49-F238E27FC236}">
                      <a16:creationId xmlns:a16="http://schemas.microsoft.com/office/drawing/2014/main" id="{20A96CC3-89F0-1D43-E2F0-9B023179458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35679" y="6698218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55" name="355 path">
                  <a:extLst>
                    <a:ext uri="{FF2B5EF4-FFF2-40B4-BE49-F238E27FC236}">
                      <a16:creationId xmlns:a16="http://schemas.microsoft.com/office/drawing/2014/main" id="{8695D158-45DA-8803-8215-19F6052BC97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35679" y="6725603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56" name="356 path">
                  <a:extLst>
                    <a:ext uri="{FF2B5EF4-FFF2-40B4-BE49-F238E27FC236}">
                      <a16:creationId xmlns:a16="http://schemas.microsoft.com/office/drawing/2014/main" id="{15CF2B33-ACEF-83EE-E980-A899C49B0DA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35679" y="6752987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</p:grpSp>
          <p:sp>
            <p:nvSpPr>
              <p:cNvPr id="357" name="357 Code snippets">
                <a:extLst>
                  <a:ext uri="{FF2B5EF4-FFF2-40B4-BE49-F238E27FC236}">
                    <a16:creationId xmlns:a16="http://schemas.microsoft.com/office/drawing/2014/main" id="{DFDC8609-4CDE-F284-12C6-F44C5885FA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29525" y="6581775"/>
                <a:ext cx="1019175" cy="20669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Code snippets</a:t>
                </a:r>
              </a:p>
            </p:txBody>
          </p:sp>
          <p:sp>
            <p:nvSpPr>
              <p:cNvPr id="358" name="358 rect">
                <a:extLst>
                  <a:ext uri="{FF2B5EF4-FFF2-40B4-BE49-F238E27FC236}">
                    <a16:creationId xmlns:a16="http://schemas.microsoft.com/office/drawing/2014/main" id="{BE148526-B230-2EE6-BCC9-5846A0F7CBB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81850" y="6877050"/>
                <a:ext cx="1495425" cy="352425"/>
              </a:xfrm>
              <a:prstGeom prst="roundRect">
                <a:avLst>
                  <a:gd name="adj" fmla="val 18919"/>
                </a:avLst>
              </a:prstGeom>
              <a:solidFill>
                <a:srgbClr val="F5F8FB"/>
              </a:solidFill>
              <a:ln w="6668">
                <a:solidFill>
                  <a:srgbClr val="D4E0ED"/>
                </a:solidFill>
              </a:ln>
            </p:spPr>
          </p:sp>
          <p:grpSp>
            <p:nvGrpSpPr>
              <p:cNvPr id="561" name="icon-trace-358">
                <a:extLst>
                  <a:ext uri="{FF2B5EF4-FFF2-40B4-BE49-F238E27FC236}">
                    <a16:creationId xmlns:a16="http://schemas.microsoft.com/office/drawing/2014/main" id="{CABF49F6-C47D-88E8-9264-905879489B3B}"/>
                  </a:ext>
                </a:extLst>
              </p:cNvPr>
              <p:cNvGrpSpPr/>
              <p:nvPr/>
            </p:nvGrpSpPr>
            <p:grpSpPr>
              <a:xfrm>
                <a:off x="7293769" y="6969681"/>
                <a:ext cx="157163" cy="186214"/>
                <a:chOff x="7293769" y="6969681"/>
                <a:chExt cx="157163" cy="186214"/>
              </a:xfrm>
            </p:grpSpPr>
            <p:sp>
              <p:nvSpPr>
                <p:cNvPr id="359" name="359 rect">
                  <a:extLst>
                    <a:ext uri="{FF2B5EF4-FFF2-40B4-BE49-F238E27FC236}">
                      <a16:creationId xmlns:a16="http://schemas.microsoft.com/office/drawing/2014/main" id="{7333879C-789F-855A-2E10-68A2694AF7C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293769" y="6969681"/>
                  <a:ext cx="157163" cy="186214"/>
                </a:xfrm>
                <a:prstGeom prst="roundRect">
                  <a:avLst>
                    <a:gd name="adj" fmla="val 6667"/>
                  </a:avLst>
                </a:prstGeom>
                <a:solidFill>
                  <a:srgbClr val="B8CADD"/>
                </a:solidFill>
                <a:ln w="9430">
                  <a:solidFill>
                    <a:srgbClr val="090D28"/>
                  </a:solidFill>
                </a:ln>
              </p:spPr>
            </p:sp>
            <p:sp>
              <p:nvSpPr>
                <p:cNvPr id="360" name="360 path">
                  <a:extLst>
                    <a:ext uri="{FF2B5EF4-FFF2-40B4-BE49-F238E27FC236}">
                      <a16:creationId xmlns:a16="http://schemas.microsoft.com/office/drawing/2014/main" id="{9B0CF6A4-00A8-9C21-57A6-CAB3A05BA08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25201" y="7008019"/>
                  <a:ext cx="104775" cy="11501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04775" h="115014">
                      <a:moveTo>
                        <a:pt x="0" y="0"/>
                      </a:moveTo>
                      <a:lnTo>
                        <a:pt x="31433" y="32861"/>
                      </a:lnTo>
                      <a:lnTo>
                        <a:pt x="10478" y="54769"/>
                      </a:lnTo>
                      <a:lnTo>
                        <a:pt x="62865" y="98584"/>
                      </a:lnTo>
                      <a:lnTo>
                        <a:pt x="83820" y="71199"/>
                      </a:lnTo>
                      <a:lnTo>
                        <a:pt x="104775" y="115014"/>
                      </a:lnTo>
                    </a:path>
                  </a:pathLst>
                </a:custGeom>
                <a:noFill/>
                <a:ln w="8382">
                  <a:solidFill>
                    <a:srgbClr val="090D28"/>
                  </a:solidFill>
                </a:ln>
              </p:spPr>
            </p:sp>
          </p:grpSp>
          <p:sp>
            <p:nvSpPr>
              <p:cNvPr id="361" name="361 Execution traces">
                <a:extLst>
                  <a:ext uri="{FF2B5EF4-FFF2-40B4-BE49-F238E27FC236}">
                    <a16:creationId xmlns:a16="http://schemas.microsoft.com/office/drawing/2014/main" id="{0533CCCB-B4B6-967F-C989-7535309FBB1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29525" y="6962775"/>
                <a:ext cx="1019175" cy="18425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17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170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Execution traces</a:t>
                </a:r>
              </a:p>
            </p:txBody>
          </p:sp>
          <p:sp>
            <p:nvSpPr>
              <p:cNvPr id="362" name="362 rect">
                <a:extLst>
                  <a:ext uri="{FF2B5EF4-FFF2-40B4-BE49-F238E27FC236}">
                    <a16:creationId xmlns:a16="http://schemas.microsoft.com/office/drawing/2014/main" id="{F24AD8A7-8A72-6369-9E99-AFF5969392F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81850" y="7258050"/>
                <a:ext cx="1495425" cy="352425"/>
              </a:xfrm>
              <a:prstGeom prst="roundRect">
                <a:avLst>
                  <a:gd name="adj" fmla="val 18919"/>
                </a:avLst>
              </a:prstGeom>
              <a:solidFill>
                <a:srgbClr val="F5F8FB"/>
              </a:solidFill>
              <a:ln w="6668">
                <a:solidFill>
                  <a:srgbClr val="D4E0ED"/>
                </a:solidFill>
              </a:ln>
            </p:spPr>
          </p:sp>
          <p:grpSp>
            <p:nvGrpSpPr>
              <p:cNvPr id="562" name="icon-warning-362">
                <a:extLst>
                  <a:ext uri="{FF2B5EF4-FFF2-40B4-BE49-F238E27FC236}">
                    <a16:creationId xmlns:a16="http://schemas.microsoft.com/office/drawing/2014/main" id="{46389A6B-0FE8-9D81-C476-595424A6F21F}"/>
                  </a:ext>
                </a:extLst>
              </p:cNvPr>
              <p:cNvGrpSpPr/>
              <p:nvPr/>
            </p:nvGrpSpPr>
            <p:grpSpPr>
              <a:xfrm>
                <a:off x="7278053" y="7350681"/>
                <a:ext cx="188595" cy="180737"/>
                <a:chOff x="7278053" y="7350681"/>
                <a:chExt cx="188595" cy="180737"/>
              </a:xfrm>
            </p:grpSpPr>
            <p:sp>
              <p:nvSpPr>
                <p:cNvPr id="363" name="363 path">
                  <a:extLst>
                    <a:ext uri="{FF2B5EF4-FFF2-40B4-BE49-F238E27FC236}">
                      <a16:creationId xmlns:a16="http://schemas.microsoft.com/office/drawing/2014/main" id="{1E7B7002-2093-B3EF-2CC8-EE09C696CF9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278053" y="7350681"/>
                  <a:ext cx="188595" cy="18073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88595" h="180737">
                      <a:moveTo>
                        <a:pt x="94297" y="0"/>
                      </a:moveTo>
                      <a:lnTo>
                        <a:pt x="188595" y="180737"/>
                      </a:lnTo>
                      <a:lnTo>
                        <a:pt x="0" y="18073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3097">
                  <a:solidFill>
                    <a:srgbClr val="F82127"/>
                  </a:solidFill>
                </a:ln>
              </p:spPr>
            </p:sp>
            <p:sp>
              <p:nvSpPr>
                <p:cNvPr id="364" name="364 path">
                  <a:extLst>
                    <a:ext uri="{FF2B5EF4-FFF2-40B4-BE49-F238E27FC236}">
                      <a16:creationId xmlns:a16="http://schemas.microsoft.com/office/drawing/2014/main" id="{4C2109EC-70D8-BEE0-79F1-15077120450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72350" y="7405449"/>
                  <a:ext cx="95" cy="6572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95" h="65722">
                      <a:moveTo>
                        <a:pt x="0" y="0"/>
                      </a:moveTo>
                      <a:lnTo>
                        <a:pt x="0" y="65722"/>
                      </a:lnTo>
                    </a:path>
                  </a:pathLst>
                </a:custGeom>
                <a:noFill/>
                <a:ln w="15716">
                  <a:solidFill>
                    <a:srgbClr val="FA171B"/>
                  </a:solidFill>
                </a:ln>
              </p:spPr>
            </p:sp>
            <p:sp>
              <p:nvSpPr>
                <p:cNvPr id="365" name="365 ellipse">
                  <a:extLst>
                    <a:ext uri="{FF2B5EF4-FFF2-40B4-BE49-F238E27FC236}">
                      <a16:creationId xmlns:a16="http://schemas.microsoft.com/office/drawing/2014/main" id="{76C6CB31-7A8C-5612-0B2E-BEDC0340E29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64492" y="7493079"/>
                  <a:ext cx="15716" cy="16431"/>
                </a:xfrm>
                <a:prstGeom prst="ellipse">
                  <a:avLst/>
                </a:prstGeom>
                <a:solidFill>
                  <a:srgbClr val="F71920"/>
                </a:solidFill>
                <a:ln w="0">
                  <a:noFill/>
                </a:ln>
              </p:spPr>
            </p:sp>
          </p:grpSp>
          <p:sp>
            <p:nvSpPr>
              <p:cNvPr id="366" name="366 Error messages">
                <a:extLst>
                  <a:ext uri="{FF2B5EF4-FFF2-40B4-BE49-F238E27FC236}">
                    <a16:creationId xmlns:a16="http://schemas.microsoft.com/office/drawing/2014/main" id="{A3CA77F7-BC08-7A64-A4F3-82DC86F751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29525" y="7343775"/>
                <a:ext cx="1019175" cy="199606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268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68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Error messages</a:t>
                </a:r>
              </a:p>
            </p:txBody>
          </p:sp>
        </p:grpSp>
        <p:grpSp>
          <p:nvGrpSpPr>
            <p:cNvPr id="563" name="Context for next iteration">
              <a:extLst>
                <a:ext uri="{FF2B5EF4-FFF2-40B4-BE49-F238E27FC236}">
                  <a16:creationId xmlns:a16="http://schemas.microsoft.com/office/drawing/2014/main" id="{9172BD2F-EDAB-E392-384C-3CF20B4E7C68}"/>
                </a:ext>
              </a:extLst>
            </p:cNvPr>
            <p:cNvGrpSpPr/>
            <p:nvPr/>
          </p:nvGrpSpPr>
          <p:grpSpPr>
            <a:xfrm>
              <a:off x="8886825" y="6191250"/>
              <a:ext cx="2038350" cy="1543050"/>
              <a:chOff x="8886825" y="6191250"/>
              <a:chExt cx="2038350" cy="1543050"/>
            </a:xfrm>
          </p:grpSpPr>
          <p:sp>
            <p:nvSpPr>
              <p:cNvPr id="367" name="367 rect">
                <a:extLst>
                  <a:ext uri="{FF2B5EF4-FFF2-40B4-BE49-F238E27FC236}">
                    <a16:creationId xmlns:a16="http://schemas.microsoft.com/office/drawing/2014/main" id="{1DD7BD9E-8E7F-26DD-9AA1-0AFFDABE137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886825" y="6191250"/>
                <a:ext cx="2038350" cy="1543050"/>
              </a:xfrm>
              <a:prstGeom prst="roundRect">
                <a:avLst>
                  <a:gd name="adj" fmla="val 6790"/>
                </a:avLst>
              </a:prstGeom>
              <a:solidFill>
                <a:srgbClr val="FFFFFF"/>
              </a:solidFill>
              <a:ln w="9525">
                <a:solidFill>
                  <a:srgbClr val="BDCFEC"/>
                </a:solidFill>
              </a:ln>
            </p:spPr>
          </p:sp>
          <p:sp>
            <p:nvSpPr>
              <p:cNvPr id="368" name="368 Context for Next Iteration">
                <a:extLst>
                  <a:ext uri="{FF2B5EF4-FFF2-40B4-BE49-F238E27FC236}">
                    <a16:creationId xmlns:a16="http://schemas.microsoft.com/office/drawing/2014/main" id="{DC6C89BE-3FDD-5A1E-11A3-0C47610E34E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01125" y="6257925"/>
                <a:ext cx="1885950" cy="20196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283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83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Context for Next Iteration</a:t>
                </a:r>
              </a:p>
            </p:txBody>
          </p:sp>
          <p:sp>
            <p:nvSpPr>
              <p:cNvPr id="369" name="369 rect">
                <a:extLst>
                  <a:ext uri="{FF2B5EF4-FFF2-40B4-BE49-F238E27FC236}">
                    <a16:creationId xmlns:a16="http://schemas.microsoft.com/office/drawing/2014/main" id="{831F0939-C068-64C3-0477-AD278C5E6BD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10650" y="6496050"/>
                <a:ext cx="1800225" cy="352425"/>
              </a:xfrm>
              <a:prstGeom prst="roundRect">
                <a:avLst>
                  <a:gd name="adj" fmla="val 18919"/>
                </a:avLst>
              </a:prstGeom>
              <a:solidFill>
                <a:srgbClr val="F5F8FB"/>
              </a:solidFill>
              <a:ln w="6668">
                <a:solidFill>
                  <a:srgbClr val="D4E0ED"/>
                </a:solidFill>
              </a:ln>
            </p:spPr>
          </p:sp>
          <p:grpSp>
            <p:nvGrpSpPr>
              <p:cNvPr id="564" name="icon-document-369">
                <a:extLst>
                  <a:ext uri="{FF2B5EF4-FFF2-40B4-BE49-F238E27FC236}">
                    <a16:creationId xmlns:a16="http://schemas.microsoft.com/office/drawing/2014/main" id="{68A21741-33CE-6FED-3943-EEE56251A991}"/>
                  </a:ext>
                </a:extLst>
              </p:cNvPr>
              <p:cNvGrpSpPr/>
              <p:nvPr/>
            </p:nvGrpSpPr>
            <p:grpSpPr>
              <a:xfrm>
                <a:off x="9157335" y="6583204"/>
                <a:ext cx="136208" cy="197168"/>
                <a:chOff x="9157335" y="6583204"/>
                <a:chExt cx="136208" cy="197168"/>
              </a:xfrm>
            </p:grpSpPr>
            <p:sp>
              <p:nvSpPr>
                <p:cNvPr id="370" name="370 path">
                  <a:extLst>
                    <a:ext uri="{FF2B5EF4-FFF2-40B4-BE49-F238E27FC236}">
                      <a16:creationId xmlns:a16="http://schemas.microsoft.com/office/drawing/2014/main" id="{104E936D-90A6-8A7B-95F1-47FFAE5AE4E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57335" y="6583204"/>
                  <a:ext cx="136208" cy="19716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6208" h="197168">
                      <a:moveTo>
                        <a:pt x="0" y="0"/>
                      </a:moveTo>
                      <a:lnTo>
                        <a:pt x="89059" y="0"/>
                      </a:lnTo>
                      <a:lnTo>
                        <a:pt x="136208" y="49292"/>
                      </a:lnTo>
                      <a:lnTo>
                        <a:pt x="136208" y="197168"/>
                      </a:lnTo>
                      <a:lnTo>
                        <a:pt x="0" y="197168"/>
                      </a:lnTo>
                      <a:close/>
                    </a:path>
                  </a:pathLst>
                </a:custGeom>
                <a:solidFill>
                  <a:srgbClr val="F9FCFF"/>
                </a:solidFill>
                <a:ln w="10478">
                  <a:solidFill>
                    <a:srgbClr val="003496"/>
                  </a:solidFill>
                </a:ln>
              </p:spPr>
            </p:sp>
            <p:sp>
              <p:nvSpPr>
                <p:cNvPr id="371" name="371 path">
                  <a:extLst>
                    <a:ext uri="{FF2B5EF4-FFF2-40B4-BE49-F238E27FC236}">
                      <a16:creationId xmlns:a16="http://schemas.microsoft.com/office/drawing/2014/main" id="{3D8EED64-66C0-7EF9-BF26-AE04AFFF51B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246394" y="6583204"/>
                  <a:ext cx="47149" cy="54769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149" h="54769">
                      <a:moveTo>
                        <a:pt x="0" y="0"/>
                      </a:moveTo>
                      <a:lnTo>
                        <a:pt x="0" y="54769"/>
                      </a:lnTo>
                      <a:lnTo>
                        <a:pt x="47149" y="54769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72" name="372 path">
                  <a:extLst>
                    <a:ext uri="{FF2B5EF4-FFF2-40B4-BE49-F238E27FC236}">
                      <a16:creationId xmlns:a16="http://schemas.microsoft.com/office/drawing/2014/main" id="{FC01B6E7-3250-D962-F53E-29B270BC8B8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83529" y="6670834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73" name="373 path">
                  <a:extLst>
                    <a:ext uri="{FF2B5EF4-FFF2-40B4-BE49-F238E27FC236}">
                      <a16:creationId xmlns:a16="http://schemas.microsoft.com/office/drawing/2014/main" id="{40D60F41-D4E1-33FD-D1FA-D10EC6AA278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83529" y="6698218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74" name="374 path">
                  <a:extLst>
                    <a:ext uri="{FF2B5EF4-FFF2-40B4-BE49-F238E27FC236}">
                      <a16:creationId xmlns:a16="http://schemas.microsoft.com/office/drawing/2014/main" id="{A08F1310-ADF0-BB48-B3CA-792EC1DCD73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83529" y="6725603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  <p:sp>
              <p:nvSpPr>
                <p:cNvPr id="375" name="375 path">
                  <a:extLst>
                    <a:ext uri="{FF2B5EF4-FFF2-40B4-BE49-F238E27FC236}">
                      <a16:creationId xmlns:a16="http://schemas.microsoft.com/office/drawing/2014/main" id="{8496EF78-A737-25CB-07FA-1A2E1EC50EE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83529" y="6752987"/>
                  <a:ext cx="73343" cy="9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73343" h="95">
                      <a:moveTo>
                        <a:pt x="0" y="0"/>
                      </a:moveTo>
                      <a:lnTo>
                        <a:pt x="73343" y="0"/>
                      </a:lnTo>
                    </a:path>
                  </a:pathLst>
                </a:custGeom>
                <a:noFill/>
                <a:ln w="7858">
                  <a:solidFill>
                    <a:srgbClr val="003496"/>
                  </a:solidFill>
                </a:ln>
              </p:spPr>
            </p:sp>
          </p:grpSp>
          <p:sp>
            <p:nvSpPr>
              <p:cNvPr id="376" name="376 Related files">
                <a:extLst>
                  <a:ext uri="{FF2B5EF4-FFF2-40B4-BE49-F238E27FC236}">
                    <a16:creationId xmlns:a16="http://schemas.microsoft.com/office/drawing/2014/main" id="{0C9B8A3C-33A7-812B-BC18-939A6505858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96425" y="6581775"/>
                <a:ext cx="1266825" cy="20669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Related files</a:t>
                </a:r>
              </a:p>
            </p:txBody>
          </p:sp>
          <p:sp>
            <p:nvSpPr>
              <p:cNvPr id="377" name="377 rect">
                <a:extLst>
                  <a:ext uri="{FF2B5EF4-FFF2-40B4-BE49-F238E27FC236}">
                    <a16:creationId xmlns:a16="http://schemas.microsoft.com/office/drawing/2014/main" id="{24E37833-AC62-E4A8-F8EC-DF8356ED314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10650" y="6877050"/>
                <a:ext cx="1800225" cy="352425"/>
              </a:xfrm>
              <a:prstGeom prst="roundRect">
                <a:avLst>
                  <a:gd name="adj" fmla="val 18919"/>
                </a:avLst>
              </a:prstGeom>
              <a:solidFill>
                <a:srgbClr val="F5F8FB"/>
              </a:solidFill>
              <a:ln w="6668">
                <a:solidFill>
                  <a:srgbClr val="D4E0ED"/>
                </a:solidFill>
              </a:ln>
            </p:spPr>
          </p:sp>
          <p:grpSp>
            <p:nvGrpSpPr>
              <p:cNvPr id="565" name="icon-clock-377">
                <a:extLst>
                  <a:ext uri="{FF2B5EF4-FFF2-40B4-BE49-F238E27FC236}">
                    <a16:creationId xmlns:a16="http://schemas.microsoft.com/office/drawing/2014/main" id="{C558AC97-0530-AE83-8974-AF11B0CA9444}"/>
                  </a:ext>
                </a:extLst>
              </p:cNvPr>
              <p:cNvGrpSpPr/>
              <p:nvPr/>
            </p:nvGrpSpPr>
            <p:grpSpPr>
              <a:xfrm>
                <a:off x="9125903" y="6964204"/>
                <a:ext cx="188595" cy="197168"/>
                <a:chOff x="9125903" y="6964204"/>
                <a:chExt cx="188595" cy="197168"/>
              </a:xfrm>
            </p:grpSpPr>
            <p:sp>
              <p:nvSpPr>
                <p:cNvPr id="378" name="378 ellipse">
                  <a:extLst>
                    <a:ext uri="{FF2B5EF4-FFF2-40B4-BE49-F238E27FC236}">
                      <a16:creationId xmlns:a16="http://schemas.microsoft.com/office/drawing/2014/main" id="{78B46DC8-6AE4-95C2-D9B3-2CFDB4D6DAC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25903" y="6964204"/>
                  <a:ext cx="188595" cy="197168"/>
                </a:xfrm>
                <a:prstGeom prst="ellipse">
                  <a:avLst/>
                </a:prstGeom>
                <a:solidFill>
                  <a:srgbClr val="FFFFFF"/>
                </a:solidFill>
                <a:ln w="12573">
                  <a:solidFill>
                    <a:srgbClr val="003496"/>
                  </a:solidFill>
                </a:ln>
              </p:spPr>
            </p:sp>
            <p:sp>
              <p:nvSpPr>
                <p:cNvPr id="379" name="379 path">
                  <a:extLst>
                    <a:ext uri="{FF2B5EF4-FFF2-40B4-BE49-F238E27FC236}">
                      <a16:creationId xmlns:a16="http://schemas.microsoft.com/office/drawing/2014/main" id="{B9D7B809-EA69-9CC6-C89F-760A45855FB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220200" y="6991588"/>
                  <a:ext cx="47149" cy="98584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149" h="98584">
                      <a:moveTo>
                        <a:pt x="0" y="0"/>
                      </a:moveTo>
                      <a:lnTo>
                        <a:pt x="0" y="71199"/>
                      </a:lnTo>
                      <a:lnTo>
                        <a:pt x="47149" y="98584"/>
                      </a:lnTo>
                    </a:path>
                  </a:pathLst>
                </a:custGeom>
                <a:noFill/>
                <a:ln w="12049">
                  <a:solidFill>
                    <a:srgbClr val="003496"/>
                  </a:solidFill>
                </a:ln>
              </p:spPr>
            </p:sp>
          </p:grpSp>
          <p:sp>
            <p:nvSpPr>
              <p:cNvPr id="380" name="380 Historical patches">
                <a:extLst>
                  <a:ext uri="{FF2B5EF4-FFF2-40B4-BE49-F238E27FC236}">
                    <a16:creationId xmlns:a16="http://schemas.microsoft.com/office/drawing/2014/main" id="{157EE078-38CD-5778-4AAD-31C1DCCEC64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96425" y="6962775"/>
                <a:ext cx="1266825" cy="20669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Historical patches</a:t>
                </a:r>
              </a:p>
            </p:txBody>
          </p:sp>
          <p:sp>
            <p:nvSpPr>
              <p:cNvPr id="381" name="381 rect">
                <a:extLst>
                  <a:ext uri="{FF2B5EF4-FFF2-40B4-BE49-F238E27FC236}">
                    <a16:creationId xmlns:a16="http://schemas.microsoft.com/office/drawing/2014/main" id="{68218E8E-CC1F-8521-07E4-F6E6F510D6E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010650" y="7258050"/>
                <a:ext cx="1800225" cy="352425"/>
              </a:xfrm>
              <a:prstGeom prst="roundRect">
                <a:avLst>
                  <a:gd name="adj" fmla="val 18919"/>
                </a:avLst>
              </a:prstGeom>
              <a:solidFill>
                <a:srgbClr val="F5F8FB"/>
              </a:solidFill>
              <a:ln w="6668">
                <a:solidFill>
                  <a:srgbClr val="D4E0ED"/>
                </a:solidFill>
              </a:ln>
            </p:spPr>
          </p:sp>
          <p:grpSp>
            <p:nvGrpSpPr>
              <p:cNvPr id="566" name="icon-database-381">
                <a:extLst>
                  <a:ext uri="{FF2B5EF4-FFF2-40B4-BE49-F238E27FC236}">
                    <a16:creationId xmlns:a16="http://schemas.microsoft.com/office/drawing/2014/main" id="{4A337C08-89FF-3D35-38DC-14B9389DFFA4}"/>
                  </a:ext>
                </a:extLst>
              </p:cNvPr>
              <p:cNvGrpSpPr/>
              <p:nvPr/>
            </p:nvGrpSpPr>
            <p:grpSpPr>
              <a:xfrm>
                <a:off x="9141619" y="7345204"/>
                <a:ext cx="157163" cy="197167"/>
                <a:chOff x="9141619" y="7345204"/>
                <a:chExt cx="157163" cy="197167"/>
              </a:xfrm>
            </p:grpSpPr>
            <p:sp>
              <p:nvSpPr>
                <p:cNvPr id="382" name="382 rect">
                  <a:extLst>
                    <a:ext uri="{FF2B5EF4-FFF2-40B4-BE49-F238E27FC236}">
                      <a16:creationId xmlns:a16="http://schemas.microsoft.com/office/drawing/2014/main" id="{568E87F6-18A8-21F4-6AA7-6FA91B16ABF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41619" y="7378065"/>
                  <a:ext cx="157163" cy="142399"/>
                </a:xfrm>
                <a:prstGeom prst="rect">
                  <a:avLst/>
                </a:prstGeom>
                <a:gradFill>
                  <a:gsLst>
                    <a:gs pos="0">
                      <a:srgbClr val="6CC9FF"/>
                    </a:gs>
                    <a:gs pos="100000">
                      <a:srgbClr val="87ACDF"/>
                    </a:gs>
                  </a:gsLst>
                  <a:lin ang="5400000"/>
                </a:gradFill>
                <a:ln w="11525">
                  <a:solidFill>
                    <a:srgbClr val="090D28"/>
                  </a:solidFill>
                </a:ln>
              </p:spPr>
            </p:sp>
            <p:sp>
              <p:nvSpPr>
                <p:cNvPr id="383" name="383 ellipse">
                  <a:extLst>
                    <a:ext uri="{FF2B5EF4-FFF2-40B4-BE49-F238E27FC236}">
                      <a16:creationId xmlns:a16="http://schemas.microsoft.com/office/drawing/2014/main" id="{D6E19C6F-0B4B-85C2-B531-BD5FA121FA3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41619" y="7471172"/>
                  <a:ext cx="157163" cy="71199"/>
                </a:xfrm>
                <a:prstGeom prst="ellipse">
                  <a:avLst/>
                </a:prstGeom>
                <a:solidFill>
                  <a:srgbClr val="94B9E8"/>
                </a:solidFill>
                <a:ln w="11525">
                  <a:solidFill>
                    <a:srgbClr val="090D28"/>
                  </a:solidFill>
                </a:ln>
              </p:spPr>
            </p:sp>
            <p:sp>
              <p:nvSpPr>
                <p:cNvPr id="384" name="384 rect">
                  <a:extLst>
                    <a:ext uri="{FF2B5EF4-FFF2-40B4-BE49-F238E27FC236}">
                      <a16:creationId xmlns:a16="http://schemas.microsoft.com/office/drawing/2014/main" id="{C753D219-5CF4-EC5B-421E-1C67AA65539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46858" y="7427357"/>
                  <a:ext cx="146685" cy="76676"/>
                </a:xfrm>
                <a:prstGeom prst="rect">
                  <a:avLst/>
                </a:prstGeom>
                <a:gradFill>
                  <a:gsLst>
                    <a:gs pos="0">
                      <a:srgbClr val="6CC9FF"/>
                    </a:gs>
                    <a:gs pos="100000">
                      <a:srgbClr val="9DBDE5"/>
                    </a:gs>
                  </a:gsLst>
                  <a:lin ang="5400000"/>
                </a:gradFill>
                <a:ln w="0">
                  <a:noFill/>
                </a:ln>
              </p:spPr>
            </p:sp>
            <p:sp>
              <p:nvSpPr>
                <p:cNvPr id="385" name="385 path">
                  <a:extLst>
                    <a:ext uri="{FF2B5EF4-FFF2-40B4-BE49-F238E27FC236}">
                      <a16:creationId xmlns:a16="http://schemas.microsoft.com/office/drawing/2014/main" id="{6B57E85B-5418-B43C-73E9-8994D2AAFF3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41619" y="7438311"/>
                  <a:ext cx="157163" cy="2464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7163" h="24646">
                      <a:moveTo>
                        <a:pt x="0" y="0"/>
                      </a:moveTo>
                      <a:lnTo>
                        <a:pt x="3821" y="3177"/>
                      </a:lnTo>
                      <a:lnTo>
                        <a:pt x="7935" y="6134"/>
                      </a:lnTo>
                      <a:lnTo>
                        <a:pt x="12322" y="8873"/>
                      </a:lnTo>
                      <a:lnTo>
                        <a:pt x="16960" y="11392"/>
                      </a:lnTo>
                      <a:lnTo>
                        <a:pt x="21828" y="13692"/>
                      </a:lnTo>
                      <a:lnTo>
                        <a:pt x="26906" y="15773"/>
                      </a:lnTo>
                      <a:lnTo>
                        <a:pt x="32173" y="17636"/>
                      </a:lnTo>
                      <a:lnTo>
                        <a:pt x="37607" y="19279"/>
                      </a:lnTo>
                      <a:lnTo>
                        <a:pt x="43188" y="20703"/>
                      </a:lnTo>
                      <a:lnTo>
                        <a:pt x="48895" y="21908"/>
                      </a:lnTo>
                      <a:lnTo>
                        <a:pt x="54707" y="22893"/>
                      </a:lnTo>
                      <a:lnTo>
                        <a:pt x="60602" y="23660"/>
                      </a:lnTo>
                      <a:lnTo>
                        <a:pt x="66560" y="24208"/>
                      </a:lnTo>
                      <a:lnTo>
                        <a:pt x="72560" y="24536"/>
                      </a:lnTo>
                      <a:lnTo>
                        <a:pt x="78581" y="24646"/>
                      </a:lnTo>
                      <a:lnTo>
                        <a:pt x="84602" y="24536"/>
                      </a:lnTo>
                      <a:lnTo>
                        <a:pt x="90602" y="24208"/>
                      </a:lnTo>
                      <a:lnTo>
                        <a:pt x="96561" y="23660"/>
                      </a:lnTo>
                      <a:lnTo>
                        <a:pt x="102456" y="22893"/>
                      </a:lnTo>
                      <a:lnTo>
                        <a:pt x="108268" y="21908"/>
                      </a:lnTo>
                      <a:lnTo>
                        <a:pt x="113974" y="20703"/>
                      </a:lnTo>
                      <a:lnTo>
                        <a:pt x="119555" y="19279"/>
                      </a:lnTo>
                      <a:lnTo>
                        <a:pt x="124990" y="17636"/>
                      </a:lnTo>
                      <a:lnTo>
                        <a:pt x="130256" y="15773"/>
                      </a:lnTo>
                      <a:lnTo>
                        <a:pt x="135334" y="13692"/>
                      </a:lnTo>
                      <a:lnTo>
                        <a:pt x="140203" y="11392"/>
                      </a:lnTo>
                      <a:lnTo>
                        <a:pt x="144841" y="8873"/>
                      </a:lnTo>
                      <a:lnTo>
                        <a:pt x="149228" y="6134"/>
                      </a:lnTo>
                      <a:lnTo>
                        <a:pt x="153342" y="3177"/>
                      </a:lnTo>
                      <a:lnTo>
                        <a:pt x="157163" y="0"/>
                      </a:lnTo>
                    </a:path>
                  </a:pathLst>
                </a:custGeom>
                <a:noFill/>
                <a:ln w="10478">
                  <a:solidFill>
                    <a:srgbClr val="090D28"/>
                  </a:solidFill>
                </a:ln>
              </p:spPr>
            </p:sp>
            <p:sp>
              <p:nvSpPr>
                <p:cNvPr id="386" name="386 path">
                  <a:extLst>
                    <a:ext uri="{FF2B5EF4-FFF2-40B4-BE49-F238E27FC236}">
                      <a16:creationId xmlns:a16="http://schemas.microsoft.com/office/drawing/2014/main" id="{E2E320A5-A7F1-3402-1D81-4175A68870B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41619" y="7482126"/>
                  <a:ext cx="157163" cy="24646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57163" h="24646">
                      <a:moveTo>
                        <a:pt x="0" y="0"/>
                      </a:moveTo>
                      <a:lnTo>
                        <a:pt x="3821" y="3177"/>
                      </a:lnTo>
                      <a:lnTo>
                        <a:pt x="7935" y="6134"/>
                      </a:lnTo>
                      <a:lnTo>
                        <a:pt x="12322" y="8873"/>
                      </a:lnTo>
                      <a:lnTo>
                        <a:pt x="16960" y="11392"/>
                      </a:lnTo>
                      <a:lnTo>
                        <a:pt x="21828" y="13692"/>
                      </a:lnTo>
                      <a:lnTo>
                        <a:pt x="26906" y="15773"/>
                      </a:lnTo>
                      <a:lnTo>
                        <a:pt x="32173" y="17636"/>
                      </a:lnTo>
                      <a:lnTo>
                        <a:pt x="37607" y="19279"/>
                      </a:lnTo>
                      <a:lnTo>
                        <a:pt x="43188" y="20703"/>
                      </a:lnTo>
                      <a:lnTo>
                        <a:pt x="48895" y="21908"/>
                      </a:lnTo>
                      <a:lnTo>
                        <a:pt x="54707" y="22893"/>
                      </a:lnTo>
                      <a:lnTo>
                        <a:pt x="60602" y="23660"/>
                      </a:lnTo>
                      <a:lnTo>
                        <a:pt x="66560" y="24208"/>
                      </a:lnTo>
                      <a:lnTo>
                        <a:pt x="72560" y="24536"/>
                      </a:lnTo>
                      <a:lnTo>
                        <a:pt x="78581" y="24646"/>
                      </a:lnTo>
                      <a:lnTo>
                        <a:pt x="84602" y="24536"/>
                      </a:lnTo>
                      <a:lnTo>
                        <a:pt x="90602" y="24208"/>
                      </a:lnTo>
                      <a:lnTo>
                        <a:pt x="96561" y="23660"/>
                      </a:lnTo>
                      <a:lnTo>
                        <a:pt x="102456" y="22893"/>
                      </a:lnTo>
                      <a:lnTo>
                        <a:pt x="108268" y="21908"/>
                      </a:lnTo>
                      <a:lnTo>
                        <a:pt x="113974" y="20703"/>
                      </a:lnTo>
                      <a:lnTo>
                        <a:pt x="119555" y="19279"/>
                      </a:lnTo>
                      <a:lnTo>
                        <a:pt x="124990" y="17636"/>
                      </a:lnTo>
                      <a:lnTo>
                        <a:pt x="130256" y="15773"/>
                      </a:lnTo>
                      <a:lnTo>
                        <a:pt x="135334" y="13692"/>
                      </a:lnTo>
                      <a:lnTo>
                        <a:pt x="140203" y="11392"/>
                      </a:lnTo>
                      <a:lnTo>
                        <a:pt x="144841" y="8873"/>
                      </a:lnTo>
                      <a:lnTo>
                        <a:pt x="149228" y="6134"/>
                      </a:lnTo>
                      <a:lnTo>
                        <a:pt x="153342" y="3177"/>
                      </a:lnTo>
                      <a:lnTo>
                        <a:pt x="157163" y="0"/>
                      </a:lnTo>
                    </a:path>
                  </a:pathLst>
                </a:custGeom>
                <a:noFill/>
                <a:ln w="10478">
                  <a:solidFill>
                    <a:srgbClr val="090D28"/>
                  </a:solidFill>
                </a:ln>
              </p:spPr>
            </p:sp>
            <p:sp>
              <p:nvSpPr>
                <p:cNvPr id="387" name="387 ellipse">
                  <a:extLst>
                    <a:ext uri="{FF2B5EF4-FFF2-40B4-BE49-F238E27FC236}">
                      <a16:creationId xmlns:a16="http://schemas.microsoft.com/office/drawing/2014/main" id="{6EC270F1-88D3-B07B-5F38-2D52F011F37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9141619" y="7345204"/>
                  <a:ext cx="157163" cy="71199"/>
                </a:xfrm>
                <a:prstGeom prst="ellipse">
                  <a:avLst/>
                </a:prstGeom>
                <a:solidFill>
                  <a:srgbClr val="6CC9FF"/>
                </a:solidFill>
                <a:ln w="11525">
                  <a:solidFill>
                    <a:srgbClr val="090D28"/>
                  </a:solidFill>
                </a:ln>
              </p:spPr>
            </p:sp>
          </p:grpSp>
          <p:sp>
            <p:nvSpPr>
              <p:cNvPr id="388" name="388 Runtime states">
                <a:extLst>
                  <a:ext uri="{FF2B5EF4-FFF2-40B4-BE49-F238E27FC236}">
                    <a16:creationId xmlns:a16="http://schemas.microsoft.com/office/drawing/2014/main" id="{F7ECCA42-85FC-8633-20E7-D0649BB1A5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96425" y="7343775"/>
                <a:ext cx="1266825" cy="206693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def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13" b="0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Runtime states</a:t>
                </a:r>
              </a:p>
            </p:txBody>
          </p:sp>
        </p:grpSp>
        <p:grpSp>
          <p:nvGrpSpPr>
            <p:cNvPr id="567" name="Preserve and update loop">
              <a:extLst>
                <a:ext uri="{FF2B5EF4-FFF2-40B4-BE49-F238E27FC236}">
                  <a16:creationId xmlns:a16="http://schemas.microsoft.com/office/drawing/2014/main" id="{D61D4F6C-4E49-88C5-2B61-7A8E7B86B1BA}"/>
                </a:ext>
              </a:extLst>
            </p:cNvPr>
            <p:cNvGrpSpPr/>
            <p:nvPr/>
          </p:nvGrpSpPr>
          <p:grpSpPr>
            <a:xfrm>
              <a:off x="11064323" y="6326981"/>
              <a:ext cx="871350" cy="1288257"/>
              <a:chOff x="11064323" y="6326981"/>
              <a:chExt cx="871350" cy="1288257"/>
            </a:xfrm>
          </p:grpSpPr>
          <p:sp>
            <p:nvSpPr>
              <p:cNvPr id="389" name="389 path">
                <a:extLst>
                  <a:ext uri="{FF2B5EF4-FFF2-40B4-BE49-F238E27FC236}">
                    <a16:creationId xmlns:a16="http://schemas.microsoft.com/office/drawing/2014/main" id="{27113FED-26A9-4076-CD1A-75DBEF0253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077575" y="6326981"/>
                <a:ext cx="838200" cy="435769"/>
              </a:xfrm>
              <a:custGeom>
                <a:avLst/>
                <a:gdLst/>
                <a:ahLst/>
                <a:cxnLst/>
                <a:rect l="0" t="0" r="0" b="0"/>
                <a:pathLst>
                  <a:path w="838200" h="435769">
                    <a:moveTo>
                      <a:pt x="0" y="435769"/>
                    </a:moveTo>
                    <a:lnTo>
                      <a:pt x="12983" y="379603"/>
                    </a:lnTo>
                    <a:lnTo>
                      <a:pt x="28933" y="327311"/>
                    </a:lnTo>
                    <a:lnTo>
                      <a:pt x="47644" y="278892"/>
                    </a:lnTo>
                    <a:lnTo>
                      <a:pt x="68907" y="234347"/>
                    </a:lnTo>
                    <a:lnTo>
                      <a:pt x="92516" y="193675"/>
                    </a:lnTo>
                    <a:lnTo>
                      <a:pt x="118262" y="156877"/>
                    </a:lnTo>
                    <a:lnTo>
                      <a:pt x="145939" y="123952"/>
                    </a:lnTo>
                    <a:lnTo>
                      <a:pt x="175339" y="94901"/>
                    </a:lnTo>
                    <a:lnTo>
                      <a:pt x="206254" y="69723"/>
                    </a:lnTo>
                    <a:lnTo>
                      <a:pt x="238478" y="48419"/>
                    </a:lnTo>
                    <a:lnTo>
                      <a:pt x="271802" y="30988"/>
                    </a:lnTo>
                    <a:lnTo>
                      <a:pt x="306019" y="17431"/>
                    </a:lnTo>
                    <a:lnTo>
                      <a:pt x="340922" y="7747"/>
                    </a:lnTo>
                    <a:lnTo>
                      <a:pt x="376304" y="1937"/>
                    </a:lnTo>
                    <a:lnTo>
                      <a:pt x="411956" y="0"/>
                    </a:lnTo>
                    <a:lnTo>
                      <a:pt x="447672" y="1937"/>
                    </a:lnTo>
                    <a:lnTo>
                      <a:pt x="483244" y="7747"/>
                    </a:lnTo>
                    <a:lnTo>
                      <a:pt x="518465" y="17431"/>
                    </a:lnTo>
                    <a:lnTo>
                      <a:pt x="553127" y="30988"/>
                    </a:lnTo>
                    <a:lnTo>
                      <a:pt x="587022" y="48419"/>
                    </a:lnTo>
                    <a:lnTo>
                      <a:pt x="619944" y="69723"/>
                    </a:lnTo>
                    <a:lnTo>
                      <a:pt x="651685" y="94901"/>
                    </a:lnTo>
                    <a:lnTo>
                      <a:pt x="682037" y="123952"/>
                    </a:lnTo>
                    <a:lnTo>
                      <a:pt x="710794" y="156877"/>
                    </a:lnTo>
                    <a:lnTo>
                      <a:pt x="737747" y="193675"/>
                    </a:lnTo>
                    <a:lnTo>
                      <a:pt x="762689" y="234347"/>
                    </a:lnTo>
                    <a:lnTo>
                      <a:pt x="785412" y="278892"/>
                    </a:lnTo>
                    <a:lnTo>
                      <a:pt x="805711" y="327311"/>
                    </a:lnTo>
                    <a:lnTo>
                      <a:pt x="823376" y="379603"/>
                    </a:lnTo>
                    <a:lnTo>
                      <a:pt x="838200" y="435769"/>
                    </a:lnTo>
                  </a:path>
                </a:pathLst>
              </a:custGeom>
              <a:noFill/>
              <a:ln w="21908">
                <a:solidFill>
                  <a:srgbClr val="003496"/>
                </a:solidFill>
              </a:ln>
            </p:spPr>
          </p:sp>
          <p:sp>
            <p:nvSpPr>
              <p:cNvPr id="390" name="390 arrow head">
                <a:extLst>
                  <a:ext uri="{FF2B5EF4-FFF2-40B4-BE49-F238E27FC236}">
                    <a16:creationId xmlns:a16="http://schemas.microsoft.com/office/drawing/2014/main" id="{38BAD238-6BA5-A695-442F-AB122EBF2CC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47261" y="6658986"/>
                <a:ext cx="88412" cy="103764"/>
              </a:xfrm>
              <a:custGeom>
                <a:avLst/>
                <a:gdLst/>
                <a:ahLst/>
                <a:cxnLst/>
                <a:rect l="0" t="0" r="0" b="0"/>
                <a:pathLst>
                  <a:path w="88412" h="103764">
                    <a:moveTo>
                      <a:pt x="68514" y="103764"/>
                    </a:moveTo>
                    <a:lnTo>
                      <a:pt x="88412" y="0"/>
                    </a:lnTo>
                    <a:lnTo>
                      <a:pt x="0" y="23336"/>
                    </a:lnTo>
                    <a:close/>
                  </a:path>
                </a:pathLst>
              </a:custGeom>
              <a:solidFill>
                <a:srgbClr val="003496"/>
              </a:solidFill>
              <a:ln w="4763">
                <a:solidFill>
                  <a:srgbClr val="003496"/>
                </a:solidFill>
              </a:ln>
            </p:spPr>
          </p:sp>
          <p:sp>
            <p:nvSpPr>
              <p:cNvPr id="391" name="391 path">
                <a:extLst>
                  <a:ext uri="{FF2B5EF4-FFF2-40B4-BE49-F238E27FC236}">
                    <a16:creationId xmlns:a16="http://schemas.microsoft.com/office/drawing/2014/main" id="{D5659C88-01B1-32B6-2460-DF8E1821E07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077575" y="7210425"/>
                <a:ext cx="847725" cy="404813"/>
              </a:xfrm>
              <a:custGeom>
                <a:avLst/>
                <a:gdLst/>
                <a:ahLst/>
                <a:cxnLst/>
                <a:rect l="0" t="0" r="0" b="0"/>
                <a:pathLst>
                  <a:path w="847725" h="404813">
                    <a:moveTo>
                      <a:pt x="847725" y="0"/>
                    </a:moveTo>
                    <a:lnTo>
                      <a:pt x="833023" y="50734"/>
                    </a:lnTo>
                    <a:lnTo>
                      <a:pt x="815707" y="98148"/>
                    </a:lnTo>
                    <a:lnTo>
                      <a:pt x="795957" y="142227"/>
                    </a:lnTo>
                    <a:lnTo>
                      <a:pt x="773952" y="182953"/>
                    </a:lnTo>
                    <a:lnTo>
                      <a:pt x="749873" y="220310"/>
                    </a:lnTo>
                    <a:lnTo>
                      <a:pt x="723900" y="254279"/>
                    </a:lnTo>
                    <a:lnTo>
                      <a:pt x="696212" y="284845"/>
                    </a:lnTo>
                    <a:lnTo>
                      <a:pt x="666990" y="311991"/>
                    </a:lnTo>
                    <a:lnTo>
                      <a:pt x="636413" y="335699"/>
                    </a:lnTo>
                    <a:lnTo>
                      <a:pt x="604661" y="355953"/>
                    </a:lnTo>
                    <a:lnTo>
                      <a:pt x="571915" y="372735"/>
                    </a:lnTo>
                    <a:lnTo>
                      <a:pt x="538353" y="386029"/>
                    </a:lnTo>
                    <a:lnTo>
                      <a:pt x="504156" y="395818"/>
                    </a:lnTo>
                    <a:lnTo>
                      <a:pt x="469505" y="402085"/>
                    </a:lnTo>
                    <a:lnTo>
                      <a:pt x="434578" y="404813"/>
                    </a:lnTo>
                    <a:lnTo>
                      <a:pt x="399556" y="403984"/>
                    </a:lnTo>
                    <a:lnTo>
                      <a:pt x="364619" y="399583"/>
                    </a:lnTo>
                    <a:lnTo>
                      <a:pt x="329946" y="391592"/>
                    </a:lnTo>
                    <a:lnTo>
                      <a:pt x="295718" y="379994"/>
                    </a:lnTo>
                    <a:lnTo>
                      <a:pt x="262114" y="364772"/>
                    </a:lnTo>
                    <a:lnTo>
                      <a:pt x="229314" y="345910"/>
                    </a:lnTo>
                    <a:lnTo>
                      <a:pt x="197499" y="323390"/>
                    </a:lnTo>
                    <a:lnTo>
                      <a:pt x="166848" y="297196"/>
                    </a:lnTo>
                    <a:lnTo>
                      <a:pt x="137541" y="267310"/>
                    </a:lnTo>
                    <a:lnTo>
                      <a:pt x="109758" y="233715"/>
                    </a:lnTo>
                    <a:lnTo>
                      <a:pt x="83679" y="196396"/>
                    </a:lnTo>
                    <a:lnTo>
                      <a:pt x="59484" y="155334"/>
                    </a:lnTo>
                    <a:lnTo>
                      <a:pt x="37352" y="110513"/>
                    </a:lnTo>
                    <a:lnTo>
                      <a:pt x="17464" y="61915"/>
                    </a:lnTo>
                    <a:lnTo>
                      <a:pt x="0" y="9525"/>
                    </a:lnTo>
                  </a:path>
                </a:pathLst>
              </a:custGeom>
              <a:noFill/>
              <a:ln w="21908">
                <a:solidFill>
                  <a:srgbClr val="003496"/>
                </a:solidFill>
              </a:ln>
            </p:spPr>
          </p:sp>
          <p:sp>
            <p:nvSpPr>
              <p:cNvPr id="392" name="392 arrow head">
                <a:extLst>
                  <a:ext uri="{FF2B5EF4-FFF2-40B4-BE49-F238E27FC236}">
                    <a16:creationId xmlns:a16="http://schemas.microsoft.com/office/drawing/2014/main" id="{CA57110D-7FA9-E02D-1099-360CD1FBA42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064323" y="7219950"/>
                <a:ext cx="86747" cy="104820"/>
              </a:xfrm>
              <a:custGeom>
                <a:avLst/>
                <a:gdLst/>
                <a:ahLst/>
                <a:cxnLst/>
                <a:rect l="0" t="0" r="0" b="0"/>
                <a:pathLst>
                  <a:path w="86747" h="104820">
                    <a:moveTo>
                      <a:pt x="13252" y="0"/>
                    </a:moveTo>
                    <a:lnTo>
                      <a:pt x="0" y="104820"/>
                    </a:lnTo>
                    <a:lnTo>
                      <a:pt x="86747" y="75903"/>
                    </a:lnTo>
                    <a:close/>
                  </a:path>
                </a:pathLst>
              </a:custGeom>
              <a:solidFill>
                <a:srgbClr val="003496"/>
              </a:solidFill>
              <a:ln w="4763">
                <a:solidFill>
                  <a:srgbClr val="003496"/>
                </a:solidFill>
              </a:ln>
            </p:spPr>
          </p:sp>
          <p:sp>
            <p:nvSpPr>
              <p:cNvPr id="393" name="393 ellipse">
                <a:extLst>
                  <a:ext uri="{FF2B5EF4-FFF2-40B4-BE49-F238E27FC236}">
                    <a16:creationId xmlns:a16="http://schemas.microsoft.com/office/drawing/2014/main" id="{B517165E-961B-98EA-944F-410BAAB9181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06150" y="6496050"/>
                <a:ext cx="114300" cy="114300"/>
              </a:xfrm>
              <a:prstGeom prst="ellipse">
                <a:avLst/>
              </a:prstGeom>
              <a:solidFill>
                <a:srgbClr val="74CAFB"/>
              </a:solidFill>
              <a:ln w="0">
                <a:noFill/>
              </a:ln>
            </p:spPr>
          </p:sp>
          <p:sp>
            <p:nvSpPr>
              <p:cNvPr id="394" name="394 Preserve">
                <a:extLst>
                  <a:ext uri="{FF2B5EF4-FFF2-40B4-BE49-F238E27FC236}">
                    <a16:creationId xmlns:a16="http://schemas.microsoft.com/office/drawing/2014/main" id="{9A145DCB-BDAC-36A8-D22B-976B3122C4D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15675" y="6648450"/>
                <a:ext cx="781050" cy="19488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Preserve</a:t>
                </a:r>
              </a:p>
            </p:txBody>
          </p:sp>
          <p:sp>
            <p:nvSpPr>
              <p:cNvPr id="395" name="395 and update">
                <a:extLst>
                  <a:ext uri="{FF2B5EF4-FFF2-40B4-BE49-F238E27FC236}">
                    <a16:creationId xmlns:a16="http://schemas.microsoft.com/office/drawing/2014/main" id="{28044979-9A5F-9D35-880E-D994BF6AD3D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15675" y="6821329"/>
                <a:ext cx="781050" cy="19488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and update</a:t>
                </a:r>
              </a:p>
            </p:txBody>
          </p:sp>
          <p:sp>
            <p:nvSpPr>
              <p:cNvPr id="396" name="396 across">
                <a:extLst>
                  <a:ext uri="{FF2B5EF4-FFF2-40B4-BE49-F238E27FC236}">
                    <a16:creationId xmlns:a16="http://schemas.microsoft.com/office/drawing/2014/main" id="{31701F97-A5DE-02C1-BCAC-EB3FAF3569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15675" y="6994208"/>
                <a:ext cx="781050" cy="19488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across</a:t>
                </a:r>
              </a:p>
            </p:txBody>
          </p:sp>
          <p:sp>
            <p:nvSpPr>
              <p:cNvPr id="397" name="397 iterations">
                <a:extLst>
                  <a:ext uri="{FF2B5EF4-FFF2-40B4-BE49-F238E27FC236}">
                    <a16:creationId xmlns:a16="http://schemas.microsoft.com/office/drawing/2014/main" id="{A2029C04-91C9-D00A-A6D7-60BFDDD9FD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15675" y="7167086"/>
                <a:ext cx="781050" cy="19488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ctr">
                  <a:def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8" b="1">
                    <a:solidFill>
                      <a:srgbClr val="090D28"/>
                    </a:solidFill>
                    <a:latin typeface="Times New Roman"/>
                    <a:ea typeface="Times New Roman"/>
                    <a:cs typeface="Times New Roman"/>
                  </a:rPr>
                  <a:t>iterations</a:t>
                </a:r>
              </a:p>
            </p:txBody>
          </p:sp>
        </p:grpSp>
      </p:grpSp>
      <p:grpSp>
        <p:nvGrpSpPr>
          <p:cNvPr id="568" name="Repaired repository">
            <a:extLst>
              <a:ext uri="{FF2B5EF4-FFF2-40B4-BE49-F238E27FC236}">
                <a16:creationId xmlns:a16="http://schemas.microsoft.com/office/drawing/2014/main" id="{47F2D66A-25E3-67F4-C94C-2E7FABF10F04}"/>
              </a:ext>
            </a:extLst>
          </p:cNvPr>
          <p:cNvGrpSpPr/>
          <p:nvPr/>
        </p:nvGrpSpPr>
        <p:grpSpPr>
          <a:xfrm>
            <a:off x="12544425" y="876300"/>
            <a:ext cx="3067050" cy="3028950"/>
            <a:chOff x="12544425" y="876300"/>
            <a:chExt cx="3067050" cy="3028950"/>
          </a:xfrm>
        </p:grpSpPr>
        <p:grpSp>
          <p:nvGrpSpPr>
            <p:cNvPr id="569" name="icon-database-397">
              <a:extLst>
                <a:ext uri="{FF2B5EF4-FFF2-40B4-BE49-F238E27FC236}">
                  <a16:creationId xmlns:a16="http://schemas.microsoft.com/office/drawing/2014/main" id="{8A102D87-87B3-C625-3903-F981E3E704BA}"/>
                </a:ext>
              </a:extLst>
            </p:cNvPr>
            <p:cNvGrpSpPr/>
            <p:nvPr/>
          </p:nvGrpSpPr>
          <p:grpSpPr>
            <a:xfrm>
              <a:off x="12603956" y="877253"/>
              <a:ext cx="300038" cy="360044"/>
              <a:chOff x="12603956" y="877253"/>
              <a:chExt cx="300038" cy="360044"/>
            </a:xfrm>
          </p:grpSpPr>
          <p:sp>
            <p:nvSpPr>
              <p:cNvPr id="398" name="398 rect">
                <a:extLst>
                  <a:ext uri="{FF2B5EF4-FFF2-40B4-BE49-F238E27FC236}">
                    <a16:creationId xmlns:a16="http://schemas.microsoft.com/office/drawing/2014/main" id="{ADB8B524-44CB-A26C-CEDB-3AAC65E4AC2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03956" y="937260"/>
                <a:ext cx="300038" cy="260033"/>
              </a:xfrm>
              <a:prstGeom prst="rect">
                <a:avLst/>
              </a:prstGeom>
              <a:gradFill>
                <a:gsLst>
                  <a:gs pos="0">
                    <a:srgbClr val="64C1FA"/>
                  </a:gs>
                  <a:gs pos="100000">
                    <a:srgbClr val="87ACDF"/>
                  </a:gs>
                </a:gsLst>
                <a:lin ang="5400000"/>
              </a:gradFill>
              <a:ln w="22003">
                <a:solidFill>
                  <a:srgbClr val="090D28"/>
                </a:solidFill>
              </a:ln>
            </p:spPr>
          </p:sp>
          <p:sp>
            <p:nvSpPr>
              <p:cNvPr id="399" name="399 ellipse">
                <a:extLst>
                  <a:ext uri="{FF2B5EF4-FFF2-40B4-BE49-F238E27FC236}">
                    <a16:creationId xmlns:a16="http://schemas.microsoft.com/office/drawing/2014/main" id="{AA05C186-54F7-6BE3-0967-098FBEA4DA1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03956" y="1107281"/>
                <a:ext cx="300038" cy="130016"/>
              </a:xfrm>
              <a:prstGeom prst="ellipse">
                <a:avLst/>
              </a:prstGeom>
              <a:solidFill>
                <a:srgbClr val="94B9E8"/>
              </a:solidFill>
              <a:ln w="22003">
                <a:solidFill>
                  <a:srgbClr val="090D28"/>
                </a:solidFill>
              </a:ln>
            </p:spPr>
          </p:sp>
          <p:sp>
            <p:nvSpPr>
              <p:cNvPr id="400" name="400 rect">
                <a:extLst>
                  <a:ext uri="{FF2B5EF4-FFF2-40B4-BE49-F238E27FC236}">
                    <a16:creationId xmlns:a16="http://schemas.microsoft.com/office/drawing/2014/main" id="{34A0CF17-0F68-02AC-C4AB-86F5B3D7D3A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13958" y="1027271"/>
                <a:ext cx="280035" cy="140018"/>
              </a:xfrm>
              <a:prstGeom prst="rect">
                <a:avLst/>
              </a:prstGeom>
              <a:gradFill>
                <a:gsLst>
                  <a:gs pos="0">
                    <a:srgbClr val="64C1FA"/>
                  </a:gs>
                  <a:gs pos="100000">
                    <a:srgbClr val="9DBDE5"/>
                  </a:gs>
                </a:gsLst>
                <a:lin ang="5400000"/>
              </a:gradFill>
              <a:ln w="0">
                <a:noFill/>
              </a:ln>
            </p:spPr>
          </p:sp>
          <p:sp>
            <p:nvSpPr>
              <p:cNvPr id="401" name="401 path">
                <a:extLst>
                  <a:ext uri="{FF2B5EF4-FFF2-40B4-BE49-F238E27FC236}">
                    <a16:creationId xmlns:a16="http://schemas.microsoft.com/office/drawing/2014/main" id="{D12308E0-002C-75E8-E3E4-339E9481B8E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03956" y="1047274"/>
                <a:ext cx="300038" cy="45006"/>
              </a:xfrm>
              <a:custGeom>
                <a:avLst/>
                <a:gdLst/>
                <a:ahLst/>
                <a:cxnLst/>
                <a:rect l="0" t="0" r="0" b="0"/>
                <a:pathLst>
                  <a:path w="300038" h="45006">
                    <a:moveTo>
                      <a:pt x="0" y="0"/>
                    </a:moveTo>
                    <a:lnTo>
                      <a:pt x="7294" y="5801"/>
                    </a:lnTo>
                    <a:lnTo>
                      <a:pt x="15149" y="11201"/>
                    </a:lnTo>
                    <a:lnTo>
                      <a:pt x="23523" y="16202"/>
                    </a:lnTo>
                    <a:lnTo>
                      <a:pt x="32377" y="20803"/>
                    </a:lnTo>
                    <a:lnTo>
                      <a:pt x="41672" y="25003"/>
                    </a:lnTo>
                    <a:lnTo>
                      <a:pt x="51366" y="28804"/>
                    </a:lnTo>
                    <a:lnTo>
                      <a:pt x="61421" y="32204"/>
                    </a:lnTo>
                    <a:lnTo>
                      <a:pt x="71796" y="35204"/>
                    </a:lnTo>
                    <a:lnTo>
                      <a:pt x="82450" y="37805"/>
                    </a:lnTo>
                    <a:lnTo>
                      <a:pt x="93345" y="40005"/>
                    </a:lnTo>
                    <a:lnTo>
                      <a:pt x="104440" y="41805"/>
                    </a:lnTo>
                    <a:lnTo>
                      <a:pt x="115694" y="43205"/>
                    </a:lnTo>
                    <a:lnTo>
                      <a:pt x="127069" y="44206"/>
                    </a:lnTo>
                    <a:lnTo>
                      <a:pt x="138524" y="44806"/>
                    </a:lnTo>
                    <a:lnTo>
                      <a:pt x="150019" y="45006"/>
                    </a:lnTo>
                    <a:lnTo>
                      <a:pt x="161514" y="44806"/>
                    </a:lnTo>
                    <a:lnTo>
                      <a:pt x="172968" y="44206"/>
                    </a:lnTo>
                    <a:lnTo>
                      <a:pt x="184343" y="43205"/>
                    </a:lnTo>
                    <a:lnTo>
                      <a:pt x="195598" y="41805"/>
                    </a:lnTo>
                    <a:lnTo>
                      <a:pt x="206693" y="40005"/>
                    </a:lnTo>
                    <a:lnTo>
                      <a:pt x="217587" y="37805"/>
                    </a:lnTo>
                    <a:lnTo>
                      <a:pt x="228242" y="35204"/>
                    </a:lnTo>
                    <a:lnTo>
                      <a:pt x="238616" y="32204"/>
                    </a:lnTo>
                    <a:lnTo>
                      <a:pt x="248671" y="28804"/>
                    </a:lnTo>
                    <a:lnTo>
                      <a:pt x="258366" y="25003"/>
                    </a:lnTo>
                    <a:lnTo>
                      <a:pt x="267660" y="20803"/>
                    </a:lnTo>
                    <a:lnTo>
                      <a:pt x="276515" y="16202"/>
                    </a:lnTo>
                    <a:lnTo>
                      <a:pt x="284889" y="11201"/>
                    </a:lnTo>
                    <a:lnTo>
                      <a:pt x="292743" y="5801"/>
                    </a:lnTo>
                    <a:lnTo>
                      <a:pt x="300038" y="0"/>
                    </a:lnTo>
                  </a:path>
                </a:pathLst>
              </a:custGeom>
              <a:noFill/>
              <a:ln w="20003">
                <a:solidFill>
                  <a:srgbClr val="090D28"/>
                </a:solidFill>
              </a:ln>
            </p:spPr>
          </p:sp>
          <p:sp>
            <p:nvSpPr>
              <p:cNvPr id="402" name="402 path">
                <a:extLst>
                  <a:ext uri="{FF2B5EF4-FFF2-40B4-BE49-F238E27FC236}">
                    <a16:creationId xmlns:a16="http://schemas.microsoft.com/office/drawing/2014/main" id="{96B02A21-3C91-DB1B-1732-15ED5112318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03956" y="1127284"/>
                <a:ext cx="300038" cy="45006"/>
              </a:xfrm>
              <a:custGeom>
                <a:avLst/>
                <a:gdLst/>
                <a:ahLst/>
                <a:cxnLst/>
                <a:rect l="0" t="0" r="0" b="0"/>
                <a:pathLst>
                  <a:path w="300038" h="45006">
                    <a:moveTo>
                      <a:pt x="0" y="0"/>
                    </a:moveTo>
                    <a:lnTo>
                      <a:pt x="7294" y="5801"/>
                    </a:lnTo>
                    <a:lnTo>
                      <a:pt x="15149" y="11201"/>
                    </a:lnTo>
                    <a:lnTo>
                      <a:pt x="23523" y="16202"/>
                    </a:lnTo>
                    <a:lnTo>
                      <a:pt x="32377" y="20803"/>
                    </a:lnTo>
                    <a:lnTo>
                      <a:pt x="41672" y="25003"/>
                    </a:lnTo>
                    <a:lnTo>
                      <a:pt x="51366" y="28804"/>
                    </a:lnTo>
                    <a:lnTo>
                      <a:pt x="61421" y="32204"/>
                    </a:lnTo>
                    <a:lnTo>
                      <a:pt x="71796" y="35204"/>
                    </a:lnTo>
                    <a:lnTo>
                      <a:pt x="82450" y="37805"/>
                    </a:lnTo>
                    <a:lnTo>
                      <a:pt x="93345" y="40005"/>
                    </a:lnTo>
                    <a:lnTo>
                      <a:pt x="104440" y="41805"/>
                    </a:lnTo>
                    <a:lnTo>
                      <a:pt x="115694" y="43205"/>
                    </a:lnTo>
                    <a:lnTo>
                      <a:pt x="127069" y="44206"/>
                    </a:lnTo>
                    <a:lnTo>
                      <a:pt x="138524" y="44806"/>
                    </a:lnTo>
                    <a:lnTo>
                      <a:pt x="150019" y="45006"/>
                    </a:lnTo>
                    <a:lnTo>
                      <a:pt x="161514" y="44806"/>
                    </a:lnTo>
                    <a:lnTo>
                      <a:pt x="172968" y="44206"/>
                    </a:lnTo>
                    <a:lnTo>
                      <a:pt x="184343" y="43205"/>
                    </a:lnTo>
                    <a:lnTo>
                      <a:pt x="195598" y="41805"/>
                    </a:lnTo>
                    <a:lnTo>
                      <a:pt x="206693" y="40005"/>
                    </a:lnTo>
                    <a:lnTo>
                      <a:pt x="217587" y="37805"/>
                    </a:lnTo>
                    <a:lnTo>
                      <a:pt x="228242" y="35204"/>
                    </a:lnTo>
                    <a:lnTo>
                      <a:pt x="238616" y="32204"/>
                    </a:lnTo>
                    <a:lnTo>
                      <a:pt x="248671" y="28804"/>
                    </a:lnTo>
                    <a:lnTo>
                      <a:pt x="258366" y="25003"/>
                    </a:lnTo>
                    <a:lnTo>
                      <a:pt x="267660" y="20803"/>
                    </a:lnTo>
                    <a:lnTo>
                      <a:pt x="276515" y="16202"/>
                    </a:lnTo>
                    <a:lnTo>
                      <a:pt x="284889" y="11201"/>
                    </a:lnTo>
                    <a:lnTo>
                      <a:pt x="292743" y="5801"/>
                    </a:lnTo>
                    <a:lnTo>
                      <a:pt x="300038" y="0"/>
                    </a:lnTo>
                  </a:path>
                </a:pathLst>
              </a:custGeom>
              <a:noFill/>
              <a:ln w="20003">
                <a:solidFill>
                  <a:srgbClr val="090D28"/>
                </a:solidFill>
              </a:ln>
            </p:spPr>
          </p:sp>
          <p:sp>
            <p:nvSpPr>
              <p:cNvPr id="403" name="403 ellipse">
                <a:extLst>
                  <a:ext uri="{FF2B5EF4-FFF2-40B4-BE49-F238E27FC236}">
                    <a16:creationId xmlns:a16="http://schemas.microsoft.com/office/drawing/2014/main" id="{36AFB714-BC24-0C4E-FB57-926BC813DAA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03956" y="877253"/>
                <a:ext cx="300038" cy="130016"/>
              </a:xfrm>
              <a:prstGeom prst="ellipse">
                <a:avLst/>
              </a:prstGeom>
              <a:solidFill>
                <a:srgbClr val="64C1FA"/>
              </a:solidFill>
              <a:ln w="22003">
                <a:solidFill>
                  <a:srgbClr val="090D28"/>
                </a:solidFill>
              </a:ln>
            </p:spPr>
          </p:sp>
        </p:grpSp>
        <p:grpSp>
          <p:nvGrpSpPr>
            <p:cNvPr id="570" name="icon-check-403">
              <a:extLst>
                <a:ext uri="{FF2B5EF4-FFF2-40B4-BE49-F238E27FC236}">
                  <a16:creationId xmlns:a16="http://schemas.microsoft.com/office/drawing/2014/main" id="{C62B049A-5C57-898A-5767-D46B46A84AD9}"/>
                </a:ext>
              </a:extLst>
            </p:cNvPr>
            <p:cNvGrpSpPr/>
            <p:nvPr/>
          </p:nvGrpSpPr>
          <p:grpSpPr>
            <a:xfrm>
              <a:off x="12798266" y="1044416"/>
              <a:ext cx="235268" cy="235268"/>
              <a:chOff x="12798266" y="1044416"/>
              <a:chExt cx="235268" cy="235268"/>
            </a:xfrm>
          </p:grpSpPr>
          <p:sp>
            <p:nvSpPr>
              <p:cNvPr id="404" name="404 ellipse">
                <a:extLst>
                  <a:ext uri="{FF2B5EF4-FFF2-40B4-BE49-F238E27FC236}">
                    <a16:creationId xmlns:a16="http://schemas.microsoft.com/office/drawing/2014/main" id="{79F92485-82E5-BA16-2D5C-A1ABB224FB4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798266" y="1044416"/>
                <a:ext cx="235268" cy="235268"/>
              </a:xfrm>
              <a:prstGeom prst="ellipse">
                <a:avLst/>
              </a:prstGeom>
              <a:gradFill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w="3715">
                <a:solidFill>
                  <a:srgbClr val="198D48"/>
                </a:solidFill>
              </a:ln>
            </p:spPr>
          </p:sp>
          <p:sp>
            <p:nvSpPr>
              <p:cNvPr id="405" name="405 path">
                <a:extLst>
                  <a:ext uri="{FF2B5EF4-FFF2-40B4-BE49-F238E27FC236}">
                    <a16:creationId xmlns:a16="http://schemas.microsoft.com/office/drawing/2014/main" id="{5362FC4A-14B4-3B21-EE75-1FE1D3B9798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53988" y="1112520"/>
                <a:ext cx="117634" cy="92869"/>
              </a:xfrm>
              <a:custGeom>
                <a:avLst/>
                <a:gdLst/>
                <a:ahLst/>
                <a:cxnLst/>
                <a:rect l="0" t="0" r="0" b="0"/>
                <a:pathLst>
                  <a:path w="117634" h="92869">
                    <a:moveTo>
                      <a:pt x="0" y="49530"/>
                    </a:moveTo>
                    <a:lnTo>
                      <a:pt x="43339" y="92869"/>
                    </a:lnTo>
                    <a:lnTo>
                      <a:pt x="117634" y="0"/>
                    </a:lnTo>
                  </a:path>
                </a:pathLst>
              </a:custGeom>
              <a:noFill/>
              <a:ln w="24765">
                <a:solidFill>
                  <a:srgbClr val="FFFFFF"/>
                </a:solidFill>
              </a:ln>
            </p:spPr>
          </p:sp>
        </p:grpSp>
        <p:sp>
          <p:nvSpPr>
            <p:cNvPr id="406" name="406 Repaired Repository">
              <a:extLst>
                <a:ext uri="{FF2B5EF4-FFF2-40B4-BE49-F238E27FC236}">
                  <a16:creationId xmlns:a16="http://schemas.microsoft.com/office/drawing/2014/main" id="{195A56F3-F1BE-938F-604A-C9163BB1F49D}"/>
                </a:ext>
              </a:extLst>
            </p:cNvPr>
            <p:cNvSpPr>
              <a:spLocks/>
            </p:cNvSpPr>
            <p:nvPr/>
          </p:nvSpPr>
          <p:spPr>
            <a:xfrm>
              <a:off x="13173075" y="876300"/>
              <a:ext cx="2381250" cy="31889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202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02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Repaired Repository</a:t>
              </a:r>
            </a:p>
          </p:txBody>
        </p:sp>
        <p:sp>
          <p:nvSpPr>
            <p:cNvPr id="407" name="407 rect">
              <a:extLst>
                <a:ext uri="{FF2B5EF4-FFF2-40B4-BE49-F238E27FC236}">
                  <a16:creationId xmlns:a16="http://schemas.microsoft.com/office/drawing/2014/main" id="{69FB570D-09B6-6E4B-BADE-DF9CF3E508E5}"/>
                </a:ext>
              </a:extLst>
            </p:cNvPr>
            <p:cNvSpPr>
              <a:spLocks/>
            </p:cNvSpPr>
            <p:nvPr/>
          </p:nvSpPr>
          <p:spPr>
            <a:xfrm>
              <a:off x="12544425" y="1352550"/>
              <a:ext cx="3067050" cy="2552700"/>
            </a:xfrm>
            <a:prstGeom prst="roundRect">
              <a:avLst>
                <a:gd name="adj" fmla="val 4104"/>
              </a:avLst>
            </a:prstGeom>
            <a:solidFill>
              <a:srgbClr val="FFFFFF"/>
            </a:solidFill>
            <a:ln w="10478">
              <a:solidFill>
                <a:srgbClr val="6C88A0"/>
              </a:solidFill>
            </a:ln>
          </p:spPr>
        </p:sp>
        <p:grpSp>
          <p:nvGrpSpPr>
            <p:cNvPr id="571" name="icon-folder-407">
              <a:extLst>
                <a:ext uri="{FF2B5EF4-FFF2-40B4-BE49-F238E27FC236}">
                  <a16:creationId xmlns:a16="http://schemas.microsoft.com/office/drawing/2014/main" id="{15C6326D-D863-0C2C-9118-A038649DE46E}"/>
                </a:ext>
              </a:extLst>
            </p:cNvPr>
            <p:cNvGrpSpPr/>
            <p:nvPr/>
          </p:nvGrpSpPr>
          <p:grpSpPr>
            <a:xfrm>
              <a:off x="12694206" y="1521619"/>
              <a:ext cx="186214" cy="136922"/>
              <a:chOff x="12694206" y="1521619"/>
              <a:chExt cx="186214" cy="136922"/>
            </a:xfrm>
          </p:grpSpPr>
          <p:sp>
            <p:nvSpPr>
              <p:cNvPr id="408" name="408 path">
                <a:extLst>
                  <a:ext uri="{FF2B5EF4-FFF2-40B4-BE49-F238E27FC236}">
                    <a16:creationId xmlns:a16="http://schemas.microsoft.com/office/drawing/2014/main" id="{A76A6852-57A6-7D35-C239-65BFA85B94F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94206" y="1521619"/>
                <a:ext cx="186214" cy="136922"/>
              </a:xfrm>
              <a:custGeom>
                <a:avLst/>
                <a:gdLst/>
                <a:ahLst/>
                <a:cxnLst/>
                <a:rect l="0" t="0" r="0" b="0"/>
                <a:pathLst>
                  <a:path w="186214" h="136922">
                    <a:moveTo>
                      <a:pt x="0" y="0"/>
                    </a:moveTo>
                    <a:lnTo>
                      <a:pt x="65723" y="0"/>
                    </a:lnTo>
                    <a:lnTo>
                      <a:pt x="82153" y="21908"/>
                    </a:lnTo>
                    <a:lnTo>
                      <a:pt x="186214" y="21908"/>
                    </a:lnTo>
                    <a:lnTo>
                      <a:pt x="186214" y="136922"/>
                    </a:lnTo>
                    <a:lnTo>
                      <a:pt x="0" y="136922"/>
                    </a:lnTo>
                    <a:close/>
                  </a:path>
                </a:pathLst>
              </a:custGeom>
              <a:solidFill>
                <a:srgbClr val="D2ECFF"/>
              </a:solidFill>
              <a:ln w="10954">
                <a:solidFill>
                  <a:srgbClr val="003496"/>
                </a:solidFill>
              </a:ln>
            </p:spPr>
          </p:sp>
          <p:sp>
            <p:nvSpPr>
              <p:cNvPr id="409" name="409 path">
                <a:extLst>
                  <a:ext uri="{FF2B5EF4-FFF2-40B4-BE49-F238E27FC236}">
                    <a16:creationId xmlns:a16="http://schemas.microsoft.com/office/drawing/2014/main" id="{7DA1B85C-62A3-DB5C-998E-F5374781704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699683" y="1559957"/>
                <a:ext cx="175260" cy="98584"/>
              </a:xfrm>
              <a:custGeom>
                <a:avLst/>
                <a:gdLst/>
                <a:ahLst/>
                <a:cxnLst/>
                <a:rect l="0" t="0" r="0" b="0"/>
                <a:pathLst>
                  <a:path w="175260" h="98584">
                    <a:moveTo>
                      <a:pt x="0" y="0"/>
                    </a:moveTo>
                    <a:lnTo>
                      <a:pt x="175260" y="0"/>
                    </a:lnTo>
                    <a:lnTo>
                      <a:pt x="175260" y="98584"/>
                    </a:lnTo>
                    <a:lnTo>
                      <a:pt x="0" y="98584"/>
                    </a:lnTo>
                    <a:close/>
                  </a:path>
                </a:pathLst>
              </a:custGeom>
              <a:solidFill>
                <a:srgbClr val="F7FCFF"/>
              </a:solidFill>
              <a:ln w="7120">
                <a:solidFill>
                  <a:srgbClr val="003496"/>
                </a:solidFill>
              </a:ln>
            </p:spPr>
          </p:sp>
        </p:grpSp>
        <p:sp>
          <p:nvSpPr>
            <p:cNvPr id="410" name="410 migrated_project/">
              <a:extLst>
                <a:ext uri="{FF2B5EF4-FFF2-40B4-BE49-F238E27FC236}">
                  <a16:creationId xmlns:a16="http://schemas.microsoft.com/office/drawing/2014/main" id="{D89A647B-FA6B-43B9-015A-A68E254A501F}"/>
                </a:ext>
              </a:extLst>
            </p:cNvPr>
            <p:cNvSpPr>
              <a:spLocks/>
            </p:cNvSpPr>
            <p:nvPr/>
          </p:nvSpPr>
          <p:spPr>
            <a:xfrm>
              <a:off x="13001625" y="1447800"/>
              <a:ext cx="1952625" cy="248031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migrated_project/</a:t>
              </a:r>
            </a:p>
          </p:txBody>
        </p:sp>
        <p:sp>
          <p:nvSpPr>
            <p:cNvPr id="411" name="411 path">
              <a:extLst>
                <a:ext uri="{FF2B5EF4-FFF2-40B4-BE49-F238E27FC236}">
                  <a16:creationId xmlns:a16="http://schemas.microsoft.com/office/drawing/2014/main" id="{3E0E77FC-2F59-714B-F3FC-A36B2EFA794E}"/>
                </a:ext>
              </a:extLst>
            </p:cNvPr>
            <p:cNvSpPr>
              <a:spLocks/>
            </p:cNvSpPr>
            <p:nvPr/>
          </p:nvSpPr>
          <p:spPr>
            <a:xfrm>
              <a:off x="12763500" y="1704975"/>
              <a:ext cx="95" cy="1838325"/>
            </a:xfrm>
            <a:custGeom>
              <a:avLst/>
              <a:gdLst/>
              <a:ahLst/>
              <a:cxnLst/>
              <a:rect l="0" t="0" r="0" b="0"/>
              <a:pathLst>
                <a:path w="95" h="1838325">
                  <a:moveTo>
                    <a:pt x="0" y="0"/>
                  </a:moveTo>
                  <a:lnTo>
                    <a:pt x="0" y="1838325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sp>
          <p:nvSpPr>
            <p:cNvPr id="412" name="412 path">
              <a:extLst>
                <a:ext uri="{FF2B5EF4-FFF2-40B4-BE49-F238E27FC236}">
                  <a16:creationId xmlns:a16="http://schemas.microsoft.com/office/drawing/2014/main" id="{05F29E30-AEC1-271C-3C17-9ED14563A5B4}"/>
                </a:ext>
              </a:extLst>
            </p:cNvPr>
            <p:cNvSpPr>
              <a:spLocks/>
            </p:cNvSpPr>
            <p:nvPr/>
          </p:nvSpPr>
          <p:spPr>
            <a:xfrm>
              <a:off x="12763500" y="1914525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72" name="icon-python-412">
              <a:extLst>
                <a:ext uri="{FF2B5EF4-FFF2-40B4-BE49-F238E27FC236}">
                  <a16:creationId xmlns:a16="http://schemas.microsoft.com/office/drawing/2014/main" id="{930747D1-9912-B1FF-C092-C853AFAB43E5}"/>
                </a:ext>
              </a:extLst>
            </p:cNvPr>
            <p:cNvGrpSpPr/>
            <p:nvPr/>
          </p:nvGrpSpPr>
          <p:grpSpPr>
            <a:xfrm>
              <a:off x="12984480" y="1809988"/>
              <a:ext cx="200025" cy="218599"/>
              <a:chOff x="12984480" y="1809988"/>
              <a:chExt cx="200025" cy="218599"/>
            </a:xfrm>
          </p:grpSpPr>
          <p:sp>
            <p:nvSpPr>
              <p:cNvPr id="413" name="413 path">
                <a:extLst>
                  <a:ext uri="{FF2B5EF4-FFF2-40B4-BE49-F238E27FC236}">
                    <a16:creationId xmlns:a16="http://schemas.microsoft.com/office/drawing/2014/main" id="{2EC40098-D44A-70A9-171B-BFFAD519F7A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984480" y="1829276"/>
                <a:ext cx="114300" cy="173593"/>
              </a:xfrm>
              <a:custGeom>
                <a:avLst/>
                <a:gdLst/>
                <a:ahLst/>
                <a:cxnLst/>
                <a:rect l="0" t="0" r="0" b="0"/>
                <a:pathLst>
                  <a:path w="114300" h="173593">
                    <a:moveTo>
                      <a:pt x="17145" y="0"/>
                    </a:moveTo>
                    <a:lnTo>
                      <a:pt x="114300" y="0"/>
                    </a:lnTo>
                    <a:lnTo>
                      <a:pt x="114300" y="109299"/>
                    </a:lnTo>
                    <a:lnTo>
                      <a:pt x="62865" y="109299"/>
                    </a:lnTo>
                    <a:lnTo>
                      <a:pt x="62865" y="173593"/>
                    </a:lnTo>
                    <a:lnTo>
                      <a:pt x="0" y="173593"/>
                    </a:lnTo>
                    <a:lnTo>
                      <a:pt x="0" y="57864"/>
                    </a:lnTo>
                    <a:lnTo>
                      <a:pt x="17145" y="57864"/>
                    </a:lnTo>
                    <a:close/>
                  </a:path>
                </a:pathLst>
              </a:custGeom>
              <a:solidFill>
                <a:srgbClr val="4AAAE6"/>
              </a:solidFill>
              <a:ln w="10287">
                <a:solidFill>
                  <a:srgbClr val="003496"/>
                </a:solidFill>
              </a:ln>
            </p:spPr>
          </p:sp>
          <p:sp>
            <p:nvSpPr>
              <p:cNvPr id="414" name="414 path">
                <a:extLst>
                  <a:ext uri="{FF2B5EF4-FFF2-40B4-BE49-F238E27FC236}">
                    <a16:creationId xmlns:a16="http://schemas.microsoft.com/office/drawing/2014/main" id="{FEB0E0D9-5F0D-9475-6160-1932593EB50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58775" y="1809988"/>
                <a:ext cx="125730" cy="218599"/>
              </a:xfrm>
              <a:custGeom>
                <a:avLst/>
                <a:gdLst/>
                <a:ahLst/>
                <a:cxnLst/>
                <a:rect l="0" t="0" r="0" b="0"/>
                <a:pathLst>
                  <a:path w="125730" h="218599">
                    <a:moveTo>
                      <a:pt x="22860" y="64294"/>
                    </a:moveTo>
                    <a:lnTo>
                      <a:pt x="85725" y="64294"/>
                    </a:lnTo>
                    <a:lnTo>
                      <a:pt x="85725" y="0"/>
                    </a:lnTo>
                    <a:lnTo>
                      <a:pt x="125730" y="0"/>
                    </a:lnTo>
                    <a:lnTo>
                      <a:pt x="125730" y="141446"/>
                    </a:lnTo>
                    <a:lnTo>
                      <a:pt x="85725" y="141446"/>
                    </a:lnTo>
                    <a:lnTo>
                      <a:pt x="85725" y="218599"/>
                    </a:lnTo>
                    <a:lnTo>
                      <a:pt x="0" y="218599"/>
                    </a:lnTo>
                    <a:lnTo>
                      <a:pt x="0" y="122158"/>
                    </a:lnTo>
                    <a:lnTo>
                      <a:pt x="22860" y="122158"/>
                    </a:lnTo>
                    <a:close/>
                  </a:path>
                </a:pathLst>
              </a:custGeom>
              <a:solidFill>
                <a:srgbClr val="FFD936"/>
              </a:solidFill>
              <a:ln w="9144">
                <a:solidFill>
                  <a:srgbClr val="003496"/>
                </a:solidFill>
              </a:ln>
            </p:spPr>
          </p:sp>
          <p:sp>
            <p:nvSpPr>
              <p:cNvPr id="415" name="415 ellipse">
                <a:extLst>
                  <a:ext uri="{FF2B5EF4-FFF2-40B4-BE49-F238E27FC236}">
                    <a16:creationId xmlns:a16="http://schemas.microsoft.com/office/drawing/2014/main" id="{97DF7088-5F40-CBA9-A4A6-01D69B131A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24485" y="1854994"/>
                <a:ext cx="11430" cy="12859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  <p:sp>
            <p:nvSpPr>
              <p:cNvPr id="416" name="416 ellipse">
                <a:extLst>
                  <a:ext uri="{FF2B5EF4-FFF2-40B4-BE49-F238E27FC236}">
                    <a16:creationId xmlns:a16="http://schemas.microsoft.com/office/drawing/2014/main" id="{54EAD2EB-3ED2-A143-7938-CFE7583A99D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33070" y="1970723"/>
                <a:ext cx="11430" cy="12859"/>
              </a:xfrm>
              <a:prstGeom prst="ellipse">
                <a:avLst/>
              </a:prstGeom>
              <a:solidFill>
                <a:srgbClr val="FFFFFF"/>
              </a:solidFill>
              <a:ln w="0">
                <a:noFill/>
              </a:ln>
            </p:spPr>
          </p:sp>
        </p:grpSp>
        <p:sp>
          <p:nvSpPr>
            <p:cNvPr id="417" name="417 train.py">
              <a:extLst>
                <a:ext uri="{FF2B5EF4-FFF2-40B4-BE49-F238E27FC236}">
                  <a16:creationId xmlns:a16="http://schemas.microsoft.com/office/drawing/2014/main" id="{643802D5-742A-EDBF-0373-B638B413D13A}"/>
                </a:ext>
              </a:extLst>
            </p:cNvPr>
            <p:cNvSpPr>
              <a:spLocks/>
            </p:cNvSpPr>
            <p:nvPr/>
          </p:nvSpPr>
          <p:spPr>
            <a:xfrm>
              <a:off x="13363575" y="1781175"/>
              <a:ext cx="15716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train.py</a:t>
              </a:r>
            </a:p>
          </p:txBody>
        </p:sp>
        <p:grpSp>
          <p:nvGrpSpPr>
            <p:cNvPr id="573" name="icon-check-417">
              <a:extLst>
                <a:ext uri="{FF2B5EF4-FFF2-40B4-BE49-F238E27FC236}">
                  <a16:creationId xmlns:a16="http://schemas.microsoft.com/office/drawing/2014/main" id="{00D5B67E-BF94-3D9E-5C59-D212E83E3AE0}"/>
                </a:ext>
              </a:extLst>
            </p:cNvPr>
            <p:cNvGrpSpPr/>
            <p:nvPr/>
          </p:nvGrpSpPr>
          <p:grpSpPr>
            <a:xfrm>
              <a:off x="14597777" y="1824752"/>
              <a:ext cx="208121" cy="208121"/>
              <a:chOff x="14597777" y="1824752"/>
              <a:chExt cx="208121" cy="208121"/>
            </a:xfrm>
          </p:grpSpPr>
          <p:sp>
            <p:nvSpPr>
              <p:cNvPr id="418" name="418 ellipse">
                <a:extLst>
                  <a:ext uri="{FF2B5EF4-FFF2-40B4-BE49-F238E27FC236}">
                    <a16:creationId xmlns:a16="http://schemas.microsoft.com/office/drawing/2014/main" id="{F78273CA-0819-1F7B-6CA6-401C657977E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597777" y="1824752"/>
                <a:ext cx="208121" cy="208121"/>
              </a:xfrm>
              <a:prstGeom prst="ellipse">
                <a:avLst/>
              </a:prstGeom>
              <a:gradFill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w="3286">
                <a:solidFill>
                  <a:srgbClr val="198D48"/>
                </a:solidFill>
              </a:ln>
            </p:spPr>
          </p:sp>
          <p:sp>
            <p:nvSpPr>
              <p:cNvPr id="419" name="419 path">
                <a:extLst>
                  <a:ext uri="{FF2B5EF4-FFF2-40B4-BE49-F238E27FC236}">
                    <a16:creationId xmlns:a16="http://schemas.microsoft.com/office/drawing/2014/main" id="{8A3EB82D-4499-5D71-B602-12D6CDD000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7069" y="1884998"/>
                <a:ext cx="104061" cy="82153"/>
              </a:xfrm>
              <a:custGeom>
                <a:avLst/>
                <a:gdLst/>
                <a:ahLst/>
                <a:cxnLst/>
                <a:rect l="0" t="0" r="0" b="0"/>
                <a:pathLst>
                  <a:path w="104061" h="82153">
                    <a:moveTo>
                      <a:pt x="0" y="43815"/>
                    </a:moveTo>
                    <a:lnTo>
                      <a:pt x="38338" y="82153"/>
                    </a:lnTo>
                    <a:lnTo>
                      <a:pt x="104061" y="0"/>
                    </a:lnTo>
                  </a:path>
                </a:pathLst>
              </a:custGeom>
              <a:noFill/>
              <a:ln w="21908">
                <a:solidFill>
                  <a:srgbClr val="FFFFFF"/>
                </a:solidFill>
              </a:ln>
            </p:spPr>
          </p:sp>
        </p:grpSp>
        <p:sp>
          <p:nvSpPr>
            <p:cNvPr id="420" name="420 path">
              <a:extLst>
                <a:ext uri="{FF2B5EF4-FFF2-40B4-BE49-F238E27FC236}">
                  <a16:creationId xmlns:a16="http://schemas.microsoft.com/office/drawing/2014/main" id="{FA27378C-8FE2-3305-237C-017CF1C47124}"/>
                </a:ext>
              </a:extLst>
            </p:cNvPr>
            <p:cNvSpPr>
              <a:spLocks/>
            </p:cNvSpPr>
            <p:nvPr/>
          </p:nvSpPr>
          <p:spPr>
            <a:xfrm>
              <a:off x="12763500" y="2276475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74" name="icon-document-420">
              <a:extLst>
                <a:ext uri="{FF2B5EF4-FFF2-40B4-BE49-F238E27FC236}">
                  <a16:creationId xmlns:a16="http://schemas.microsoft.com/office/drawing/2014/main" id="{A097DA17-B830-345B-0B5E-8A3EC0712D46}"/>
                </a:ext>
              </a:extLst>
            </p:cNvPr>
            <p:cNvGrpSpPr/>
            <p:nvPr/>
          </p:nvGrpSpPr>
          <p:grpSpPr>
            <a:xfrm>
              <a:off x="13018770" y="2165509"/>
              <a:ext cx="148590" cy="231458"/>
              <a:chOff x="13018770" y="2165509"/>
              <a:chExt cx="148590" cy="231458"/>
            </a:xfrm>
          </p:grpSpPr>
          <p:sp>
            <p:nvSpPr>
              <p:cNvPr id="421" name="421 path">
                <a:extLst>
                  <a:ext uri="{FF2B5EF4-FFF2-40B4-BE49-F238E27FC236}">
                    <a16:creationId xmlns:a16="http://schemas.microsoft.com/office/drawing/2014/main" id="{B6A82F51-0332-FB12-4440-8609762CE25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18770" y="2165509"/>
                <a:ext cx="148590" cy="231458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8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8"/>
                    </a:lnTo>
                    <a:lnTo>
                      <a:pt x="0" y="231458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422" name="422 path">
                <a:extLst>
                  <a:ext uri="{FF2B5EF4-FFF2-40B4-BE49-F238E27FC236}">
                    <a16:creationId xmlns:a16="http://schemas.microsoft.com/office/drawing/2014/main" id="{CA139A33-D7E4-F625-CDDB-909DED3EAEF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5925" y="2165509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23" name="423 path">
                <a:extLst>
                  <a:ext uri="{FF2B5EF4-FFF2-40B4-BE49-F238E27FC236}">
                    <a16:creationId xmlns:a16="http://schemas.microsoft.com/office/drawing/2014/main" id="{DC83C862-8A49-6859-C049-450C06A82FE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26837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24" name="424 path">
                <a:extLst>
                  <a:ext uri="{FF2B5EF4-FFF2-40B4-BE49-F238E27FC236}">
                    <a16:creationId xmlns:a16="http://schemas.microsoft.com/office/drawing/2014/main" id="{A37D7E2A-5622-0025-EC12-FDFAC4C506E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300526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25" name="425 path">
                <a:extLst>
                  <a:ext uri="{FF2B5EF4-FFF2-40B4-BE49-F238E27FC236}">
                    <a16:creationId xmlns:a16="http://schemas.microsoft.com/office/drawing/2014/main" id="{25BFFE87-A52C-CDE1-D892-948537A23E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332673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26" name="426 path">
                <a:extLst>
                  <a:ext uri="{FF2B5EF4-FFF2-40B4-BE49-F238E27FC236}">
                    <a16:creationId xmlns:a16="http://schemas.microsoft.com/office/drawing/2014/main" id="{E67F3937-B4ED-E7DA-F8D4-8C7D913EC5B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36481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427" name="427 model.py">
              <a:extLst>
                <a:ext uri="{FF2B5EF4-FFF2-40B4-BE49-F238E27FC236}">
                  <a16:creationId xmlns:a16="http://schemas.microsoft.com/office/drawing/2014/main" id="{66C37A74-5BEC-C2BD-D9D7-7904A027C77C}"/>
                </a:ext>
              </a:extLst>
            </p:cNvPr>
            <p:cNvSpPr>
              <a:spLocks/>
            </p:cNvSpPr>
            <p:nvPr/>
          </p:nvSpPr>
          <p:spPr>
            <a:xfrm>
              <a:off x="13363575" y="2143125"/>
              <a:ext cx="15716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model.py</a:t>
              </a:r>
            </a:p>
          </p:txBody>
        </p:sp>
        <p:grpSp>
          <p:nvGrpSpPr>
            <p:cNvPr id="575" name="icon-check-427">
              <a:extLst>
                <a:ext uri="{FF2B5EF4-FFF2-40B4-BE49-F238E27FC236}">
                  <a16:creationId xmlns:a16="http://schemas.microsoft.com/office/drawing/2014/main" id="{1EB33D21-C110-42F5-EAFC-AF5F89ED13E4}"/>
                </a:ext>
              </a:extLst>
            </p:cNvPr>
            <p:cNvGrpSpPr/>
            <p:nvPr/>
          </p:nvGrpSpPr>
          <p:grpSpPr>
            <a:xfrm>
              <a:off x="14597777" y="2186702"/>
              <a:ext cx="208121" cy="208121"/>
              <a:chOff x="14597777" y="2186702"/>
              <a:chExt cx="208121" cy="208121"/>
            </a:xfrm>
          </p:grpSpPr>
          <p:sp>
            <p:nvSpPr>
              <p:cNvPr id="428" name="428 ellipse">
                <a:extLst>
                  <a:ext uri="{FF2B5EF4-FFF2-40B4-BE49-F238E27FC236}">
                    <a16:creationId xmlns:a16="http://schemas.microsoft.com/office/drawing/2014/main" id="{917AF58D-DA73-8A05-E0E7-F3973755AB4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597777" y="2186702"/>
                <a:ext cx="208121" cy="208121"/>
              </a:xfrm>
              <a:prstGeom prst="ellipse">
                <a:avLst/>
              </a:prstGeom>
              <a:gradFill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w="3286">
                <a:solidFill>
                  <a:srgbClr val="198D48"/>
                </a:solidFill>
              </a:ln>
            </p:spPr>
          </p:sp>
          <p:sp>
            <p:nvSpPr>
              <p:cNvPr id="429" name="429 path">
                <a:extLst>
                  <a:ext uri="{FF2B5EF4-FFF2-40B4-BE49-F238E27FC236}">
                    <a16:creationId xmlns:a16="http://schemas.microsoft.com/office/drawing/2014/main" id="{75601F71-04BD-991B-FEF9-97BD78420CA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7069" y="2246948"/>
                <a:ext cx="104061" cy="82153"/>
              </a:xfrm>
              <a:custGeom>
                <a:avLst/>
                <a:gdLst/>
                <a:ahLst/>
                <a:cxnLst/>
                <a:rect l="0" t="0" r="0" b="0"/>
                <a:pathLst>
                  <a:path w="104061" h="82153">
                    <a:moveTo>
                      <a:pt x="0" y="43815"/>
                    </a:moveTo>
                    <a:lnTo>
                      <a:pt x="38338" y="82153"/>
                    </a:lnTo>
                    <a:lnTo>
                      <a:pt x="104061" y="0"/>
                    </a:lnTo>
                  </a:path>
                </a:pathLst>
              </a:custGeom>
              <a:noFill/>
              <a:ln w="21908">
                <a:solidFill>
                  <a:srgbClr val="FFFFFF"/>
                </a:solidFill>
              </a:ln>
            </p:spPr>
          </p:sp>
        </p:grpSp>
        <p:sp>
          <p:nvSpPr>
            <p:cNvPr id="430" name="430 path">
              <a:extLst>
                <a:ext uri="{FF2B5EF4-FFF2-40B4-BE49-F238E27FC236}">
                  <a16:creationId xmlns:a16="http://schemas.microsoft.com/office/drawing/2014/main" id="{5232646D-A860-B832-33B2-3CC2C7CF894A}"/>
                </a:ext>
              </a:extLst>
            </p:cNvPr>
            <p:cNvSpPr>
              <a:spLocks/>
            </p:cNvSpPr>
            <p:nvPr/>
          </p:nvSpPr>
          <p:spPr>
            <a:xfrm>
              <a:off x="12763500" y="2638425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76" name="icon-document-430">
              <a:extLst>
                <a:ext uri="{FF2B5EF4-FFF2-40B4-BE49-F238E27FC236}">
                  <a16:creationId xmlns:a16="http://schemas.microsoft.com/office/drawing/2014/main" id="{0D8B9295-EBD1-DF5C-9BE0-00F13DFAB4CE}"/>
                </a:ext>
              </a:extLst>
            </p:cNvPr>
            <p:cNvGrpSpPr/>
            <p:nvPr/>
          </p:nvGrpSpPr>
          <p:grpSpPr>
            <a:xfrm>
              <a:off x="13018770" y="2527459"/>
              <a:ext cx="148590" cy="231457"/>
              <a:chOff x="13018770" y="2527459"/>
              <a:chExt cx="148590" cy="231457"/>
            </a:xfrm>
          </p:grpSpPr>
          <p:sp>
            <p:nvSpPr>
              <p:cNvPr id="431" name="431 path">
                <a:extLst>
                  <a:ext uri="{FF2B5EF4-FFF2-40B4-BE49-F238E27FC236}">
                    <a16:creationId xmlns:a16="http://schemas.microsoft.com/office/drawing/2014/main" id="{17D26649-8746-401E-AF7A-F5EA68BDE38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18770" y="2527459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432" name="432 path">
                <a:extLst>
                  <a:ext uri="{FF2B5EF4-FFF2-40B4-BE49-F238E27FC236}">
                    <a16:creationId xmlns:a16="http://schemas.microsoft.com/office/drawing/2014/main" id="{269F4B1B-8365-1D28-9E47-ADB0C19279A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5925" y="2527459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33" name="433 path">
                <a:extLst>
                  <a:ext uri="{FF2B5EF4-FFF2-40B4-BE49-F238E27FC236}">
                    <a16:creationId xmlns:a16="http://schemas.microsoft.com/office/drawing/2014/main" id="{5B8B6584-27F4-AE97-9B6F-F4D8C778DEC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63032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34" name="434 path">
                <a:extLst>
                  <a:ext uri="{FF2B5EF4-FFF2-40B4-BE49-F238E27FC236}">
                    <a16:creationId xmlns:a16="http://schemas.microsoft.com/office/drawing/2014/main" id="{923EB644-3E04-3189-55AA-BB12C01E8FC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662476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35" name="435 path">
                <a:extLst>
                  <a:ext uri="{FF2B5EF4-FFF2-40B4-BE49-F238E27FC236}">
                    <a16:creationId xmlns:a16="http://schemas.microsoft.com/office/drawing/2014/main" id="{4297A8E5-0FD8-71A4-112F-094C0E7048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694623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36" name="436 path">
                <a:extLst>
                  <a:ext uri="{FF2B5EF4-FFF2-40B4-BE49-F238E27FC236}">
                    <a16:creationId xmlns:a16="http://schemas.microsoft.com/office/drawing/2014/main" id="{DB933E77-D49E-D37A-E911-EAD40DF789A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72676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437" name="437 data.py">
              <a:extLst>
                <a:ext uri="{FF2B5EF4-FFF2-40B4-BE49-F238E27FC236}">
                  <a16:creationId xmlns:a16="http://schemas.microsoft.com/office/drawing/2014/main" id="{ACF881B1-E74D-487E-713A-B1939AE83C7E}"/>
                </a:ext>
              </a:extLst>
            </p:cNvPr>
            <p:cNvSpPr>
              <a:spLocks/>
            </p:cNvSpPr>
            <p:nvPr/>
          </p:nvSpPr>
          <p:spPr>
            <a:xfrm>
              <a:off x="13363575" y="2505075"/>
              <a:ext cx="15716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data.py</a:t>
              </a:r>
            </a:p>
          </p:txBody>
        </p:sp>
        <p:grpSp>
          <p:nvGrpSpPr>
            <p:cNvPr id="577" name="icon-check-437">
              <a:extLst>
                <a:ext uri="{FF2B5EF4-FFF2-40B4-BE49-F238E27FC236}">
                  <a16:creationId xmlns:a16="http://schemas.microsoft.com/office/drawing/2014/main" id="{DD712BC3-9172-7D64-AF74-BF690C8BAABD}"/>
                </a:ext>
              </a:extLst>
            </p:cNvPr>
            <p:cNvGrpSpPr/>
            <p:nvPr/>
          </p:nvGrpSpPr>
          <p:grpSpPr>
            <a:xfrm>
              <a:off x="14597777" y="2548652"/>
              <a:ext cx="208121" cy="208121"/>
              <a:chOff x="14597777" y="2548652"/>
              <a:chExt cx="208121" cy="208121"/>
            </a:xfrm>
          </p:grpSpPr>
          <p:sp>
            <p:nvSpPr>
              <p:cNvPr id="438" name="438 ellipse">
                <a:extLst>
                  <a:ext uri="{FF2B5EF4-FFF2-40B4-BE49-F238E27FC236}">
                    <a16:creationId xmlns:a16="http://schemas.microsoft.com/office/drawing/2014/main" id="{F3F0A3E5-8912-5F48-CE45-B48903F93C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597777" y="2548652"/>
                <a:ext cx="208121" cy="208121"/>
              </a:xfrm>
              <a:prstGeom prst="ellipse">
                <a:avLst/>
              </a:prstGeom>
              <a:gradFill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w="3286">
                <a:solidFill>
                  <a:srgbClr val="198D48"/>
                </a:solidFill>
              </a:ln>
            </p:spPr>
          </p:sp>
          <p:sp>
            <p:nvSpPr>
              <p:cNvPr id="439" name="439 path">
                <a:extLst>
                  <a:ext uri="{FF2B5EF4-FFF2-40B4-BE49-F238E27FC236}">
                    <a16:creationId xmlns:a16="http://schemas.microsoft.com/office/drawing/2014/main" id="{5C4FC2B3-0C4B-9B25-40BB-4CC7C8BD672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7069" y="2608898"/>
                <a:ext cx="104061" cy="82153"/>
              </a:xfrm>
              <a:custGeom>
                <a:avLst/>
                <a:gdLst/>
                <a:ahLst/>
                <a:cxnLst/>
                <a:rect l="0" t="0" r="0" b="0"/>
                <a:pathLst>
                  <a:path w="104061" h="82153">
                    <a:moveTo>
                      <a:pt x="0" y="43815"/>
                    </a:moveTo>
                    <a:lnTo>
                      <a:pt x="38338" y="82153"/>
                    </a:lnTo>
                    <a:lnTo>
                      <a:pt x="104061" y="0"/>
                    </a:lnTo>
                  </a:path>
                </a:pathLst>
              </a:custGeom>
              <a:noFill/>
              <a:ln w="21908">
                <a:solidFill>
                  <a:srgbClr val="FFFFFF"/>
                </a:solidFill>
              </a:ln>
            </p:spPr>
          </p:sp>
        </p:grpSp>
        <p:sp>
          <p:nvSpPr>
            <p:cNvPr id="440" name="440 path">
              <a:extLst>
                <a:ext uri="{FF2B5EF4-FFF2-40B4-BE49-F238E27FC236}">
                  <a16:creationId xmlns:a16="http://schemas.microsoft.com/office/drawing/2014/main" id="{3F0B2B7F-E2FF-0620-DE97-1C6A9CD3A470}"/>
                </a:ext>
              </a:extLst>
            </p:cNvPr>
            <p:cNvSpPr>
              <a:spLocks/>
            </p:cNvSpPr>
            <p:nvPr/>
          </p:nvSpPr>
          <p:spPr>
            <a:xfrm>
              <a:off x="12763500" y="3000375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78" name="icon-document-440">
              <a:extLst>
                <a:ext uri="{FF2B5EF4-FFF2-40B4-BE49-F238E27FC236}">
                  <a16:creationId xmlns:a16="http://schemas.microsoft.com/office/drawing/2014/main" id="{01E03C24-4041-7847-F6E8-6C2D4203119E}"/>
                </a:ext>
              </a:extLst>
            </p:cNvPr>
            <p:cNvGrpSpPr/>
            <p:nvPr/>
          </p:nvGrpSpPr>
          <p:grpSpPr>
            <a:xfrm>
              <a:off x="13018770" y="2889409"/>
              <a:ext cx="148590" cy="231457"/>
              <a:chOff x="13018770" y="2889409"/>
              <a:chExt cx="148590" cy="231457"/>
            </a:xfrm>
          </p:grpSpPr>
          <p:sp>
            <p:nvSpPr>
              <p:cNvPr id="441" name="441 path">
                <a:extLst>
                  <a:ext uri="{FF2B5EF4-FFF2-40B4-BE49-F238E27FC236}">
                    <a16:creationId xmlns:a16="http://schemas.microsoft.com/office/drawing/2014/main" id="{2F00C8AA-41C6-9D08-33BC-5A9C7164BA1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18770" y="2889409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003496"/>
                </a:solidFill>
              </a:ln>
            </p:spPr>
          </p:sp>
          <p:sp>
            <p:nvSpPr>
              <p:cNvPr id="442" name="442 path">
                <a:extLst>
                  <a:ext uri="{FF2B5EF4-FFF2-40B4-BE49-F238E27FC236}">
                    <a16:creationId xmlns:a16="http://schemas.microsoft.com/office/drawing/2014/main" id="{7BF075DD-3482-DF34-C759-B226EBB6C9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5925" y="2889409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43" name="443 path">
                <a:extLst>
                  <a:ext uri="{FF2B5EF4-FFF2-40B4-BE49-F238E27FC236}">
                    <a16:creationId xmlns:a16="http://schemas.microsoft.com/office/drawing/2014/main" id="{140350C6-86B9-591E-B7AA-5C0FF2DE9FD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299227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44" name="444 path">
                <a:extLst>
                  <a:ext uri="{FF2B5EF4-FFF2-40B4-BE49-F238E27FC236}">
                    <a16:creationId xmlns:a16="http://schemas.microsoft.com/office/drawing/2014/main" id="{714790BF-CA0F-09C8-9417-79103F137B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3024426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45" name="445 path">
                <a:extLst>
                  <a:ext uri="{FF2B5EF4-FFF2-40B4-BE49-F238E27FC236}">
                    <a16:creationId xmlns:a16="http://schemas.microsoft.com/office/drawing/2014/main" id="{9FEB7EA6-10CF-32D0-755D-C144595040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3056573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  <p:sp>
            <p:nvSpPr>
              <p:cNvPr id="446" name="446 path">
                <a:extLst>
                  <a:ext uri="{FF2B5EF4-FFF2-40B4-BE49-F238E27FC236}">
                    <a16:creationId xmlns:a16="http://schemas.microsoft.com/office/drawing/2014/main" id="{5E38D132-3188-425E-15DA-3572A169AD4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308871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003496"/>
                </a:solidFill>
              </a:ln>
            </p:spPr>
          </p:sp>
        </p:grpSp>
        <p:sp>
          <p:nvSpPr>
            <p:cNvPr id="447" name="447 utils.py">
              <a:extLst>
                <a:ext uri="{FF2B5EF4-FFF2-40B4-BE49-F238E27FC236}">
                  <a16:creationId xmlns:a16="http://schemas.microsoft.com/office/drawing/2014/main" id="{38C924CB-1F15-F794-338E-B059BA6E76A2}"/>
                </a:ext>
              </a:extLst>
            </p:cNvPr>
            <p:cNvSpPr>
              <a:spLocks/>
            </p:cNvSpPr>
            <p:nvPr/>
          </p:nvSpPr>
          <p:spPr>
            <a:xfrm>
              <a:off x="13363575" y="2867025"/>
              <a:ext cx="15716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utils.py</a:t>
              </a:r>
            </a:p>
          </p:txBody>
        </p:sp>
        <p:grpSp>
          <p:nvGrpSpPr>
            <p:cNvPr id="579" name="icon-check-447">
              <a:extLst>
                <a:ext uri="{FF2B5EF4-FFF2-40B4-BE49-F238E27FC236}">
                  <a16:creationId xmlns:a16="http://schemas.microsoft.com/office/drawing/2014/main" id="{254DE9F0-FD43-CF3D-5CC8-22086B108EFE}"/>
                </a:ext>
              </a:extLst>
            </p:cNvPr>
            <p:cNvGrpSpPr/>
            <p:nvPr/>
          </p:nvGrpSpPr>
          <p:grpSpPr>
            <a:xfrm>
              <a:off x="14597777" y="2910602"/>
              <a:ext cx="208121" cy="208121"/>
              <a:chOff x="14597777" y="2910602"/>
              <a:chExt cx="208121" cy="208121"/>
            </a:xfrm>
          </p:grpSpPr>
          <p:sp>
            <p:nvSpPr>
              <p:cNvPr id="448" name="448 ellipse">
                <a:extLst>
                  <a:ext uri="{FF2B5EF4-FFF2-40B4-BE49-F238E27FC236}">
                    <a16:creationId xmlns:a16="http://schemas.microsoft.com/office/drawing/2014/main" id="{1DF5CA86-EDBD-2FD3-58C5-CE8D893FBE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597777" y="2910602"/>
                <a:ext cx="208121" cy="208121"/>
              </a:xfrm>
              <a:prstGeom prst="ellipse">
                <a:avLst/>
              </a:prstGeom>
              <a:gradFill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w="3286">
                <a:solidFill>
                  <a:srgbClr val="198D48"/>
                </a:solidFill>
              </a:ln>
            </p:spPr>
          </p:sp>
          <p:sp>
            <p:nvSpPr>
              <p:cNvPr id="449" name="449 path">
                <a:extLst>
                  <a:ext uri="{FF2B5EF4-FFF2-40B4-BE49-F238E27FC236}">
                    <a16:creationId xmlns:a16="http://schemas.microsoft.com/office/drawing/2014/main" id="{CCDC23D6-3C9E-2AEE-8C68-3388FB216F3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7069" y="2970848"/>
                <a:ext cx="104061" cy="82153"/>
              </a:xfrm>
              <a:custGeom>
                <a:avLst/>
                <a:gdLst/>
                <a:ahLst/>
                <a:cxnLst/>
                <a:rect l="0" t="0" r="0" b="0"/>
                <a:pathLst>
                  <a:path w="104061" h="82153">
                    <a:moveTo>
                      <a:pt x="0" y="43815"/>
                    </a:moveTo>
                    <a:lnTo>
                      <a:pt x="38338" y="82153"/>
                    </a:lnTo>
                    <a:lnTo>
                      <a:pt x="104061" y="0"/>
                    </a:lnTo>
                  </a:path>
                </a:pathLst>
              </a:custGeom>
              <a:noFill/>
              <a:ln w="21908">
                <a:solidFill>
                  <a:srgbClr val="FFFFFF"/>
                </a:solidFill>
              </a:ln>
            </p:spPr>
          </p:sp>
        </p:grpSp>
        <p:sp>
          <p:nvSpPr>
            <p:cNvPr id="450" name="450 path">
              <a:extLst>
                <a:ext uri="{FF2B5EF4-FFF2-40B4-BE49-F238E27FC236}">
                  <a16:creationId xmlns:a16="http://schemas.microsoft.com/office/drawing/2014/main" id="{DC1B4C8E-B62E-39B0-C024-286B1E6D0BD9}"/>
                </a:ext>
              </a:extLst>
            </p:cNvPr>
            <p:cNvSpPr>
              <a:spLocks/>
            </p:cNvSpPr>
            <p:nvPr/>
          </p:nvSpPr>
          <p:spPr>
            <a:xfrm>
              <a:off x="12763500" y="3362325"/>
              <a:ext cx="123825" cy="95"/>
            </a:xfrm>
            <a:custGeom>
              <a:avLst/>
              <a:gdLst/>
              <a:ahLst/>
              <a:cxnLst/>
              <a:rect l="0" t="0" r="0" b="0"/>
              <a:pathLst>
                <a:path w="123825" h="95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6193">
              <a:solidFill>
                <a:srgbClr val="656F7B"/>
              </a:solidFill>
            </a:ln>
          </p:spPr>
        </p:sp>
        <p:grpSp>
          <p:nvGrpSpPr>
            <p:cNvPr id="580" name="icon-config-450">
              <a:extLst>
                <a:ext uri="{FF2B5EF4-FFF2-40B4-BE49-F238E27FC236}">
                  <a16:creationId xmlns:a16="http://schemas.microsoft.com/office/drawing/2014/main" id="{A151F09D-612F-1057-E92E-6D1C1CB89487}"/>
                </a:ext>
              </a:extLst>
            </p:cNvPr>
            <p:cNvGrpSpPr/>
            <p:nvPr/>
          </p:nvGrpSpPr>
          <p:grpSpPr>
            <a:xfrm>
              <a:off x="13018770" y="3251359"/>
              <a:ext cx="148590" cy="231457"/>
              <a:chOff x="13018770" y="3251359"/>
              <a:chExt cx="148590" cy="231457"/>
            </a:xfrm>
          </p:grpSpPr>
          <p:sp>
            <p:nvSpPr>
              <p:cNvPr id="451" name="451 path">
                <a:extLst>
                  <a:ext uri="{FF2B5EF4-FFF2-40B4-BE49-F238E27FC236}">
                    <a16:creationId xmlns:a16="http://schemas.microsoft.com/office/drawing/2014/main" id="{7EA7658F-8193-6143-D553-46AC1E209B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18770" y="3251359"/>
                <a:ext cx="148590" cy="231457"/>
              </a:xfrm>
              <a:custGeom>
                <a:avLst/>
                <a:gdLst/>
                <a:ahLst/>
                <a:cxnLst/>
                <a:rect l="0" t="0" r="0" b="0"/>
                <a:pathLst>
                  <a:path w="148590" h="231457">
                    <a:moveTo>
                      <a:pt x="0" y="0"/>
                    </a:moveTo>
                    <a:lnTo>
                      <a:pt x="97155" y="0"/>
                    </a:lnTo>
                    <a:lnTo>
                      <a:pt x="148590" y="57864"/>
                    </a:lnTo>
                    <a:lnTo>
                      <a:pt x="148590" y="231457"/>
                    </a:lnTo>
                    <a:lnTo>
                      <a:pt x="0" y="231457"/>
                    </a:lnTo>
                    <a:close/>
                  </a:path>
                </a:pathLst>
              </a:custGeom>
              <a:solidFill>
                <a:srgbClr val="F9FCFF"/>
              </a:solidFill>
              <a:ln w="11430">
                <a:solidFill>
                  <a:srgbClr val="92302D"/>
                </a:solidFill>
              </a:ln>
            </p:spPr>
          </p:sp>
          <p:sp>
            <p:nvSpPr>
              <p:cNvPr id="452" name="452 path">
                <a:extLst>
                  <a:ext uri="{FF2B5EF4-FFF2-40B4-BE49-F238E27FC236}">
                    <a16:creationId xmlns:a16="http://schemas.microsoft.com/office/drawing/2014/main" id="{C855D814-17C2-C920-7232-01CD7A58FEF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115925" y="3251359"/>
                <a:ext cx="51435" cy="64294"/>
              </a:xfrm>
              <a:custGeom>
                <a:avLst/>
                <a:gdLst/>
                <a:ahLst/>
                <a:cxnLst/>
                <a:rect l="0" t="0" r="0" b="0"/>
                <a:pathLst>
                  <a:path w="51435" h="64294">
                    <a:moveTo>
                      <a:pt x="0" y="0"/>
                    </a:moveTo>
                    <a:lnTo>
                      <a:pt x="0" y="64294"/>
                    </a:lnTo>
                    <a:lnTo>
                      <a:pt x="51435" y="64294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  <p:sp>
            <p:nvSpPr>
              <p:cNvPr id="453" name="453 path">
                <a:extLst>
                  <a:ext uri="{FF2B5EF4-FFF2-40B4-BE49-F238E27FC236}">
                    <a16:creationId xmlns:a16="http://schemas.microsoft.com/office/drawing/2014/main" id="{B50E40ED-7E97-3A1F-4B84-80BEB9916AE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335422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  <p:sp>
            <p:nvSpPr>
              <p:cNvPr id="454" name="454 path">
                <a:extLst>
                  <a:ext uri="{FF2B5EF4-FFF2-40B4-BE49-F238E27FC236}">
                    <a16:creationId xmlns:a16="http://schemas.microsoft.com/office/drawing/2014/main" id="{488FCF48-373F-8808-95BE-E01B0AADAD3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3386376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  <p:sp>
            <p:nvSpPr>
              <p:cNvPr id="455" name="455 path">
                <a:extLst>
                  <a:ext uri="{FF2B5EF4-FFF2-40B4-BE49-F238E27FC236}">
                    <a16:creationId xmlns:a16="http://schemas.microsoft.com/office/drawing/2014/main" id="{3419E527-BF39-9677-CA0C-A5D7AD360A4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3418523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  <p:sp>
            <p:nvSpPr>
              <p:cNvPr id="456" name="456 path">
                <a:extLst>
                  <a:ext uri="{FF2B5EF4-FFF2-40B4-BE49-F238E27FC236}">
                    <a16:creationId xmlns:a16="http://schemas.microsoft.com/office/drawing/2014/main" id="{AB2DBF7E-EC2C-A6C1-3BE7-4D6D0DDB260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047345" y="3450669"/>
                <a:ext cx="80010" cy="95"/>
              </a:xfrm>
              <a:custGeom>
                <a:avLst/>
                <a:gdLst/>
                <a:ahLst/>
                <a:cxnLst/>
                <a:rect l="0" t="0" r="0" b="0"/>
                <a:pathLst>
                  <a:path w="80010" h="95">
                    <a:moveTo>
                      <a:pt x="0" y="0"/>
                    </a:moveTo>
                    <a:lnTo>
                      <a:pt x="80010" y="0"/>
                    </a:lnTo>
                  </a:path>
                </a:pathLst>
              </a:custGeom>
              <a:noFill/>
              <a:ln w="8573">
                <a:solidFill>
                  <a:srgbClr val="92302D"/>
                </a:solidFill>
              </a:ln>
            </p:spPr>
          </p:sp>
        </p:grpSp>
        <p:sp>
          <p:nvSpPr>
            <p:cNvPr id="457" name="457 config.yaml">
              <a:extLst>
                <a:ext uri="{FF2B5EF4-FFF2-40B4-BE49-F238E27FC236}">
                  <a16:creationId xmlns:a16="http://schemas.microsoft.com/office/drawing/2014/main" id="{E55A05CA-B819-6A02-3BB1-04C667F1495E}"/>
                </a:ext>
              </a:extLst>
            </p:cNvPr>
            <p:cNvSpPr>
              <a:spLocks/>
            </p:cNvSpPr>
            <p:nvPr/>
          </p:nvSpPr>
          <p:spPr>
            <a:xfrm>
              <a:off x="13363575" y="3228975"/>
              <a:ext cx="1571625" cy="23622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config.yaml</a:t>
              </a:r>
            </a:p>
          </p:txBody>
        </p:sp>
        <p:grpSp>
          <p:nvGrpSpPr>
            <p:cNvPr id="581" name="icon-check-457">
              <a:extLst>
                <a:ext uri="{FF2B5EF4-FFF2-40B4-BE49-F238E27FC236}">
                  <a16:creationId xmlns:a16="http://schemas.microsoft.com/office/drawing/2014/main" id="{06BA52D8-2457-89B7-8A31-92D09D1C3B8C}"/>
                </a:ext>
              </a:extLst>
            </p:cNvPr>
            <p:cNvGrpSpPr/>
            <p:nvPr/>
          </p:nvGrpSpPr>
          <p:grpSpPr>
            <a:xfrm>
              <a:off x="14597777" y="3272552"/>
              <a:ext cx="208121" cy="208121"/>
              <a:chOff x="14597777" y="3272552"/>
              <a:chExt cx="208121" cy="208121"/>
            </a:xfrm>
          </p:grpSpPr>
          <p:sp>
            <p:nvSpPr>
              <p:cNvPr id="458" name="458 ellipse">
                <a:extLst>
                  <a:ext uri="{FF2B5EF4-FFF2-40B4-BE49-F238E27FC236}">
                    <a16:creationId xmlns:a16="http://schemas.microsoft.com/office/drawing/2014/main" id="{59F80A03-D8C4-C624-A9CE-9B10EEA4EF0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597777" y="3272552"/>
                <a:ext cx="208121" cy="208121"/>
              </a:xfrm>
              <a:prstGeom prst="ellipse">
                <a:avLst/>
              </a:prstGeom>
              <a:gradFill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w="3286">
                <a:solidFill>
                  <a:srgbClr val="198D48"/>
                </a:solidFill>
              </a:ln>
            </p:spPr>
          </p:sp>
          <p:sp>
            <p:nvSpPr>
              <p:cNvPr id="459" name="459 path">
                <a:extLst>
                  <a:ext uri="{FF2B5EF4-FFF2-40B4-BE49-F238E27FC236}">
                    <a16:creationId xmlns:a16="http://schemas.microsoft.com/office/drawing/2014/main" id="{C32BF7DC-34E8-2300-11DE-DDA32B2A961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47069" y="3332798"/>
                <a:ext cx="104061" cy="82153"/>
              </a:xfrm>
              <a:custGeom>
                <a:avLst/>
                <a:gdLst/>
                <a:ahLst/>
                <a:cxnLst/>
                <a:rect l="0" t="0" r="0" b="0"/>
                <a:pathLst>
                  <a:path w="104061" h="82153">
                    <a:moveTo>
                      <a:pt x="0" y="43815"/>
                    </a:moveTo>
                    <a:lnTo>
                      <a:pt x="38338" y="82153"/>
                    </a:lnTo>
                    <a:lnTo>
                      <a:pt x="104061" y="0"/>
                    </a:lnTo>
                  </a:path>
                </a:pathLst>
              </a:custGeom>
              <a:noFill/>
              <a:ln w="21908">
                <a:solidFill>
                  <a:srgbClr val="FFFFFF"/>
                </a:solidFill>
              </a:ln>
            </p:spPr>
          </p:sp>
        </p:grpSp>
        <p:sp>
          <p:nvSpPr>
            <p:cNvPr id="460" name="460 …">
              <a:extLst>
                <a:ext uri="{FF2B5EF4-FFF2-40B4-BE49-F238E27FC236}">
                  <a16:creationId xmlns:a16="http://schemas.microsoft.com/office/drawing/2014/main" id="{6035A543-CD05-11A1-1A68-EECE35A05298}"/>
                </a:ext>
              </a:extLst>
            </p:cNvPr>
            <p:cNvSpPr>
              <a:spLocks/>
            </p:cNvSpPr>
            <p:nvPr/>
          </p:nvSpPr>
          <p:spPr>
            <a:xfrm>
              <a:off x="12973050" y="3486150"/>
              <a:ext cx="476250" cy="190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…</a:t>
              </a:r>
            </a:p>
          </p:txBody>
        </p:sp>
      </p:grpSp>
      <p:grpSp>
        <p:nvGrpSpPr>
          <p:cNvPr id="582" name="Migration success">
            <a:extLst>
              <a:ext uri="{FF2B5EF4-FFF2-40B4-BE49-F238E27FC236}">
                <a16:creationId xmlns:a16="http://schemas.microsoft.com/office/drawing/2014/main" id="{787BBFAC-946D-77CF-0A6F-85826EBF3A47}"/>
              </a:ext>
            </a:extLst>
          </p:cNvPr>
          <p:cNvGrpSpPr/>
          <p:nvPr/>
        </p:nvGrpSpPr>
        <p:grpSpPr>
          <a:xfrm>
            <a:off x="12544425" y="4048125"/>
            <a:ext cx="3067050" cy="790575"/>
            <a:chOff x="12544425" y="4048125"/>
            <a:chExt cx="3067050" cy="790575"/>
          </a:xfrm>
        </p:grpSpPr>
        <p:sp>
          <p:nvSpPr>
            <p:cNvPr id="461" name="461 rect">
              <a:extLst>
                <a:ext uri="{FF2B5EF4-FFF2-40B4-BE49-F238E27FC236}">
                  <a16:creationId xmlns:a16="http://schemas.microsoft.com/office/drawing/2014/main" id="{7589E401-A2DE-C9E2-17A1-76A1EF867762}"/>
                </a:ext>
              </a:extLst>
            </p:cNvPr>
            <p:cNvSpPr>
              <a:spLocks/>
            </p:cNvSpPr>
            <p:nvPr/>
          </p:nvSpPr>
          <p:spPr>
            <a:xfrm>
              <a:off x="12544425" y="4048125"/>
              <a:ext cx="3067050" cy="790575"/>
            </a:xfrm>
            <a:prstGeom prst="roundRect">
              <a:avLst>
                <a:gd name="adj" fmla="val 14458"/>
              </a:avLst>
            </a:prstGeom>
            <a:gradFill>
              <a:gsLst>
                <a:gs pos="0">
                  <a:srgbClr val="E5FFF0"/>
                </a:gs>
                <a:gs pos="100000">
                  <a:srgbClr val="F3FFF8"/>
                </a:gs>
              </a:gsLst>
              <a:lin ang="5400000"/>
            </a:gradFill>
            <a:ln w="10478">
              <a:solidFill>
                <a:srgbClr val="4EBD88"/>
              </a:solidFill>
            </a:ln>
          </p:spPr>
        </p:sp>
        <p:grpSp>
          <p:nvGrpSpPr>
            <p:cNvPr id="583" name="icon-check-461">
              <a:extLst>
                <a:ext uri="{FF2B5EF4-FFF2-40B4-BE49-F238E27FC236}">
                  <a16:creationId xmlns:a16="http://schemas.microsoft.com/office/drawing/2014/main" id="{94D93988-BE55-F376-B09B-B1F7E908B3A0}"/>
                </a:ext>
              </a:extLst>
            </p:cNvPr>
            <p:cNvGrpSpPr/>
            <p:nvPr/>
          </p:nvGrpSpPr>
          <p:grpSpPr>
            <a:xfrm>
              <a:off x="12709208" y="4184333"/>
              <a:ext cx="470535" cy="470535"/>
              <a:chOff x="12709208" y="4184333"/>
              <a:chExt cx="470535" cy="470535"/>
            </a:xfrm>
          </p:grpSpPr>
          <p:sp>
            <p:nvSpPr>
              <p:cNvPr id="462" name="462 ellipse">
                <a:extLst>
                  <a:ext uri="{FF2B5EF4-FFF2-40B4-BE49-F238E27FC236}">
                    <a16:creationId xmlns:a16="http://schemas.microsoft.com/office/drawing/2014/main" id="{7E887797-4CBF-72D7-2B63-C9FC966866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709208" y="4184333"/>
                <a:ext cx="470535" cy="470535"/>
              </a:xfrm>
              <a:prstGeom prst="ellipse">
                <a:avLst/>
              </a:prstGeom>
              <a:gradFill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w="7430">
                <a:solidFill>
                  <a:srgbClr val="198D48"/>
                </a:solidFill>
              </a:ln>
            </p:spPr>
          </p:sp>
          <p:sp>
            <p:nvSpPr>
              <p:cNvPr id="463" name="463 path">
                <a:extLst>
                  <a:ext uri="{FF2B5EF4-FFF2-40B4-BE49-F238E27FC236}">
                    <a16:creationId xmlns:a16="http://schemas.microsoft.com/office/drawing/2014/main" id="{7F47798C-FDB6-187D-14AD-D50CE65858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20650" y="4320540"/>
                <a:ext cx="235268" cy="185738"/>
              </a:xfrm>
              <a:custGeom>
                <a:avLst/>
                <a:gdLst/>
                <a:ahLst/>
                <a:cxnLst/>
                <a:rect l="0" t="0" r="0" b="0"/>
                <a:pathLst>
                  <a:path w="235268" h="185738">
                    <a:moveTo>
                      <a:pt x="0" y="99060"/>
                    </a:moveTo>
                    <a:lnTo>
                      <a:pt x="86677" y="185738"/>
                    </a:lnTo>
                    <a:lnTo>
                      <a:pt x="235268" y="0"/>
                    </a:lnTo>
                  </a:path>
                </a:pathLst>
              </a:custGeom>
              <a:noFill/>
              <a:ln w="49530">
                <a:solidFill>
                  <a:srgbClr val="FFFFFF"/>
                </a:solidFill>
              </a:ln>
            </p:spPr>
          </p:sp>
        </p:grpSp>
        <p:sp>
          <p:nvSpPr>
            <p:cNvPr id="464" name="464 Migration successful">
              <a:extLst>
                <a:ext uri="{FF2B5EF4-FFF2-40B4-BE49-F238E27FC236}">
                  <a16:creationId xmlns:a16="http://schemas.microsoft.com/office/drawing/2014/main" id="{878418A2-F94F-D412-D6CB-6C150750CEF4}"/>
                </a:ext>
              </a:extLst>
            </p:cNvPr>
            <p:cNvSpPr>
              <a:spLocks/>
            </p:cNvSpPr>
            <p:nvPr/>
          </p:nvSpPr>
          <p:spPr>
            <a:xfrm>
              <a:off x="13315950" y="4200525"/>
              <a:ext cx="2228850" cy="30472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93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935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Migration successful</a:t>
              </a:r>
            </a:p>
          </p:txBody>
        </p:sp>
        <p:sp>
          <p:nvSpPr>
            <p:cNvPr id="465" name="465 Functionally correct and behaviorally aligned">
              <a:extLst>
                <a:ext uri="{FF2B5EF4-FFF2-40B4-BE49-F238E27FC236}">
                  <a16:creationId xmlns:a16="http://schemas.microsoft.com/office/drawing/2014/main" id="{5CEFFA2A-87C7-05C7-6B13-8B93B876612B}"/>
                </a:ext>
              </a:extLst>
            </p:cNvPr>
            <p:cNvSpPr>
              <a:spLocks/>
            </p:cNvSpPr>
            <p:nvPr/>
          </p:nvSpPr>
          <p:spPr>
            <a:xfrm>
              <a:off x="13315950" y="4514850"/>
              <a:ext cx="2228850" cy="14645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93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30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Functionally correct and behaviorally aligned</a:t>
              </a:r>
            </a:p>
          </p:txBody>
        </p:sp>
      </p:grpSp>
      <p:grpSp>
        <p:nvGrpSpPr>
          <p:cNvPr id="584" name="Verified execution">
            <a:extLst>
              <a:ext uri="{FF2B5EF4-FFF2-40B4-BE49-F238E27FC236}">
                <a16:creationId xmlns:a16="http://schemas.microsoft.com/office/drawing/2014/main" id="{23EC83D0-9BC8-B295-D094-9BE8FE7AC615}"/>
              </a:ext>
            </a:extLst>
          </p:cNvPr>
          <p:cNvGrpSpPr/>
          <p:nvPr/>
        </p:nvGrpSpPr>
        <p:grpSpPr>
          <a:xfrm>
            <a:off x="12544425" y="4981575"/>
            <a:ext cx="3067050" cy="2076450"/>
            <a:chOff x="12544425" y="4981575"/>
            <a:chExt cx="3067050" cy="2076450"/>
          </a:xfrm>
        </p:grpSpPr>
        <p:sp>
          <p:nvSpPr>
            <p:cNvPr id="466" name="466 rect">
              <a:extLst>
                <a:ext uri="{FF2B5EF4-FFF2-40B4-BE49-F238E27FC236}">
                  <a16:creationId xmlns:a16="http://schemas.microsoft.com/office/drawing/2014/main" id="{BCFC9859-687A-2A5A-0C98-19238F96E2D3}"/>
                </a:ext>
              </a:extLst>
            </p:cNvPr>
            <p:cNvSpPr>
              <a:spLocks/>
            </p:cNvSpPr>
            <p:nvPr/>
          </p:nvSpPr>
          <p:spPr>
            <a:xfrm>
              <a:off x="12544425" y="4981575"/>
              <a:ext cx="3067050" cy="2076450"/>
            </a:xfrm>
            <a:prstGeom prst="roundRect">
              <a:avLst>
                <a:gd name="adj" fmla="val 5505"/>
              </a:avLst>
            </a:prstGeom>
            <a:solidFill>
              <a:srgbClr val="FFFFFF"/>
            </a:solidFill>
            <a:ln w="10478">
              <a:solidFill>
                <a:srgbClr val="68839D"/>
              </a:solidFill>
            </a:ln>
          </p:spPr>
        </p:sp>
        <p:sp>
          <p:nvSpPr>
            <p:cNvPr id="467" name="467 Verified execution">
              <a:extLst>
                <a:ext uri="{FF2B5EF4-FFF2-40B4-BE49-F238E27FC236}">
                  <a16:creationId xmlns:a16="http://schemas.microsoft.com/office/drawing/2014/main" id="{519CA51C-38C3-8A8B-87E7-75F4B7666B09}"/>
                </a:ext>
              </a:extLst>
            </p:cNvPr>
            <p:cNvSpPr>
              <a:spLocks/>
            </p:cNvSpPr>
            <p:nvPr/>
          </p:nvSpPr>
          <p:spPr>
            <a:xfrm>
              <a:off x="12696825" y="5067300"/>
              <a:ext cx="2762250" cy="307086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95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95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Verified execution</a:t>
              </a:r>
            </a:p>
          </p:txBody>
        </p:sp>
        <p:sp>
          <p:nvSpPr>
            <p:cNvPr id="468" name="468 rect">
              <a:extLst>
                <a:ext uri="{FF2B5EF4-FFF2-40B4-BE49-F238E27FC236}">
                  <a16:creationId xmlns:a16="http://schemas.microsoft.com/office/drawing/2014/main" id="{26613075-FBE0-43B6-63A2-3C317542F64A}"/>
                </a:ext>
              </a:extLst>
            </p:cNvPr>
            <p:cNvSpPr>
              <a:spLocks/>
            </p:cNvSpPr>
            <p:nvPr/>
          </p:nvSpPr>
          <p:spPr>
            <a:xfrm>
              <a:off x="12649200" y="5429250"/>
              <a:ext cx="2867025" cy="1504950"/>
            </a:xfrm>
            <a:prstGeom prst="roundRect">
              <a:avLst>
                <a:gd name="adj" fmla="val 6329"/>
              </a:avLst>
            </a:prstGeom>
            <a:solidFill>
              <a:srgbClr val="FFFFFF"/>
            </a:solidFill>
            <a:ln w="9525">
              <a:solidFill>
                <a:srgbClr val="C3D6EB"/>
              </a:solidFill>
            </a:ln>
          </p:spPr>
        </p:sp>
        <p:grpSp>
          <p:nvGrpSpPr>
            <p:cNvPr id="585" name="icon-check-468">
              <a:extLst>
                <a:ext uri="{FF2B5EF4-FFF2-40B4-BE49-F238E27FC236}">
                  <a16:creationId xmlns:a16="http://schemas.microsoft.com/office/drawing/2014/main" id="{0789C17D-12AC-3872-25BD-D83C7CEEE500}"/>
                </a:ext>
              </a:extLst>
            </p:cNvPr>
            <p:cNvGrpSpPr/>
            <p:nvPr/>
          </p:nvGrpSpPr>
          <p:grpSpPr>
            <a:xfrm>
              <a:off x="12781598" y="5599748"/>
              <a:ext cx="325755" cy="325755"/>
              <a:chOff x="12781598" y="5599748"/>
              <a:chExt cx="325755" cy="325755"/>
            </a:xfrm>
          </p:grpSpPr>
          <p:sp>
            <p:nvSpPr>
              <p:cNvPr id="469" name="469 ellipse">
                <a:extLst>
                  <a:ext uri="{FF2B5EF4-FFF2-40B4-BE49-F238E27FC236}">
                    <a16:creationId xmlns:a16="http://schemas.microsoft.com/office/drawing/2014/main" id="{69935F10-6F9C-C3C7-0F1F-AEC0DE11002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781598" y="5599748"/>
                <a:ext cx="325755" cy="325755"/>
              </a:xfrm>
              <a:prstGeom prst="ellipse">
                <a:avLst/>
              </a:prstGeom>
              <a:gradFill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w="5144">
                <a:solidFill>
                  <a:srgbClr val="198D48"/>
                </a:solidFill>
              </a:ln>
            </p:spPr>
          </p:sp>
          <p:sp>
            <p:nvSpPr>
              <p:cNvPr id="470" name="470 path">
                <a:extLst>
                  <a:ext uri="{FF2B5EF4-FFF2-40B4-BE49-F238E27FC236}">
                    <a16:creationId xmlns:a16="http://schemas.microsoft.com/office/drawing/2014/main" id="{F8BC0133-EE2C-8251-7B68-69576F86245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58750" y="5694045"/>
                <a:ext cx="162877" cy="128588"/>
              </a:xfrm>
              <a:custGeom>
                <a:avLst/>
                <a:gdLst/>
                <a:ahLst/>
                <a:cxnLst/>
                <a:rect l="0" t="0" r="0" b="0"/>
                <a:pathLst>
                  <a:path w="162877" h="128588">
                    <a:moveTo>
                      <a:pt x="0" y="68580"/>
                    </a:moveTo>
                    <a:lnTo>
                      <a:pt x="60007" y="128588"/>
                    </a:lnTo>
                    <a:lnTo>
                      <a:pt x="162877" y="0"/>
                    </a:lnTo>
                  </a:path>
                </a:pathLst>
              </a:custGeom>
              <a:noFill/>
              <a:ln w="34290">
                <a:solidFill>
                  <a:srgbClr val="FFFFFF"/>
                </a:solidFill>
              </a:ln>
            </p:spPr>
          </p:sp>
        </p:grpSp>
        <p:sp>
          <p:nvSpPr>
            <p:cNvPr id="471" name="471 passes (no runtime errors)">
              <a:extLst>
                <a:ext uri="{FF2B5EF4-FFF2-40B4-BE49-F238E27FC236}">
                  <a16:creationId xmlns:a16="http://schemas.microsoft.com/office/drawing/2014/main" id="{E9E7036F-142F-41A5-6EE0-316D139DA29E}"/>
                </a:ext>
              </a:extLst>
            </p:cNvPr>
            <p:cNvSpPr>
              <a:spLocks/>
            </p:cNvSpPr>
            <p:nvPr/>
          </p:nvSpPr>
          <p:spPr>
            <a:xfrm>
              <a:off x="13258800" y="5619750"/>
              <a:ext cx="2190750" cy="25275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60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0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passes (no runtime errors)</a:t>
              </a:r>
            </a:p>
          </p:txBody>
        </p:sp>
        <p:grpSp>
          <p:nvGrpSpPr>
            <p:cNvPr id="586" name="icon-check-471">
              <a:extLst>
                <a:ext uri="{FF2B5EF4-FFF2-40B4-BE49-F238E27FC236}">
                  <a16:creationId xmlns:a16="http://schemas.microsoft.com/office/drawing/2014/main" id="{D9A1DFB2-8817-FB3F-FFDA-51A69004EA4C}"/>
                </a:ext>
              </a:extLst>
            </p:cNvPr>
            <p:cNvGrpSpPr/>
            <p:nvPr/>
          </p:nvGrpSpPr>
          <p:grpSpPr>
            <a:xfrm>
              <a:off x="12781598" y="6037898"/>
              <a:ext cx="325755" cy="325755"/>
              <a:chOff x="12781598" y="6037898"/>
              <a:chExt cx="325755" cy="325755"/>
            </a:xfrm>
          </p:grpSpPr>
          <p:sp>
            <p:nvSpPr>
              <p:cNvPr id="472" name="472 ellipse">
                <a:extLst>
                  <a:ext uri="{FF2B5EF4-FFF2-40B4-BE49-F238E27FC236}">
                    <a16:creationId xmlns:a16="http://schemas.microsoft.com/office/drawing/2014/main" id="{93D783E3-FB35-E6DD-6377-B5C8C991B15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781598" y="6037898"/>
                <a:ext cx="325755" cy="325755"/>
              </a:xfrm>
              <a:prstGeom prst="ellipse">
                <a:avLst/>
              </a:prstGeom>
              <a:gradFill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w="5144">
                <a:solidFill>
                  <a:srgbClr val="198D48"/>
                </a:solidFill>
              </a:ln>
            </p:spPr>
          </p:sp>
          <p:sp>
            <p:nvSpPr>
              <p:cNvPr id="473" name="473 path">
                <a:extLst>
                  <a:ext uri="{FF2B5EF4-FFF2-40B4-BE49-F238E27FC236}">
                    <a16:creationId xmlns:a16="http://schemas.microsoft.com/office/drawing/2014/main" id="{38280619-24F4-7F5D-9B62-E74862B12FB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58750" y="6132195"/>
                <a:ext cx="162877" cy="128588"/>
              </a:xfrm>
              <a:custGeom>
                <a:avLst/>
                <a:gdLst/>
                <a:ahLst/>
                <a:cxnLst/>
                <a:rect l="0" t="0" r="0" b="0"/>
                <a:pathLst>
                  <a:path w="162877" h="128588">
                    <a:moveTo>
                      <a:pt x="0" y="68580"/>
                    </a:moveTo>
                    <a:lnTo>
                      <a:pt x="60007" y="128588"/>
                    </a:lnTo>
                    <a:lnTo>
                      <a:pt x="162877" y="0"/>
                    </a:lnTo>
                  </a:path>
                </a:pathLst>
              </a:custGeom>
              <a:noFill/>
              <a:ln w="34290">
                <a:solidFill>
                  <a:srgbClr val="FFFFFF"/>
                </a:solidFill>
              </a:ln>
            </p:spPr>
          </p:sp>
        </p:grpSp>
        <p:sp>
          <p:nvSpPr>
            <p:cNvPr id="474" name="474 aligned behavior">
              <a:extLst>
                <a:ext uri="{FF2B5EF4-FFF2-40B4-BE49-F238E27FC236}">
                  <a16:creationId xmlns:a16="http://schemas.microsoft.com/office/drawing/2014/main" id="{3CB302AD-6DDF-DAAE-5E1E-EA383ED393F7}"/>
                </a:ext>
              </a:extLst>
            </p:cNvPr>
            <p:cNvSpPr>
              <a:spLocks/>
            </p:cNvSpPr>
            <p:nvPr/>
          </p:nvSpPr>
          <p:spPr>
            <a:xfrm>
              <a:off x="13258800" y="6057900"/>
              <a:ext cx="2190750" cy="27165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7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aligned behavior</a:t>
              </a:r>
            </a:p>
          </p:txBody>
        </p:sp>
        <p:grpSp>
          <p:nvGrpSpPr>
            <p:cNvPr id="587" name="icon-check-474">
              <a:extLst>
                <a:ext uri="{FF2B5EF4-FFF2-40B4-BE49-F238E27FC236}">
                  <a16:creationId xmlns:a16="http://schemas.microsoft.com/office/drawing/2014/main" id="{3741A0D9-14FA-B2B8-8746-A1B3BF35C7BF}"/>
                </a:ext>
              </a:extLst>
            </p:cNvPr>
            <p:cNvGrpSpPr/>
            <p:nvPr/>
          </p:nvGrpSpPr>
          <p:grpSpPr>
            <a:xfrm>
              <a:off x="12781598" y="6476048"/>
              <a:ext cx="325755" cy="325755"/>
              <a:chOff x="12781598" y="6476048"/>
              <a:chExt cx="325755" cy="325755"/>
            </a:xfrm>
          </p:grpSpPr>
          <p:sp>
            <p:nvSpPr>
              <p:cNvPr id="475" name="475 ellipse">
                <a:extLst>
                  <a:ext uri="{FF2B5EF4-FFF2-40B4-BE49-F238E27FC236}">
                    <a16:creationId xmlns:a16="http://schemas.microsoft.com/office/drawing/2014/main" id="{AE143E66-CAB1-F6DE-F592-00339E5D693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781598" y="6476048"/>
                <a:ext cx="325755" cy="325755"/>
              </a:xfrm>
              <a:prstGeom prst="ellipse">
                <a:avLst/>
              </a:prstGeom>
              <a:gradFill>
                <a:gsLst>
                  <a:gs pos="0">
                    <a:srgbClr val="27B35B"/>
                  </a:gs>
                  <a:gs pos="100000">
                    <a:srgbClr val="0C974A"/>
                  </a:gs>
                </a:gsLst>
                <a:lin ang="5400000"/>
              </a:gradFill>
              <a:ln w="5144">
                <a:solidFill>
                  <a:srgbClr val="198D48"/>
                </a:solidFill>
              </a:ln>
            </p:spPr>
          </p:sp>
          <p:sp>
            <p:nvSpPr>
              <p:cNvPr id="476" name="476 path">
                <a:extLst>
                  <a:ext uri="{FF2B5EF4-FFF2-40B4-BE49-F238E27FC236}">
                    <a16:creationId xmlns:a16="http://schemas.microsoft.com/office/drawing/2014/main" id="{1AD48B56-8318-0112-C66F-747EEE4624F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2858750" y="6570345"/>
                <a:ext cx="162877" cy="128588"/>
              </a:xfrm>
              <a:custGeom>
                <a:avLst/>
                <a:gdLst/>
                <a:ahLst/>
                <a:cxnLst/>
                <a:rect l="0" t="0" r="0" b="0"/>
                <a:pathLst>
                  <a:path w="162877" h="128588">
                    <a:moveTo>
                      <a:pt x="0" y="68580"/>
                    </a:moveTo>
                    <a:lnTo>
                      <a:pt x="60007" y="128588"/>
                    </a:lnTo>
                    <a:lnTo>
                      <a:pt x="162877" y="0"/>
                    </a:lnTo>
                  </a:path>
                </a:pathLst>
              </a:custGeom>
              <a:noFill/>
              <a:ln w="34290">
                <a:solidFill>
                  <a:srgbClr val="FFFFFF"/>
                </a:solidFill>
              </a:ln>
            </p:spPr>
          </p:sp>
        </p:grpSp>
        <p:sp>
          <p:nvSpPr>
            <p:cNvPr id="477" name="477 stable update">
              <a:extLst>
                <a:ext uri="{FF2B5EF4-FFF2-40B4-BE49-F238E27FC236}">
                  <a16:creationId xmlns:a16="http://schemas.microsoft.com/office/drawing/2014/main" id="{57E6E887-3F3E-E6FE-F5E2-A32BB5185237}"/>
                </a:ext>
              </a:extLst>
            </p:cNvPr>
            <p:cNvSpPr>
              <a:spLocks/>
            </p:cNvSpPr>
            <p:nvPr/>
          </p:nvSpPr>
          <p:spPr>
            <a:xfrm>
              <a:off x="13258800" y="6496050"/>
              <a:ext cx="2190750" cy="27165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7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0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stable update</a:t>
              </a:r>
            </a:p>
          </p:txBody>
        </p:sp>
      </p:grpSp>
      <p:grpSp>
        <p:nvGrpSpPr>
          <p:cNvPr id="588" name="Generalization and efficiency">
            <a:extLst>
              <a:ext uri="{FF2B5EF4-FFF2-40B4-BE49-F238E27FC236}">
                <a16:creationId xmlns:a16="http://schemas.microsoft.com/office/drawing/2014/main" id="{08063154-F2E1-AF6B-C37C-A67EA9562959}"/>
              </a:ext>
            </a:extLst>
          </p:cNvPr>
          <p:cNvGrpSpPr/>
          <p:nvPr/>
        </p:nvGrpSpPr>
        <p:grpSpPr>
          <a:xfrm>
            <a:off x="171450" y="8096250"/>
            <a:ext cx="15582900" cy="733425"/>
            <a:chOff x="171450" y="8096250"/>
            <a:chExt cx="15582900" cy="733425"/>
          </a:xfrm>
        </p:grpSpPr>
        <p:sp>
          <p:nvSpPr>
            <p:cNvPr id="478" name="478 rect">
              <a:extLst>
                <a:ext uri="{FF2B5EF4-FFF2-40B4-BE49-F238E27FC236}">
                  <a16:creationId xmlns:a16="http://schemas.microsoft.com/office/drawing/2014/main" id="{F79C2409-CD6C-6CAF-8A5F-F3558A94751C}"/>
                </a:ext>
              </a:extLst>
            </p:cNvPr>
            <p:cNvSpPr>
              <a:spLocks/>
            </p:cNvSpPr>
            <p:nvPr/>
          </p:nvSpPr>
          <p:spPr>
            <a:xfrm>
              <a:off x="171450" y="8096250"/>
              <a:ext cx="15582900" cy="733425"/>
            </a:xfrm>
            <a:prstGeom prst="roundRect">
              <a:avLst>
                <a:gd name="adj" fmla="val 22078"/>
              </a:avLst>
            </a:prstGeom>
            <a:gradFill>
              <a:gsLst>
                <a:gs pos="0">
                  <a:srgbClr val="FAFCFE"/>
                </a:gs>
                <a:gs pos="100000">
                  <a:srgbClr val="EFF3F7"/>
                </a:gs>
              </a:gsLst>
              <a:lin ang="5400000"/>
            </a:gradFill>
            <a:ln w="10478">
              <a:solidFill>
                <a:srgbClr val="859DB9"/>
              </a:solidFill>
            </a:ln>
          </p:spPr>
        </p:sp>
        <p:sp>
          <p:nvSpPr>
            <p:cNvPr id="479" name="479 Generalization and Efficiency">
              <a:extLst>
                <a:ext uri="{FF2B5EF4-FFF2-40B4-BE49-F238E27FC236}">
                  <a16:creationId xmlns:a16="http://schemas.microsoft.com/office/drawing/2014/main" id="{E2BD740C-CC48-F378-9B28-166E14E19BF1}"/>
                </a:ext>
              </a:extLst>
            </p:cNvPr>
            <p:cNvSpPr>
              <a:spLocks/>
            </p:cNvSpPr>
            <p:nvPr/>
          </p:nvSpPr>
          <p:spPr>
            <a:xfrm>
              <a:off x="409575" y="8277225"/>
              <a:ext cx="3257550" cy="308267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958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958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Generalization and Efficiency</a:t>
              </a:r>
            </a:p>
          </p:txBody>
        </p:sp>
        <p:sp>
          <p:nvSpPr>
            <p:cNvPr id="480" name="480 path">
              <a:extLst>
                <a:ext uri="{FF2B5EF4-FFF2-40B4-BE49-F238E27FC236}">
                  <a16:creationId xmlns:a16="http://schemas.microsoft.com/office/drawing/2014/main" id="{2BD570B3-EB27-B015-DAF0-FFB6F475CD1D}"/>
                </a:ext>
              </a:extLst>
            </p:cNvPr>
            <p:cNvSpPr>
              <a:spLocks/>
            </p:cNvSpPr>
            <p:nvPr/>
          </p:nvSpPr>
          <p:spPr>
            <a:xfrm>
              <a:off x="3743325" y="8239125"/>
              <a:ext cx="95" cy="466725"/>
            </a:xfrm>
            <a:custGeom>
              <a:avLst/>
              <a:gdLst/>
              <a:ahLst/>
              <a:cxnLst/>
              <a:rect l="0" t="0" r="0" b="0"/>
              <a:pathLst>
                <a:path w="9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1430">
              <a:solidFill>
                <a:srgbClr val="839AB6"/>
              </a:solidFill>
            </a:ln>
          </p:spPr>
        </p:sp>
        <p:sp>
          <p:nvSpPr>
            <p:cNvPr id="481" name="481 path">
              <a:extLst>
                <a:ext uri="{FF2B5EF4-FFF2-40B4-BE49-F238E27FC236}">
                  <a16:creationId xmlns:a16="http://schemas.microsoft.com/office/drawing/2014/main" id="{5DB7862E-0584-9726-AAB6-059C9031ADB8}"/>
                </a:ext>
              </a:extLst>
            </p:cNvPr>
            <p:cNvSpPr>
              <a:spLocks/>
            </p:cNvSpPr>
            <p:nvPr/>
          </p:nvSpPr>
          <p:spPr>
            <a:xfrm>
              <a:off x="6610350" y="8239125"/>
              <a:ext cx="95" cy="466725"/>
            </a:xfrm>
            <a:custGeom>
              <a:avLst/>
              <a:gdLst/>
              <a:ahLst/>
              <a:cxnLst/>
              <a:rect l="0" t="0" r="0" b="0"/>
              <a:pathLst>
                <a:path w="9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1430">
              <a:solidFill>
                <a:srgbClr val="839AB6"/>
              </a:solidFill>
            </a:ln>
          </p:spPr>
        </p:sp>
        <p:sp>
          <p:nvSpPr>
            <p:cNvPr id="482" name="482 path">
              <a:extLst>
                <a:ext uri="{FF2B5EF4-FFF2-40B4-BE49-F238E27FC236}">
                  <a16:creationId xmlns:a16="http://schemas.microsoft.com/office/drawing/2014/main" id="{BD4B0D67-8E98-9F28-006B-CF1B08388C2E}"/>
                </a:ext>
              </a:extLst>
            </p:cNvPr>
            <p:cNvSpPr>
              <a:spLocks/>
            </p:cNvSpPr>
            <p:nvPr/>
          </p:nvSpPr>
          <p:spPr>
            <a:xfrm>
              <a:off x="9334500" y="8239125"/>
              <a:ext cx="95" cy="466725"/>
            </a:xfrm>
            <a:custGeom>
              <a:avLst/>
              <a:gdLst/>
              <a:ahLst/>
              <a:cxnLst/>
              <a:rect l="0" t="0" r="0" b="0"/>
              <a:pathLst>
                <a:path w="9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1430">
              <a:solidFill>
                <a:srgbClr val="839AB6"/>
              </a:solidFill>
            </a:ln>
          </p:spPr>
        </p:sp>
        <p:sp>
          <p:nvSpPr>
            <p:cNvPr id="483" name="483 path">
              <a:extLst>
                <a:ext uri="{FF2B5EF4-FFF2-40B4-BE49-F238E27FC236}">
                  <a16:creationId xmlns:a16="http://schemas.microsoft.com/office/drawing/2014/main" id="{FB9CD560-AE6B-9D18-B914-F21B3417ABCA}"/>
                </a:ext>
              </a:extLst>
            </p:cNvPr>
            <p:cNvSpPr>
              <a:spLocks/>
            </p:cNvSpPr>
            <p:nvPr/>
          </p:nvSpPr>
          <p:spPr>
            <a:xfrm>
              <a:off x="12620625" y="8239125"/>
              <a:ext cx="95" cy="466725"/>
            </a:xfrm>
            <a:custGeom>
              <a:avLst/>
              <a:gdLst/>
              <a:ahLst/>
              <a:cxnLst/>
              <a:rect l="0" t="0" r="0" b="0"/>
              <a:pathLst>
                <a:path w="95" h="466725">
                  <a:moveTo>
                    <a:pt x="0" y="0"/>
                  </a:moveTo>
                  <a:lnTo>
                    <a:pt x="0" y="466725"/>
                  </a:lnTo>
                </a:path>
              </a:pathLst>
            </a:custGeom>
            <a:noFill/>
            <a:ln w="11430">
              <a:solidFill>
                <a:srgbClr val="839AB6"/>
              </a:solidFill>
            </a:ln>
          </p:spPr>
        </p:sp>
        <p:grpSp>
          <p:nvGrpSpPr>
            <p:cNvPr id="589" name="icon-globe-483">
              <a:extLst>
                <a:ext uri="{FF2B5EF4-FFF2-40B4-BE49-F238E27FC236}">
                  <a16:creationId xmlns:a16="http://schemas.microsoft.com/office/drawing/2014/main" id="{BCBE356C-5217-0D96-9A7D-9E420750A26F}"/>
                </a:ext>
              </a:extLst>
            </p:cNvPr>
            <p:cNvGrpSpPr/>
            <p:nvPr/>
          </p:nvGrpSpPr>
          <p:grpSpPr>
            <a:xfrm>
              <a:off x="4117658" y="8262938"/>
              <a:ext cx="394335" cy="428625"/>
              <a:chOff x="4117658" y="8262938"/>
              <a:chExt cx="394335" cy="428625"/>
            </a:xfrm>
          </p:grpSpPr>
          <p:sp>
            <p:nvSpPr>
              <p:cNvPr id="484" name="484 ellipse">
                <a:extLst>
                  <a:ext uri="{FF2B5EF4-FFF2-40B4-BE49-F238E27FC236}">
                    <a16:creationId xmlns:a16="http://schemas.microsoft.com/office/drawing/2014/main" id="{6C75D717-ADB5-5F82-AD31-5B31EE3779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17658" y="8262938"/>
                <a:ext cx="394335" cy="428625"/>
              </a:xfrm>
              <a:prstGeom prst="ellipse">
                <a:avLst/>
              </a:prstGeom>
              <a:solidFill>
                <a:srgbClr val="D5EEFC"/>
              </a:solidFill>
              <a:ln w="21908">
                <a:solidFill>
                  <a:srgbClr val="003496"/>
                </a:solidFill>
              </a:ln>
            </p:spPr>
          </p:sp>
          <p:sp>
            <p:nvSpPr>
              <p:cNvPr id="485" name="485 ellipse">
                <a:extLst>
                  <a:ext uri="{FF2B5EF4-FFF2-40B4-BE49-F238E27FC236}">
                    <a16:creationId xmlns:a16="http://schemas.microsoft.com/office/drawing/2014/main" id="{0251C5A2-05B0-0B45-A77A-CFE268DA5EB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216241" y="8262938"/>
                <a:ext cx="197168" cy="428625"/>
              </a:xfrm>
              <a:prstGeom prst="ellipse">
                <a:avLst/>
              </a:prstGeom>
              <a:noFill/>
              <a:ln w="18621">
                <a:solidFill>
                  <a:srgbClr val="003496"/>
                </a:solidFill>
              </a:ln>
            </p:spPr>
          </p:sp>
          <p:sp>
            <p:nvSpPr>
              <p:cNvPr id="486" name="486 path">
                <a:extLst>
                  <a:ext uri="{FF2B5EF4-FFF2-40B4-BE49-F238E27FC236}">
                    <a16:creationId xmlns:a16="http://schemas.microsoft.com/office/drawing/2014/main" id="{CF7BA6C9-09DA-4808-C40C-A6640F463B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314825" y="8262938"/>
                <a:ext cx="95" cy="428625"/>
              </a:xfrm>
              <a:custGeom>
                <a:avLst/>
                <a:gdLst/>
                <a:ahLst/>
                <a:cxnLst/>
                <a:rect l="0" t="0" r="0" b="0"/>
                <a:pathLst>
                  <a:path w="95" h="428625">
                    <a:moveTo>
                      <a:pt x="0" y="0"/>
                    </a:moveTo>
                    <a:lnTo>
                      <a:pt x="0" y="428625"/>
                    </a:lnTo>
                  </a:path>
                </a:pathLst>
              </a:custGeom>
              <a:noFill/>
              <a:ln w="16431">
                <a:solidFill>
                  <a:srgbClr val="003496"/>
                </a:solidFill>
              </a:ln>
            </p:spPr>
          </p:sp>
          <p:sp>
            <p:nvSpPr>
              <p:cNvPr id="487" name="487 path">
                <a:extLst>
                  <a:ext uri="{FF2B5EF4-FFF2-40B4-BE49-F238E27FC236}">
                    <a16:creationId xmlns:a16="http://schemas.microsoft.com/office/drawing/2014/main" id="{7AC7843E-1F52-0CC5-CC3D-213D3EAC273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17658" y="8477250"/>
                <a:ext cx="394335" cy="95"/>
              </a:xfrm>
              <a:custGeom>
                <a:avLst/>
                <a:gdLst/>
                <a:ahLst/>
                <a:cxnLst/>
                <a:rect l="0" t="0" r="0" b="0"/>
                <a:pathLst>
                  <a:path w="394335" h="95">
                    <a:moveTo>
                      <a:pt x="0" y="0"/>
                    </a:moveTo>
                    <a:lnTo>
                      <a:pt x="394335" y="0"/>
                    </a:lnTo>
                  </a:path>
                </a:pathLst>
              </a:custGeom>
              <a:noFill/>
              <a:ln w="17526">
                <a:solidFill>
                  <a:srgbClr val="003496"/>
                </a:solidFill>
              </a:ln>
            </p:spPr>
          </p:sp>
          <p:sp>
            <p:nvSpPr>
              <p:cNvPr id="488" name="488 path">
                <a:extLst>
                  <a:ext uri="{FF2B5EF4-FFF2-40B4-BE49-F238E27FC236}">
                    <a16:creationId xmlns:a16="http://schemas.microsoft.com/office/drawing/2014/main" id="{56335543-83D8-E2BD-F28E-14553BA169F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61473" y="8358188"/>
                <a:ext cx="306705" cy="35719"/>
              </a:xfrm>
              <a:custGeom>
                <a:avLst/>
                <a:gdLst/>
                <a:ahLst/>
                <a:cxnLst/>
                <a:rect l="0" t="0" r="0" b="0"/>
                <a:pathLst>
                  <a:path w="306705" h="35719">
                    <a:moveTo>
                      <a:pt x="0" y="0"/>
                    </a:moveTo>
                    <a:lnTo>
                      <a:pt x="9894" y="4604"/>
                    </a:lnTo>
                    <a:lnTo>
                      <a:pt x="19856" y="8890"/>
                    </a:lnTo>
                    <a:lnTo>
                      <a:pt x="29882" y="12859"/>
                    </a:lnTo>
                    <a:lnTo>
                      <a:pt x="39966" y="16510"/>
                    </a:lnTo>
                    <a:lnTo>
                      <a:pt x="50103" y="19844"/>
                    </a:lnTo>
                    <a:lnTo>
                      <a:pt x="60289" y="22860"/>
                    </a:lnTo>
                    <a:lnTo>
                      <a:pt x="70519" y="25559"/>
                    </a:lnTo>
                    <a:lnTo>
                      <a:pt x="80788" y="27940"/>
                    </a:lnTo>
                    <a:lnTo>
                      <a:pt x="91091" y="30004"/>
                    </a:lnTo>
                    <a:lnTo>
                      <a:pt x="101424" y="31750"/>
                    </a:lnTo>
                    <a:lnTo>
                      <a:pt x="111780" y="33179"/>
                    </a:lnTo>
                    <a:lnTo>
                      <a:pt x="122156" y="34290"/>
                    </a:lnTo>
                    <a:lnTo>
                      <a:pt x="132547" y="35084"/>
                    </a:lnTo>
                    <a:lnTo>
                      <a:pt x="142947" y="35560"/>
                    </a:lnTo>
                    <a:lnTo>
                      <a:pt x="153353" y="35719"/>
                    </a:lnTo>
                    <a:lnTo>
                      <a:pt x="163758" y="35560"/>
                    </a:lnTo>
                    <a:lnTo>
                      <a:pt x="174158" y="35084"/>
                    </a:lnTo>
                    <a:lnTo>
                      <a:pt x="184549" y="34290"/>
                    </a:lnTo>
                    <a:lnTo>
                      <a:pt x="194925" y="33179"/>
                    </a:lnTo>
                    <a:lnTo>
                      <a:pt x="205281" y="31750"/>
                    </a:lnTo>
                    <a:lnTo>
                      <a:pt x="215614" y="30004"/>
                    </a:lnTo>
                    <a:lnTo>
                      <a:pt x="225917" y="27940"/>
                    </a:lnTo>
                    <a:lnTo>
                      <a:pt x="236186" y="25559"/>
                    </a:lnTo>
                    <a:lnTo>
                      <a:pt x="246416" y="22860"/>
                    </a:lnTo>
                    <a:lnTo>
                      <a:pt x="256602" y="19844"/>
                    </a:lnTo>
                    <a:lnTo>
                      <a:pt x="266739" y="16510"/>
                    </a:lnTo>
                    <a:lnTo>
                      <a:pt x="276823" y="12859"/>
                    </a:lnTo>
                    <a:lnTo>
                      <a:pt x="286849" y="8890"/>
                    </a:lnTo>
                    <a:lnTo>
                      <a:pt x="296811" y="4604"/>
                    </a:lnTo>
                    <a:lnTo>
                      <a:pt x="306705" y="0"/>
                    </a:lnTo>
                  </a:path>
                </a:pathLst>
              </a:custGeom>
              <a:noFill/>
              <a:ln w="16431">
                <a:solidFill>
                  <a:srgbClr val="003496"/>
                </a:solidFill>
              </a:ln>
            </p:spPr>
          </p:sp>
          <p:sp>
            <p:nvSpPr>
              <p:cNvPr id="489" name="489 path">
                <a:extLst>
                  <a:ext uri="{FF2B5EF4-FFF2-40B4-BE49-F238E27FC236}">
                    <a16:creationId xmlns:a16="http://schemas.microsoft.com/office/drawing/2014/main" id="{30B063D2-5B71-963A-64C4-E21F3BB80E6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61473" y="8596313"/>
                <a:ext cx="306705" cy="35719"/>
              </a:xfrm>
              <a:custGeom>
                <a:avLst/>
                <a:gdLst/>
                <a:ahLst/>
                <a:cxnLst/>
                <a:rect l="0" t="0" r="0" b="0"/>
                <a:pathLst>
                  <a:path w="306705" h="35719">
                    <a:moveTo>
                      <a:pt x="0" y="0"/>
                    </a:moveTo>
                    <a:lnTo>
                      <a:pt x="9894" y="4604"/>
                    </a:lnTo>
                    <a:lnTo>
                      <a:pt x="19856" y="8890"/>
                    </a:lnTo>
                    <a:lnTo>
                      <a:pt x="29882" y="12859"/>
                    </a:lnTo>
                    <a:lnTo>
                      <a:pt x="39966" y="16510"/>
                    </a:lnTo>
                    <a:lnTo>
                      <a:pt x="50103" y="19844"/>
                    </a:lnTo>
                    <a:lnTo>
                      <a:pt x="60289" y="22860"/>
                    </a:lnTo>
                    <a:lnTo>
                      <a:pt x="70519" y="25559"/>
                    </a:lnTo>
                    <a:lnTo>
                      <a:pt x="80788" y="27940"/>
                    </a:lnTo>
                    <a:lnTo>
                      <a:pt x="91091" y="30004"/>
                    </a:lnTo>
                    <a:lnTo>
                      <a:pt x="101424" y="31750"/>
                    </a:lnTo>
                    <a:lnTo>
                      <a:pt x="111780" y="33179"/>
                    </a:lnTo>
                    <a:lnTo>
                      <a:pt x="122156" y="34290"/>
                    </a:lnTo>
                    <a:lnTo>
                      <a:pt x="132547" y="35084"/>
                    </a:lnTo>
                    <a:lnTo>
                      <a:pt x="142947" y="35560"/>
                    </a:lnTo>
                    <a:lnTo>
                      <a:pt x="153353" y="35719"/>
                    </a:lnTo>
                    <a:lnTo>
                      <a:pt x="163758" y="35560"/>
                    </a:lnTo>
                    <a:lnTo>
                      <a:pt x="174158" y="35084"/>
                    </a:lnTo>
                    <a:lnTo>
                      <a:pt x="184549" y="34290"/>
                    </a:lnTo>
                    <a:lnTo>
                      <a:pt x="194925" y="33179"/>
                    </a:lnTo>
                    <a:lnTo>
                      <a:pt x="205281" y="31750"/>
                    </a:lnTo>
                    <a:lnTo>
                      <a:pt x="215614" y="30004"/>
                    </a:lnTo>
                    <a:lnTo>
                      <a:pt x="225917" y="27940"/>
                    </a:lnTo>
                    <a:lnTo>
                      <a:pt x="236186" y="25559"/>
                    </a:lnTo>
                    <a:lnTo>
                      <a:pt x="246416" y="22860"/>
                    </a:lnTo>
                    <a:lnTo>
                      <a:pt x="256602" y="19844"/>
                    </a:lnTo>
                    <a:lnTo>
                      <a:pt x="266739" y="16510"/>
                    </a:lnTo>
                    <a:lnTo>
                      <a:pt x="276823" y="12859"/>
                    </a:lnTo>
                    <a:lnTo>
                      <a:pt x="286849" y="8890"/>
                    </a:lnTo>
                    <a:lnTo>
                      <a:pt x="296811" y="4604"/>
                    </a:lnTo>
                    <a:lnTo>
                      <a:pt x="306705" y="0"/>
                    </a:lnTo>
                  </a:path>
                </a:pathLst>
              </a:custGeom>
              <a:noFill/>
              <a:ln w="16431">
                <a:solidFill>
                  <a:srgbClr val="003496"/>
                </a:solidFill>
              </a:ln>
            </p:spPr>
          </p:sp>
        </p:grpSp>
        <p:sp>
          <p:nvSpPr>
            <p:cNvPr id="490" name="490 Cross-framework">
              <a:extLst>
                <a:ext uri="{FF2B5EF4-FFF2-40B4-BE49-F238E27FC236}">
                  <a16:creationId xmlns:a16="http://schemas.microsoft.com/office/drawing/2014/main" id="{CAEF4AD5-5C58-2449-20FB-156BA57886AF}"/>
                </a:ext>
              </a:extLst>
            </p:cNvPr>
            <p:cNvSpPr>
              <a:spLocks/>
            </p:cNvSpPr>
            <p:nvPr/>
          </p:nvSpPr>
          <p:spPr>
            <a:xfrm>
              <a:off x="4733925" y="8334375"/>
              <a:ext cx="1724025" cy="27401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74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4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Cross-framework</a:t>
              </a:r>
            </a:p>
          </p:txBody>
        </p:sp>
        <p:grpSp>
          <p:nvGrpSpPr>
            <p:cNvPr id="590" name="icon-code-page-490">
              <a:extLst>
                <a:ext uri="{FF2B5EF4-FFF2-40B4-BE49-F238E27FC236}">
                  <a16:creationId xmlns:a16="http://schemas.microsoft.com/office/drawing/2014/main" id="{AE6FCD2A-E543-6217-9F24-2242CE22CF14}"/>
                </a:ext>
              </a:extLst>
            </p:cNvPr>
            <p:cNvGrpSpPr/>
            <p:nvPr/>
          </p:nvGrpSpPr>
          <p:grpSpPr>
            <a:xfrm>
              <a:off x="7089458" y="8250793"/>
              <a:ext cx="394335" cy="443389"/>
              <a:chOff x="7089458" y="8250793"/>
              <a:chExt cx="394335" cy="443389"/>
            </a:xfrm>
          </p:grpSpPr>
          <p:sp>
            <p:nvSpPr>
              <p:cNvPr id="491" name="491 rect">
                <a:extLst>
                  <a:ext uri="{FF2B5EF4-FFF2-40B4-BE49-F238E27FC236}">
                    <a16:creationId xmlns:a16="http://schemas.microsoft.com/office/drawing/2014/main" id="{802EFE27-82C6-FBEB-682B-2F4D326341A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089458" y="8250793"/>
                <a:ext cx="394335" cy="443389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21908">
                <a:solidFill>
                  <a:srgbClr val="090D28"/>
                </a:solidFill>
              </a:ln>
            </p:spPr>
          </p:sp>
          <p:sp>
            <p:nvSpPr>
              <p:cNvPr id="492" name="492 path">
                <a:extLst>
                  <a:ext uri="{FF2B5EF4-FFF2-40B4-BE49-F238E27FC236}">
                    <a16:creationId xmlns:a16="http://schemas.microsoft.com/office/drawing/2014/main" id="{7DACF60B-915C-37B4-00B9-0F96AB8A94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133273" y="8379143"/>
                <a:ext cx="76676" cy="186690"/>
              </a:xfrm>
              <a:custGeom>
                <a:avLst/>
                <a:gdLst/>
                <a:ahLst/>
                <a:cxnLst/>
                <a:rect l="0" t="0" r="0" b="0"/>
                <a:pathLst>
                  <a:path w="76676" h="186690">
                    <a:moveTo>
                      <a:pt x="76676" y="0"/>
                    </a:moveTo>
                    <a:lnTo>
                      <a:pt x="0" y="93345"/>
                    </a:lnTo>
                    <a:lnTo>
                      <a:pt x="76676" y="186690"/>
                    </a:lnTo>
                  </a:path>
                </a:pathLst>
              </a:custGeom>
              <a:noFill/>
              <a:ln w="28480">
                <a:solidFill>
                  <a:srgbClr val="090D28"/>
                </a:solidFill>
              </a:ln>
            </p:spPr>
          </p:sp>
          <p:sp>
            <p:nvSpPr>
              <p:cNvPr id="493" name="493 path">
                <a:extLst>
                  <a:ext uri="{FF2B5EF4-FFF2-40B4-BE49-F238E27FC236}">
                    <a16:creationId xmlns:a16="http://schemas.microsoft.com/office/drawing/2014/main" id="{5B43952B-1559-C39E-C20B-CBAF812C2B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363301" y="8379143"/>
                <a:ext cx="76676" cy="186690"/>
              </a:xfrm>
              <a:custGeom>
                <a:avLst/>
                <a:gdLst/>
                <a:ahLst/>
                <a:cxnLst/>
                <a:rect l="0" t="0" r="0" b="0"/>
                <a:pathLst>
                  <a:path w="76676" h="186690">
                    <a:moveTo>
                      <a:pt x="0" y="0"/>
                    </a:moveTo>
                    <a:lnTo>
                      <a:pt x="76676" y="93345"/>
                    </a:lnTo>
                    <a:lnTo>
                      <a:pt x="0" y="186690"/>
                    </a:lnTo>
                  </a:path>
                </a:pathLst>
              </a:custGeom>
              <a:noFill/>
              <a:ln w="28480">
                <a:solidFill>
                  <a:srgbClr val="090D28"/>
                </a:solidFill>
              </a:ln>
            </p:spPr>
          </p:sp>
          <p:sp>
            <p:nvSpPr>
              <p:cNvPr id="494" name="494 path">
                <a:extLst>
                  <a:ext uri="{FF2B5EF4-FFF2-40B4-BE49-F238E27FC236}">
                    <a16:creationId xmlns:a16="http://schemas.microsoft.com/office/drawing/2014/main" id="{7ABB82E5-2E07-8E80-4CC6-3D776B47DC8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253764" y="8344138"/>
                <a:ext cx="65723" cy="268367"/>
              </a:xfrm>
              <a:custGeom>
                <a:avLst/>
                <a:gdLst/>
                <a:ahLst/>
                <a:cxnLst/>
                <a:rect l="0" t="0" r="0" b="0"/>
                <a:pathLst>
                  <a:path w="65723" h="268367">
                    <a:moveTo>
                      <a:pt x="65723" y="0"/>
                    </a:moveTo>
                    <a:lnTo>
                      <a:pt x="0" y="268367"/>
                    </a:lnTo>
                  </a:path>
                </a:pathLst>
              </a:custGeom>
              <a:noFill/>
              <a:ln w="26289">
                <a:solidFill>
                  <a:srgbClr val="090D28"/>
                </a:solidFill>
              </a:ln>
            </p:spPr>
          </p:sp>
        </p:grpSp>
        <p:sp>
          <p:nvSpPr>
            <p:cNvPr id="495" name="495 Cross-language">
              <a:extLst>
                <a:ext uri="{FF2B5EF4-FFF2-40B4-BE49-F238E27FC236}">
                  <a16:creationId xmlns:a16="http://schemas.microsoft.com/office/drawing/2014/main" id="{01A17A89-6900-64B5-BB45-DC789639CA13}"/>
                </a:ext>
              </a:extLst>
            </p:cNvPr>
            <p:cNvSpPr>
              <a:spLocks/>
            </p:cNvSpPr>
            <p:nvPr/>
          </p:nvSpPr>
          <p:spPr>
            <a:xfrm>
              <a:off x="7715250" y="8334375"/>
              <a:ext cx="1581150" cy="2834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Cross-language</a:t>
              </a:r>
            </a:p>
          </p:txBody>
        </p:sp>
        <p:grpSp>
          <p:nvGrpSpPr>
            <p:cNvPr id="591" name="icon-database-495">
              <a:extLst>
                <a:ext uri="{FF2B5EF4-FFF2-40B4-BE49-F238E27FC236}">
                  <a16:creationId xmlns:a16="http://schemas.microsoft.com/office/drawing/2014/main" id="{16B291B7-EE97-1771-D76F-1AEA6991974A}"/>
                </a:ext>
              </a:extLst>
            </p:cNvPr>
            <p:cNvGrpSpPr/>
            <p:nvPr/>
          </p:nvGrpSpPr>
          <p:grpSpPr>
            <a:xfrm>
              <a:off x="9823847" y="8237220"/>
              <a:ext cx="364331" cy="480060"/>
              <a:chOff x="9823847" y="8237220"/>
              <a:chExt cx="364331" cy="480060"/>
            </a:xfrm>
          </p:grpSpPr>
          <p:sp>
            <p:nvSpPr>
              <p:cNvPr id="496" name="496 rect">
                <a:extLst>
                  <a:ext uri="{FF2B5EF4-FFF2-40B4-BE49-F238E27FC236}">
                    <a16:creationId xmlns:a16="http://schemas.microsoft.com/office/drawing/2014/main" id="{7ADBC031-8618-5642-F109-2E7CA0247E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823847" y="8317230"/>
                <a:ext cx="364331" cy="346710"/>
              </a:xfrm>
              <a:prstGeom prst="rect">
                <a:avLst/>
              </a:prstGeom>
              <a:gradFill>
                <a:gsLst>
                  <a:gs pos="0">
                    <a:srgbClr val="78BDF4"/>
                  </a:gs>
                  <a:gs pos="100000">
                    <a:srgbClr val="87ACDF"/>
                  </a:gs>
                </a:gsLst>
                <a:lin ang="5400000"/>
              </a:gradFill>
              <a:ln w="26718">
                <a:solidFill>
                  <a:srgbClr val="090D28"/>
                </a:solidFill>
              </a:ln>
            </p:spPr>
          </p:sp>
          <p:sp>
            <p:nvSpPr>
              <p:cNvPr id="497" name="497 ellipse">
                <a:extLst>
                  <a:ext uri="{FF2B5EF4-FFF2-40B4-BE49-F238E27FC236}">
                    <a16:creationId xmlns:a16="http://schemas.microsoft.com/office/drawing/2014/main" id="{17A8052B-FEE1-5DD6-9264-8F0DFFE06D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823847" y="8543925"/>
                <a:ext cx="364331" cy="173355"/>
              </a:xfrm>
              <a:prstGeom prst="ellipse">
                <a:avLst/>
              </a:prstGeom>
              <a:solidFill>
                <a:srgbClr val="94B9E8"/>
              </a:solidFill>
              <a:ln w="26718">
                <a:solidFill>
                  <a:srgbClr val="090D28"/>
                </a:solidFill>
              </a:ln>
            </p:spPr>
          </p:sp>
          <p:sp>
            <p:nvSpPr>
              <p:cNvPr id="498" name="498 rect">
                <a:extLst>
                  <a:ext uri="{FF2B5EF4-FFF2-40B4-BE49-F238E27FC236}">
                    <a16:creationId xmlns:a16="http://schemas.microsoft.com/office/drawing/2014/main" id="{31DF9FB5-F47D-559B-1390-1E84A1820B7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835991" y="8437245"/>
                <a:ext cx="340043" cy="186690"/>
              </a:xfrm>
              <a:prstGeom prst="rect">
                <a:avLst/>
              </a:prstGeom>
              <a:gradFill>
                <a:gsLst>
                  <a:gs pos="0">
                    <a:srgbClr val="78BDF4"/>
                  </a:gs>
                  <a:gs pos="100000">
                    <a:srgbClr val="9DBDE5"/>
                  </a:gs>
                </a:gsLst>
                <a:lin ang="5400000"/>
              </a:gradFill>
              <a:ln w="0">
                <a:noFill/>
              </a:ln>
            </p:spPr>
          </p:sp>
          <p:sp>
            <p:nvSpPr>
              <p:cNvPr id="499" name="499 path">
                <a:extLst>
                  <a:ext uri="{FF2B5EF4-FFF2-40B4-BE49-F238E27FC236}">
                    <a16:creationId xmlns:a16="http://schemas.microsoft.com/office/drawing/2014/main" id="{3F64E86F-27DD-7F62-A359-47AB57AD80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823847" y="8463915"/>
                <a:ext cx="364331" cy="60007"/>
              </a:xfrm>
              <a:custGeom>
                <a:avLst/>
                <a:gdLst/>
                <a:ahLst/>
                <a:cxnLst/>
                <a:rect l="0" t="0" r="0" b="0"/>
                <a:pathLst>
                  <a:path w="364331" h="60007">
                    <a:moveTo>
                      <a:pt x="0" y="0"/>
                    </a:moveTo>
                    <a:lnTo>
                      <a:pt x="8857" y="7734"/>
                    </a:lnTo>
                    <a:lnTo>
                      <a:pt x="18395" y="14935"/>
                    </a:lnTo>
                    <a:lnTo>
                      <a:pt x="28564" y="21603"/>
                    </a:lnTo>
                    <a:lnTo>
                      <a:pt x="39315" y="27737"/>
                    </a:lnTo>
                    <a:lnTo>
                      <a:pt x="50602" y="33338"/>
                    </a:lnTo>
                    <a:lnTo>
                      <a:pt x="62374" y="38405"/>
                    </a:lnTo>
                    <a:lnTo>
                      <a:pt x="74583" y="42939"/>
                    </a:lnTo>
                    <a:lnTo>
                      <a:pt x="87180" y="46939"/>
                    </a:lnTo>
                    <a:lnTo>
                      <a:pt x="100118" y="50406"/>
                    </a:lnTo>
                    <a:lnTo>
                      <a:pt x="113348" y="53340"/>
                    </a:lnTo>
                    <a:lnTo>
                      <a:pt x="126820" y="55740"/>
                    </a:lnTo>
                    <a:lnTo>
                      <a:pt x="140486" y="57607"/>
                    </a:lnTo>
                    <a:lnTo>
                      <a:pt x="154298" y="58941"/>
                    </a:lnTo>
                    <a:lnTo>
                      <a:pt x="168208" y="59741"/>
                    </a:lnTo>
                    <a:lnTo>
                      <a:pt x="182166" y="60007"/>
                    </a:lnTo>
                    <a:lnTo>
                      <a:pt x="196124" y="59741"/>
                    </a:lnTo>
                    <a:lnTo>
                      <a:pt x="210033" y="58941"/>
                    </a:lnTo>
                    <a:lnTo>
                      <a:pt x="223845" y="57607"/>
                    </a:lnTo>
                    <a:lnTo>
                      <a:pt x="237512" y="55740"/>
                    </a:lnTo>
                    <a:lnTo>
                      <a:pt x="250984" y="53340"/>
                    </a:lnTo>
                    <a:lnTo>
                      <a:pt x="264213" y="50406"/>
                    </a:lnTo>
                    <a:lnTo>
                      <a:pt x="277151" y="46939"/>
                    </a:lnTo>
                    <a:lnTo>
                      <a:pt x="289749" y="42939"/>
                    </a:lnTo>
                    <a:lnTo>
                      <a:pt x="301958" y="38405"/>
                    </a:lnTo>
                    <a:lnTo>
                      <a:pt x="313730" y="33338"/>
                    </a:lnTo>
                    <a:lnTo>
                      <a:pt x="325016" y="27737"/>
                    </a:lnTo>
                    <a:lnTo>
                      <a:pt x="335768" y="21603"/>
                    </a:lnTo>
                    <a:lnTo>
                      <a:pt x="345937" y="14935"/>
                    </a:lnTo>
                    <a:lnTo>
                      <a:pt x="355474" y="7734"/>
                    </a:lnTo>
                    <a:lnTo>
                      <a:pt x="364331" y="0"/>
                    </a:lnTo>
                  </a:path>
                </a:pathLst>
              </a:custGeom>
              <a:noFill/>
              <a:ln w="24289">
                <a:solidFill>
                  <a:srgbClr val="090D28"/>
                </a:solidFill>
              </a:ln>
            </p:spPr>
          </p:sp>
          <p:sp>
            <p:nvSpPr>
              <p:cNvPr id="500" name="500 path">
                <a:extLst>
                  <a:ext uri="{FF2B5EF4-FFF2-40B4-BE49-F238E27FC236}">
                    <a16:creationId xmlns:a16="http://schemas.microsoft.com/office/drawing/2014/main" id="{316EB8F4-2583-DD9E-3CFA-2B327E1FB47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823847" y="8570595"/>
                <a:ext cx="364331" cy="60008"/>
              </a:xfrm>
              <a:custGeom>
                <a:avLst/>
                <a:gdLst/>
                <a:ahLst/>
                <a:cxnLst/>
                <a:rect l="0" t="0" r="0" b="0"/>
                <a:pathLst>
                  <a:path w="364331" h="60008">
                    <a:moveTo>
                      <a:pt x="0" y="0"/>
                    </a:moveTo>
                    <a:lnTo>
                      <a:pt x="8857" y="7734"/>
                    </a:lnTo>
                    <a:lnTo>
                      <a:pt x="18395" y="14935"/>
                    </a:lnTo>
                    <a:lnTo>
                      <a:pt x="28564" y="21603"/>
                    </a:lnTo>
                    <a:lnTo>
                      <a:pt x="39315" y="27737"/>
                    </a:lnTo>
                    <a:lnTo>
                      <a:pt x="50602" y="33338"/>
                    </a:lnTo>
                    <a:lnTo>
                      <a:pt x="62374" y="38405"/>
                    </a:lnTo>
                    <a:lnTo>
                      <a:pt x="74583" y="42939"/>
                    </a:lnTo>
                    <a:lnTo>
                      <a:pt x="87180" y="46939"/>
                    </a:lnTo>
                    <a:lnTo>
                      <a:pt x="100118" y="50406"/>
                    </a:lnTo>
                    <a:lnTo>
                      <a:pt x="113348" y="53340"/>
                    </a:lnTo>
                    <a:lnTo>
                      <a:pt x="126820" y="55740"/>
                    </a:lnTo>
                    <a:lnTo>
                      <a:pt x="140486" y="57607"/>
                    </a:lnTo>
                    <a:lnTo>
                      <a:pt x="154298" y="58941"/>
                    </a:lnTo>
                    <a:lnTo>
                      <a:pt x="168208" y="59741"/>
                    </a:lnTo>
                    <a:lnTo>
                      <a:pt x="182166" y="60008"/>
                    </a:lnTo>
                    <a:lnTo>
                      <a:pt x="196124" y="59741"/>
                    </a:lnTo>
                    <a:lnTo>
                      <a:pt x="210033" y="58941"/>
                    </a:lnTo>
                    <a:lnTo>
                      <a:pt x="223845" y="57607"/>
                    </a:lnTo>
                    <a:lnTo>
                      <a:pt x="237512" y="55740"/>
                    </a:lnTo>
                    <a:lnTo>
                      <a:pt x="250984" y="53340"/>
                    </a:lnTo>
                    <a:lnTo>
                      <a:pt x="264213" y="50406"/>
                    </a:lnTo>
                    <a:lnTo>
                      <a:pt x="277151" y="46939"/>
                    </a:lnTo>
                    <a:lnTo>
                      <a:pt x="289749" y="42939"/>
                    </a:lnTo>
                    <a:lnTo>
                      <a:pt x="301958" y="38405"/>
                    </a:lnTo>
                    <a:lnTo>
                      <a:pt x="313730" y="33338"/>
                    </a:lnTo>
                    <a:lnTo>
                      <a:pt x="325016" y="27737"/>
                    </a:lnTo>
                    <a:lnTo>
                      <a:pt x="335768" y="21603"/>
                    </a:lnTo>
                    <a:lnTo>
                      <a:pt x="345937" y="14935"/>
                    </a:lnTo>
                    <a:lnTo>
                      <a:pt x="355474" y="7734"/>
                    </a:lnTo>
                    <a:lnTo>
                      <a:pt x="364331" y="0"/>
                    </a:lnTo>
                  </a:path>
                </a:pathLst>
              </a:custGeom>
              <a:noFill/>
              <a:ln w="24289">
                <a:solidFill>
                  <a:srgbClr val="090D28"/>
                </a:solidFill>
              </a:ln>
            </p:spPr>
          </p:sp>
          <p:sp>
            <p:nvSpPr>
              <p:cNvPr id="501" name="501 ellipse">
                <a:extLst>
                  <a:ext uri="{FF2B5EF4-FFF2-40B4-BE49-F238E27FC236}">
                    <a16:creationId xmlns:a16="http://schemas.microsoft.com/office/drawing/2014/main" id="{CC87D27D-12B5-EC0E-4930-A356E111947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823847" y="8237220"/>
                <a:ext cx="364331" cy="173355"/>
              </a:xfrm>
              <a:prstGeom prst="ellipse">
                <a:avLst/>
              </a:prstGeom>
              <a:solidFill>
                <a:srgbClr val="78BDF4"/>
              </a:solidFill>
              <a:ln w="26718">
                <a:solidFill>
                  <a:srgbClr val="090D28"/>
                </a:solidFill>
              </a:ln>
            </p:spPr>
          </p:sp>
        </p:grpSp>
        <p:sp>
          <p:nvSpPr>
            <p:cNvPr id="502" name="502 Repository-scale">
              <a:extLst>
                <a:ext uri="{FF2B5EF4-FFF2-40B4-BE49-F238E27FC236}">
                  <a16:creationId xmlns:a16="http://schemas.microsoft.com/office/drawing/2014/main" id="{B3C52398-D5ED-793F-7A4F-F7E45E262A3D}"/>
                </a:ext>
              </a:extLst>
            </p:cNvPr>
            <p:cNvSpPr>
              <a:spLocks/>
            </p:cNvSpPr>
            <p:nvPr/>
          </p:nvSpPr>
          <p:spPr>
            <a:xfrm>
              <a:off x="10515600" y="8334375"/>
              <a:ext cx="1981200" cy="2834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Repository-scale</a:t>
              </a:r>
            </a:p>
          </p:txBody>
        </p:sp>
        <p:grpSp>
          <p:nvGrpSpPr>
            <p:cNvPr id="592" name="icon-lightning-502">
              <a:extLst>
                <a:ext uri="{FF2B5EF4-FFF2-40B4-BE49-F238E27FC236}">
                  <a16:creationId xmlns:a16="http://schemas.microsoft.com/office/drawing/2014/main" id="{DD4E6268-5F47-5921-5745-872799F04F63}"/>
                </a:ext>
              </a:extLst>
            </p:cNvPr>
            <p:cNvGrpSpPr/>
            <p:nvPr/>
          </p:nvGrpSpPr>
          <p:grpSpPr>
            <a:xfrm>
              <a:off x="13240941" y="8220075"/>
              <a:ext cx="292894" cy="504825"/>
              <a:chOff x="13240941" y="8220075"/>
              <a:chExt cx="292894" cy="504825"/>
            </a:xfrm>
          </p:grpSpPr>
          <p:sp>
            <p:nvSpPr>
              <p:cNvPr id="503" name="503 path">
                <a:extLst>
                  <a:ext uri="{FF2B5EF4-FFF2-40B4-BE49-F238E27FC236}">
                    <a16:creationId xmlns:a16="http://schemas.microsoft.com/office/drawing/2014/main" id="{FD4D7081-77E9-DF70-E53F-AB503ECC93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240941" y="8220075"/>
                <a:ext cx="292894" cy="504825"/>
              </a:xfrm>
              <a:custGeom>
                <a:avLst/>
                <a:gdLst/>
                <a:ahLst/>
                <a:cxnLst/>
                <a:rect l="0" t="0" r="0" b="0"/>
                <a:pathLst>
                  <a:path w="292894" h="504825">
                    <a:moveTo>
                      <a:pt x="214789" y="0"/>
                    </a:moveTo>
                    <a:lnTo>
                      <a:pt x="0" y="302895"/>
                    </a:lnTo>
                    <a:lnTo>
                      <a:pt x="136684" y="302895"/>
                    </a:lnTo>
                    <a:lnTo>
                      <a:pt x="78105" y="504825"/>
                    </a:lnTo>
                    <a:lnTo>
                      <a:pt x="292894" y="201930"/>
                    </a:lnTo>
                    <a:lnTo>
                      <a:pt x="165973" y="201930"/>
                    </a:lnTo>
                    <a:close/>
                  </a:path>
                </a:pathLst>
              </a:custGeom>
              <a:solidFill>
                <a:srgbClr val="DBEAFF"/>
              </a:solidFill>
              <a:ln w="19526">
                <a:solidFill>
                  <a:srgbClr val="090D28"/>
                </a:solidFill>
              </a:ln>
            </p:spPr>
          </p:sp>
        </p:grpSp>
        <p:sp>
          <p:nvSpPr>
            <p:cNvPr id="504" name="504 Token-efficient">
              <a:extLst>
                <a:ext uri="{FF2B5EF4-FFF2-40B4-BE49-F238E27FC236}">
                  <a16:creationId xmlns:a16="http://schemas.microsoft.com/office/drawing/2014/main" id="{3FC5EBAF-55EC-B326-F89A-7232A276A465}"/>
                </a:ext>
              </a:extLst>
            </p:cNvPr>
            <p:cNvSpPr>
              <a:spLocks/>
            </p:cNvSpPr>
            <p:nvPr/>
          </p:nvSpPr>
          <p:spPr>
            <a:xfrm>
              <a:off x="13811250" y="8334375"/>
              <a:ext cx="1771650" cy="283464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defRPr sz="18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>
                  <a:solidFill>
                    <a:srgbClr val="090D28"/>
                  </a:solidFill>
                  <a:latin typeface="Times New Roman"/>
                  <a:ea typeface="Times New Roman"/>
                  <a:cs typeface="Times New Roman"/>
                </a:rPr>
                <a:t>Token-efficient</a:t>
              </a:r>
            </a:p>
          </p:txBody>
        </p:sp>
      </p:grpSp>
      <p:cxnSp>
        <p:nvCxnSpPr>
          <p:cNvPr id="594" name="直接箭头连接符 593">
            <a:extLst>
              <a:ext uri="{FF2B5EF4-FFF2-40B4-BE49-F238E27FC236}">
                <a16:creationId xmlns:a16="http://schemas.microsoft.com/office/drawing/2014/main" id="{6FAF9DAB-6054-720C-D80D-621B711D6315}"/>
              </a:ext>
            </a:extLst>
          </p:cNvPr>
          <p:cNvCxnSpPr/>
          <p:nvPr/>
        </p:nvCxnSpPr>
        <p:spPr>
          <a:xfrm>
            <a:off x="5799667" y="3018367"/>
            <a:ext cx="0" cy="2159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145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C5FF4EC-FAE6-EA5E-0983-84B5D20CAE9E}"/>
              </a:ext>
            </a:extLst>
          </p:cNvPr>
          <p:cNvSpPr/>
          <p:nvPr/>
        </p:nvSpPr>
        <p:spPr>
          <a:xfrm>
            <a:off x="3776140" y="1515533"/>
            <a:ext cx="1591733" cy="3505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Migration Setting</a:t>
            </a:r>
          </a:p>
          <a:p>
            <a:pPr algn="ctr"/>
            <a:br>
              <a:rPr lang="en-US" altLang="zh-CN" dirty="0"/>
            </a:br>
            <a:r>
              <a:rPr lang="en-US" altLang="zh-CN" dirty="0"/>
              <a:t>translator agent</a:t>
            </a:r>
          </a:p>
          <a:p>
            <a:pPr algn="ctr"/>
            <a:endParaRPr lang="zh-CN" altLang="en-US" dirty="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6C0A6AB-FB6C-7417-7FBD-0C9698B3AFFE}"/>
              </a:ext>
            </a:extLst>
          </p:cNvPr>
          <p:cNvSpPr/>
          <p:nvPr/>
        </p:nvSpPr>
        <p:spPr>
          <a:xfrm>
            <a:off x="5808140" y="1515533"/>
            <a:ext cx="4830233" cy="3505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3857986-F66C-F476-95F4-112F634F0A14}"/>
              </a:ext>
            </a:extLst>
          </p:cNvPr>
          <p:cNvSpPr/>
          <p:nvPr/>
        </p:nvSpPr>
        <p:spPr>
          <a:xfrm>
            <a:off x="10828867" y="1515533"/>
            <a:ext cx="850900" cy="3505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Verified Output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144420C-CA9E-B80C-B737-F9384D8B9D1A}"/>
              </a:ext>
            </a:extLst>
          </p:cNvPr>
          <p:cNvSpPr/>
          <p:nvPr/>
        </p:nvSpPr>
        <p:spPr>
          <a:xfrm>
            <a:off x="3776141" y="5139267"/>
            <a:ext cx="8034866" cy="956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BC70B06-E0F5-CA32-0E82-50D0ACB09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243" y="6271635"/>
            <a:ext cx="9118600" cy="1503187"/>
          </a:xfrm>
          <a:prstGeom prst="rect">
            <a:avLst/>
          </a:prstGeom>
        </p:spPr>
      </p:pic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FB28FEA-623F-968A-0987-625C6715B47B}"/>
              </a:ext>
            </a:extLst>
          </p:cNvPr>
          <p:cNvSpPr/>
          <p:nvPr/>
        </p:nvSpPr>
        <p:spPr>
          <a:xfrm>
            <a:off x="6129873" y="1718116"/>
            <a:ext cx="1634067" cy="252200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Verifier agent</a:t>
            </a:r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Layered diagnosis</a:t>
            </a:r>
            <a:endParaRPr lang="zh-CN" altLang="en-US" dirty="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66F14AC-5F9C-4BFA-8F9C-3F36C3EEEF79}"/>
              </a:ext>
            </a:extLst>
          </p:cNvPr>
          <p:cNvSpPr/>
          <p:nvPr/>
        </p:nvSpPr>
        <p:spPr>
          <a:xfrm>
            <a:off x="8322733" y="3260390"/>
            <a:ext cx="1947341" cy="98751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repair agent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DC626A1E-0D25-197A-44CF-0D4321FD5218}"/>
              </a:ext>
            </a:extLst>
          </p:cNvPr>
          <p:cNvSpPr/>
          <p:nvPr/>
        </p:nvSpPr>
        <p:spPr>
          <a:xfrm>
            <a:off x="8322733" y="1718116"/>
            <a:ext cx="1947341" cy="132281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Evidence</a:t>
            </a:r>
            <a:br>
              <a:rPr lang="en-US" altLang="zh-CN" dirty="0"/>
            </a:br>
            <a:r>
              <a:rPr lang="en-US" altLang="zh-CN" dirty="0"/>
              <a:t>handoff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4B04A45-0191-88AA-D899-1765E1DB0909}"/>
              </a:ext>
            </a:extLst>
          </p:cNvPr>
          <p:cNvSpPr/>
          <p:nvPr/>
        </p:nvSpPr>
        <p:spPr>
          <a:xfrm>
            <a:off x="6129873" y="4510745"/>
            <a:ext cx="4140201" cy="29345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Orchestrator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FFC3086-AFA3-D3E1-7915-3AFBEE15E443}"/>
              </a:ext>
            </a:extLst>
          </p:cNvPr>
          <p:cNvSpPr txBox="1"/>
          <p:nvPr/>
        </p:nvSpPr>
        <p:spPr>
          <a:xfrm>
            <a:off x="3860806" y="5190433"/>
            <a:ext cx="509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Repository Context Management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4016F3E-E9AA-589E-A012-9107DC8FC145}"/>
              </a:ext>
            </a:extLst>
          </p:cNvPr>
          <p:cNvSpPr txBox="1"/>
          <p:nvPr/>
        </p:nvSpPr>
        <p:spPr>
          <a:xfrm>
            <a:off x="3860806" y="5765982"/>
            <a:ext cx="7962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Repository Structural Analysis 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…..</a:t>
            </a:r>
            <a:r>
              <a:rPr lang="zh-CN" altLang="en-US" dirty="0">
                <a:solidFill>
                  <a:schemeClr val="bg1"/>
                </a:solidFill>
              </a:rPr>
              <a:t>  </a:t>
            </a:r>
            <a:r>
              <a:rPr lang="en-US" altLang="zh-CN" dirty="0">
                <a:solidFill>
                  <a:schemeClr val="bg1"/>
                </a:solidFill>
              </a:rPr>
              <a:t>As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follows</a:t>
            </a:r>
          </a:p>
        </p:txBody>
      </p:sp>
      <p:sp>
        <p:nvSpPr>
          <p:cNvPr id="45" name="1 orange setting panel">
            <a:extLst>
              <a:ext uri="{FF2B5EF4-FFF2-40B4-BE49-F238E27FC236}">
                <a16:creationId xmlns:a16="http://schemas.microsoft.com/office/drawing/2014/main" id="{21082209-687C-7AB4-D374-53B899E5A593}"/>
              </a:ext>
            </a:extLst>
          </p:cNvPr>
          <p:cNvSpPr>
            <a:spLocks/>
          </p:cNvSpPr>
          <p:nvPr/>
        </p:nvSpPr>
        <p:spPr>
          <a:xfrm>
            <a:off x="1258649" y="1428650"/>
            <a:ext cx="2233858" cy="3996807"/>
          </a:xfrm>
          <a:prstGeom prst="roundRect">
            <a:avLst>
              <a:gd name="adj" fmla="val 3846"/>
            </a:avLst>
          </a:prstGeom>
          <a:gradFill>
            <a:gsLst>
              <a:gs pos="0">
                <a:srgbClr val="FFEEE2"/>
              </a:gs>
              <a:gs pos="100000">
                <a:srgbClr val="FFF8F1"/>
              </a:gs>
            </a:gsLst>
            <a:lin ang="5400000"/>
          </a:gradFill>
          <a:ln w="10478">
            <a:solidFill>
              <a:srgbClr val="EF6B2C"/>
            </a:solidFill>
          </a:ln>
        </p:spPr>
      </p:sp>
      <p:sp>
        <p:nvSpPr>
          <p:cNvPr id="46" name="2 setting title strip">
            <a:extLst>
              <a:ext uri="{FF2B5EF4-FFF2-40B4-BE49-F238E27FC236}">
                <a16:creationId xmlns:a16="http://schemas.microsoft.com/office/drawing/2014/main" id="{C7D90CBB-463D-EAD7-E645-777C5D4BDC61}"/>
              </a:ext>
            </a:extLst>
          </p:cNvPr>
          <p:cNvSpPr>
            <a:spLocks/>
          </p:cNvSpPr>
          <p:nvPr/>
        </p:nvSpPr>
        <p:spPr>
          <a:xfrm>
            <a:off x="1258648" y="1432366"/>
            <a:ext cx="2233859" cy="571500"/>
          </a:xfrm>
          <a:prstGeom prst="roundRect">
            <a:avLst>
              <a:gd name="adj" fmla="val 15741"/>
            </a:avLst>
          </a:prstGeom>
          <a:gradFill>
            <a:gsLst>
              <a:gs pos="0">
                <a:srgbClr val="FFCFB0"/>
              </a:gs>
              <a:gs pos="100000">
                <a:srgbClr val="FFE6D3"/>
              </a:gs>
            </a:gsLst>
            <a:lin ang="5400000"/>
          </a:gradFill>
          <a:ln w="0">
            <a:noFill/>
          </a:ln>
        </p:spPr>
      </p:sp>
      <p:sp>
        <p:nvSpPr>
          <p:cNvPr id="47" name="4 Migration Setting">
            <a:extLst>
              <a:ext uri="{FF2B5EF4-FFF2-40B4-BE49-F238E27FC236}">
                <a16:creationId xmlns:a16="http://schemas.microsoft.com/office/drawing/2014/main" id="{CCE051EA-113C-1DAA-CFD0-1807482C7370}"/>
              </a:ext>
            </a:extLst>
          </p:cNvPr>
          <p:cNvSpPr>
            <a:spLocks/>
          </p:cNvSpPr>
          <p:nvPr/>
        </p:nvSpPr>
        <p:spPr>
          <a:xfrm>
            <a:off x="1146498" y="1485315"/>
            <a:ext cx="2505075" cy="4251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Migration Setting</a:t>
            </a:r>
          </a:p>
        </p:txBody>
      </p:sp>
      <p:sp>
        <p:nvSpPr>
          <p:cNvPr id="48" name="14 rect">
            <a:extLst>
              <a:ext uri="{FF2B5EF4-FFF2-40B4-BE49-F238E27FC236}">
                <a16:creationId xmlns:a16="http://schemas.microsoft.com/office/drawing/2014/main" id="{717458DB-1587-7DBC-7BB0-71F2DE459FE3}"/>
              </a:ext>
            </a:extLst>
          </p:cNvPr>
          <p:cNvSpPr>
            <a:spLocks/>
          </p:cNvSpPr>
          <p:nvPr/>
        </p:nvSpPr>
        <p:spPr>
          <a:xfrm>
            <a:off x="1331206" y="2114451"/>
            <a:ext cx="2077004" cy="2045240"/>
          </a:xfrm>
          <a:prstGeom prst="roundRect">
            <a:avLst>
              <a:gd name="adj" fmla="val 4560"/>
            </a:avLst>
          </a:prstGeom>
          <a:gradFill>
            <a:gsLst>
              <a:gs pos="0">
                <a:srgbClr val="FFF2E3"/>
              </a:gs>
              <a:gs pos="100000">
                <a:srgbClr val="FFF8EE"/>
              </a:gs>
            </a:gsLst>
            <a:lin ang="5400000"/>
          </a:gradFill>
          <a:ln w="9525">
            <a:solidFill>
              <a:srgbClr val="F19861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9" name="21 Source Repository">
            <a:extLst>
              <a:ext uri="{FF2B5EF4-FFF2-40B4-BE49-F238E27FC236}">
                <a16:creationId xmlns:a16="http://schemas.microsoft.com/office/drawing/2014/main" id="{6BB69AAD-060A-6224-851E-5C0B3760F79D}"/>
              </a:ext>
            </a:extLst>
          </p:cNvPr>
          <p:cNvSpPr>
            <a:spLocks/>
          </p:cNvSpPr>
          <p:nvPr/>
        </p:nvSpPr>
        <p:spPr>
          <a:xfrm>
            <a:off x="1766934" y="2150731"/>
            <a:ext cx="1771650" cy="27165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Source Repository</a:t>
            </a:r>
          </a:p>
        </p:txBody>
      </p:sp>
      <p:sp>
        <p:nvSpPr>
          <p:cNvPr id="50" name="23 rect">
            <a:extLst>
              <a:ext uri="{FF2B5EF4-FFF2-40B4-BE49-F238E27FC236}">
                <a16:creationId xmlns:a16="http://schemas.microsoft.com/office/drawing/2014/main" id="{00E8253B-9661-8AEF-2F6A-EDD8D61828D9}"/>
              </a:ext>
            </a:extLst>
          </p:cNvPr>
          <p:cNvSpPr>
            <a:spLocks/>
          </p:cNvSpPr>
          <p:nvPr/>
        </p:nvSpPr>
        <p:spPr>
          <a:xfrm>
            <a:off x="1387766" y="2617276"/>
            <a:ext cx="1943100" cy="1428114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1430">
            <a:solidFill>
              <a:srgbClr val="738FA3"/>
            </a:solidFill>
          </a:ln>
        </p:spPr>
      </p:sp>
      <p:sp>
        <p:nvSpPr>
          <p:cNvPr id="51" name="24 path">
            <a:extLst>
              <a:ext uri="{FF2B5EF4-FFF2-40B4-BE49-F238E27FC236}">
                <a16:creationId xmlns:a16="http://schemas.microsoft.com/office/drawing/2014/main" id="{D3CE622A-1F17-ABA9-C411-25D498E789DD}"/>
              </a:ext>
            </a:extLst>
          </p:cNvPr>
          <p:cNvSpPr>
            <a:spLocks/>
          </p:cNvSpPr>
          <p:nvPr/>
        </p:nvSpPr>
        <p:spPr>
          <a:xfrm>
            <a:off x="1470374" y="2740719"/>
            <a:ext cx="186214" cy="136922"/>
          </a:xfrm>
          <a:custGeom>
            <a:avLst/>
            <a:gdLst/>
            <a:ahLst/>
            <a:cxnLst/>
            <a:rect l="0" t="0" r="0" b="0"/>
            <a:pathLst>
              <a:path w="186214" h="136922">
                <a:moveTo>
                  <a:pt x="0" y="0"/>
                </a:moveTo>
                <a:lnTo>
                  <a:pt x="65722" y="0"/>
                </a:lnTo>
                <a:lnTo>
                  <a:pt x="82153" y="21908"/>
                </a:lnTo>
                <a:lnTo>
                  <a:pt x="186214" y="21908"/>
                </a:lnTo>
                <a:lnTo>
                  <a:pt x="186214" y="136922"/>
                </a:lnTo>
                <a:lnTo>
                  <a:pt x="0" y="136922"/>
                </a:lnTo>
                <a:close/>
              </a:path>
            </a:pathLst>
          </a:custGeom>
          <a:solidFill>
            <a:srgbClr val="D2ECFF"/>
          </a:solidFill>
          <a:ln w="10954">
            <a:solidFill>
              <a:srgbClr val="003496"/>
            </a:solidFill>
          </a:ln>
        </p:spPr>
      </p:sp>
      <p:sp>
        <p:nvSpPr>
          <p:cNvPr id="52" name="25 path">
            <a:extLst>
              <a:ext uri="{FF2B5EF4-FFF2-40B4-BE49-F238E27FC236}">
                <a16:creationId xmlns:a16="http://schemas.microsoft.com/office/drawing/2014/main" id="{4FE172EA-02FE-6685-2C61-DDD6F646255D}"/>
              </a:ext>
            </a:extLst>
          </p:cNvPr>
          <p:cNvSpPr>
            <a:spLocks/>
          </p:cNvSpPr>
          <p:nvPr/>
        </p:nvSpPr>
        <p:spPr>
          <a:xfrm>
            <a:off x="1475851" y="2779057"/>
            <a:ext cx="175260" cy="98584"/>
          </a:xfrm>
          <a:custGeom>
            <a:avLst/>
            <a:gdLst/>
            <a:ahLst/>
            <a:cxnLst/>
            <a:rect l="0" t="0" r="0" b="0"/>
            <a:pathLst>
              <a:path w="175260" h="98584">
                <a:moveTo>
                  <a:pt x="0" y="0"/>
                </a:moveTo>
                <a:lnTo>
                  <a:pt x="175260" y="0"/>
                </a:lnTo>
                <a:lnTo>
                  <a:pt x="175260" y="98584"/>
                </a:lnTo>
                <a:lnTo>
                  <a:pt x="0" y="98584"/>
                </a:lnTo>
                <a:close/>
              </a:path>
            </a:pathLst>
          </a:custGeom>
          <a:solidFill>
            <a:srgbClr val="F7FCFF"/>
          </a:solidFill>
          <a:ln w="7120">
            <a:solidFill>
              <a:srgbClr val="003496"/>
            </a:solidFill>
          </a:ln>
        </p:spPr>
      </p:sp>
      <p:sp>
        <p:nvSpPr>
          <p:cNvPr id="53" name="26 my_project/">
            <a:extLst>
              <a:ext uri="{FF2B5EF4-FFF2-40B4-BE49-F238E27FC236}">
                <a16:creationId xmlns:a16="http://schemas.microsoft.com/office/drawing/2014/main" id="{A103B377-C879-8E61-CF53-BDFA1090B397}"/>
              </a:ext>
            </a:extLst>
          </p:cNvPr>
          <p:cNvSpPr>
            <a:spLocks/>
          </p:cNvSpPr>
          <p:nvPr/>
        </p:nvSpPr>
        <p:spPr>
          <a:xfrm>
            <a:off x="1777793" y="2666900"/>
            <a:ext cx="1343025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dirty="0" err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my_project</a:t>
            </a:r>
            <a:r>
              <a:rPr sz="1575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/</a:t>
            </a:r>
          </a:p>
        </p:txBody>
      </p:sp>
      <p:sp>
        <p:nvSpPr>
          <p:cNvPr id="54" name="27 path">
            <a:extLst>
              <a:ext uri="{FF2B5EF4-FFF2-40B4-BE49-F238E27FC236}">
                <a16:creationId xmlns:a16="http://schemas.microsoft.com/office/drawing/2014/main" id="{311813C7-F565-56AC-A419-DC3A2AFFDD99}"/>
              </a:ext>
            </a:extLst>
          </p:cNvPr>
          <p:cNvSpPr>
            <a:spLocks/>
          </p:cNvSpPr>
          <p:nvPr/>
        </p:nvSpPr>
        <p:spPr>
          <a:xfrm>
            <a:off x="1539668" y="2924076"/>
            <a:ext cx="45719" cy="1028418"/>
          </a:xfrm>
          <a:custGeom>
            <a:avLst/>
            <a:gdLst/>
            <a:ahLst/>
            <a:cxnLst/>
            <a:rect l="0" t="0" r="0" b="0"/>
            <a:pathLst>
              <a:path w="95" h="1724025">
                <a:moveTo>
                  <a:pt x="0" y="0"/>
                </a:moveTo>
                <a:lnTo>
                  <a:pt x="0" y="1724025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55" name="28 rect">
            <a:extLst>
              <a:ext uri="{FF2B5EF4-FFF2-40B4-BE49-F238E27FC236}">
                <a16:creationId xmlns:a16="http://schemas.microsoft.com/office/drawing/2014/main" id="{7FD7F00E-FDD3-2A56-0CCD-579D42A91307}"/>
              </a:ext>
            </a:extLst>
          </p:cNvPr>
          <p:cNvSpPr>
            <a:spLocks/>
          </p:cNvSpPr>
          <p:nvPr/>
        </p:nvSpPr>
        <p:spPr>
          <a:xfrm>
            <a:off x="1996868" y="2990750"/>
            <a:ext cx="1095375" cy="295275"/>
          </a:xfrm>
          <a:prstGeom prst="roundRect">
            <a:avLst>
              <a:gd name="adj" fmla="val 19355"/>
            </a:avLst>
          </a:prstGeom>
          <a:solidFill>
            <a:srgbClr val="F2F5F8"/>
          </a:solidFill>
          <a:ln w="0">
            <a:noFill/>
          </a:ln>
        </p:spPr>
      </p:sp>
      <p:sp>
        <p:nvSpPr>
          <p:cNvPr id="56" name="29 path">
            <a:extLst>
              <a:ext uri="{FF2B5EF4-FFF2-40B4-BE49-F238E27FC236}">
                <a16:creationId xmlns:a16="http://schemas.microsoft.com/office/drawing/2014/main" id="{472D6115-CFFB-86C9-BFDC-F42CAB74F3BB}"/>
              </a:ext>
            </a:extLst>
          </p:cNvPr>
          <p:cNvSpPr>
            <a:spLocks/>
          </p:cNvSpPr>
          <p:nvPr/>
        </p:nvSpPr>
        <p:spPr>
          <a:xfrm>
            <a:off x="1539668" y="3133625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57" name="32 ellipse">
            <a:extLst>
              <a:ext uri="{FF2B5EF4-FFF2-40B4-BE49-F238E27FC236}">
                <a16:creationId xmlns:a16="http://schemas.microsoft.com/office/drawing/2014/main" id="{E294FBCF-5012-3EA5-B64E-69DBC925315E}"/>
              </a:ext>
            </a:extLst>
          </p:cNvPr>
          <p:cNvSpPr>
            <a:spLocks/>
          </p:cNvSpPr>
          <p:nvPr/>
        </p:nvSpPr>
        <p:spPr>
          <a:xfrm>
            <a:off x="1800653" y="3074094"/>
            <a:ext cx="11430" cy="12859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8" name="33 ellipse">
            <a:extLst>
              <a:ext uri="{FF2B5EF4-FFF2-40B4-BE49-F238E27FC236}">
                <a16:creationId xmlns:a16="http://schemas.microsoft.com/office/drawing/2014/main" id="{A40F1E0D-BB84-088D-041C-1F0158C6D672}"/>
              </a:ext>
            </a:extLst>
          </p:cNvPr>
          <p:cNvSpPr>
            <a:spLocks/>
          </p:cNvSpPr>
          <p:nvPr/>
        </p:nvSpPr>
        <p:spPr>
          <a:xfrm>
            <a:off x="1909238" y="3189823"/>
            <a:ext cx="11430" cy="12859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9" name="34 train.py">
            <a:extLst>
              <a:ext uri="{FF2B5EF4-FFF2-40B4-BE49-F238E27FC236}">
                <a16:creationId xmlns:a16="http://schemas.microsoft.com/office/drawing/2014/main" id="{7E7FB1BA-AB0A-21D6-FDB3-4AC2A3971DC1}"/>
              </a:ext>
            </a:extLst>
          </p:cNvPr>
          <p:cNvSpPr>
            <a:spLocks/>
          </p:cNvSpPr>
          <p:nvPr/>
        </p:nvSpPr>
        <p:spPr>
          <a:xfrm>
            <a:off x="2139743" y="3000275"/>
            <a:ext cx="962025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train.py</a:t>
            </a:r>
          </a:p>
        </p:txBody>
      </p:sp>
      <p:sp>
        <p:nvSpPr>
          <p:cNvPr id="60" name="35 rect">
            <a:extLst>
              <a:ext uri="{FF2B5EF4-FFF2-40B4-BE49-F238E27FC236}">
                <a16:creationId xmlns:a16="http://schemas.microsoft.com/office/drawing/2014/main" id="{78AB42B2-A54B-E755-0CF4-4F1AB5CB46F8}"/>
              </a:ext>
            </a:extLst>
          </p:cNvPr>
          <p:cNvSpPr>
            <a:spLocks/>
          </p:cNvSpPr>
          <p:nvPr/>
        </p:nvSpPr>
        <p:spPr>
          <a:xfrm>
            <a:off x="1996868" y="3324125"/>
            <a:ext cx="1095375" cy="295275"/>
          </a:xfrm>
          <a:prstGeom prst="roundRect">
            <a:avLst>
              <a:gd name="adj" fmla="val 19355"/>
            </a:avLst>
          </a:prstGeom>
          <a:solidFill>
            <a:srgbClr val="F2F5F8"/>
          </a:solidFill>
          <a:ln w="0">
            <a:noFill/>
          </a:ln>
        </p:spPr>
      </p:sp>
      <p:sp>
        <p:nvSpPr>
          <p:cNvPr id="61" name="36 path">
            <a:extLst>
              <a:ext uri="{FF2B5EF4-FFF2-40B4-BE49-F238E27FC236}">
                <a16:creationId xmlns:a16="http://schemas.microsoft.com/office/drawing/2014/main" id="{E5754F38-84D0-7D96-EE4C-376300DC3AF6}"/>
              </a:ext>
            </a:extLst>
          </p:cNvPr>
          <p:cNvSpPr>
            <a:spLocks/>
          </p:cNvSpPr>
          <p:nvPr/>
        </p:nvSpPr>
        <p:spPr>
          <a:xfrm>
            <a:off x="1539668" y="3467000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62" name="37 path">
            <a:extLst>
              <a:ext uri="{FF2B5EF4-FFF2-40B4-BE49-F238E27FC236}">
                <a16:creationId xmlns:a16="http://schemas.microsoft.com/office/drawing/2014/main" id="{6188D695-0208-E60C-1FF1-D604A2A385AF}"/>
              </a:ext>
            </a:extLst>
          </p:cNvPr>
          <p:cNvSpPr>
            <a:spLocks/>
          </p:cNvSpPr>
          <p:nvPr/>
        </p:nvSpPr>
        <p:spPr>
          <a:xfrm>
            <a:off x="1794938" y="3356034"/>
            <a:ext cx="148590" cy="231458"/>
          </a:xfrm>
          <a:custGeom>
            <a:avLst/>
            <a:gdLst/>
            <a:ahLst/>
            <a:cxnLst/>
            <a:rect l="0" t="0" r="0" b="0"/>
            <a:pathLst>
              <a:path w="148590" h="231458">
                <a:moveTo>
                  <a:pt x="0" y="0"/>
                </a:moveTo>
                <a:lnTo>
                  <a:pt x="97155" y="0"/>
                </a:lnTo>
                <a:lnTo>
                  <a:pt x="148590" y="57864"/>
                </a:lnTo>
                <a:lnTo>
                  <a:pt x="148590" y="231458"/>
                </a:lnTo>
                <a:lnTo>
                  <a:pt x="0" y="231458"/>
                </a:lnTo>
                <a:close/>
              </a:path>
            </a:pathLst>
          </a:custGeom>
          <a:solidFill>
            <a:srgbClr val="F9FCFF"/>
          </a:solidFill>
          <a:ln w="11430">
            <a:solidFill>
              <a:srgbClr val="003496"/>
            </a:solidFill>
          </a:ln>
        </p:spPr>
      </p:sp>
      <p:sp>
        <p:nvSpPr>
          <p:cNvPr id="63" name="38 path">
            <a:extLst>
              <a:ext uri="{FF2B5EF4-FFF2-40B4-BE49-F238E27FC236}">
                <a16:creationId xmlns:a16="http://schemas.microsoft.com/office/drawing/2014/main" id="{5F845312-56F0-2D94-09F8-04431BE89A3D}"/>
              </a:ext>
            </a:extLst>
          </p:cNvPr>
          <p:cNvSpPr>
            <a:spLocks/>
          </p:cNvSpPr>
          <p:nvPr/>
        </p:nvSpPr>
        <p:spPr>
          <a:xfrm>
            <a:off x="1892093" y="3356034"/>
            <a:ext cx="51435" cy="64294"/>
          </a:xfrm>
          <a:custGeom>
            <a:avLst/>
            <a:gdLst/>
            <a:ahLst/>
            <a:cxnLst/>
            <a:rect l="0" t="0" r="0" b="0"/>
            <a:pathLst>
              <a:path w="51435" h="64294">
                <a:moveTo>
                  <a:pt x="0" y="0"/>
                </a:moveTo>
                <a:lnTo>
                  <a:pt x="0" y="64294"/>
                </a:lnTo>
                <a:lnTo>
                  <a:pt x="51435" y="64294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64" name="39 path">
            <a:extLst>
              <a:ext uri="{FF2B5EF4-FFF2-40B4-BE49-F238E27FC236}">
                <a16:creationId xmlns:a16="http://schemas.microsoft.com/office/drawing/2014/main" id="{91B624E0-CD0A-021F-B8E8-8A70596F6297}"/>
              </a:ext>
            </a:extLst>
          </p:cNvPr>
          <p:cNvSpPr>
            <a:spLocks/>
          </p:cNvSpPr>
          <p:nvPr/>
        </p:nvSpPr>
        <p:spPr>
          <a:xfrm>
            <a:off x="1823513" y="3458904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65" name="40 path">
            <a:extLst>
              <a:ext uri="{FF2B5EF4-FFF2-40B4-BE49-F238E27FC236}">
                <a16:creationId xmlns:a16="http://schemas.microsoft.com/office/drawing/2014/main" id="{1719EE61-22A7-F551-0BA5-FC8C10710EA3}"/>
              </a:ext>
            </a:extLst>
          </p:cNvPr>
          <p:cNvSpPr>
            <a:spLocks/>
          </p:cNvSpPr>
          <p:nvPr/>
        </p:nvSpPr>
        <p:spPr>
          <a:xfrm>
            <a:off x="1823513" y="3491051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66" name="41 path">
            <a:extLst>
              <a:ext uri="{FF2B5EF4-FFF2-40B4-BE49-F238E27FC236}">
                <a16:creationId xmlns:a16="http://schemas.microsoft.com/office/drawing/2014/main" id="{FA160E88-521C-0790-41F1-1B93D8587A11}"/>
              </a:ext>
            </a:extLst>
          </p:cNvPr>
          <p:cNvSpPr>
            <a:spLocks/>
          </p:cNvSpPr>
          <p:nvPr/>
        </p:nvSpPr>
        <p:spPr>
          <a:xfrm>
            <a:off x="1823513" y="3523198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67" name="42 path">
            <a:extLst>
              <a:ext uri="{FF2B5EF4-FFF2-40B4-BE49-F238E27FC236}">
                <a16:creationId xmlns:a16="http://schemas.microsoft.com/office/drawing/2014/main" id="{D977A699-393A-FC11-8903-F9BE894A9E17}"/>
              </a:ext>
            </a:extLst>
          </p:cNvPr>
          <p:cNvSpPr>
            <a:spLocks/>
          </p:cNvSpPr>
          <p:nvPr/>
        </p:nvSpPr>
        <p:spPr>
          <a:xfrm>
            <a:off x="1823513" y="3555344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68" name="43 model.py">
            <a:extLst>
              <a:ext uri="{FF2B5EF4-FFF2-40B4-BE49-F238E27FC236}">
                <a16:creationId xmlns:a16="http://schemas.microsoft.com/office/drawing/2014/main" id="{A6A98A03-A7D2-844E-775D-3C54A03AD917}"/>
              </a:ext>
            </a:extLst>
          </p:cNvPr>
          <p:cNvSpPr>
            <a:spLocks/>
          </p:cNvSpPr>
          <p:nvPr/>
        </p:nvSpPr>
        <p:spPr>
          <a:xfrm>
            <a:off x="2139743" y="3333650"/>
            <a:ext cx="962025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model.py</a:t>
            </a:r>
          </a:p>
        </p:txBody>
      </p:sp>
      <p:sp>
        <p:nvSpPr>
          <p:cNvPr id="69" name="44 rect">
            <a:extLst>
              <a:ext uri="{FF2B5EF4-FFF2-40B4-BE49-F238E27FC236}">
                <a16:creationId xmlns:a16="http://schemas.microsoft.com/office/drawing/2014/main" id="{2C0957CD-5DD7-FB04-DD69-BF22920C3F11}"/>
              </a:ext>
            </a:extLst>
          </p:cNvPr>
          <p:cNvSpPr>
            <a:spLocks/>
          </p:cNvSpPr>
          <p:nvPr/>
        </p:nvSpPr>
        <p:spPr>
          <a:xfrm>
            <a:off x="1996868" y="3657500"/>
            <a:ext cx="1095375" cy="295275"/>
          </a:xfrm>
          <a:prstGeom prst="roundRect">
            <a:avLst>
              <a:gd name="adj" fmla="val 19355"/>
            </a:avLst>
          </a:prstGeom>
          <a:solidFill>
            <a:srgbClr val="F2F5F8"/>
          </a:solidFill>
          <a:ln w="0">
            <a:noFill/>
          </a:ln>
        </p:spPr>
      </p:sp>
      <p:sp>
        <p:nvSpPr>
          <p:cNvPr id="70" name="45 path">
            <a:extLst>
              <a:ext uri="{FF2B5EF4-FFF2-40B4-BE49-F238E27FC236}">
                <a16:creationId xmlns:a16="http://schemas.microsoft.com/office/drawing/2014/main" id="{D1086017-D3DF-9BB4-EE61-EBF6F5F9B57A}"/>
              </a:ext>
            </a:extLst>
          </p:cNvPr>
          <p:cNvSpPr>
            <a:spLocks/>
          </p:cNvSpPr>
          <p:nvPr/>
        </p:nvSpPr>
        <p:spPr>
          <a:xfrm>
            <a:off x="1539668" y="3800375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71" name="46 path">
            <a:extLst>
              <a:ext uri="{FF2B5EF4-FFF2-40B4-BE49-F238E27FC236}">
                <a16:creationId xmlns:a16="http://schemas.microsoft.com/office/drawing/2014/main" id="{B4D6086D-0F82-857C-9A11-90562CC238F5}"/>
              </a:ext>
            </a:extLst>
          </p:cNvPr>
          <p:cNvSpPr>
            <a:spLocks/>
          </p:cNvSpPr>
          <p:nvPr/>
        </p:nvSpPr>
        <p:spPr>
          <a:xfrm>
            <a:off x="1794938" y="3689409"/>
            <a:ext cx="148590" cy="231457"/>
          </a:xfrm>
          <a:custGeom>
            <a:avLst/>
            <a:gdLst/>
            <a:ahLst/>
            <a:cxnLst/>
            <a:rect l="0" t="0" r="0" b="0"/>
            <a:pathLst>
              <a:path w="148590" h="231457">
                <a:moveTo>
                  <a:pt x="0" y="0"/>
                </a:moveTo>
                <a:lnTo>
                  <a:pt x="97155" y="0"/>
                </a:lnTo>
                <a:lnTo>
                  <a:pt x="148590" y="57864"/>
                </a:lnTo>
                <a:lnTo>
                  <a:pt x="148590" y="231457"/>
                </a:lnTo>
                <a:lnTo>
                  <a:pt x="0" y="231457"/>
                </a:lnTo>
                <a:close/>
              </a:path>
            </a:pathLst>
          </a:custGeom>
          <a:solidFill>
            <a:srgbClr val="F9FCFF"/>
          </a:solidFill>
          <a:ln w="11430">
            <a:solidFill>
              <a:srgbClr val="003496"/>
            </a:solidFill>
          </a:ln>
        </p:spPr>
      </p:sp>
      <p:sp>
        <p:nvSpPr>
          <p:cNvPr id="72" name="47 path">
            <a:extLst>
              <a:ext uri="{FF2B5EF4-FFF2-40B4-BE49-F238E27FC236}">
                <a16:creationId xmlns:a16="http://schemas.microsoft.com/office/drawing/2014/main" id="{24F3B458-F8A9-8A0D-34E3-65918F3991B6}"/>
              </a:ext>
            </a:extLst>
          </p:cNvPr>
          <p:cNvSpPr>
            <a:spLocks/>
          </p:cNvSpPr>
          <p:nvPr/>
        </p:nvSpPr>
        <p:spPr>
          <a:xfrm>
            <a:off x="1892093" y="3689409"/>
            <a:ext cx="51435" cy="64294"/>
          </a:xfrm>
          <a:custGeom>
            <a:avLst/>
            <a:gdLst/>
            <a:ahLst/>
            <a:cxnLst/>
            <a:rect l="0" t="0" r="0" b="0"/>
            <a:pathLst>
              <a:path w="51435" h="64294">
                <a:moveTo>
                  <a:pt x="0" y="0"/>
                </a:moveTo>
                <a:lnTo>
                  <a:pt x="0" y="64294"/>
                </a:lnTo>
                <a:lnTo>
                  <a:pt x="51435" y="64294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73" name="48 path">
            <a:extLst>
              <a:ext uri="{FF2B5EF4-FFF2-40B4-BE49-F238E27FC236}">
                <a16:creationId xmlns:a16="http://schemas.microsoft.com/office/drawing/2014/main" id="{C63A5299-BCF1-5211-36FB-3E8014B8A044}"/>
              </a:ext>
            </a:extLst>
          </p:cNvPr>
          <p:cNvSpPr>
            <a:spLocks/>
          </p:cNvSpPr>
          <p:nvPr/>
        </p:nvSpPr>
        <p:spPr>
          <a:xfrm>
            <a:off x="1823513" y="3792279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74" name="49 path">
            <a:extLst>
              <a:ext uri="{FF2B5EF4-FFF2-40B4-BE49-F238E27FC236}">
                <a16:creationId xmlns:a16="http://schemas.microsoft.com/office/drawing/2014/main" id="{4E73F700-61A8-5D72-FB42-2173F5DF8C63}"/>
              </a:ext>
            </a:extLst>
          </p:cNvPr>
          <p:cNvSpPr>
            <a:spLocks/>
          </p:cNvSpPr>
          <p:nvPr/>
        </p:nvSpPr>
        <p:spPr>
          <a:xfrm>
            <a:off x="1823513" y="3824426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75" name="50 path">
            <a:extLst>
              <a:ext uri="{FF2B5EF4-FFF2-40B4-BE49-F238E27FC236}">
                <a16:creationId xmlns:a16="http://schemas.microsoft.com/office/drawing/2014/main" id="{D0B66011-93F2-D64E-F42C-EB8BF263154D}"/>
              </a:ext>
            </a:extLst>
          </p:cNvPr>
          <p:cNvSpPr>
            <a:spLocks/>
          </p:cNvSpPr>
          <p:nvPr/>
        </p:nvSpPr>
        <p:spPr>
          <a:xfrm>
            <a:off x="1823513" y="3856573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76" name="51 path">
            <a:extLst>
              <a:ext uri="{FF2B5EF4-FFF2-40B4-BE49-F238E27FC236}">
                <a16:creationId xmlns:a16="http://schemas.microsoft.com/office/drawing/2014/main" id="{37292F6C-312D-A1CD-A4EB-A4F43810F2E8}"/>
              </a:ext>
            </a:extLst>
          </p:cNvPr>
          <p:cNvSpPr>
            <a:spLocks/>
          </p:cNvSpPr>
          <p:nvPr/>
        </p:nvSpPr>
        <p:spPr>
          <a:xfrm>
            <a:off x="1823513" y="3888719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77" name="52 data.py">
            <a:extLst>
              <a:ext uri="{FF2B5EF4-FFF2-40B4-BE49-F238E27FC236}">
                <a16:creationId xmlns:a16="http://schemas.microsoft.com/office/drawing/2014/main" id="{7FBB4802-4D5C-841C-3F70-86C4DE6975D0}"/>
              </a:ext>
            </a:extLst>
          </p:cNvPr>
          <p:cNvSpPr>
            <a:spLocks/>
          </p:cNvSpPr>
          <p:nvPr/>
        </p:nvSpPr>
        <p:spPr>
          <a:xfrm>
            <a:off x="2139743" y="3667025"/>
            <a:ext cx="962025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data.py</a:t>
            </a:r>
          </a:p>
        </p:txBody>
      </p:sp>
      <p:sp>
        <p:nvSpPr>
          <p:cNvPr id="78" name="82 path">
            <a:extLst>
              <a:ext uri="{FF2B5EF4-FFF2-40B4-BE49-F238E27FC236}">
                <a16:creationId xmlns:a16="http://schemas.microsoft.com/office/drawing/2014/main" id="{85E4CC5D-A975-9A1E-EAA2-0970A7AC3599}"/>
              </a:ext>
            </a:extLst>
          </p:cNvPr>
          <p:cNvSpPr>
            <a:spLocks/>
          </p:cNvSpPr>
          <p:nvPr/>
        </p:nvSpPr>
        <p:spPr>
          <a:xfrm>
            <a:off x="2146623" y="4131115"/>
            <a:ext cx="342900" cy="247650"/>
          </a:xfrm>
          <a:custGeom>
            <a:avLst/>
            <a:gdLst/>
            <a:ahLst/>
            <a:cxnLst/>
            <a:rect l="0" t="0" r="0" b="0"/>
            <a:pathLst>
              <a:path w="342900" h="247650">
                <a:moveTo>
                  <a:pt x="85725" y="0"/>
                </a:moveTo>
                <a:lnTo>
                  <a:pt x="257175" y="0"/>
                </a:lnTo>
                <a:lnTo>
                  <a:pt x="257175" y="104775"/>
                </a:lnTo>
                <a:lnTo>
                  <a:pt x="342900" y="104775"/>
                </a:lnTo>
                <a:lnTo>
                  <a:pt x="171450" y="247650"/>
                </a:lnTo>
                <a:lnTo>
                  <a:pt x="0" y="104775"/>
                </a:lnTo>
                <a:lnTo>
                  <a:pt x="85725" y="104775"/>
                </a:lnTo>
                <a:close/>
              </a:path>
            </a:pathLst>
          </a:custGeom>
          <a:solidFill>
            <a:srgbClr val="B8BCC0"/>
          </a:solidFill>
          <a:ln w="9525">
            <a:solidFill>
              <a:srgbClr val="78828B"/>
            </a:solidFill>
          </a:ln>
        </p:spPr>
      </p:sp>
      <p:sp>
        <p:nvSpPr>
          <p:cNvPr id="79" name="210 rect">
            <a:extLst>
              <a:ext uri="{FF2B5EF4-FFF2-40B4-BE49-F238E27FC236}">
                <a16:creationId xmlns:a16="http://schemas.microsoft.com/office/drawing/2014/main" id="{EAD934CD-218D-63FF-DEA3-8E3738717984}"/>
              </a:ext>
            </a:extLst>
          </p:cNvPr>
          <p:cNvSpPr>
            <a:spLocks/>
          </p:cNvSpPr>
          <p:nvPr/>
        </p:nvSpPr>
        <p:spPr>
          <a:xfrm>
            <a:off x="1470374" y="4380498"/>
            <a:ext cx="1860493" cy="440592"/>
          </a:xfrm>
          <a:prstGeom prst="roundRect">
            <a:avLst>
              <a:gd name="adj" fmla="val 8383"/>
            </a:avLst>
          </a:prstGeom>
          <a:gradFill>
            <a:gsLst>
              <a:gs pos="0">
                <a:srgbClr val="FFF6DD"/>
              </a:gs>
              <a:gs pos="100000">
                <a:srgbClr val="FFFCEE"/>
              </a:gs>
            </a:gsLst>
            <a:lin ang="5400000"/>
          </a:gradFill>
          <a:ln w="11430">
            <a:solidFill>
              <a:srgbClr val="B78013"/>
            </a:solidFill>
          </a:ln>
        </p:spPr>
      </p:sp>
      <p:grpSp>
        <p:nvGrpSpPr>
          <p:cNvPr id="80" name="icon-robot-210">
            <a:extLst>
              <a:ext uri="{FF2B5EF4-FFF2-40B4-BE49-F238E27FC236}">
                <a16:creationId xmlns:a16="http://schemas.microsoft.com/office/drawing/2014/main" id="{DA701EC7-EACA-1E91-C836-461A85382773}"/>
              </a:ext>
            </a:extLst>
          </p:cNvPr>
          <p:cNvGrpSpPr/>
          <p:nvPr/>
        </p:nvGrpSpPr>
        <p:grpSpPr>
          <a:xfrm>
            <a:off x="1580779" y="4439721"/>
            <a:ext cx="333375" cy="282893"/>
            <a:chOff x="5229225" y="2112883"/>
            <a:chExt cx="333375" cy="282893"/>
          </a:xfrm>
        </p:grpSpPr>
        <p:sp>
          <p:nvSpPr>
            <p:cNvPr id="81" name="211 path">
              <a:extLst>
                <a:ext uri="{FF2B5EF4-FFF2-40B4-BE49-F238E27FC236}">
                  <a16:creationId xmlns:a16="http://schemas.microsoft.com/office/drawing/2014/main" id="{ED81F26F-80B1-1ABC-C654-EBCCD39D8B53}"/>
                </a:ext>
              </a:extLst>
            </p:cNvPr>
            <p:cNvSpPr>
              <a:spLocks/>
            </p:cNvSpPr>
            <p:nvPr/>
          </p:nvSpPr>
          <p:spPr>
            <a:xfrm>
              <a:off x="5395913" y="2144316"/>
              <a:ext cx="95" cy="62865"/>
            </a:xfrm>
            <a:custGeom>
              <a:avLst/>
              <a:gdLst/>
              <a:ahLst/>
              <a:cxnLst/>
              <a:rect l="0" t="0" r="0" b="0"/>
              <a:pathLst>
                <a:path w="95" h="62865">
                  <a:moveTo>
                    <a:pt x="0" y="0"/>
                  </a:moveTo>
                  <a:lnTo>
                    <a:pt x="0" y="62865"/>
                  </a:lnTo>
                </a:path>
              </a:pathLst>
            </a:custGeom>
            <a:noFill/>
            <a:ln w="18074">
              <a:solidFill>
                <a:srgbClr val="090D28"/>
              </a:solidFill>
            </a:ln>
          </p:spPr>
        </p:sp>
        <p:sp>
          <p:nvSpPr>
            <p:cNvPr id="82" name="212 ellipse">
              <a:extLst>
                <a:ext uri="{FF2B5EF4-FFF2-40B4-BE49-F238E27FC236}">
                  <a16:creationId xmlns:a16="http://schemas.microsoft.com/office/drawing/2014/main" id="{8F293135-CDC9-F5E1-05CB-6FB3638C05AC}"/>
                </a:ext>
              </a:extLst>
            </p:cNvPr>
            <p:cNvSpPr>
              <a:spLocks/>
            </p:cNvSpPr>
            <p:nvPr/>
          </p:nvSpPr>
          <p:spPr>
            <a:xfrm>
              <a:off x="5375077" y="2112883"/>
              <a:ext cx="41672" cy="39291"/>
            </a:xfrm>
            <a:prstGeom prst="ellipse">
              <a:avLst/>
            </a:prstGeom>
            <a:solidFill>
              <a:srgbClr val="FFFFFF"/>
            </a:solidFill>
            <a:ln w="14145">
              <a:solidFill>
                <a:srgbClr val="090D28"/>
              </a:solidFill>
            </a:ln>
          </p:spPr>
        </p:sp>
        <p:sp>
          <p:nvSpPr>
            <p:cNvPr id="83" name="213 rect">
              <a:extLst>
                <a:ext uri="{FF2B5EF4-FFF2-40B4-BE49-F238E27FC236}">
                  <a16:creationId xmlns:a16="http://schemas.microsoft.com/office/drawing/2014/main" id="{39D6154A-C74E-EA75-A6A6-E5EC5752D008}"/>
                </a:ext>
              </a:extLst>
            </p:cNvPr>
            <p:cNvSpPr>
              <a:spLocks/>
            </p:cNvSpPr>
            <p:nvPr/>
          </p:nvSpPr>
          <p:spPr>
            <a:xfrm>
              <a:off x="5229225" y="2262188"/>
              <a:ext cx="41672" cy="86439"/>
            </a:xfrm>
            <a:prstGeom prst="roundRect">
              <a:avLst>
                <a:gd name="adj" fmla="val 37714"/>
              </a:avLst>
            </a:prstGeom>
            <a:solidFill>
              <a:srgbClr val="FFE04B"/>
            </a:solidFill>
            <a:ln w="15716">
              <a:solidFill>
                <a:srgbClr val="090D28"/>
              </a:solidFill>
            </a:ln>
          </p:spPr>
        </p:sp>
        <p:sp>
          <p:nvSpPr>
            <p:cNvPr id="84" name="214 rect">
              <a:extLst>
                <a:ext uri="{FF2B5EF4-FFF2-40B4-BE49-F238E27FC236}">
                  <a16:creationId xmlns:a16="http://schemas.microsoft.com/office/drawing/2014/main" id="{2A84D331-C1E9-C6F1-18B0-0CD29975C13D}"/>
                </a:ext>
              </a:extLst>
            </p:cNvPr>
            <p:cNvSpPr>
              <a:spLocks/>
            </p:cNvSpPr>
            <p:nvPr/>
          </p:nvSpPr>
          <p:spPr>
            <a:xfrm>
              <a:off x="5520928" y="2262188"/>
              <a:ext cx="41672" cy="86439"/>
            </a:xfrm>
            <a:prstGeom prst="roundRect">
              <a:avLst>
                <a:gd name="adj" fmla="val 37714"/>
              </a:avLst>
            </a:prstGeom>
            <a:solidFill>
              <a:srgbClr val="FFE04B"/>
            </a:solidFill>
            <a:ln w="15716">
              <a:solidFill>
                <a:srgbClr val="090D28"/>
              </a:solidFill>
            </a:ln>
          </p:spPr>
        </p:sp>
        <p:sp>
          <p:nvSpPr>
            <p:cNvPr id="85" name="215 rect">
              <a:extLst>
                <a:ext uri="{FF2B5EF4-FFF2-40B4-BE49-F238E27FC236}">
                  <a16:creationId xmlns:a16="http://schemas.microsoft.com/office/drawing/2014/main" id="{6AA200D8-7F8F-4711-EBBB-6D47E981894B}"/>
                </a:ext>
              </a:extLst>
            </p:cNvPr>
            <p:cNvSpPr>
              <a:spLocks/>
            </p:cNvSpPr>
            <p:nvPr/>
          </p:nvSpPr>
          <p:spPr>
            <a:xfrm>
              <a:off x="5270897" y="2199323"/>
              <a:ext cx="250031" cy="196453"/>
            </a:xfrm>
            <a:prstGeom prst="roundRect">
              <a:avLst>
                <a:gd name="adj" fmla="val 28000"/>
              </a:avLst>
            </a:prstGeom>
            <a:gradFill>
              <a:gsLst>
                <a:gs pos="0">
                  <a:srgbClr val="FFFFFF"/>
                </a:gs>
                <a:gs pos="100000">
                  <a:srgbClr val="FFE04B"/>
                </a:gs>
              </a:gsLst>
              <a:lin ang="5400000"/>
            </a:gradFill>
            <a:ln w="17288">
              <a:solidFill>
                <a:srgbClr val="090D28"/>
              </a:solidFill>
            </a:ln>
          </p:spPr>
        </p:sp>
        <p:sp>
          <p:nvSpPr>
            <p:cNvPr id="86" name="216 rect">
              <a:extLst>
                <a:ext uri="{FF2B5EF4-FFF2-40B4-BE49-F238E27FC236}">
                  <a16:creationId xmlns:a16="http://schemas.microsoft.com/office/drawing/2014/main" id="{FABFA535-1CB7-F69A-BC83-F3C3394E2198}"/>
                </a:ext>
              </a:extLst>
            </p:cNvPr>
            <p:cNvSpPr>
              <a:spLocks/>
            </p:cNvSpPr>
            <p:nvPr/>
          </p:nvSpPr>
          <p:spPr>
            <a:xfrm>
              <a:off x="5312569" y="2246471"/>
              <a:ext cx="166688" cy="94298"/>
            </a:xfrm>
            <a:prstGeom prst="roundRect">
              <a:avLst>
                <a:gd name="adj" fmla="val 33333"/>
              </a:avLst>
            </a:prstGeom>
            <a:solidFill>
              <a:srgbClr val="15154A"/>
            </a:solidFill>
            <a:ln w="7858">
              <a:solidFill>
                <a:srgbClr val="090D28"/>
              </a:solidFill>
            </a:ln>
          </p:spPr>
        </p:sp>
        <p:sp>
          <p:nvSpPr>
            <p:cNvPr id="87" name="217 ellipse">
              <a:extLst>
                <a:ext uri="{FF2B5EF4-FFF2-40B4-BE49-F238E27FC236}">
                  <a16:creationId xmlns:a16="http://schemas.microsoft.com/office/drawing/2014/main" id="{53B063E1-351C-6439-964C-815CF7037206}"/>
                </a:ext>
              </a:extLst>
            </p:cNvPr>
            <p:cNvSpPr>
              <a:spLocks/>
            </p:cNvSpPr>
            <p:nvPr/>
          </p:nvSpPr>
          <p:spPr>
            <a:xfrm>
              <a:off x="5345906" y="2270046"/>
              <a:ext cx="33338" cy="39291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88" name="218 ellipse">
              <a:extLst>
                <a:ext uri="{FF2B5EF4-FFF2-40B4-BE49-F238E27FC236}">
                  <a16:creationId xmlns:a16="http://schemas.microsoft.com/office/drawing/2014/main" id="{8063B8DF-FEB6-1E70-4A19-68DD35006F40}"/>
                </a:ext>
              </a:extLst>
            </p:cNvPr>
            <p:cNvSpPr>
              <a:spLocks/>
            </p:cNvSpPr>
            <p:nvPr/>
          </p:nvSpPr>
          <p:spPr>
            <a:xfrm>
              <a:off x="5420916" y="2270046"/>
              <a:ext cx="33338" cy="39291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</p:grpSp>
      <p:sp>
        <p:nvSpPr>
          <p:cNvPr id="89" name="219 Translator">
            <a:extLst>
              <a:ext uri="{FF2B5EF4-FFF2-40B4-BE49-F238E27FC236}">
                <a16:creationId xmlns:a16="http://schemas.microsoft.com/office/drawing/2014/main" id="{8EF43F20-F99E-675C-D545-85CEAA86DD94}"/>
              </a:ext>
            </a:extLst>
          </p:cNvPr>
          <p:cNvSpPr>
            <a:spLocks/>
          </p:cNvSpPr>
          <p:nvPr/>
        </p:nvSpPr>
        <p:spPr>
          <a:xfrm>
            <a:off x="2063666" y="4441955"/>
            <a:ext cx="1143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Translator</a:t>
            </a:r>
          </a:p>
        </p:txBody>
      </p:sp>
      <p:pic>
        <p:nvPicPr>
          <p:cNvPr id="90" name="图形 89">
            <a:extLst>
              <a:ext uri="{FF2B5EF4-FFF2-40B4-BE49-F238E27FC236}">
                <a16:creationId xmlns:a16="http://schemas.microsoft.com/office/drawing/2014/main" id="{3D9EB969-E9DD-63D0-462C-D6174E5B09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8418" y="2977407"/>
            <a:ext cx="274637" cy="334018"/>
          </a:xfrm>
          <a:prstGeom prst="rect">
            <a:avLst/>
          </a:prstGeom>
        </p:spPr>
      </p:pic>
      <p:sp>
        <p:nvSpPr>
          <p:cNvPr id="91" name="86 rect">
            <a:extLst>
              <a:ext uri="{FF2B5EF4-FFF2-40B4-BE49-F238E27FC236}">
                <a16:creationId xmlns:a16="http://schemas.microsoft.com/office/drawing/2014/main" id="{968172AA-DB64-87C7-97F6-ED3A56A7BA73}"/>
              </a:ext>
            </a:extLst>
          </p:cNvPr>
          <p:cNvSpPr>
            <a:spLocks/>
          </p:cNvSpPr>
          <p:nvPr/>
        </p:nvSpPr>
        <p:spPr>
          <a:xfrm>
            <a:off x="1470374" y="4882891"/>
            <a:ext cx="856516" cy="424562"/>
          </a:xfrm>
          <a:prstGeom prst="roundRect">
            <a:avLst>
              <a:gd name="adj" fmla="val 17500"/>
            </a:avLst>
          </a:prstGeom>
          <a:gradFill>
            <a:gsLst>
              <a:gs pos="0">
                <a:srgbClr val="EDE9FF"/>
              </a:gs>
              <a:gs pos="100000">
                <a:srgbClr val="FAF7FF"/>
              </a:gs>
            </a:gsLst>
            <a:lin ang="5400000"/>
          </a:gradFill>
          <a:ln w="7620">
            <a:solidFill>
              <a:srgbClr val="9B87ED"/>
            </a:solidFill>
          </a:ln>
        </p:spPr>
      </p:sp>
      <p:sp>
        <p:nvSpPr>
          <p:cNvPr id="92" name="89 Framework B">
            <a:extLst>
              <a:ext uri="{FF2B5EF4-FFF2-40B4-BE49-F238E27FC236}">
                <a16:creationId xmlns:a16="http://schemas.microsoft.com/office/drawing/2014/main" id="{D5F9E05E-6C0B-76E1-6C1F-FEF94298BCC7}"/>
              </a:ext>
            </a:extLst>
          </p:cNvPr>
          <p:cNvSpPr>
            <a:spLocks/>
          </p:cNvSpPr>
          <p:nvPr/>
        </p:nvSpPr>
        <p:spPr>
          <a:xfrm>
            <a:off x="1521148" y="5117215"/>
            <a:ext cx="828675" cy="1807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48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8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Framework</a:t>
            </a:r>
            <a:r>
              <a:rPr lang="en-US" altLang="zh-CN" sz="1148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s</a:t>
            </a:r>
            <a:endParaRPr sz="1148" b="0" dirty="0">
              <a:solidFill>
                <a:srgbClr val="090D28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3" name="mindspore official logo" descr="https://www.mindspore.cn/_static/logo-zh-light.Bh-KLwUB.svg | Original SVG bytes; proportional crop of the official symbol.">
            <a:extLst>
              <a:ext uri="{FF2B5EF4-FFF2-40B4-BE49-F238E27FC236}">
                <a16:creationId xmlns:a16="http://schemas.microsoft.com/office/drawing/2014/main" id="{774E8AE1-1D78-A87B-B366-D56687D32C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535232" y="4921909"/>
            <a:ext cx="358548" cy="200120"/>
          </a:xfrm>
          <a:prstGeom prst="rect">
            <a:avLst/>
          </a:prstGeom>
        </p:spPr>
      </p:pic>
      <p:pic>
        <p:nvPicPr>
          <p:cNvPr id="94" name="jax official logo" descr="https://raw.githubusercontent.com/google/jax/main/images/jax_logo.svg | Original SVG bytes; proportional crop of the official symbol.">
            <a:extLst>
              <a:ext uri="{FF2B5EF4-FFF2-40B4-BE49-F238E27FC236}">
                <a16:creationId xmlns:a16="http://schemas.microsoft.com/office/drawing/2014/main" id="{43E52390-A1FB-110E-7784-0A9FE13F23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922785" y="4936523"/>
            <a:ext cx="323851" cy="187281"/>
          </a:xfrm>
          <a:prstGeom prst="rect">
            <a:avLst/>
          </a:prstGeom>
        </p:spPr>
      </p:pic>
      <p:pic>
        <p:nvPicPr>
          <p:cNvPr id="95" name="pytorch official logo" descr="https://raw.githubusercontent.com/pytorch/pytorch/main/docs/source/_static/img/pytorch-logo-dark.svg | Original SVG bytes; proportional crop of the official symbol.">
            <a:extLst>
              <a:ext uri="{FF2B5EF4-FFF2-40B4-BE49-F238E27FC236}">
                <a16:creationId xmlns:a16="http://schemas.microsoft.com/office/drawing/2014/main" id="{F88AFBB0-4720-B4E8-A921-5448B1889A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383036" y="2117800"/>
            <a:ext cx="339725" cy="413751"/>
          </a:xfrm>
          <a:prstGeom prst="rect">
            <a:avLst/>
          </a:prstGeom>
        </p:spPr>
      </p:pic>
      <p:sp>
        <p:nvSpPr>
          <p:cNvPr id="96" name="94 rect">
            <a:extLst>
              <a:ext uri="{FF2B5EF4-FFF2-40B4-BE49-F238E27FC236}">
                <a16:creationId xmlns:a16="http://schemas.microsoft.com/office/drawing/2014/main" id="{0B9DD12C-2FFE-4DA5-4FDA-0F26B38778B9}"/>
              </a:ext>
            </a:extLst>
          </p:cNvPr>
          <p:cNvSpPr>
            <a:spLocks/>
          </p:cNvSpPr>
          <p:nvPr/>
        </p:nvSpPr>
        <p:spPr>
          <a:xfrm>
            <a:off x="2489523" y="4884383"/>
            <a:ext cx="841343" cy="419896"/>
          </a:xfrm>
          <a:prstGeom prst="roundRect">
            <a:avLst>
              <a:gd name="adj" fmla="val 17500"/>
            </a:avLst>
          </a:prstGeom>
          <a:gradFill>
            <a:gsLst>
              <a:gs pos="0">
                <a:srgbClr val="E7FFF1"/>
              </a:gs>
              <a:gs pos="100000">
                <a:srgbClr val="F7FFFB"/>
              </a:gs>
            </a:gsLst>
            <a:lin ang="5400000"/>
          </a:gradFill>
          <a:ln w="7620">
            <a:solidFill>
              <a:srgbClr val="62BFA0"/>
            </a:solidFill>
          </a:ln>
        </p:spPr>
      </p:sp>
      <p:sp>
        <p:nvSpPr>
          <p:cNvPr id="97" name="98 Language X">
            <a:extLst>
              <a:ext uri="{FF2B5EF4-FFF2-40B4-BE49-F238E27FC236}">
                <a16:creationId xmlns:a16="http://schemas.microsoft.com/office/drawing/2014/main" id="{078DE344-575A-2CDE-C136-76C10AE75C82}"/>
              </a:ext>
            </a:extLst>
          </p:cNvPr>
          <p:cNvSpPr>
            <a:spLocks/>
          </p:cNvSpPr>
          <p:nvPr/>
        </p:nvSpPr>
        <p:spPr>
          <a:xfrm>
            <a:off x="2554498" y="5074619"/>
            <a:ext cx="911388" cy="21141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43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3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Language</a:t>
            </a:r>
            <a:r>
              <a:rPr lang="en-US" altLang="zh-CN" sz="1343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s</a:t>
            </a:r>
            <a:endParaRPr sz="1343" b="0" dirty="0">
              <a:solidFill>
                <a:srgbClr val="090D28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8" name="图形 97">
            <a:extLst>
              <a:ext uri="{FF2B5EF4-FFF2-40B4-BE49-F238E27FC236}">
                <a16:creationId xmlns:a16="http://schemas.microsoft.com/office/drawing/2014/main" id="{96D5564B-9EE9-6E89-19B4-3A942CF3EF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41891" y="4903322"/>
            <a:ext cx="216817" cy="206203"/>
          </a:xfrm>
          <a:prstGeom prst="rect">
            <a:avLst/>
          </a:prstGeom>
        </p:spPr>
      </p:pic>
      <p:pic>
        <p:nvPicPr>
          <p:cNvPr id="99" name="图形 98">
            <a:extLst>
              <a:ext uri="{FF2B5EF4-FFF2-40B4-BE49-F238E27FC236}">
                <a16:creationId xmlns:a16="http://schemas.microsoft.com/office/drawing/2014/main" id="{4D3D61C6-E4E3-D80D-FC6D-29BF36B716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38545" y="4905783"/>
            <a:ext cx="231996" cy="231996"/>
          </a:xfrm>
          <a:prstGeom prst="rect">
            <a:avLst/>
          </a:prstGeom>
        </p:spPr>
      </p:pic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DCE16CC-F4E8-EB91-C49A-6D87B320278F}"/>
              </a:ext>
            </a:extLst>
          </p:cNvPr>
          <p:cNvCxnSpPr/>
          <p:nvPr/>
        </p:nvCxnSpPr>
        <p:spPr>
          <a:xfrm>
            <a:off x="6629400" y="4279434"/>
            <a:ext cx="0" cy="234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9D8E3F94-253E-3B46-5F26-5C1EEA324922}"/>
              </a:ext>
            </a:extLst>
          </p:cNvPr>
          <p:cNvCxnSpPr/>
          <p:nvPr/>
        </p:nvCxnSpPr>
        <p:spPr>
          <a:xfrm flipV="1">
            <a:off x="9004300" y="4272027"/>
            <a:ext cx="0" cy="202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7A187410-1616-BDE1-0682-91C337FF7D0E}"/>
              </a:ext>
            </a:extLst>
          </p:cNvPr>
          <p:cNvCxnSpPr/>
          <p:nvPr/>
        </p:nvCxnSpPr>
        <p:spPr>
          <a:xfrm>
            <a:off x="9355667" y="4247904"/>
            <a:ext cx="0" cy="234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CA8FAB29-83D3-8A69-02C8-E9E01B6109D4}"/>
              </a:ext>
            </a:extLst>
          </p:cNvPr>
          <p:cNvCxnSpPr/>
          <p:nvPr/>
        </p:nvCxnSpPr>
        <p:spPr>
          <a:xfrm flipV="1">
            <a:off x="6972300" y="4279831"/>
            <a:ext cx="0" cy="202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F1AF7256-551D-A4CB-8583-3734DFCEBF0D}"/>
              </a:ext>
            </a:extLst>
          </p:cNvPr>
          <p:cNvCxnSpPr>
            <a:cxnSpLocks/>
          </p:cNvCxnSpPr>
          <p:nvPr/>
        </p:nvCxnSpPr>
        <p:spPr>
          <a:xfrm>
            <a:off x="7763940" y="2114451"/>
            <a:ext cx="5587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880C911C-5D45-180B-4E5B-4877DC80029E}"/>
              </a:ext>
            </a:extLst>
          </p:cNvPr>
          <p:cNvCxnSpPr/>
          <p:nvPr/>
        </p:nvCxnSpPr>
        <p:spPr>
          <a:xfrm>
            <a:off x="9004300" y="3040929"/>
            <a:ext cx="0" cy="196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72C63F7D-1E60-5709-6410-47C06E1C3464}"/>
              </a:ext>
            </a:extLst>
          </p:cNvPr>
          <p:cNvCxnSpPr/>
          <p:nvPr/>
        </p:nvCxnSpPr>
        <p:spPr>
          <a:xfrm flipV="1">
            <a:off x="9427633" y="3040929"/>
            <a:ext cx="0" cy="176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776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DB5F3-C891-A9F6-6749-9A1B6F0B3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4045337-CDA7-CFCE-57F8-48ED15A820DF}"/>
              </a:ext>
            </a:extLst>
          </p:cNvPr>
          <p:cNvSpPr/>
          <p:nvPr/>
        </p:nvSpPr>
        <p:spPr>
          <a:xfrm>
            <a:off x="4346713" y="1531881"/>
            <a:ext cx="1253709" cy="3505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Migration Setting</a:t>
            </a:r>
          </a:p>
          <a:p>
            <a:pPr algn="ctr"/>
            <a:br>
              <a:rPr lang="en-US" altLang="zh-CN" dirty="0"/>
            </a:br>
            <a:r>
              <a:rPr lang="en-US" altLang="zh-CN" dirty="0"/>
              <a:t>translator agent</a:t>
            </a:r>
          </a:p>
          <a:p>
            <a:pPr algn="ctr"/>
            <a:endParaRPr lang="zh-CN" altLang="en-US" dirty="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6A3F9BB8-FC51-51A2-7153-76D4C7E59F8D}"/>
              </a:ext>
            </a:extLst>
          </p:cNvPr>
          <p:cNvSpPr/>
          <p:nvPr/>
        </p:nvSpPr>
        <p:spPr>
          <a:xfrm>
            <a:off x="5808140" y="1515533"/>
            <a:ext cx="4830233" cy="3505200"/>
          </a:xfrm>
          <a:prstGeom prst="roundRect">
            <a:avLst>
              <a:gd name="adj" fmla="val 828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B8F32D8-426D-C7CF-203C-ECF063AA3B32}"/>
              </a:ext>
            </a:extLst>
          </p:cNvPr>
          <p:cNvSpPr/>
          <p:nvPr/>
        </p:nvSpPr>
        <p:spPr>
          <a:xfrm>
            <a:off x="10899625" y="1632579"/>
            <a:ext cx="850900" cy="3505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Verified Output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A6A9E1D6-BDAB-5A47-0261-D9F5A9963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244" y="6562541"/>
            <a:ext cx="9118600" cy="1503187"/>
          </a:xfrm>
          <a:prstGeom prst="rect">
            <a:avLst/>
          </a:prstGeom>
        </p:spPr>
      </p:pic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D9B6EB9-AE0F-7153-0EC4-1AB2449A220B}"/>
              </a:ext>
            </a:extLst>
          </p:cNvPr>
          <p:cNvSpPr/>
          <p:nvPr/>
        </p:nvSpPr>
        <p:spPr>
          <a:xfrm>
            <a:off x="6129873" y="1718116"/>
            <a:ext cx="1634067" cy="135597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Verifier agent</a:t>
            </a:r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Layered diagnosis</a:t>
            </a:r>
            <a:endParaRPr lang="zh-CN" altLang="en-US" dirty="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ED4BBA58-C8F0-4ACA-9955-E581FBF14668}"/>
              </a:ext>
            </a:extLst>
          </p:cNvPr>
          <p:cNvSpPr/>
          <p:nvPr/>
        </p:nvSpPr>
        <p:spPr>
          <a:xfrm>
            <a:off x="8322733" y="2475157"/>
            <a:ext cx="1947341" cy="60332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repair agent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D8BFBDD3-5F56-7672-3D30-3959224CB6A4}"/>
              </a:ext>
            </a:extLst>
          </p:cNvPr>
          <p:cNvSpPr/>
          <p:nvPr/>
        </p:nvSpPr>
        <p:spPr>
          <a:xfrm>
            <a:off x="8322733" y="1718116"/>
            <a:ext cx="1947341" cy="62731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Evidence</a:t>
            </a:r>
            <a:br>
              <a:rPr lang="en-US" altLang="zh-CN" dirty="0"/>
            </a:br>
            <a:r>
              <a:rPr lang="en-US" altLang="zh-CN" dirty="0"/>
              <a:t>handoff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F9137034-1FDD-81BB-1AFD-8DB42BB52E8C}"/>
              </a:ext>
            </a:extLst>
          </p:cNvPr>
          <p:cNvSpPr/>
          <p:nvPr/>
        </p:nvSpPr>
        <p:spPr>
          <a:xfrm>
            <a:off x="6129873" y="3276677"/>
            <a:ext cx="4140201" cy="24555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Orchestrator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2D03BBC-81C3-144B-6E85-E732CB89A924}"/>
              </a:ext>
            </a:extLst>
          </p:cNvPr>
          <p:cNvGrpSpPr/>
          <p:nvPr/>
        </p:nvGrpSpPr>
        <p:grpSpPr>
          <a:xfrm>
            <a:off x="5808141" y="3792587"/>
            <a:ext cx="4869518" cy="1202265"/>
            <a:chOff x="3776141" y="5139267"/>
            <a:chExt cx="8047565" cy="1202265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AD54127E-E0F5-F43C-402A-9A132AB00B7B}"/>
                </a:ext>
              </a:extLst>
            </p:cNvPr>
            <p:cNvSpPr/>
            <p:nvPr/>
          </p:nvSpPr>
          <p:spPr>
            <a:xfrm>
              <a:off x="3776141" y="5139267"/>
              <a:ext cx="8034866" cy="120226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B4F5CAE-97F3-B466-8B01-25D5C8A7E0E5}"/>
                </a:ext>
              </a:extLst>
            </p:cNvPr>
            <p:cNvSpPr txBox="1"/>
            <p:nvPr/>
          </p:nvSpPr>
          <p:spPr>
            <a:xfrm>
              <a:off x="3860806" y="5190433"/>
              <a:ext cx="50969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Repository Context Management</a:t>
              </a: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D5877181-6D07-9271-7237-BC6C297EF2FB}"/>
                </a:ext>
              </a:extLst>
            </p:cNvPr>
            <p:cNvSpPr txBox="1"/>
            <p:nvPr/>
          </p:nvSpPr>
          <p:spPr>
            <a:xfrm>
              <a:off x="3860806" y="5765982"/>
              <a:ext cx="79629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Repository Structural Analysis </a:t>
              </a:r>
              <a:r>
                <a:rPr lang="zh-CN" altLang="en-US" dirty="0">
                  <a:solidFill>
                    <a:schemeClr val="bg1"/>
                  </a:solidFill>
                </a:rPr>
                <a:t> </a:t>
              </a:r>
              <a:r>
                <a:rPr lang="en-US" altLang="zh-CN" dirty="0">
                  <a:solidFill>
                    <a:schemeClr val="bg1"/>
                  </a:solidFill>
                </a:rPr>
                <a:t>…..</a:t>
              </a:r>
              <a:r>
                <a:rPr lang="zh-CN" altLang="en-US" dirty="0">
                  <a:solidFill>
                    <a:schemeClr val="bg1"/>
                  </a:solidFill>
                </a:rPr>
                <a:t>  </a:t>
              </a:r>
              <a:r>
                <a:rPr lang="en-US" altLang="zh-CN" dirty="0">
                  <a:solidFill>
                    <a:schemeClr val="bg1"/>
                  </a:solidFill>
                </a:rPr>
                <a:t>As</a:t>
              </a:r>
              <a:r>
                <a:rPr lang="zh-CN" altLang="en-US" dirty="0">
                  <a:solidFill>
                    <a:schemeClr val="bg1"/>
                  </a:solidFill>
                </a:rPr>
                <a:t> </a:t>
              </a:r>
              <a:r>
                <a:rPr lang="en-US" altLang="zh-CN" dirty="0">
                  <a:solidFill>
                    <a:schemeClr val="bg1"/>
                  </a:solidFill>
                </a:rPr>
                <a:t>follows</a:t>
              </a:r>
            </a:p>
          </p:txBody>
        </p:sp>
      </p:grpSp>
      <p:sp>
        <p:nvSpPr>
          <p:cNvPr id="45" name="1 orange setting panel">
            <a:extLst>
              <a:ext uri="{FF2B5EF4-FFF2-40B4-BE49-F238E27FC236}">
                <a16:creationId xmlns:a16="http://schemas.microsoft.com/office/drawing/2014/main" id="{5D053D15-0341-DDE9-0BDB-5E5647C41374}"/>
              </a:ext>
            </a:extLst>
          </p:cNvPr>
          <p:cNvSpPr>
            <a:spLocks/>
          </p:cNvSpPr>
          <p:nvPr/>
        </p:nvSpPr>
        <p:spPr>
          <a:xfrm>
            <a:off x="1258649" y="1428650"/>
            <a:ext cx="2233858" cy="3996807"/>
          </a:xfrm>
          <a:prstGeom prst="roundRect">
            <a:avLst>
              <a:gd name="adj" fmla="val 3846"/>
            </a:avLst>
          </a:prstGeom>
          <a:gradFill>
            <a:gsLst>
              <a:gs pos="0">
                <a:srgbClr val="FFEEE2"/>
              </a:gs>
              <a:gs pos="100000">
                <a:srgbClr val="FFF8F1"/>
              </a:gs>
            </a:gsLst>
            <a:lin ang="5400000"/>
          </a:gradFill>
          <a:ln w="10478">
            <a:solidFill>
              <a:srgbClr val="EF6B2C"/>
            </a:solidFill>
          </a:ln>
        </p:spPr>
      </p:sp>
      <p:sp>
        <p:nvSpPr>
          <p:cNvPr id="46" name="2 setting title strip">
            <a:extLst>
              <a:ext uri="{FF2B5EF4-FFF2-40B4-BE49-F238E27FC236}">
                <a16:creationId xmlns:a16="http://schemas.microsoft.com/office/drawing/2014/main" id="{53D369A6-1816-A6E5-2442-C2B9627E8BEB}"/>
              </a:ext>
            </a:extLst>
          </p:cNvPr>
          <p:cNvSpPr>
            <a:spLocks/>
          </p:cNvSpPr>
          <p:nvPr/>
        </p:nvSpPr>
        <p:spPr>
          <a:xfrm>
            <a:off x="1258648" y="1432366"/>
            <a:ext cx="2233859" cy="571500"/>
          </a:xfrm>
          <a:prstGeom prst="roundRect">
            <a:avLst>
              <a:gd name="adj" fmla="val 15741"/>
            </a:avLst>
          </a:prstGeom>
          <a:gradFill>
            <a:gsLst>
              <a:gs pos="0">
                <a:srgbClr val="FFCFB0"/>
              </a:gs>
              <a:gs pos="100000">
                <a:srgbClr val="FFE6D3"/>
              </a:gs>
            </a:gsLst>
            <a:lin ang="5400000"/>
          </a:gradFill>
          <a:ln w="0">
            <a:noFill/>
          </a:ln>
        </p:spPr>
      </p:sp>
      <p:sp>
        <p:nvSpPr>
          <p:cNvPr id="47" name="4 Migration Setting">
            <a:extLst>
              <a:ext uri="{FF2B5EF4-FFF2-40B4-BE49-F238E27FC236}">
                <a16:creationId xmlns:a16="http://schemas.microsoft.com/office/drawing/2014/main" id="{CDB74756-5B42-C5D3-F20B-23CB55D6142A}"/>
              </a:ext>
            </a:extLst>
          </p:cNvPr>
          <p:cNvSpPr>
            <a:spLocks/>
          </p:cNvSpPr>
          <p:nvPr/>
        </p:nvSpPr>
        <p:spPr>
          <a:xfrm>
            <a:off x="1146498" y="1485315"/>
            <a:ext cx="2505075" cy="42519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Migration Setting</a:t>
            </a:r>
          </a:p>
        </p:txBody>
      </p:sp>
      <p:sp>
        <p:nvSpPr>
          <p:cNvPr id="48" name="14 rect">
            <a:extLst>
              <a:ext uri="{FF2B5EF4-FFF2-40B4-BE49-F238E27FC236}">
                <a16:creationId xmlns:a16="http://schemas.microsoft.com/office/drawing/2014/main" id="{150C30C3-B845-800A-0AEE-D11A5022DF52}"/>
              </a:ext>
            </a:extLst>
          </p:cNvPr>
          <p:cNvSpPr>
            <a:spLocks/>
          </p:cNvSpPr>
          <p:nvPr/>
        </p:nvSpPr>
        <p:spPr>
          <a:xfrm>
            <a:off x="1331206" y="2114451"/>
            <a:ext cx="2077004" cy="2045240"/>
          </a:xfrm>
          <a:prstGeom prst="roundRect">
            <a:avLst>
              <a:gd name="adj" fmla="val 4560"/>
            </a:avLst>
          </a:prstGeom>
          <a:gradFill>
            <a:gsLst>
              <a:gs pos="0">
                <a:srgbClr val="FFF2E3"/>
              </a:gs>
              <a:gs pos="100000">
                <a:srgbClr val="FFF8EE"/>
              </a:gs>
            </a:gsLst>
            <a:lin ang="5400000"/>
          </a:gradFill>
          <a:ln w="9525">
            <a:solidFill>
              <a:srgbClr val="F19861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9" name="21 Source Repository">
            <a:extLst>
              <a:ext uri="{FF2B5EF4-FFF2-40B4-BE49-F238E27FC236}">
                <a16:creationId xmlns:a16="http://schemas.microsoft.com/office/drawing/2014/main" id="{D76FDBA6-D80F-50BF-9C39-31FB2BA23774}"/>
              </a:ext>
            </a:extLst>
          </p:cNvPr>
          <p:cNvSpPr>
            <a:spLocks/>
          </p:cNvSpPr>
          <p:nvPr/>
        </p:nvSpPr>
        <p:spPr>
          <a:xfrm>
            <a:off x="1766934" y="2150731"/>
            <a:ext cx="1771650" cy="27165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Source Repository</a:t>
            </a:r>
          </a:p>
        </p:txBody>
      </p:sp>
      <p:sp>
        <p:nvSpPr>
          <p:cNvPr id="50" name="23 rect">
            <a:extLst>
              <a:ext uri="{FF2B5EF4-FFF2-40B4-BE49-F238E27FC236}">
                <a16:creationId xmlns:a16="http://schemas.microsoft.com/office/drawing/2014/main" id="{E8331475-766C-9F2E-0A2B-13C16B30C273}"/>
              </a:ext>
            </a:extLst>
          </p:cNvPr>
          <p:cNvSpPr>
            <a:spLocks/>
          </p:cNvSpPr>
          <p:nvPr/>
        </p:nvSpPr>
        <p:spPr>
          <a:xfrm>
            <a:off x="1387766" y="2617276"/>
            <a:ext cx="1943100" cy="1428114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1430">
            <a:solidFill>
              <a:srgbClr val="738FA3"/>
            </a:solidFill>
          </a:ln>
        </p:spPr>
      </p:sp>
      <p:sp>
        <p:nvSpPr>
          <p:cNvPr id="51" name="24 path">
            <a:extLst>
              <a:ext uri="{FF2B5EF4-FFF2-40B4-BE49-F238E27FC236}">
                <a16:creationId xmlns:a16="http://schemas.microsoft.com/office/drawing/2014/main" id="{21B35FB0-4FFF-CEDA-6FC3-DAB40043F9F1}"/>
              </a:ext>
            </a:extLst>
          </p:cNvPr>
          <p:cNvSpPr>
            <a:spLocks/>
          </p:cNvSpPr>
          <p:nvPr/>
        </p:nvSpPr>
        <p:spPr>
          <a:xfrm>
            <a:off x="1470374" y="2740719"/>
            <a:ext cx="186214" cy="136922"/>
          </a:xfrm>
          <a:custGeom>
            <a:avLst/>
            <a:gdLst/>
            <a:ahLst/>
            <a:cxnLst/>
            <a:rect l="0" t="0" r="0" b="0"/>
            <a:pathLst>
              <a:path w="186214" h="136922">
                <a:moveTo>
                  <a:pt x="0" y="0"/>
                </a:moveTo>
                <a:lnTo>
                  <a:pt x="65722" y="0"/>
                </a:lnTo>
                <a:lnTo>
                  <a:pt x="82153" y="21908"/>
                </a:lnTo>
                <a:lnTo>
                  <a:pt x="186214" y="21908"/>
                </a:lnTo>
                <a:lnTo>
                  <a:pt x="186214" y="136922"/>
                </a:lnTo>
                <a:lnTo>
                  <a:pt x="0" y="136922"/>
                </a:lnTo>
                <a:close/>
              </a:path>
            </a:pathLst>
          </a:custGeom>
          <a:solidFill>
            <a:srgbClr val="D2ECFF"/>
          </a:solidFill>
          <a:ln w="10954">
            <a:solidFill>
              <a:srgbClr val="003496"/>
            </a:solidFill>
          </a:ln>
        </p:spPr>
      </p:sp>
      <p:sp>
        <p:nvSpPr>
          <p:cNvPr id="52" name="25 path">
            <a:extLst>
              <a:ext uri="{FF2B5EF4-FFF2-40B4-BE49-F238E27FC236}">
                <a16:creationId xmlns:a16="http://schemas.microsoft.com/office/drawing/2014/main" id="{4164DDC1-3C48-3B90-971A-AB986F61D02C}"/>
              </a:ext>
            </a:extLst>
          </p:cNvPr>
          <p:cNvSpPr>
            <a:spLocks/>
          </p:cNvSpPr>
          <p:nvPr/>
        </p:nvSpPr>
        <p:spPr>
          <a:xfrm>
            <a:off x="1475851" y="2779057"/>
            <a:ext cx="175260" cy="98584"/>
          </a:xfrm>
          <a:custGeom>
            <a:avLst/>
            <a:gdLst/>
            <a:ahLst/>
            <a:cxnLst/>
            <a:rect l="0" t="0" r="0" b="0"/>
            <a:pathLst>
              <a:path w="175260" h="98584">
                <a:moveTo>
                  <a:pt x="0" y="0"/>
                </a:moveTo>
                <a:lnTo>
                  <a:pt x="175260" y="0"/>
                </a:lnTo>
                <a:lnTo>
                  <a:pt x="175260" y="98584"/>
                </a:lnTo>
                <a:lnTo>
                  <a:pt x="0" y="98584"/>
                </a:lnTo>
                <a:close/>
              </a:path>
            </a:pathLst>
          </a:custGeom>
          <a:solidFill>
            <a:srgbClr val="F7FCFF"/>
          </a:solidFill>
          <a:ln w="7120">
            <a:solidFill>
              <a:srgbClr val="003496"/>
            </a:solidFill>
          </a:ln>
        </p:spPr>
      </p:sp>
      <p:sp>
        <p:nvSpPr>
          <p:cNvPr id="53" name="26 my_project/">
            <a:extLst>
              <a:ext uri="{FF2B5EF4-FFF2-40B4-BE49-F238E27FC236}">
                <a16:creationId xmlns:a16="http://schemas.microsoft.com/office/drawing/2014/main" id="{800EF432-0702-8768-DA72-44C2457AE9FA}"/>
              </a:ext>
            </a:extLst>
          </p:cNvPr>
          <p:cNvSpPr>
            <a:spLocks/>
          </p:cNvSpPr>
          <p:nvPr/>
        </p:nvSpPr>
        <p:spPr>
          <a:xfrm>
            <a:off x="1777793" y="2666900"/>
            <a:ext cx="1343025" cy="2480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dirty="0" err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my_project</a:t>
            </a:r>
            <a:r>
              <a:rPr sz="1575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/</a:t>
            </a:r>
          </a:p>
        </p:txBody>
      </p:sp>
      <p:sp>
        <p:nvSpPr>
          <p:cNvPr id="54" name="27 path">
            <a:extLst>
              <a:ext uri="{FF2B5EF4-FFF2-40B4-BE49-F238E27FC236}">
                <a16:creationId xmlns:a16="http://schemas.microsoft.com/office/drawing/2014/main" id="{FD04C2DD-6766-9C82-9304-F68062588741}"/>
              </a:ext>
            </a:extLst>
          </p:cNvPr>
          <p:cNvSpPr>
            <a:spLocks/>
          </p:cNvSpPr>
          <p:nvPr/>
        </p:nvSpPr>
        <p:spPr>
          <a:xfrm>
            <a:off x="1539668" y="2924076"/>
            <a:ext cx="45719" cy="1028418"/>
          </a:xfrm>
          <a:custGeom>
            <a:avLst/>
            <a:gdLst/>
            <a:ahLst/>
            <a:cxnLst/>
            <a:rect l="0" t="0" r="0" b="0"/>
            <a:pathLst>
              <a:path w="95" h="1724025">
                <a:moveTo>
                  <a:pt x="0" y="0"/>
                </a:moveTo>
                <a:lnTo>
                  <a:pt x="0" y="1724025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55" name="28 rect">
            <a:extLst>
              <a:ext uri="{FF2B5EF4-FFF2-40B4-BE49-F238E27FC236}">
                <a16:creationId xmlns:a16="http://schemas.microsoft.com/office/drawing/2014/main" id="{CF8BD07E-92B8-F314-D3F9-DC54A971F565}"/>
              </a:ext>
            </a:extLst>
          </p:cNvPr>
          <p:cNvSpPr>
            <a:spLocks/>
          </p:cNvSpPr>
          <p:nvPr/>
        </p:nvSpPr>
        <p:spPr>
          <a:xfrm>
            <a:off x="1996868" y="2990750"/>
            <a:ext cx="1095375" cy="295275"/>
          </a:xfrm>
          <a:prstGeom prst="roundRect">
            <a:avLst>
              <a:gd name="adj" fmla="val 19355"/>
            </a:avLst>
          </a:prstGeom>
          <a:solidFill>
            <a:srgbClr val="F2F5F8"/>
          </a:solidFill>
          <a:ln w="0">
            <a:noFill/>
          </a:ln>
        </p:spPr>
      </p:sp>
      <p:sp>
        <p:nvSpPr>
          <p:cNvPr id="56" name="29 path">
            <a:extLst>
              <a:ext uri="{FF2B5EF4-FFF2-40B4-BE49-F238E27FC236}">
                <a16:creationId xmlns:a16="http://schemas.microsoft.com/office/drawing/2014/main" id="{ED541040-C42F-E668-7CE0-5D70CFCED277}"/>
              </a:ext>
            </a:extLst>
          </p:cNvPr>
          <p:cNvSpPr>
            <a:spLocks/>
          </p:cNvSpPr>
          <p:nvPr/>
        </p:nvSpPr>
        <p:spPr>
          <a:xfrm>
            <a:off x="1539668" y="3133625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57" name="32 ellipse">
            <a:extLst>
              <a:ext uri="{FF2B5EF4-FFF2-40B4-BE49-F238E27FC236}">
                <a16:creationId xmlns:a16="http://schemas.microsoft.com/office/drawing/2014/main" id="{87986E05-A472-759C-2B15-1B69B0780210}"/>
              </a:ext>
            </a:extLst>
          </p:cNvPr>
          <p:cNvSpPr>
            <a:spLocks/>
          </p:cNvSpPr>
          <p:nvPr/>
        </p:nvSpPr>
        <p:spPr>
          <a:xfrm>
            <a:off x="1800653" y="3074094"/>
            <a:ext cx="11430" cy="12859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8" name="33 ellipse">
            <a:extLst>
              <a:ext uri="{FF2B5EF4-FFF2-40B4-BE49-F238E27FC236}">
                <a16:creationId xmlns:a16="http://schemas.microsoft.com/office/drawing/2014/main" id="{2AA91BB1-FFD8-FAA6-1685-EA9095F0B8D7}"/>
              </a:ext>
            </a:extLst>
          </p:cNvPr>
          <p:cNvSpPr>
            <a:spLocks/>
          </p:cNvSpPr>
          <p:nvPr/>
        </p:nvSpPr>
        <p:spPr>
          <a:xfrm>
            <a:off x="1909238" y="3189823"/>
            <a:ext cx="11430" cy="12859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9" name="34 train.py">
            <a:extLst>
              <a:ext uri="{FF2B5EF4-FFF2-40B4-BE49-F238E27FC236}">
                <a16:creationId xmlns:a16="http://schemas.microsoft.com/office/drawing/2014/main" id="{34270920-EB67-7F96-3379-BA5EE930FC41}"/>
              </a:ext>
            </a:extLst>
          </p:cNvPr>
          <p:cNvSpPr>
            <a:spLocks/>
          </p:cNvSpPr>
          <p:nvPr/>
        </p:nvSpPr>
        <p:spPr>
          <a:xfrm>
            <a:off x="2139743" y="3000275"/>
            <a:ext cx="962025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train.py</a:t>
            </a:r>
          </a:p>
        </p:txBody>
      </p:sp>
      <p:sp>
        <p:nvSpPr>
          <p:cNvPr id="60" name="35 rect">
            <a:extLst>
              <a:ext uri="{FF2B5EF4-FFF2-40B4-BE49-F238E27FC236}">
                <a16:creationId xmlns:a16="http://schemas.microsoft.com/office/drawing/2014/main" id="{E4516207-696F-0A1E-9FA4-3C3D5ACB96F4}"/>
              </a:ext>
            </a:extLst>
          </p:cNvPr>
          <p:cNvSpPr>
            <a:spLocks/>
          </p:cNvSpPr>
          <p:nvPr/>
        </p:nvSpPr>
        <p:spPr>
          <a:xfrm>
            <a:off x="1996868" y="3324125"/>
            <a:ext cx="1095375" cy="295275"/>
          </a:xfrm>
          <a:prstGeom prst="roundRect">
            <a:avLst>
              <a:gd name="adj" fmla="val 19355"/>
            </a:avLst>
          </a:prstGeom>
          <a:solidFill>
            <a:srgbClr val="F2F5F8"/>
          </a:solidFill>
          <a:ln w="0">
            <a:noFill/>
          </a:ln>
        </p:spPr>
      </p:sp>
      <p:sp>
        <p:nvSpPr>
          <p:cNvPr id="61" name="36 path">
            <a:extLst>
              <a:ext uri="{FF2B5EF4-FFF2-40B4-BE49-F238E27FC236}">
                <a16:creationId xmlns:a16="http://schemas.microsoft.com/office/drawing/2014/main" id="{8C6DDAF9-BF54-BE77-515E-3FBAFA1D2A8D}"/>
              </a:ext>
            </a:extLst>
          </p:cNvPr>
          <p:cNvSpPr>
            <a:spLocks/>
          </p:cNvSpPr>
          <p:nvPr/>
        </p:nvSpPr>
        <p:spPr>
          <a:xfrm>
            <a:off x="1539668" y="3467000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62" name="37 path">
            <a:extLst>
              <a:ext uri="{FF2B5EF4-FFF2-40B4-BE49-F238E27FC236}">
                <a16:creationId xmlns:a16="http://schemas.microsoft.com/office/drawing/2014/main" id="{6B91C9E7-D98F-5B70-7FD7-815975897EA4}"/>
              </a:ext>
            </a:extLst>
          </p:cNvPr>
          <p:cNvSpPr>
            <a:spLocks/>
          </p:cNvSpPr>
          <p:nvPr/>
        </p:nvSpPr>
        <p:spPr>
          <a:xfrm>
            <a:off x="1794938" y="3356034"/>
            <a:ext cx="148590" cy="231458"/>
          </a:xfrm>
          <a:custGeom>
            <a:avLst/>
            <a:gdLst/>
            <a:ahLst/>
            <a:cxnLst/>
            <a:rect l="0" t="0" r="0" b="0"/>
            <a:pathLst>
              <a:path w="148590" h="231458">
                <a:moveTo>
                  <a:pt x="0" y="0"/>
                </a:moveTo>
                <a:lnTo>
                  <a:pt x="97155" y="0"/>
                </a:lnTo>
                <a:lnTo>
                  <a:pt x="148590" y="57864"/>
                </a:lnTo>
                <a:lnTo>
                  <a:pt x="148590" y="231458"/>
                </a:lnTo>
                <a:lnTo>
                  <a:pt x="0" y="231458"/>
                </a:lnTo>
                <a:close/>
              </a:path>
            </a:pathLst>
          </a:custGeom>
          <a:solidFill>
            <a:srgbClr val="F9FCFF"/>
          </a:solidFill>
          <a:ln w="11430">
            <a:solidFill>
              <a:srgbClr val="003496"/>
            </a:solidFill>
          </a:ln>
        </p:spPr>
      </p:sp>
      <p:sp>
        <p:nvSpPr>
          <p:cNvPr id="63" name="38 path">
            <a:extLst>
              <a:ext uri="{FF2B5EF4-FFF2-40B4-BE49-F238E27FC236}">
                <a16:creationId xmlns:a16="http://schemas.microsoft.com/office/drawing/2014/main" id="{D3DEB406-A7C9-DA36-1E17-377E36ACBCB0}"/>
              </a:ext>
            </a:extLst>
          </p:cNvPr>
          <p:cNvSpPr>
            <a:spLocks/>
          </p:cNvSpPr>
          <p:nvPr/>
        </p:nvSpPr>
        <p:spPr>
          <a:xfrm>
            <a:off x="1892093" y="3356034"/>
            <a:ext cx="51435" cy="64294"/>
          </a:xfrm>
          <a:custGeom>
            <a:avLst/>
            <a:gdLst/>
            <a:ahLst/>
            <a:cxnLst/>
            <a:rect l="0" t="0" r="0" b="0"/>
            <a:pathLst>
              <a:path w="51435" h="64294">
                <a:moveTo>
                  <a:pt x="0" y="0"/>
                </a:moveTo>
                <a:lnTo>
                  <a:pt x="0" y="64294"/>
                </a:lnTo>
                <a:lnTo>
                  <a:pt x="51435" y="64294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64" name="39 path">
            <a:extLst>
              <a:ext uri="{FF2B5EF4-FFF2-40B4-BE49-F238E27FC236}">
                <a16:creationId xmlns:a16="http://schemas.microsoft.com/office/drawing/2014/main" id="{5F858E94-09B4-68B0-97D6-DA7DE77D9CBF}"/>
              </a:ext>
            </a:extLst>
          </p:cNvPr>
          <p:cNvSpPr>
            <a:spLocks/>
          </p:cNvSpPr>
          <p:nvPr/>
        </p:nvSpPr>
        <p:spPr>
          <a:xfrm>
            <a:off x="1823513" y="3458904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65" name="40 path">
            <a:extLst>
              <a:ext uri="{FF2B5EF4-FFF2-40B4-BE49-F238E27FC236}">
                <a16:creationId xmlns:a16="http://schemas.microsoft.com/office/drawing/2014/main" id="{EC6ED510-E487-2D3B-1BF2-66A286F501AF}"/>
              </a:ext>
            </a:extLst>
          </p:cNvPr>
          <p:cNvSpPr>
            <a:spLocks/>
          </p:cNvSpPr>
          <p:nvPr/>
        </p:nvSpPr>
        <p:spPr>
          <a:xfrm>
            <a:off x="1823513" y="3491051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66" name="41 path">
            <a:extLst>
              <a:ext uri="{FF2B5EF4-FFF2-40B4-BE49-F238E27FC236}">
                <a16:creationId xmlns:a16="http://schemas.microsoft.com/office/drawing/2014/main" id="{E76EDEF5-EC79-E81B-33E3-51EFC72E218C}"/>
              </a:ext>
            </a:extLst>
          </p:cNvPr>
          <p:cNvSpPr>
            <a:spLocks/>
          </p:cNvSpPr>
          <p:nvPr/>
        </p:nvSpPr>
        <p:spPr>
          <a:xfrm>
            <a:off x="1823513" y="3523198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67" name="42 path">
            <a:extLst>
              <a:ext uri="{FF2B5EF4-FFF2-40B4-BE49-F238E27FC236}">
                <a16:creationId xmlns:a16="http://schemas.microsoft.com/office/drawing/2014/main" id="{665A466E-B9F8-37A8-42E8-F1A2C6368B3A}"/>
              </a:ext>
            </a:extLst>
          </p:cNvPr>
          <p:cNvSpPr>
            <a:spLocks/>
          </p:cNvSpPr>
          <p:nvPr/>
        </p:nvSpPr>
        <p:spPr>
          <a:xfrm>
            <a:off x="1823513" y="3555344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68" name="43 model.py">
            <a:extLst>
              <a:ext uri="{FF2B5EF4-FFF2-40B4-BE49-F238E27FC236}">
                <a16:creationId xmlns:a16="http://schemas.microsoft.com/office/drawing/2014/main" id="{D8AB7FD5-6D40-6C65-59D9-36106EEF2E5B}"/>
              </a:ext>
            </a:extLst>
          </p:cNvPr>
          <p:cNvSpPr>
            <a:spLocks/>
          </p:cNvSpPr>
          <p:nvPr/>
        </p:nvSpPr>
        <p:spPr>
          <a:xfrm>
            <a:off x="2139743" y="3333650"/>
            <a:ext cx="962025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model.py</a:t>
            </a:r>
          </a:p>
        </p:txBody>
      </p:sp>
      <p:sp>
        <p:nvSpPr>
          <p:cNvPr id="69" name="44 rect">
            <a:extLst>
              <a:ext uri="{FF2B5EF4-FFF2-40B4-BE49-F238E27FC236}">
                <a16:creationId xmlns:a16="http://schemas.microsoft.com/office/drawing/2014/main" id="{D1816B43-4981-73E4-5C48-007DC320265E}"/>
              </a:ext>
            </a:extLst>
          </p:cNvPr>
          <p:cNvSpPr>
            <a:spLocks/>
          </p:cNvSpPr>
          <p:nvPr/>
        </p:nvSpPr>
        <p:spPr>
          <a:xfrm>
            <a:off x="1996868" y="3657500"/>
            <a:ext cx="1095375" cy="295275"/>
          </a:xfrm>
          <a:prstGeom prst="roundRect">
            <a:avLst>
              <a:gd name="adj" fmla="val 19355"/>
            </a:avLst>
          </a:prstGeom>
          <a:solidFill>
            <a:srgbClr val="F2F5F8"/>
          </a:solidFill>
          <a:ln w="0">
            <a:noFill/>
          </a:ln>
        </p:spPr>
      </p:sp>
      <p:sp>
        <p:nvSpPr>
          <p:cNvPr id="70" name="45 path">
            <a:extLst>
              <a:ext uri="{FF2B5EF4-FFF2-40B4-BE49-F238E27FC236}">
                <a16:creationId xmlns:a16="http://schemas.microsoft.com/office/drawing/2014/main" id="{8321775E-F311-C610-A683-9266DB886AEA}"/>
              </a:ext>
            </a:extLst>
          </p:cNvPr>
          <p:cNvSpPr>
            <a:spLocks/>
          </p:cNvSpPr>
          <p:nvPr/>
        </p:nvSpPr>
        <p:spPr>
          <a:xfrm>
            <a:off x="1539668" y="3800375"/>
            <a:ext cx="123825" cy="95"/>
          </a:xfrm>
          <a:custGeom>
            <a:avLst/>
            <a:gdLst/>
            <a:ahLst/>
            <a:cxnLst/>
            <a:rect l="0" t="0" r="0" b="0"/>
            <a:pathLst>
              <a:path w="123825" h="9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6193">
            <a:solidFill>
              <a:srgbClr val="656F7B"/>
            </a:solidFill>
          </a:ln>
        </p:spPr>
      </p:sp>
      <p:sp>
        <p:nvSpPr>
          <p:cNvPr id="71" name="46 path">
            <a:extLst>
              <a:ext uri="{FF2B5EF4-FFF2-40B4-BE49-F238E27FC236}">
                <a16:creationId xmlns:a16="http://schemas.microsoft.com/office/drawing/2014/main" id="{E45B8AD5-9DFF-8D66-EEE6-A50ED67864B6}"/>
              </a:ext>
            </a:extLst>
          </p:cNvPr>
          <p:cNvSpPr>
            <a:spLocks/>
          </p:cNvSpPr>
          <p:nvPr/>
        </p:nvSpPr>
        <p:spPr>
          <a:xfrm>
            <a:off x="1794938" y="3689409"/>
            <a:ext cx="148590" cy="231457"/>
          </a:xfrm>
          <a:custGeom>
            <a:avLst/>
            <a:gdLst/>
            <a:ahLst/>
            <a:cxnLst/>
            <a:rect l="0" t="0" r="0" b="0"/>
            <a:pathLst>
              <a:path w="148590" h="231457">
                <a:moveTo>
                  <a:pt x="0" y="0"/>
                </a:moveTo>
                <a:lnTo>
                  <a:pt x="97155" y="0"/>
                </a:lnTo>
                <a:lnTo>
                  <a:pt x="148590" y="57864"/>
                </a:lnTo>
                <a:lnTo>
                  <a:pt x="148590" y="231457"/>
                </a:lnTo>
                <a:lnTo>
                  <a:pt x="0" y="231457"/>
                </a:lnTo>
                <a:close/>
              </a:path>
            </a:pathLst>
          </a:custGeom>
          <a:solidFill>
            <a:srgbClr val="F9FCFF"/>
          </a:solidFill>
          <a:ln w="11430">
            <a:solidFill>
              <a:srgbClr val="003496"/>
            </a:solidFill>
          </a:ln>
        </p:spPr>
      </p:sp>
      <p:sp>
        <p:nvSpPr>
          <p:cNvPr id="72" name="47 path">
            <a:extLst>
              <a:ext uri="{FF2B5EF4-FFF2-40B4-BE49-F238E27FC236}">
                <a16:creationId xmlns:a16="http://schemas.microsoft.com/office/drawing/2014/main" id="{850AB167-B1BC-114D-AB11-E77F0EDE85CF}"/>
              </a:ext>
            </a:extLst>
          </p:cNvPr>
          <p:cNvSpPr>
            <a:spLocks/>
          </p:cNvSpPr>
          <p:nvPr/>
        </p:nvSpPr>
        <p:spPr>
          <a:xfrm>
            <a:off x="1892093" y="3689409"/>
            <a:ext cx="51435" cy="64294"/>
          </a:xfrm>
          <a:custGeom>
            <a:avLst/>
            <a:gdLst/>
            <a:ahLst/>
            <a:cxnLst/>
            <a:rect l="0" t="0" r="0" b="0"/>
            <a:pathLst>
              <a:path w="51435" h="64294">
                <a:moveTo>
                  <a:pt x="0" y="0"/>
                </a:moveTo>
                <a:lnTo>
                  <a:pt x="0" y="64294"/>
                </a:lnTo>
                <a:lnTo>
                  <a:pt x="51435" y="64294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73" name="48 path">
            <a:extLst>
              <a:ext uri="{FF2B5EF4-FFF2-40B4-BE49-F238E27FC236}">
                <a16:creationId xmlns:a16="http://schemas.microsoft.com/office/drawing/2014/main" id="{D9406B4B-7628-66AB-CD8C-6D696198B49D}"/>
              </a:ext>
            </a:extLst>
          </p:cNvPr>
          <p:cNvSpPr>
            <a:spLocks/>
          </p:cNvSpPr>
          <p:nvPr/>
        </p:nvSpPr>
        <p:spPr>
          <a:xfrm>
            <a:off x="1823513" y="3792279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74" name="49 path">
            <a:extLst>
              <a:ext uri="{FF2B5EF4-FFF2-40B4-BE49-F238E27FC236}">
                <a16:creationId xmlns:a16="http://schemas.microsoft.com/office/drawing/2014/main" id="{84736D6E-EEED-9675-BACA-4863AB7442A6}"/>
              </a:ext>
            </a:extLst>
          </p:cNvPr>
          <p:cNvSpPr>
            <a:spLocks/>
          </p:cNvSpPr>
          <p:nvPr/>
        </p:nvSpPr>
        <p:spPr>
          <a:xfrm>
            <a:off x="1823513" y="3824426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75" name="50 path">
            <a:extLst>
              <a:ext uri="{FF2B5EF4-FFF2-40B4-BE49-F238E27FC236}">
                <a16:creationId xmlns:a16="http://schemas.microsoft.com/office/drawing/2014/main" id="{B504AE00-56FE-4BA1-002C-A51EF74360BB}"/>
              </a:ext>
            </a:extLst>
          </p:cNvPr>
          <p:cNvSpPr>
            <a:spLocks/>
          </p:cNvSpPr>
          <p:nvPr/>
        </p:nvSpPr>
        <p:spPr>
          <a:xfrm>
            <a:off x="1823513" y="3856573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76" name="51 path">
            <a:extLst>
              <a:ext uri="{FF2B5EF4-FFF2-40B4-BE49-F238E27FC236}">
                <a16:creationId xmlns:a16="http://schemas.microsoft.com/office/drawing/2014/main" id="{FBBD1CE9-6DB3-F3B2-FEDB-3B01783E735D}"/>
              </a:ext>
            </a:extLst>
          </p:cNvPr>
          <p:cNvSpPr>
            <a:spLocks/>
          </p:cNvSpPr>
          <p:nvPr/>
        </p:nvSpPr>
        <p:spPr>
          <a:xfrm>
            <a:off x="1823513" y="3888719"/>
            <a:ext cx="80010" cy="95"/>
          </a:xfrm>
          <a:custGeom>
            <a:avLst/>
            <a:gdLst/>
            <a:ahLst/>
            <a:cxnLst/>
            <a:rect l="0" t="0" r="0" b="0"/>
            <a:pathLst>
              <a:path w="80010" h="95">
                <a:moveTo>
                  <a:pt x="0" y="0"/>
                </a:moveTo>
                <a:lnTo>
                  <a:pt x="80010" y="0"/>
                </a:lnTo>
              </a:path>
            </a:pathLst>
          </a:custGeom>
          <a:noFill/>
          <a:ln w="8573">
            <a:solidFill>
              <a:srgbClr val="003496"/>
            </a:solidFill>
          </a:ln>
        </p:spPr>
      </p:sp>
      <p:sp>
        <p:nvSpPr>
          <p:cNvPr id="77" name="52 data.py">
            <a:extLst>
              <a:ext uri="{FF2B5EF4-FFF2-40B4-BE49-F238E27FC236}">
                <a16:creationId xmlns:a16="http://schemas.microsoft.com/office/drawing/2014/main" id="{94FA6272-F0CA-A123-3680-C88659A87533}"/>
              </a:ext>
            </a:extLst>
          </p:cNvPr>
          <p:cNvSpPr>
            <a:spLocks/>
          </p:cNvSpPr>
          <p:nvPr/>
        </p:nvSpPr>
        <p:spPr>
          <a:xfrm>
            <a:off x="2139743" y="3667025"/>
            <a:ext cx="962025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data.py</a:t>
            </a:r>
          </a:p>
        </p:txBody>
      </p:sp>
      <p:sp>
        <p:nvSpPr>
          <p:cNvPr id="78" name="82 path">
            <a:extLst>
              <a:ext uri="{FF2B5EF4-FFF2-40B4-BE49-F238E27FC236}">
                <a16:creationId xmlns:a16="http://schemas.microsoft.com/office/drawing/2014/main" id="{A9936B91-9225-B260-9150-318E787109AD}"/>
              </a:ext>
            </a:extLst>
          </p:cNvPr>
          <p:cNvSpPr>
            <a:spLocks/>
          </p:cNvSpPr>
          <p:nvPr/>
        </p:nvSpPr>
        <p:spPr>
          <a:xfrm>
            <a:off x="2146623" y="4131115"/>
            <a:ext cx="342900" cy="247650"/>
          </a:xfrm>
          <a:custGeom>
            <a:avLst/>
            <a:gdLst/>
            <a:ahLst/>
            <a:cxnLst/>
            <a:rect l="0" t="0" r="0" b="0"/>
            <a:pathLst>
              <a:path w="342900" h="247650">
                <a:moveTo>
                  <a:pt x="85725" y="0"/>
                </a:moveTo>
                <a:lnTo>
                  <a:pt x="257175" y="0"/>
                </a:lnTo>
                <a:lnTo>
                  <a:pt x="257175" y="104775"/>
                </a:lnTo>
                <a:lnTo>
                  <a:pt x="342900" y="104775"/>
                </a:lnTo>
                <a:lnTo>
                  <a:pt x="171450" y="247650"/>
                </a:lnTo>
                <a:lnTo>
                  <a:pt x="0" y="104775"/>
                </a:lnTo>
                <a:lnTo>
                  <a:pt x="85725" y="104775"/>
                </a:lnTo>
                <a:close/>
              </a:path>
            </a:pathLst>
          </a:custGeom>
          <a:solidFill>
            <a:srgbClr val="B8BCC0"/>
          </a:solidFill>
          <a:ln w="9525">
            <a:solidFill>
              <a:srgbClr val="78828B"/>
            </a:solidFill>
          </a:ln>
        </p:spPr>
      </p:sp>
      <p:sp>
        <p:nvSpPr>
          <p:cNvPr id="79" name="210 rect">
            <a:extLst>
              <a:ext uri="{FF2B5EF4-FFF2-40B4-BE49-F238E27FC236}">
                <a16:creationId xmlns:a16="http://schemas.microsoft.com/office/drawing/2014/main" id="{C223303B-ADDB-D9F7-582D-875E7B54AADD}"/>
              </a:ext>
            </a:extLst>
          </p:cNvPr>
          <p:cNvSpPr>
            <a:spLocks/>
          </p:cNvSpPr>
          <p:nvPr/>
        </p:nvSpPr>
        <p:spPr>
          <a:xfrm>
            <a:off x="1470374" y="4380498"/>
            <a:ext cx="1860493" cy="440592"/>
          </a:xfrm>
          <a:prstGeom prst="roundRect">
            <a:avLst>
              <a:gd name="adj" fmla="val 8383"/>
            </a:avLst>
          </a:prstGeom>
          <a:gradFill>
            <a:gsLst>
              <a:gs pos="0">
                <a:srgbClr val="FFF6DD"/>
              </a:gs>
              <a:gs pos="100000">
                <a:srgbClr val="FFFCEE"/>
              </a:gs>
            </a:gsLst>
            <a:lin ang="5400000"/>
          </a:gradFill>
          <a:ln w="11430">
            <a:solidFill>
              <a:srgbClr val="B78013"/>
            </a:solidFill>
          </a:ln>
        </p:spPr>
      </p:sp>
      <p:grpSp>
        <p:nvGrpSpPr>
          <p:cNvPr id="80" name="icon-robot-210">
            <a:extLst>
              <a:ext uri="{FF2B5EF4-FFF2-40B4-BE49-F238E27FC236}">
                <a16:creationId xmlns:a16="http://schemas.microsoft.com/office/drawing/2014/main" id="{55B40EC1-CA1C-046A-3404-1C39DAD1949B}"/>
              </a:ext>
            </a:extLst>
          </p:cNvPr>
          <p:cNvGrpSpPr/>
          <p:nvPr/>
        </p:nvGrpSpPr>
        <p:grpSpPr>
          <a:xfrm>
            <a:off x="1580779" y="4439721"/>
            <a:ext cx="333375" cy="282893"/>
            <a:chOff x="5229225" y="2112883"/>
            <a:chExt cx="333375" cy="282893"/>
          </a:xfrm>
        </p:grpSpPr>
        <p:sp>
          <p:nvSpPr>
            <p:cNvPr id="81" name="211 path">
              <a:extLst>
                <a:ext uri="{FF2B5EF4-FFF2-40B4-BE49-F238E27FC236}">
                  <a16:creationId xmlns:a16="http://schemas.microsoft.com/office/drawing/2014/main" id="{B47BDAF1-458E-0FF3-031B-2E810C677796}"/>
                </a:ext>
              </a:extLst>
            </p:cNvPr>
            <p:cNvSpPr>
              <a:spLocks/>
            </p:cNvSpPr>
            <p:nvPr/>
          </p:nvSpPr>
          <p:spPr>
            <a:xfrm>
              <a:off x="5395913" y="2144316"/>
              <a:ext cx="95" cy="62865"/>
            </a:xfrm>
            <a:custGeom>
              <a:avLst/>
              <a:gdLst/>
              <a:ahLst/>
              <a:cxnLst/>
              <a:rect l="0" t="0" r="0" b="0"/>
              <a:pathLst>
                <a:path w="95" h="62865">
                  <a:moveTo>
                    <a:pt x="0" y="0"/>
                  </a:moveTo>
                  <a:lnTo>
                    <a:pt x="0" y="62865"/>
                  </a:lnTo>
                </a:path>
              </a:pathLst>
            </a:custGeom>
            <a:noFill/>
            <a:ln w="18074">
              <a:solidFill>
                <a:srgbClr val="090D28"/>
              </a:solidFill>
            </a:ln>
          </p:spPr>
        </p:sp>
        <p:sp>
          <p:nvSpPr>
            <p:cNvPr id="82" name="212 ellipse">
              <a:extLst>
                <a:ext uri="{FF2B5EF4-FFF2-40B4-BE49-F238E27FC236}">
                  <a16:creationId xmlns:a16="http://schemas.microsoft.com/office/drawing/2014/main" id="{5AC6F1CC-D709-2A38-A8D7-EAF867FD1455}"/>
                </a:ext>
              </a:extLst>
            </p:cNvPr>
            <p:cNvSpPr>
              <a:spLocks/>
            </p:cNvSpPr>
            <p:nvPr/>
          </p:nvSpPr>
          <p:spPr>
            <a:xfrm>
              <a:off x="5375077" y="2112883"/>
              <a:ext cx="41672" cy="39291"/>
            </a:xfrm>
            <a:prstGeom prst="ellipse">
              <a:avLst/>
            </a:prstGeom>
            <a:solidFill>
              <a:srgbClr val="FFFFFF"/>
            </a:solidFill>
            <a:ln w="14145">
              <a:solidFill>
                <a:srgbClr val="090D28"/>
              </a:solidFill>
            </a:ln>
          </p:spPr>
        </p:sp>
        <p:sp>
          <p:nvSpPr>
            <p:cNvPr id="83" name="213 rect">
              <a:extLst>
                <a:ext uri="{FF2B5EF4-FFF2-40B4-BE49-F238E27FC236}">
                  <a16:creationId xmlns:a16="http://schemas.microsoft.com/office/drawing/2014/main" id="{95F063FE-7F5B-82C2-AF54-421CB9196C80}"/>
                </a:ext>
              </a:extLst>
            </p:cNvPr>
            <p:cNvSpPr>
              <a:spLocks/>
            </p:cNvSpPr>
            <p:nvPr/>
          </p:nvSpPr>
          <p:spPr>
            <a:xfrm>
              <a:off x="5229225" y="2262188"/>
              <a:ext cx="41672" cy="86439"/>
            </a:xfrm>
            <a:prstGeom prst="roundRect">
              <a:avLst>
                <a:gd name="adj" fmla="val 37714"/>
              </a:avLst>
            </a:prstGeom>
            <a:solidFill>
              <a:srgbClr val="FFE04B"/>
            </a:solidFill>
            <a:ln w="15716">
              <a:solidFill>
                <a:srgbClr val="090D28"/>
              </a:solidFill>
            </a:ln>
          </p:spPr>
        </p:sp>
        <p:sp>
          <p:nvSpPr>
            <p:cNvPr id="84" name="214 rect">
              <a:extLst>
                <a:ext uri="{FF2B5EF4-FFF2-40B4-BE49-F238E27FC236}">
                  <a16:creationId xmlns:a16="http://schemas.microsoft.com/office/drawing/2014/main" id="{51825810-EBFD-49F7-C318-FA4360CD45DB}"/>
                </a:ext>
              </a:extLst>
            </p:cNvPr>
            <p:cNvSpPr>
              <a:spLocks/>
            </p:cNvSpPr>
            <p:nvPr/>
          </p:nvSpPr>
          <p:spPr>
            <a:xfrm>
              <a:off x="5520928" y="2262188"/>
              <a:ext cx="41672" cy="86439"/>
            </a:xfrm>
            <a:prstGeom prst="roundRect">
              <a:avLst>
                <a:gd name="adj" fmla="val 37714"/>
              </a:avLst>
            </a:prstGeom>
            <a:solidFill>
              <a:srgbClr val="FFE04B"/>
            </a:solidFill>
            <a:ln w="15716">
              <a:solidFill>
                <a:srgbClr val="090D28"/>
              </a:solidFill>
            </a:ln>
          </p:spPr>
        </p:sp>
        <p:sp>
          <p:nvSpPr>
            <p:cNvPr id="85" name="215 rect">
              <a:extLst>
                <a:ext uri="{FF2B5EF4-FFF2-40B4-BE49-F238E27FC236}">
                  <a16:creationId xmlns:a16="http://schemas.microsoft.com/office/drawing/2014/main" id="{3392E684-0C06-3908-829E-E73B54FF4ECE}"/>
                </a:ext>
              </a:extLst>
            </p:cNvPr>
            <p:cNvSpPr>
              <a:spLocks/>
            </p:cNvSpPr>
            <p:nvPr/>
          </p:nvSpPr>
          <p:spPr>
            <a:xfrm>
              <a:off x="5270897" y="2199323"/>
              <a:ext cx="250031" cy="196453"/>
            </a:xfrm>
            <a:prstGeom prst="roundRect">
              <a:avLst>
                <a:gd name="adj" fmla="val 28000"/>
              </a:avLst>
            </a:prstGeom>
            <a:gradFill>
              <a:gsLst>
                <a:gs pos="0">
                  <a:srgbClr val="FFFFFF"/>
                </a:gs>
                <a:gs pos="100000">
                  <a:srgbClr val="FFE04B"/>
                </a:gs>
              </a:gsLst>
              <a:lin ang="5400000"/>
            </a:gradFill>
            <a:ln w="17288">
              <a:solidFill>
                <a:srgbClr val="090D28"/>
              </a:solidFill>
            </a:ln>
          </p:spPr>
        </p:sp>
        <p:sp>
          <p:nvSpPr>
            <p:cNvPr id="86" name="216 rect">
              <a:extLst>
                <a:ext uri="{FF2B5EF4-FFF2-40B4-BE49-F238E27FC236}">
                  <a16:creationId xmlns:a16="http://schemas.microsoft.com/office/drawing/2014/main" id="{EE14F2EA-CF34-05B8-E7B6-128A6D87AF2B}"/>
                </a:ext>
              </a:extLst>
            </p:cNvPr>
            <p:cNvSpPr>
              <a:spLocks/>
            </p:cNvSpPr>
            <p:nvPr/>
          </p:nvSpPr>
          <p:spPr>
            <a:xfrm>
              <a:off x="5312569" y="2246471"/>
              <a:ext cx="166688" cy="94298"/>
            </a:xfrm>
            <a:prstGeom prst="roundRect">
              <a:avLst>
                <a:gd name="adj" fmla="val 33333"/>
              </a:avLst>
            </a:prstGeom>
            <a:solidFill>
              <a:srgbClr val="15154A"/>
            </a:solidFill>
            <a:ln w="7858">
              <a:solidFill>
                <a:srgbClr val="090D28"/>
              </a:solidFill>
            </a:ln>
          </p:spPr>
        </p:sp>
        <p:sp>
          <p:nvSpPr>
            <p:cNvPr id="87" name="217 ellipse">
              <a:extLst>
                <a:ext uri="{FF2B5EF4-FFF2-40B4-BE49-F238E27FC236}">
                  <a16:creationId xmlns:a16="http://schemas.microsoft.com/office/drawing/2014/main" id="{F23AAAAC-124B-9770-70E5-4519310BDFE8}"/>
                </a:ext>
              </a:extLst>
            </p:cNvPr>
            <p:cNvSpPr>
              <a:spLocks/>
            </p:cNvSpPr>
            <p:nvPr/>
          </p:nvSpPr>
          <p:spPr>
            <a:xfrm>
              <a:off x="5345906" y="2270046"/>
              <a:ext cx="33338" cy="39291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88" name="218 ellipse">
              <a:extLst>
                <a:ext uri="{FF2B5EF4-FFF2-40B4-BE49-F238E27FC236}">
                  <a16:creationId xmlns:a16="http://schemas.microsoft.com/office/drawing/2014/main" id="{6B7A970E-FD3B-4C31-E6B8-D79AD3907574}"/>
                </a:ext>
              </a:extLst>
            </p:cNvPr>
            <p:cNvSpPr>
              <a:spLocks/>
            </p:cNvSpPr>
            <p:nvPr/>
          </p:nvSpPr>
          <p:spPr>
            <a:xfrm>
              <a:off x="5420916" y="2270046"/>
              <a:ext cx="33338" cy="39291"/>
            </a:xfrm>
            <a:prstGeom prst="ellipse">
              <a:avLst/>
            </a:prstGeom>
            <a:solidFill>
              <a:srgbClr val="FFFFFF"/>
            </a:solidFill>
            <a:ln w="0">
              <a:noFill/>
            </a:ln>
          </p:spPr>
        </p:sp>
      </p:grpSp>
      <p:sp>
        <p:nvSpPr>
          <p:cNvPr id="89" name="219 Translator">
            <a:extLst>
              <a:ext uri="{FF2B5EF4-FFF2-40B4-BE49-F238E27FC236}">
                <a16:creationId xmlns:a16="http://schemas.microsoft.com/office/drawing/2014/main" id="{9732942B-95B7-AEBD-0FC5-1E7C73C15203}"/>
              </a:ext>
            </a:extLst>
          </p:cNvPr>
          <p:cNvSpPr>
            <a:spLocks/>
          </p:cNvSpPr>
          <p:nvPr/>
        </p:nvSpPr>
        <p:spPr>
          <a:xfrm>
            <a:off x="2063666" y="4441955"/>
            <a:ext cx="1143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Translator</a:t>
            </a:r>
          </a:p>
        </p:txBody>
      </p:sp>
      <p:pic>
        <p:nvPicPr>
          <p:cNvPr id="90" name="图形 89">
            <a:extLst>
              <a:ext uri="{FF2B5EF4-FFF2-40B4-BE49-F238E27FC236}">
                <a16:creationId xmlns:a16="http://schemas.microsoft.com/office/drawing/2014/main" id="{3127E5EE-7409-FF1D-3F72-3CFFC84FD9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8418" y="2977407"/>
            <a:ext cx="274637" cy="334018"/>
          </a:xfrm>
          <a:prstGeom prst="rect">
            <a:avLst/>
          </a:prstGeom>
        </p:spPr>
      </p:pic>
      <p:sp>
        <p:nvSpPr>
          <p:cNvPr id="91" name="86 rect">
            <a:extLst>
              <a:ext uri="{FF2B5EF4-FFF2-40B4-BE49-F238E27FC236}">
                <a16:creationId xmlns:a16="http://schemas.microsoft.com/office/drawing/2014/main" id="{3CE02FD8-9474-281E-5219-606809ECC4E0}"/>
              </a:ext>
            </a:extLst>
          </p:cNvPr>
          <p:cNvSpPr>
            <a:spLocks/>
          </p:cNvSpPr>
          <p:nvPr/>
        </p:nvSpPr>
        <p:spPr>
          <a:xfrm>
            <a:off x="1470374" y="4882891"/>
            <a:ext cx="856516" cy="424562"/>
          </a:xfrm>
          <a:prstGeom prst="roundRect">
            <a:avLst>
              <a:gd name="adj" fmla="val 17500"/>
            </a:avLst>
          </a:prstGeom>
          <a:gradFill>
            <a:gsLst>
              <a:gs pos="0">
                <a:srgbClr val="EDE9FF"/>
              </a:gs>
              <a:gs pos="100000">
                <a:srgbClr val="FAF7FF"/>
              </a:gs>
            </a:gsLst>
            <a:lin ang="5400000"/>
          </a:gradFill>
          <a:ln w="7620">
            <a:solidFill>
              <a:srgbClr val="9B87ED"/>
            </a:solidFill>
          </a:ln>
        </p:spPr>
      </p:sp>
      <p:sp>
        <p:nvSpPr>
          <p:cNvPr id="92" name="89 Framework B">
            <a:extLst>
              <a:ext uri="{FF2B5EF4-FFF2-40B4-BE49-F238E27FC236}">
                <a16:creationId xmlns:a16="http://schemas.microsoft.com/office/drawing/2014/main" id="{08A06526-BEBE-1E56-2C05-D8D4571BAAE8}"/>
              </a:ext>
            </a:extLst>
          </p:cNvPr>
          <p:cNvSpPr>
            <a:spLocks/>
          </p:cNvSpPr>
          <p:nvPr/>
        </p:nvSpPr>
        <p:spPr>
          <a:xfrm>
            <a:off x="1521148" y="5117215"/>
            <a:ext cx="828675" cy="1807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48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48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Framework</a:t>
            </a:r>
            <a:r>
              <a:rPr lang="en-US" altLang="zh-CN" sz="1148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s</a:t>
            </a:r>
            <a:endParaRPr sz="1148" b="0" dirty="0">
              <a:solidFill>
                <a:srgbClr val="090D28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3" name="mindspore official logo" descr="https://www.mindspore.cn/_static/logo-zh-light.Bh-KLwUB.svg | Original SVG bytes; proportional crop of the official symbol.">
            <a:extLst>
              <a:ext uri="{FF2B5EF4-FFF2-40B4-BE49-F238E27FC236}">
                <a16:creationId xmlns:a16="http://schemas.microsoft.com/office/drawing/2014/main" id="{DDC72C36-26FB-95C0-12B4-D041CA53C6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535232" y="4921909"/>
            <a:ext cx="358548" cy="200120"/>
          </a:xfrm>
          <a:prstGeom prst="rect">
            <a:avLst/>
          </a:prstGeom>
        </p:spPr>
      </p:pic>
      <p:pic>
        <p:nvPicPr>
          <p:cNvPr id="94" name="jax official logo" descr="https://raw.githubusercontent.com/google/jax/main/images/jax_logo.svg | Original SVG bytes; proportional crop of the official symbol.">
            <a:extLst>
              <a:ext uri="{FF2B5EF4-FFF2-40B4-BE49-F238E27FC236}">
                <a16:creationId xmlns:a16="http://schemas.microsoft.com/office/drawing/2014/main" id="{93D27CA4-4959-4E35-C705-8CD089D5EF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1922785" y="4936523"/>
            <a:ext cx="323851" cy="187281"/>
          </a:xfrm>
          <a:prstGeom prst="rect">
            <a:avLst/>
          </a:prstGeom>
        </p:spPr>
      </p:pic>
      <p:pic>
        <p:nvPicPr>
          <p:cNvPr id="95" name="pytorch official logo" descr="https://raw.githubusercontent.com/pytorch/pytorch/main/docs/source/_static/img/pytorch-logo-dark.svg | Original SVG bytes; proportional crop of the official symbol.">
            <a:extLst>
              <a:ext uri="{FF2B5EF4-FFF2-40B4-BE49-F238E27FC236}">
                <a16:creationId xmlns:a16="http://schemas.microsoft.com/office/drawing/2014/main" id="{F9C44B6E-6A59-1C24-BE91-4DCCCBE48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1383036" y="2117800"/>
            <a:ext cx="339725" cy="413751"/>
          </a:xfrm>
          <a:prstGeom prst="rect">
            <a:avLst/>
          </a:prstGeom>
        </p:spPr>
      </p:pic>
      <p:sp>
        <p:nvSpPr>
          <p:cNvPr id="96" name="94 rect">
            <a:extLst>
              <a:ext uri="{FF2B5EF4-FFF2-40B4-BE49-F238E27FC236}">
                <a16:creationId xmlns:a16="http://schemas.microsoft.com/office/drawing/2014/main" id="{A285A86E-D67C-AEDF-9983-1D75F0F37B97}"/>
              </a:ext>
            </a:extLst>
          </p:cNvPr>
          <p:cNvSpPr>
            <a:spLocks/>
          </p:cNvSpPr>
          <p:nvPr/>
        </p:nvSpPr>
        <p:spPr>
          <a:xfrm>
            <a:off x="2489523" y="4884383"/>
            <a:ext cx="841343" cy="419896"/>
          </a:xfrm>
          <a:prstGeom prst="roundRect">
            <a:avLst>
              <a:gd name="adj" fmla="val 17500"/>
            </a:avLst>
          </a:prstGeom>
          <a:gradFill>
            <a:gsLst>
              <a:gs pos="0">
                <a:srgbClr val="E7FFF1"/>
              </a:gs>
              <a:gs pos="100000">
                <a:srgbClr val="F7FFFB"/>
              </a:gs>
            </a:gsLst>
            <a:lin ang="5400000"/>
          </a:gradFill>
          <a:ln w="7620">
            <a:solidFill>
              <a:srgbClr val="62BFA0"/>
            </a:solidFill>
          </a:ln>
        </p:spPr>
      </p:sp>
      <p:sp>
        <p:nvSpPr>
          <p:cNvPr id="97" name="98 Language X">
            <a:extLst>
              <a:ext uri="{FF2B5EF4-FFF2-40B4-BE49-F238E27FC236}">
                <a16:creationId xmlns:a16="http://schemas.microsoft.com/office/drawing/2014/main" id="{B153D5B3-611A-5840-D24B-757FB4AA3F9A}"/>
              </a:ext>
            </a:extLst>
          </p:cNvPr>
          <p:cNvSpPr>
            <a:spLocks/>
          </p:cNvSpPr>
          <p:nvPr/>
        </p:nvSpPr>
        <p:spPr>
          <a:xfrm>
            <a:off x="2554498" y="5074619"/>
            <a:ext cx="911388" cy="21141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43" b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3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Language</a:t>
            </a:r>
            <a:r>
              <a:rPr lang="en-US" altLang="zh-CN" sz="1343" b="0" dirty="0">
                <a:solidFill>
                  <a:srgbClr val="090D28"/>
                </a:solidFill>
                <a:latin typeface="Times New Roman"/>
                <a:ea typeface="Times New Roman"/>
                <a:cs typeface="Times New Roman"/>
              </a:rPr>
              <a:t>s</a:t>
            </a:r>
            <a:endParaRPr sz="1343" b="0" dirty="0">
              <a:solidFill>
                <a:srgbClr val="090D28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8" name="图形 97">
            <a:extLst>
              <a:ext uri="{FF2B5EF4-FFF2-40B4-BE49-F238E27FC236}">
                <a16:creationId xmlns:a16="http://schemas.microsoft.com/office/drawing/2014/main" id="{8D8C1DA4-1849-2C28-1137-CD7920F6FC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41891" y="4903322"/>
            <a:ext cx="216817" cy="206203"/>
          </a:xfrm>
          <a:prstGeom prst="rect">
            <a:avLst/>
          </a:prstGeom>
        </p:spPr>
      </p:pic>
      <p:pic>
        <p:nvPicPr>
          <p:cNvPr id="99" name="图形 98">
            <a:extLst>
              <a:ext uri="{FF2B5EF4-FFF2-40B4-BE49-F238E27FC236}">
                <a16:creationId xmlns:a16="http://schemas.microsoft.com/office/drawing/2014/main" id="{01A5A8BB-29FE-6EEC-6CFB-F384E3B06D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38545" y="4905783"/>
            <a:ext cx="231996" cy="231996"/>
          </a:xfrm>
          <a:prstGeom prst="rect">
            <a:avLst/>
          </a:prstGeom>
        </p:spPr>
      </p:pic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B44CCE2B-BB27-1476-C3A2-9E3400BF5568}"/>
              </a:ext>
            </a:extLst>
          </p:cNvPr>
          <p:cNvCxnSpPr/>
          <p:nvPr/>
        </p:nvCxnSpPr>
        <p:spPr>
          <a:xfrm>
            <a:off x="6629400" y="3081501"/>
            <a:ext cx="0" cy="234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24322293-5F12-D66A-7E6A-25E8D1054854}"/>
              </a:ext>
            </a:extLst>
          </p:cNvPr>
          <p:cNvCxnSpPr/>
          <p:nvPr/>
        </p:nvCxnSpPr>
        <p:spPr>
          <a:xfrm flipV="1">
            <a:off x="9004300" y="3074094"/>
            <a:ext cx="0" cy="202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25260103-D904-D09B-4712-35C155EFF1DC}"/>
              </a:ext>
            </a:extLst>
          </p:cNvPr>
          <p:cNvCxnSpPr/>
          <p:nvPr/>
        </p:nvCxnSpPr>
        <p:spPr>
          <a:xfrm>
            <a:off x="9355667" y="3049971"/>
            <a:ext cx="0" cy="234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6F73EC58-6F86-DE71-B0B7-5438865F013E}"/>
              </a:ext>
            </a:extLst>
          </p:cNvPr>
          <p:cNvCxnSpPr/>
          <p:nvPr/>
        </p:nvCxnSpPr>
        <p:spPr>
          <a:xfrm flipV="1">
            <a:off x="6972300" y="3081898"/>
            <a:ext cx="0" cy="202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572EF158-F9D2-FAC5-C31F-65E96B6EAACC}"/>
              </a:ext>
            </a:extLst>
          </p:cNvPr>
          <p:cNvCxnSpPr>
            <a:cxnSpLocks/>
          </p:cNvCxnSpPr>
          <p:nvPr/>
        </p:nvCxnSpPr>
        <p:spPr>
          <a:xfrm>
            <a:off x="7763940" y="2114451"/>
            <a:ext cx="5587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BD3A95B1-B5DB-E20F-A0C3-30A3A7E50F12}"/>
              </a:ext>
            </a:extLst>
          </p:cNvPr>
          <p:cNvCxnSpPr/>
          <p:nvPr/>
        </p:nvCxnSpPr>
        <p:spPr>
          <a:xfrm>
            <a:off x="9004300" y="2298625"/>
            <a:ext cx="0" cy="196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ECC69395-3E29-9FBF-FA47-FA97A12852E6}"/>
              </a:ext>
            </a:extLst>
          </p:cNvPr>
          <p:cNvCxnSpPr/>
          <p:nvPr/>
        </p:nvCxnSpPr>
        <p:spPr>
          <a:xfrm flipV="1">
            <a:off x="9427633" y="2298625"/>
            <a:ext cx="0" cy="176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70621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887</Words>
  <Application>Microsoft Office PowerPoint</Application>
  <DocSecurity>0</DocSecurity>
  <PresentationFormat>自定义</PresentationFormat>
  <Paragraphs>313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Aptos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jayus X</cp:lastModifiedBy>
  <cp:revision>12</cp:revision>
  <dcterms:created xsi:type="dcterms:W3CDTF">2026-09-24T03:48:09Z</dcterms:created>
  <dcterms:modified xsi:type="dcterms:W3CDTF">2026-09-24T15:43:54Z</dcterms:modified>
</cp:coreProperties>
</file>