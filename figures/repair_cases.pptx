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79d84f8cef42a8" /><Relationship Type="http://schemas.openxmlformats.org/officeDocument/2006/relationships/extended-properties" Target="/docProps/app.xml" Id="R80c91d9387d54b61" /><Relationship Type="http://schemas.openxmlformats.org/officeDocument/2006/relationships/officeDocument" Target="/ppt/presentation.xml" Id="Ra2bb78dbd5ae4a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2b87f897744a16"/>
  </p:sldMasterIdLst>
  <p:notesMasterIdLst>
    <p:notesMasterId xmlns:r="http://schemas.openxmlformats.org/officeDocument/2006/relationships" r:id="Rd95cfc479a974a5a"/>
  </p:notesMasterIdLst>
  <p:sldIdLst>
    <p:sldId xmlns:r="http://schemas.openxmlformats.org/officeDocument/2006/relationships" id="256" r:id="R6aeab4411afe4f7b"/>
  </p:sldIdLst>
  <p:sldSz cx="10058400" cy="35909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ee02242fbf4b87" /><Relationship Type="http://schemas.openxmlformats.org/officeDocument/2006/relationships/slideMaster" Target="/ppt/slideMasters/slideMaster1.xml" Id="Re02b87f897744a16" /><Relationship Type="http://schemas.openxmlformats.org/officeDocument/2006/relationships/notesMaster" Target="/ppt/notesMasters/notesMaster1.xml" Id="Rd95cfc479a974a5a" /><Relationship Type="http://schemas.openxmlformats.org/officeDocument/2006/relationships/presProps" Target="/ppt/presProps.xml" Id="Rb64e3ace424e42b1" /><Relationship Type="http://schemas.openxmlformats.org/officeDocument/2006/relationships/tableStyles" Target="/ppt/tableStyles.xml" Id="Rf7a9bbd2f05747d4" /><Relationship Type="http://schemas.openxmlformats.org/officeDocument/2006/relationships/slide" Target="/ppt/slides/slide1.xml" Id="R6aeab4411afe4f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638ebf039345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48cbacadd54ba1" /><Relationship Type="http://schemas.openxmlformats.org/officeDocument/2006/relationships/notesMaster" Target="/ppt/notesMasters/notesMaster1.xml" Id="R459df95073cd41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Natural translation task I-09. Sources: data/paper_figures/intro_motivation_evidence.json; docs/natural-translation-cause-review-20260916.md; archived initial paired report and static adapter-code tracing. Initial loss absolute difference 4.76837158203125e-7; six upstream parameter tensors have zero target updates and head updates match. The missing high-level GroupNorm mapping invokes a NumPy value-copy path without a cross-framework backward bridge. The intact forward network and partially broken backward arc abstract that mechanism. Baseline panel is a conceptual code/test/semantic-analysis repair workflow for SWE-agent and MatchFixAgent, not an I-09 baseline outcome. LaDiM detects this error; recorded repair outcome STOP_NO_PROGRESS. No repaired outcome is depicted.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5821fac9244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b81b4a38554cfa" /><Relationship Type="http://schemas.openxmlformats.org/officeDocument/2006/relationships/slideLayout" Target="/ppt/slideLayouts/slideLayout1.xml" Id="Re5dc835c006e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c835c006e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16f3189d445e5" /><Relationship Type="http://schemas.openxmlformats.org/officeDocument/2006/relationships/notesSlide" Target="/ppt/notesSlides/notesSlide1.xml" Id="R1eb89cf27a2546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diagram-1">
            <a:extLst xmlns:a="http://schemas.openxmlformats.org/drawingml/2006/main">
              <a:ext uri="{FF2B5EF4-FFF2-40B4-BE49-F238E27FC236}">
                <a16:creationId xmlns:a16="http://schemas.microsoft.com/office/drawing/2014/main" id="{1411261F-20F0-4B44-8042-1727DC42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35623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2383">
            <a:solidFill>
              <a:srgbClr val="397294"/>
            </a:solidFill>
          </a:ln>
        </p:spPr>
      </p:sp>
      <p:sp>
        <p:nvSpPr>
          <p:cNvPr id="2" name="diagram-2">
            <a:extLst xmlns:a="http://schemas.openxmlformats.org/drawingml/2006/main">
              <a:ext uri="{FF2B5EF4-FFF2-40B4-BE49-F238E27FC236}">
                <a16:creationId xmlns:a16="http://schemas.microsoft.com/office/drawing/2014/main" id="{99B6E779-DA18-42F0-B415-9E04726B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85725"/>
            <a:ext cx="3543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294"/>
          </a:solidFill>
          <a:ln xmlns:a="http://schemas.openxmlformats.org/drawingml/2006/main" w="0">
            <a:noFill/>
          </a:ln>
        </p:spPr>
      </p:sp>
      <p:sp>
        <p:nvSpPr>
          <p:cNvPr id="3" name="diagram-3">
            <a:extLst xmlns:a="http://schemas.openxmlformats.org/drawingml/2006/main">
              <a:ext uri="{FF2B5EF4-FFF2-40B4-BE49-F238E27FC236}">
                <a16:creationId xmlns:a16="http://schemas.microsoft.com/office/drawing/2014/main" id="{0438533F-DF18-4EF5-969F-0676013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430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translation</a:t>
            </a:r>
          </a:p>
        </p:txBody>
      </p:sp>
      <p:sp>
        <p:nvSpPr>
          <p:cNvPr id="4" name="diagram-4">
            <a:extLst xmlns:a="http://schemas.openxmlformats.org/drawingml/2006/main">
              <a:ext uri="{FF2B5EF4-FFF2-40B4-BE49-F238E27FC236}">
                <a16:creationId xmlns:a16="http://schemas.microsoft.com/office/drawing/2014/main" id="{8D82E752-5270-4329-BFDF-A583EBE2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76200"/>
            <a:ext cx="62293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FF6FA"/>
          </a:solidFill>
          <a:ln xmlns:a="http://schemas.openxmlformats.org/drawingml/2006/main" w="12383">
            <a:solidFill>
              <a:srgbClr val="397294"/>
            </a:solidFill>
          </a:ln>
        </p:spPr>
      </p:sp>
      <p:sp>
        <p:nvSpPr>
          <p:cNvPr id="5" name="diagram-5">
            <a:extLst xmlns:a="http://schemas.openxmlformats.org/drawingml/2006/main">
              <a:ext uri="{FF2B5EF4-FFF2-40B4-BE49-F238E27FC236}">
                <a16:creationId xmlns:a16="http://schemas.microsoft.com/office/drawing/2014/main" id="{785C2BCA-0180-4CE2-A60C-7598873E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85725"/>
            <a:ext cx="6210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294"/>
          </a:solidFill>
          <a:ln xmlns:a="http://schemas.openxmlformats.org/drawingml/2006/main" w="0">
            <a:noFill/>
          </a:ln>
        </p:spPr>
      </p:sp>
      <p:sp>
        <p:nvSpPr>
          <p:cNvPr id="6" name="diagram-6">
            <a:extLst xmlns:a="http://schemas.openxmlformats.org/drawingml/2006/main">
              <a:ext uri="{FF2B5EF4-FFF2-40B4-BE49-F238E27FC236}">
                <a16:creationId xmlns:a16="http://schemas.microsoft.com/office/drawing/2014/main" id="{909C37AC-8D62-40EA-BCD7-A352F9C6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4300"/>
            <a:ext cx="596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SWE-agent / MatchFixAgent</a:t>
            </a:r>
          </a:p>
        </p:txBody>
      </p:sp>
      <p:sp>
        <p:nvSpPr>
          <p:cNvPr id="7" name="diagram-7">
            <a:extLst xmlns:a="http://schemas.openxmlformats.org/drawingml/2006/main">
              <a:ext uri="{FF2B5EF4-FFF2-40B4-BE49-F238E27FC236}">
                <a16:creationId xmlns:a16="http://schemas.microsoft.com/office/drawing/2014/main" id="{9BB0FF85-A383-4DA5-9D28-9D5D594A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57375"/>
            <a:ext cx="62293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CF3F3"/>
          </a:solidFill>
          <a:ln xmlns:a="http://schemas.openxmlformats.org/drawingml/2006/main" w="12383">
            <a:solidFill>
              <a:srgbClr val="B34449"/>
            </a:solidFill>
          </a:ln>
        </p:spPr>
      </p:sp>
      <p:sp>
        <p:nvSpPr>
          <p:cNvPr id="8" name="diagram-8">
            <a:extLst xmlns:a="http://schemas.openxmlformats.org/drawingml/2006/main">
              <a:ext uri="{FF2B5EF4-FFF2-40B4-BE49-F238E27FC236}">
                <a16:creationId xmlns:a16="http://schemas.microsoft.com/office/drawing/2014/main" id="{4EC3C975-EA3A-42EB-9C10-51364B69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66900"/>
            <a:ext cx="6210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449"/>
          </a:solidFill>
          <a:ln xmlns:a="http://schemas.openxmlformats.org/drawingml/2006/main" w="0">
            <a:noFill/>
          </a:ln>
        </p:spPr>
      </p:sp>
      <p:sp>
        <p:nvSpPr>
          <p:cNvPr id="9" name="diagram-9">
            <a:extLst xmlns:a="http://schemas.openxmlformats.org/drawingml/2006/main">
              <a:ext uri="{FF2B5EF4-FFF2-40B4-BE49-F238E27FC236}">
                <a16:creationId xmlns:a16="http://schemas.microsoft.com/office/drawing/2014/main" id="{C4C36D00-DE15-4976-9AFE-ACBC5E2C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95475"/>
            <a:ext cx="596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LaDiM (Ours)</a:t>
            </a:r>
          </a:p>
        </p:txBody>
      </p:sp>
      <p:sp>
        <p:nvSpPr>
          <p:cNvPr id="10" name="diagram-10">
            <a:extLst xmlns:a="http://schemas.openxmlformats.org/drawingml/2006/main">
              <a:ext uri="{FF2B5EF4-FFF2-40B4-BE49-F238E27FC236}">
                <a16:creationId xmlns:a16="http://schemas.microsoft.com/office/drawing/2014/main" id="{D6A56C56-6F57-4FBC-92AC-35DF34AA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04850"/>
            <a:ext cx="1266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84B"/>
                </a:solidFill>
                <a:latin typeface="Arial"/>
                <a:ea typeface="Arial"/>
                <a:cs typeface="Arial"/>
              </a:rPr>
              <a:t>PyTorch</a:t>
            </a:r>
          </a:p>
        </p:txBody>
      </p:sp>
      <p:sp>
        <p:nvSpPr>
          <p:cNvPr id="11" name="diagram-11">
            <a:extLst xmlns:a="http://schemas.openxmlformats.org/drawingml/2006/main">
              <a:ext uri="{FF2B5EF4-FFF2-40B4-BE49-F238E27FC236}">
                <a16:creationId xmlns:a16="http://schemas.microsoft.com/office/drawing/2014/main" id="{21A18DF5-BE3C-4BB5-9108-320D3648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704850"/>
            <a:ext cx="1438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84B"/>
                </a:solidFill>
                <a:latin typeface="Arial"/>
                <a:ea typeface="Arial"/>
                <a:cs typeface="Arial"/>
              </a:rPr>
              <a:t>MindSpore</a:t>
            </a:r>
          </a:p>
        </p:txBody>
      </p:sp>
      <p:sp>
        <p:nvSpPr>
          <p:cNvPr id="12" name="diagram-12">
            <a:extLst xmlns:a="http://schemas.openxmlformats.org/drawingml/2006/main">
              <a:ext uri="{FF2B5EF4-FFF2-40B4-BE49-F238E27FC236}">
                <a16:creationId xmlns:a16="http://schemas.microsoft.com/office/drawing/2014/main" id="{25929D00-F4B9-49FE-A3DB-9230217A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diagram-13">
            <a:extLst xmlns:a="http://schemas.openxmlformats.org/drawingml/2006/main">
              <a:ext uri="{FF2B5EF4-FFF2-40B4-BE49-F238E27FC236}">
                <a16:creationId xmlns:a16="http://schemas.microsoft.com/office/drawing/2014/main" id="{F563512B-DC23-4043-8746-4A2B3A9E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01003" y="1372077"/>
            <a:ext cx="284797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15" name="diagram-14">
            <a:extLst xmlns:a="http://schemas.openxmlformats.org/drawingml/2006/main">
              <a:ext uri="{FF2B5EF4-FFF2-40B4-BE49-F238E27FC236}">
                <a16:creationId xmlns:a16="http://schemas.microsoft.com/office/drawing/2014/main" id="{C054B14A-0062-44C9-969B-66776274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diagram-15">
            <a:extLst xmlns:a="http://schemas.openxmlformats.org/drawingml/2006/main">
              <a:ext uri="{FF2B5EF4-FFF2-40B4-BE49-F238E27FC236}">
                <a16:creationId xmlns:a16="http://schemas.microsoft.com/office/drawing/2014/main" id="{BD1A6FAA-73FF-4AB1-B772-10F37F2A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1003" y="1600677"/>
            <a:ext cx="284797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18" name="diagram-16">
            <a:extLst xmlns:a="http://schemas.openxmlformats.org/drawingml/2006/main">
              <a:ext uri="{FF2B5EF4-FFF2-40B4-BE49-F238E27FC236}">
                <a16:creationId xmlns:a16="http://schemas.microsoft.com/office/drawing/2014/main" id="{5BE86D2F-F1C2-42C0-ABC4-75DCD80E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diagram-17">
            <a:extLst xmlns:a="http://schemas.openxmlformats.org/drawingml/2006/main">
              <a:ext uri="{FF2B5EF4-FFF2-40B4-BE49-F238E27FC236}">
                <a16:creationId xmlns:a16="http://schemas.microsoft.com/office/drawing/2014/main" id="{E46DCEC1-EB15-45BB-A3C3-124BF452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1003" y="1600677"/>
            <a:ext cx="284797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21" name="diagram-18">
            <a:extLst xmlns:a="http://schemas.openxmlformats.org/drawingml/2006/main">
              <a:ext uri="{FF2B5EF4-FFF2-40B4-BE49-F238E27FC236}">
                <a16:creationId xmlns:a16="http://schemas.microsoft.com/office/drawing/2014/main" id="{342E86AF-3B62-4A10-B470-80676605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diagram-19">
            <a:extLst xmlns:a="http://schemas.openxmlformats.org/drawingml/2006/main">
              <a:ext uri="{FF2B5EF4-FFF2-40B4-BE49-F238E27FC236}">
                <a16:creationId xmlns:a16="http://schemas.microsoft.com/office/drawing/2014/main" id="{DB653760-7D94-4488-8A19-6B2B36AC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401003" y="1372077"/>
            <a:ext cx="284797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24" name="diagram-20">
            <a:extLst xmlns:a="http://schemas.openxmlformats.org/drawingml/2006/main">
              <a:ext uri="{FF2B5EF4-FFF2-40B4-BE49-F238E27FC236}">
                <a16:creationId xmlns:a16="http://schemas.microsoft.com/office/drawing/2014/main" id="{11F26DEA-63F1-47E8-90E6-4FF480AD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diagram-21">
            <a:extLst xmlns:a="http://schemas.openxmlformats.org/drawingml/2006/main">
              <a:ext uri="{FF2B5EF4-FFF2-40B4-BE49-F238E27FC236}">
                <a16:creationId xmlns:a16="http://schemas.microsoft.com/office/drawing/2014/main" id="{89C77881-560D-4F1D-B491-1AFC5BB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401003" y="1829277"/>
            <a:ext cx="284797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27" name="diagram-22">
            <a:extLst xmlns:a="http://schemas.openxmlformats.org/drawingml/2006/main">
              <a:ext uri="{FF2B5EF4-FFF2-40B4-BE49-F238E27FC236}">
                <a16:creationId xmlns:a16="http://schemas.microsoft.com/office/drawing/2014/main" id="{1026AF4B-6CE3-4A31-AB75-95D92755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diagram-23">
            <a:extLst xmlns:a="http://schemas.openxmlformats.org/drawingml/2006/main">
              <a:ext uri="{FF2B5EF4-FFF2-40B4-BE49-F238E27FC236}">
                <a16:creationId xmlns:a16="http://schemas.microsoft.com/office/drawing/2014/main" id="{4C2FB9C4-632A-40B2-BFBA-67C4BB3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01003" y="2057877"/>
            <a:ext cx="284797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30" name="diagram-24">
            <a:extLst xmlns:a="http://schemas.openxmlformats.org/drawingml/2006/main">
              <a:ext uri="{FF2B5EF4-FFF2-40B4-BE49-F238E27FC236}">
                <a16:creationId xmlns:a16="http://schemas.microsoft.com/office/drawing/2014/main" id="{3D070572-8ECE-4C46-87A4-E6820D82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37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diagram-25">
            <a:extLst xmlns:a="http://schemas.openxmlformats.org/drawingml/2006/main">
              <a:ext uri="{FF2B5EF4-FFF2-40B4-BE49-F238E27FC236}">
                <a16:creationId xmlns:a16="http://schemas.microsoft.com/office/drawing/2014/main" id="{F735C874-081E-47C1-BA5C-D21FB3BD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67728" y="1372077"/>
            <a:ext cx="322897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33" name="diagram-26">
            <a:extLst xmlns:a="http://schemas.openxmlformats.org/drawingml/2006/main">
              <a:ext uri="{FF2B5EF4-FFF2-40B4-BE49-F238E27FC236}">
                <a16:creationId xmlns:a16="http://schemas.microsoft.com/office/drawing/2014/main" id="{D7029177-05E8-468A-A391-2613E847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diagram-27">
            <a:extLst xmlns:a="http://schemas.openxmlformats.org/drawingml/2006/main">
              <a:ext uri="{FF2B5EF4-FFF2-40B4-BE49-F238E27FC236}">
                <a16:creationId xmlns:a16="http://schemas.microsoft.com/office/drawing/2014/main" id="{263120BD-904C-42F8-873F-342D98BD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67728" y="1829277"/>
            <a:ext cx="322897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36" name="diagram-28">
            <a:extLst xmlns:a="http://schemas.openxmlformats.org/drawingml/2006/main">
              <a:ext uri="{FF2B5EF4-FFF2-40B4-BE49-F238E27FC236}">
                <a16:creationId xmlns:a16="http://schemas.microsoft.com/office/drawing/2014/main" id="{47AB8CE1-FF37-4225-8133-22777C0A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diagram-29">
            <a:extLst xmlns:a="http://schemas.openxmlformats.org/drawingml/2006/main">
              <a:ext uri="{FF2B5EF4-FFF2-40B4-BE49-F238E27FC236}">
                <a16:creationId xmlns:a16="http://schemas.microsoft.com/office/drawing/2014/main" id="{68BDDC64-1C89-44C9-94B2-179A036A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867728" y="1829277"/>
            <a:ext cx="322897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7FD331-A0DC-489B-8119-AD4FA6C4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43100"/>
            <a:ext cx="857250" cy="781050"/>
          </a:xfrm>
          <a:custGeom xmlns:a="http://schemas.openxmlformats.org/drawingml/2006/main">
            <a:pathLst>
              <a:path w="857250" h="781050">
                <a:moveTo>
                  <a:pt x="819150" y="0"/>
                </a:moveTo>
                <a:lnTo>
                  <a:pt x="857250" y="409575"/>
                </a:lnTo>
                <a:lnTo>
                  <a:pt x="723900" y="685800"/>
                </a:lnTo>
                <a:lnTo>
                  <a:pt x="476250" y="781050"/>
                </a:lnTo>
                <a:lnTo>
                  <a:pt x="209550" y="752475"/>
                </a:ln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97294"/>
            </a:solidFill>
          </a:ln>
        </p:spPr>
      </p:sp>
      <p:sp>
        <p:nvSpPr>
          <p:cNvPr id="40" name="diagram-30">
            <a:extLst xmlns:a="http://schemas.openxmlformats.org/drawingml/2006/main">
              <a:ext uri="{FF2B5EF4-FFF2-40B4-BE49-F238E27FC236}">
                <a16:creationId xmlns:a16="http://schemas.microsoft.com/office/drawing/2014/main" id="{A0955F46-2299-4EF2-BC2F-7B559759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diagram-31">
            <a:extLst xmlns:a="http://schemas.openxmlformats.org/drawingml/2006/main">
              <a:ext uri="{FF2B5EF4-FFF2-40B4-BE49-F238E27FC236}">
                <a16:creationId xmlns:a16="http://schemas.microsoft.com/office/drawing/2014/main" id="{E286F18E-838A-4552-9C0B-34F36CB3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 flipV="1">
            <a:off x="390525" y="2381727"/>
            <a:ext cx="96203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294"/>
            </a:solidFill>
            <a:tailEnd type="triangle" w="med" len="med"/>
          </a:ln>
        </p:spPr>
      </p:cxnSp>
      <p:sp>
        <p:nvSpPr>
          <p:cNvPr id="43" name="diagram-32">
            <a:extLst xmlns:a="http://schemas.openxmlformats.org/drawingml/2006/main">
              <a:ext uri="{FF2B5EF4-FFF2-40B4-BE49-F238E27FC236}">
                <a16:creationId xmlns:a16="http://schemas.microsoft.com/office/drawing/2014/main" id="{10756108-5089-4F9A-9CE9-58AC5C0C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504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44" name="diagram-33">
            <a:extLst xmlns:a="http://schemas.openxmlformats.org/drawingml/2006/main">
              <a:ext uri="{FF2B5EF4-FFF2-40B4-BE49-F238E27FC236}">
                <a16:creationId xmlns:a16="http://schemas.microsoft.com/office/drawing/2014/main" id="{2542D1C3-7CD6-4EB2-87C1-B7C3A8CF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962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45" name="diagram-34">
            <a:extLst xmlns:a="http://schemas.openxmlformats.org/drawingml/2006/main">
              <a:ext uri="{FF2B5EF4-FFF2-40B4-BE49-F238E27FC236}">
                <a16:creationId xmlns:a16="http://schemas.microsoft.com/office/drawing/2014/main" id="{52368D68-674E-4BC7-9A57-F53A1A36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46" name="diagram-35">
            <a:extLst xmlns:a="http://schemas.openxmlformats.org/drawingml/2006/main">
              <a:ext uri="{FF2B5EF4-FFF2-40B4-BE49-F238E27FC236}">
                <a16:creationId xmlns:a16="http://schemas.microsoft.com/office/drawing/2014/main" id="{B2007520-E206-4FDB-9A76-CFE4F16A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47" name="diagram-36">
            <a:extLst xmlns:a="http://schemas.openxmlformats.org/drawingml/2006/main">
              <a:ext uri="{FF2B5EF4-FFF2-40B4-BE49-F238E27FC236}">
                <a16:creationId xmlns:a16="http://schemas.microsoft.com/office/drawing/2014/main" id="{CDD5521F-1D8E-4E93-8BAF-8C686C10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48" name="diagram-37">
            <a:extLst xmlns:a="http://schemas.openxmlformats.org/drawingml/2006/main">
              <a:ext uri="{FF2B5EF4-FFF2-40B4-BE49-F238E27FC236}">
                <a16:creationId xmlns:a16="http://schemas.microsoft.com/office/drawing/2014/main" id="{F09597AE-D221-44CB-A468-E950780D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33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ADC"/>
          </a:solidFill>
          <a:ln xmlns:a="http://schemas.openxmlformats.org/drawingml/2006/main" w="14288">
            <a:solidFill>
              <a:srgbClr val="B34449"/>
            </a:solidFill>
          </a:ln>
        </p:spPr>
      </p:sp>
      <p:sp>
        <p:nvSpPr>
          <p:cNvPr id="49" name="diagram-38">
            <a:extLst xmlns:a="http://schemas.openxmlformats.org/drawingml/2006/main">
              <a:ext uri="{FF2B5EF4-FFF2-40B4-BE49-F238E27FC236}">
                <a16:creationId xmlns:a16="http://schemas.microsoft.com/office/drawing/2014/main" id="{BC7AEFBD-A05D-45F1-B267-EE4B0CA5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diagram-39">
            <a:extLst xmlns:a="http://schemas.openxmlformats.org/drawingml/2006/main">
              <a:ext uri="{FF2B5EF4-FFF2-40B4-BE49-F238E27FC236}">
                <a16:creationId xmlns:a16="http://schemas.microsoft.com/office/drawing/2014/main" id="{4600B3B1-B96D-4930-B131-C35052A5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7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V="1">
            <a:off x="2458403" y="1372077"/>
            <a:ext cx="284797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52" name="diagram-40">
            <a:extLst xmlns:a="http://schemas.openxmlformats.org/drawingml/2006/main">
              <a:ext uri="{FF2B5EF4-FFF2-40B4-BE49-F238E27FC236}">
                <a16:creationId xmlns:a16="http://schemas.microsoft.com/office/drawing/2014/main" id="{59001B87-321C-4390-A551-A77C0354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diagram-41">
            <a:extLst xmlns:a="http://schemas.openxmlformats.org/drawingml/2006/main">
              <a:ext uri="{FF2B5EF4-FFF2-40B4-BE49-F238E27FC236}">
                <a16:creationId xmlns:a16="http://schemas.microsoft.com/office/drawing/2014/main" id="{441D9013-44F3-47D5-A80E-2CF39250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2458403" y="1600677"/>
            <a:ext cx="284797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55" name="diagram-42">
            <a:extLst xmlns:a="http://schemas.openxmlformats.org/drawingml/2006/main">
              <a:ext uri="{FF2B5EF4-FFF2-40B4-BE49-F238E27FC236}">
                <a16:creationId xmlns:a16="http://schemas.microsoft.com/office/drawing/2014/main" id="{961F1B25-CEC3-4481-9D6C-AC5DF6F2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diagram-43">
            <a:extLst xmlns:a="http://schemas.openxmlformats.org/drawingml/2006/main">
              <a:ext uri="{FF2B5EF4-FFF2-40B4-BE49-F238E27FC236}">
                <a16:creationId xmlns:a16="http://schemas.microsoft.com/office/drawing/2014/main" id="{E06BA4D2-D780-45F2-901D-B7182A2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458403" y="1600677"/>
            <a:ext cx="284797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58" name="diagram-44">
            <a:extLst xmlns:a="http://schemas.openxmlformats.org/drawingml/2006/main">
              <a:ext uri="{FF2B5EF4-FFF2-40B4-BE49-F238E27FC236}">
                <a16:creationId xmlns:a16="http://schemas.microsoft.com/office/drawing/2014/main" id="{9A3E7885-B5FB-4B4D-9BC9-3926CC45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5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diagram-45">
            <a:extLst xmlns:a="http://schemas.openxmlformats.org/drawingml/2006/main">
              <a:ext uri="{FF2B5EF4-FFF2-40B4-BE49-F238E27FC236}">
                <a16:creationId xmlns:a16="http://schemas.microsoft.com/office/drawing/2014/main" id="{6A2EF78B-9900-4014-9D8D-8F27CC06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7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V="1">
            <a:off x="2458403" y="1372077"/>
            <a:ext cx="284797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61" name="diagram-46">
            <a:extLst xmlns:a="http://schemas.openxmlformats.org/drawingml/2006/main">
              <a:ext uri="{FF2B5EF4-FFF2-40B4-BE49-F238E27FC236}">
                <a16:creationId xmlns:a16="http://schemas.microsoft.com/office/drawing/2014/main" id="{BF7C95DF-4117-40B2-86E7-B0EAECD5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5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diagram-47">
            <a:extLst xmlns:a="http://schemas.openxmlformats.org/drawingml/2006/main">
              <a:ext uri="{FF2B5EF4-FFF2-40B4-BE49-F238E27FC236}">
                <a16:creationId xmlns:a16="http://schemas.microsoft.com/office/drawing/2014/main" id="{D36A7741-AC99-41C4-910D-C2EB0CF1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 flipV="1">
            <a:off x="2458403" y="1829277"/>
            <a:ext cx="284797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64" name="diagram-48">
            <a:extLst xmlns:a="http://schemas.openxmlformats.org/drawingml/2006/main">
              <a:ext uri="{FF2B5EF4-FFF2-40B4-BE49-F238E27FC236}">
                <a16:creationId xmlns:a16="http://schemas.microsoft.com/office/drawing/2014/main" id="{C2097135-9143-49E2-8270-38421DBD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5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diagram-49">
            <a:extLst xmlns:a="http://schemas.openxmlformats.org/drawingml/2006/main">
              <a:ext uri="{FF2B5EF4-FFF2-40B4-BE49-F238E27FC236}">
                <a16:creationId xmlns:a16="http://schemas.microsoft.com/office/drawing/2014/main" id="{FE34D7BB-7E76-4613-95FD-060A3095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2458403" y="2057877"/>
            <a:ext cx="284797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67" name="diagram-50">
            <a:extLst xmlns:a="http://schemas.openxmlformats.org/drawingml/2006/main">
              <a:ext uri="{FF2B5EF4-FFF2-40B4-BE49-F238E27FC236}">
                <a16:creationId xmlns:a16="http://schemas.microsoft.com/office/drawing/2014/main" id="{93B46DC0-E46A-4C42-A087-879CEBB6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37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diagram-51">
            <a:extLst xmlns:a="http://schemas.openxmlformats.org/drawingml/2006/main">
              <a:ext uri="{FF2B5EF4-FFF2-40B4-BE49-F238E27FC236}">
                <a16:creationId xmlns:a16="http://schemas.microsoft.com/office/drawing/2014/main" id="{C0534325-C374-43D7-BCB1-45BBD3E3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2925128" y="1372077"/>
            <a:ext cx="322897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70" name="diagram-52">
            <a:extLst xmlns:a="http://schemas.openxmlformats.org/drawingml/2006/main">
              <a:ext uri="{FF2B5EF4-FFF2-40B4-BE49-F238E27FC236}">
                <a16:creationId xmlns:a16="http://schemas.microsoft.com/office/drawing/2014/main" id="{9C14EDB5-7853-45AD-8615-35681024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diagram-53">
            <a:extLst xmlns:a="http://schemas.openxmlformats.org/drawingml/2006/main">
              <a:ext uri="{FF2B5EF4-FFF2-40B4-BE49-F238E27FC236}">
                <a16:creationId xmlns:a16="http://schemas.microsoft.com/office/drawing/2014/main" id="{39E9248A-FDF5-4CD7-9118-EC1C889C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2925128" y="1829277"/>
            <a:ext cx="322897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73" name="diagram-54">
            <a:extLst xmlns:a="http://schemas.openxmlformats.org/drawingml/2006/main">
              <a:ext uri="{FF2B5EF4-FFF2-40B4-BE49-F238E27FC236}">
                <a16:creationId xmlns:a16="http://schemas.microsoft.com/office/drawing/2014/main" id="{69DFA75A-6775-4393-924E-D6A3FE60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diagram-55">
            <a:extLst xmlns:a="http://schemas.openxmlformats.org/drawingml/2006/main">
              <a:ext uri="{FF2B5EF4-FFF2-40B4-BE49-F238E27FC236}">
                <a16:creationId xmlns:a16="http://schemas.microsoft.com/office/drawing/2014/main" id="{1328EBEC-6F20-48DF-9971-36CEB1D4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2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 flipV="1">
            <a:off x="2925128" y="1829277"/>
            <a:ext cx="322897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58593"/>
            </a:solidFill>
            <a:tailEnd type="triangle" w="med" len="me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57DA294-78F9-456E-98FF-9875E853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43100"/>
            <a:ext cx="857250" cy="781050"/>
          </a:xfrm>
          <a:custGeom xmlns:a="http://schemas.openxmlformats.org/drawingml/2006/main">
            <a:pathLst>
              <a:path w="857250" h="781050">
                <a:moveTo>
                  <a:pt x="819150" y="0"/>
                </a:moveTo>
                <a:lnTo>
                  <a:pt x="857250" y="409575"/>
                </a:lnTo>
                <a:lnTo>
                  <a:pt x="723900" y="685800"/>
                </a:lnTo>
                <a:lnTo>
                  <a:pt x="476250" y="781050"/>
                </a:lnTo>
                <a:lnTo>
                  <a:pt x="209550" y="752475"/>
                </a:ln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97294"/>
            </a:solidFill>
          </a:ln>
        </p:spPr>
      </p:sp>
      <p:sp>
        <p:nvSpPr>
          <p:cNvPr id="77" name="diagram-56">
            <a:extLst xmlns:a="http://schemas.openxmlformats.org/drawingml/2006/main">
              <a:ext uri="{FF2B5EF4-FFF2-40B4-BE49-F238E27FC236}">
                <a16:creationId xmlns:a16="http://schemas.microsoft.com/office/drawing/2014/main" id="{4840E09D-9E72-4C1E-BA87-45AC6BC8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diagram-57">
            <a:extLst xmlns:a="http://schemas.openxmlformats.org/drawingml/2006/main">
              <a:ext uri="{FF2B5EF4-FFF2-40B4-BE49-F238E27FC236}">
                <a16:creationId xmlns:a16="http://schemas.microsoft.com/office/drawing/2014/main" id="{537F0B7C-A000-4A57-A438-F8557DF8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H="1" flipV="1">
            <a:off x="2447925" y="2381727"/>
            <a:ext cx="96203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294"/>
            </a:solidFill>
            <a:tailEnd type="triangle" w="med" len="med"/>
          </a:ln>
        </p:spPr>
      </p:cxnSp>
      <p:sp>
        <p:nvSpPr>
          <p:cNvPr id="80" name="diagram-58">
            <a:extLst xmlns:a="http://schemas.openxmlformats.org/drawingml/2006/main">
              <a:ext uri="{FF2B5EF4-FFF2-40B4-BE49-F238E27FC236}">
                <a16:creationId xmlns:a16="http://schemas.microsoft.com/office/drawing/2014/main" id="{DC0184CA-1604-4208-A6CD-BCB29E18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812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81" name="diagram-59">
            <a:extLst xmlns:a="http://schemas.openxmlformats.org/drawingml/2006/main">
              <a:ext uri="{FF2B5EF4-FFF2-40B4-BE49-F238E27FC236}">
                <a16:creationId xmlns:a16="http://schemas.microsoft.com/office/drawing/2014/main" id="{6BEF76CF-023A-4CC9-9DA8-0888E2FA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0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diagram-60">
            <a:extLst xmlns:a="http://schemas.openxmlformats.org/drawingml/2006/main">
              <a:ext uri="{FF2B5EF4-FFF2-40B4-BE49-F238E27FC236}">
                <a16:creationId xmlns:a16="http://schemas.microsoft.com/office/drawing/2014/main" id="{C043AFB9-88EF-419F-B055-A18C6E8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7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2744153" y="2610327"/>
            <a:ext cx="160972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34449"/>
            </a:solidFill>
          </a:ln>
        </p:spPr>
      </p:cxnSp>
      <p:sp>
        <p:nvSpPr>
          <p:cNvPr id="84" name="diagram-61">
            <a:extLst xmlns:a="http://schemas.openxmlformats.org/drawingml/2006/main">
              <a:ext uri="{FF2B5EF4-FFF2-40B4-BE49-F238E27FC236}">
                <a16:creationId xmlns:a16="http://schemas.microsoft.com/office/drawing/2014/main" id="{AED161A8-A5E2-4CEC-AE7C-FCB332EB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7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diagram-62">
            <a:extLst xmlns:a="http://schemas.openxmlformats.org/drawingml/2006/main">
              <a:ext uri="{FF2B5EF4-FFF2-40B4-BE49-F238E27FC236}">
                <a16:creationId xmlns:a16="http://schemas.microsoft.com/office/drawing/2014/main" id="{1896CD09-427D-457C-B606-C6BF3876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0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V="1">
            <a:off x="2744153" y="2610327"/>
            <a:ext cx="160972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34449"/>
            </a:solidFill>
          </a:ln>
        </p:spPr>
      </p:cxnSp>
      <p:sp>
        <p:nvSpPr>
          <p:cNvPr id="87" name="diagram-63">
            <a:extLst xmlns:a="http://schemas.openxmlformats.org/drawingml/2006/main">
              <a:ext uri="{FF2B5EF4-FFF2-40B4-BE49-F238E27FC236}">
                <a16:creationId xmlns:a16="http://schemas.microsoft.com/office/drawing/2014/main" id="{E404CE5E-35AE-4160-8F46-4D4AC061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504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88" name="diagram-64">
            <a:extLst xmlns:a="http://schemas.openxmlformats.org/drawingml/2006/main">
              <a:ext uri="{FF2B5EF4-FFF2-40B4-BE49-F238E27FC236}">
                <a16:creationId xmlns:a16="http://schemas.microsoft.com/office/drawing/2014/main" id="{658DA069-F164-4D3E-AC84-4B74C7E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962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89" name="diagram-65">
            <a:extLst xmlns:a="http://schemas.openxmlformats.org/drawingml/2006/main">
              <a:ext uri="{FF2B5EF4-FFF2-40B4-BE49-F238E27FC236}">
                <a16:creationId xmlns:a16="http://schemas.microsoft.com/office/drawing/2014/main" id="{AC6FBE1F-7726-46D3-B6AC-E34FDAAB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76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90" name="diagram-66">
            <a:extLst xmlns:a="http://schemas.openxmlformats.org/drawingml/2006/main">
              <a:ext uri="{FF2B5EF4-FFF2-40B4-BE49-F238E27FC236}">
                <a16:creationId xmlns:a16="http://schemas.microsoft.com/office/drawing/2014/main" id="{E7943771-0619-4E1E-99B3-97EEFA17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33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91" name="diagram-67">
            <a:extLst xmlns:a="http://schemas.openxmlformats.org/drawingml/2006/main">
              <a:ext uri="{FF2B5EF4-FFF2-40B4-BE49-F238E27FC236}">
                <a16:creationId xmlns:a16="http://schemas.microsoft.com/office/drawing/2014/main" id="{4C3E0297-E129-4137-95E2-AD52BED5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E0ED"/>
          </a:solidFill>
          <a:ln xmlns:a="http://schemas.openxmlformats.org/drawingml/2006/main" w="14288">
            <a:solidFill>
              <a:srgbClr val="397294"/>
            </a:solidFill>
          </a:ln>
        </p:spPr>
      </p:sp>
      <p:sp>
        <p:nvSpPr>
          <p:cNvPr id="92" name="diagram-68">
            <a:extLst xmlns:a="http://schemas.openxmlformats.org/drawingml/2006/main">
              <a:ext uri="{FF2B5EF4-FFF2-40B4-BE49-F238E27FC236}">
                <a16:creationId xmlns:a16="http://schemas.microsoft.com/office/drawing/2014/main" id="{183B8957-18B1-439D-AB6B-CD99DA87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33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ADC"/>
          </a:solidFill>
          <a:ln xmlns:a="http://schemas.openxmlformats.org/drawingml/2006/main" w="14288">
            <a:solidFill>
              <a:srgbClr val="B34449"/>
            </a:solidFill>
          </a:ln>
        </p:spPr>
      </p:sp>
      <p:sp>
        <p:nvSpPr>
          <p:cNvPr id="93" name="diagram-69">
            <a:extLst xmlns:a="http://schemas.openxmlformats.org/drawingml/2006/main">
              <a:ext uri="{FF2B5EF4-FFF2-40B4-BE49-F238E27FC236}">
                <a16:creationId xmlns:a16="http://schemas.microsoft.com/office/drawing/2014/main" id="{63322AE4-3F23-454C-B0F7-178C521C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diagram-70">
            <a:extLst xmlns:a="http://schemas.openxmlformats.org/drawingml/2006/main">
              <a:ext uri="{FF2B5EF4-FFF2-40B4-BE49-F238E27FC236}">
                <a16:creationId xmlns:a16="http://schemas.microsoft.com/office/drawing/2014/main" id="{F4E8DE8D-8906-4520-ACAA-2722DC1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1486853" y="1915002"/>
            <a:ext cx="5991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97294"/>
            </a:solidFill>
            <a:tailEnd type="triangle" w="med" len="med"/>
          </a:ln>
        </p:spPr>
      </p:cxnSp>
      <p:sp>
        <p:nvSpPr>
          <p:cNvPr id="96" name="diagram-71">
            <a:extLst xmlns:a="http://schemas.openxmlformats.org/drawingml/2006/main">
              <a:ext uri="{FF2B5EF4-FFF2-40B4-BE49-F238E27FC236}">
                <a16:creationId xmlns:a16="http://schemas.microsoft.com/office/drawing/2014/main" id="{570CB7B8-2696-4440-B63B-D70A3ECE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289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344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34449"/>
                </a:solidFill>
                <a:latin typeface="Arial"/>
                <a:ea typeface="Arial"/>
                <a:cs typeface="Arial"/>
              </a:rPr>
              <a:t>Missing mapping</a:t>
            </a:r>
          </a:p>
        </p:txBody>
      </p:sp>
      <p:sp>
        <p:nvSpPr>
          <p:cNvPr id="97" name="diagram-72">
            <a:extLst xmlns:a="http://schemas.openxmlformats.org/drawingml/2006/main">
              <a:ext uri="{FF2B5EF4-FFF2-40B4-BE49-F238E27FC236}">
                <a16:creationId xmlns:a16="http://schemas.microsoft.com/office/drawing/2014/main" id="{F9D9756C-B689-4BA4-8ACA-795B0FAD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09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diagram-73">
            <a:extLst xmlns:a="http://schemas.openxmlformats.org/drawingml/2006/main">
              <a:ext uri="{FF2B5EF4-FFF2-40B4-BE49-F238E27FC236}">
                <a16:creationId xmlns:a16="http://schemas.microsoft.com/office/drawing/2014/main" id="{4A8EB06A-80B1-46C4-A638-5578B093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28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 flipV="1">
            <a:off x="2696528" y="2829402"/>
            <a:ext cx="122872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34449"/>
            </a:solidFill>
            <a:tailEnd type="triangle" w="med" len="med"/>
          </a:ln>
        </p:spPr>
      </p:cxnSp>
      <p:sp>
        <p:nvSpPr>
          <p:cNvPr id="100" name="diagram-74">
            <a:extLst xmlns:a="http://schemas.openxmlformats.org/drawingml/2006/main">
              <a:ext uri="{FF2B5EF4-FFF2-40B4-BE49-F238E27FC236}">
                <a16:creationId xmlns:a16="http://schemas.microsoft.com/office/drawing/2014/main" id="{5612C4D6-F571-48BD-A98F-CCDDAD18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66750"/>
            <a:ext cx="21431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C1CF"/>
            </a:solidFill>
          </a:ln>
        </p:spPr>
      </p:sp>
      <p:sp>
        <p:nvSpPr>
          <p:cNvPr id="101" name="diagram-75">
            <a:extLst xmlns:a="http://schemas.openxmlformats.org/drawingml/2006/main">
              <a:ext uri="{FF2B5EF4-FFF2-40B4-BE49-F238E27FC236}">
                <a16:creationId xmlns:a16="http://schemas.microsoft.com/office/drawing/2014/main" id="{B9BD3E4F-96EF-445B-B97A-812DE498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8105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Code, tests &amp;</a:t>
            </a:r>
          </a:p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semantic analysis</a:t>
            </a:r>
          </a:p>
        </p:txBody>
      </p:sp>
      <p:sp>
        <p:nvSpPr>
          <p:cNvPr id="102" name="diagram-76">
            <a:extLst xmlns:a="http://schemas.openxmlformats.org/drawingml/2006/main">
              <a:ext uri="{FF2B5EF4-FFF2-40B4-BE49-F238E27FC236}">
                <a16:creationId xmlns:a16="http://schemas.microsoft.com/office/drawing/2014/main" id="{C2950B14-C01F-488A-B0A8-E3A3354E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10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diagram-77">
            <a:extLst xmlns:a="http://schemas.openxmlformats.org/drawingml/2006/main">
              <a:ext uri="{FF2B5EF4-FFF2-40B4-BE49-F238E27FC236}">
                <a16:creationId xmlns:a16="http://schemas.microsoft.com/office/drawing/2014/main" id="{E3A50326-4B02-49BA-B149-5D542E37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0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077903" y="1105377"/>
            <a:ext cx="1609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593"/>
            </a:solidFill>
            <a:tailEnd type="triangle" w="med" len="med"/>
          </a:ln>
        </p:spPr>
      </p:cxnSp>
      <p:sp>
        <p:nvSpPr>
          <p:cNvPr id="105" name="diagram-78">
            <a:extLst xmlns:a="http://schemas.openxmlformats.org/drawingml/2006/main">
              <a:ext uri="{FF2B5EF4-FFF2-40B4-BE49-F238E27FC236}">
                <a16:creationId xmlns:a16="http://schemas.microsoft.com/office/drawing/2014/main" id="{A47B277A-2C6F-468A-9D2F-7B68D6CF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"/>
            <a:ext cx="13620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C1CF"/>
            </a:solidFill>
          </a:ln>
        </p:spPr>
      </p:sp>
      <p:sp>
        <p:nvSpPr>
          <p:cNvPr id="106" name="diagram-79">
            <a:extLst xmlns:a="http://schemas.openxmlformats.org/drawingml/2006/main">
              <a:ext uri="{FF2B5EF4-FFF2-40B4-BE49-F238E27FC236}">
                <a16:creationId xmlns:a16="http://schemas.microsoft.com/office/drawing/2014/main" id="{9B503575-236C-47F4-BD82-71927D87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81050"/>
            <a:ext cx="1285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Repair</a:t>
            </a:r>
          </a:p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107" name="diagram-80">
            <a:extLst xmlns:a="http://schemas.openxmlformats.org/drawingml/2006/main">
              <a:ext uri="{FF2B5EF4-FFF2-40B4-BE49-F238E27FC236}">
                <a16:creationId xmlns:a16="http://schemas.microsoft.com/office/drawing/2014/main" id="{A352FD39-A7BE-4F02-8C7B-DE0CE577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10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diagram-81">
            <a:extLst xmlns:a="http://schemas.openxmlformats.org/drawingml/2006/main">
              <a:ext uri="{FF2B5EF4-FFF2-40B4-BE49-F238E27FC236}">
                <a16:creationId xmlns:a16="http://schemas.microsoft.com/office/drawing/2014/main" id="{170A3645-9EAB-45B8-87B8-3B46BE8F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10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7678103" y="1105377"/>
            <a:ext cx="1609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593"/>
            </a:solidFill>
            <a:tailEnd type="triangle" w="med" len="med"/>
          </a:ln>
        </p:spPr>
      </p:cxnSp>
      <p:sp>
        <p:nvSpPr>
          <p:cNvPr id="110" name="diagram-82">
            <a:extLst xmlns:a="http://schemas.openxmlformats.org/drawingml/2006/main">
              <a:ext uri="{FF2B5EF4-FFF2-40B4-BE49-F238E27FC236}">
                <a16:creationId xmlns:a16="http://schemas.microsoft.com/office/drawing/2014/main" id="{E3DB213F-FD2E-4A0A-A2DA-B933FFF2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66750"/>
            <a:ext cx="19431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C1CF"/>
            </a:solidFill>
          </a:ln>
        </p:spPr>
      </p:sp>
      <p:sp>
        <p:nvSpPr>
          <p:cNvPr id="111" name="diagram-83">
            <a:extLst xmlns:a="http://schemas.openxmlformats.org/drawingml/2006/main">
              <a:ext uri="{FF2B5EF4-FFF2-40B4-BE49-F238E27FC236}">
                <a16:creationId xmlns:a16="http://schemas.microsoft.com/office/drawing/2014/main" id="{26C5DFC6-52E1-4644-A784-4ACFD8E4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810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Infer fault</a:t>
            </a:r>
          </a:p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112" name="diagram-84">
            <a:extLst xmlns:a="http://schemas.openxmlformats.org/drawingml/2006/main">
              <a:ext uri="{FF2B5EF4-FFF2-40B4-BE49-F238E27FC236}">
                <a16:creationId xmlns:a16="http://schemas.microsoft.com/office/drawing/2014/main" id="{F2CA5E75-B12B-4ACC-A837-235C8025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847725"/>
            <a:ext cx="26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9729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97294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13" name="diagram-85">
            <a:extLst xmlns:a="http://schemas.openxmlformats.org/drawingml/2006/main">
              <a:ext uri="{FF2B5EF4-FFF2-40B4-BE49-F238E27FC236}">
                <a16:creationId xmlns:a16="http://schemas.microsoft.com/office/drawing/2014/main" id="{3D49A3DD-C1EC-4820-B963-185F9A19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333625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14" name="diagram-86">
            <a:extLst xmlns:a="http://schemas.openxmlformats.org/drawingml/2006/main">
              <a:ext uri="{FF2B5EF4-FFF2-40B4-BE49-F238E27FC236}">
                <a16:creationId xmlns:a16="http://schemas.microsoft.com/office/drawing/2014/main" id="{1406BAE1-0D32-4270-ACFC-2AE2F3DB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diagram-87">
            <a:extLst xmlns:a="http://schemas.openxmlformats.org/drawingml/2006/main">
              <a:ext uri="{FF2B5EF4-FFF2-40B4-BE49-F238E27FC236}">
                <a16:creationId xmlns:a16="http://schemas.microsoft.com/office/drawing/2014/main" id="{5B9F4FA0-FCBB-4D72-B1E1-B678FF37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4287203" y="2962752"/>
            <a:ext cx="65722" cy="66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8062"/>
            </a:solidFill>
          </a:ln>
        </p:spPr>
      </p:cxnSp>
      <p:sp>
        <p:nvSpPr>
          <p:cNvPr id="117" name="diagram-88">
            <a:extLst xmlns:a="http://schemas.openxmlformats.org/drawingml/2006/main">
              <a:ext uri="{FF2B5EF4-FFF2-40B4-BE49-F238E27FC236}">
                <a16:creationId xmlns:a16="http://schemas.microsoft.com/office/drawing/2014/main" id="{0F7B405E-289E-42BA-BDEE-54DF6658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diagram-89">
            <a:extLst xmlns:a="http://schemas.openxmlformats.org/drawingml/2006/main">
              <a:ext uri="{FF2B5EF4-FFF2-40B4-BE49-F238E27FC236}">
                <a16:creationId xmlns:a16="http://schemas.microsoft.com/office/drawing/2014/main" id="{528625ED-7482-4544-A1F0-31A6E531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67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 flipV="1">
            <a:off x="4353878" y="2867502"/>
            <a:ext cx="141922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8062"/>
            </a:solidFill>
          </a:ln>
        </p:spPr>
      </p:cxnSp>
      <p:sp>
        <p:nvSpPr>
          <p:cNvPr id="120" name="diagram-90">
            <a:extLst xmlns:a="http://schemas.openxmlformats.org/drawingml/2006/main">
              <a:ext uri="{FF2B5EF4-FFF2-40B4-BE49-F238E27FC236}">
                <a16:creationId xmlns:a16="http://schemas.microsoft.com/office/drawing/2014/main" id="{E11CC269-3BC0-4484-9FAE-2424818B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33625"/>
            <a:ext cx="800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21" name="diagram-91">
            <a:extLst xmlns:a="http://schemas.openxmlformats.org/drawingml/2006/main">
              <a:ext uri="{FF2B5EF4-FFF2-40B4-BE49-F238E27FC236}">
                <a16:creationId xmlns:a16="http://schemas.microsoft.com/office/drawing/2014/main" id="{82DC57C1-E03F-4AE7-9980-CC731DEA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diagram-92">
            <a:extLst xmlns:a="http://schemas.openxmlformats.org/drawingml/2006/main">
              <a:ext uri="{FF2B5EF4-FFF2-40B4-BE49-F238E27FC236}">
                <a16:creationId xmlns:a16="http://schemas.microsoft.com/office/drawing/2014/main" id="{27441A9E-1607-4229-87AC-05420E51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9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5258753" y="2962752"/>
            <a:ext cx="65722" cy="66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8062"/>
            </a:solidFill>
          </a:ln>
        </p:spPr>
      </p:cxnSp>
      <p:sp>
        <p:nvSpPr>
          <p:cNvPr id="124" name="diagram-93">
            <a:extLst xmlns:a="http://schemas.openxmlformats.org/drawingml/2006/main">
              <a:ext uri="{FF2B5EF4-FFF2-40B4-BE49-F238E27FC236}">
                <a16:creationId xmlns:a16="http://schemas.microsoft.com/office/drawing/2014/main" id="{8CA20C31-3F6E-460C-8038-DC099421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diagram-94">
            <a:extLst xmlns:a="http://schemas.openxmlformats.org/drawingml/2006/main">
              <a:ext uri="{FF2B5EF4-FFF2-40B4-BE49-F238E27FC236}">
                <a16:creationId xmlns:a16="http://schemas.microsoft.com/office/drawing/2014/main" id="{9854F0BF-9846-4624-831E-79197A02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67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 flipV="1">
            <a:off x="5325428" y="2867502"/>
            <a:ext cx="141922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8062"/>
            </a:solidFill>
          </a:ln>
        </p:spPr>
      </p:cxnSp>
      <p:sp>
        <p:nvSpPr>
          <p:cNvPr id="127" name="diagram-95">
            <a:extLst xmlns:a="http://schemas.openxmlformats.org/drawingml/2006/main">
              <a:ext uri="{FF2B5EF4-FFF2-40B4-BE49-F238E27FC236}">
                <a16:creationId xmlns:a16="http://schemas.microsoft.com/office/drawing/2014/main" id="{F4B9C629-61DE-4C34-88B9-4410A36B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33625"/>
            <a:ext cx="1009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Gradients</a:t>
            </a:r>
          </a:p>
        </p:txBody>
      </p:sp>
      <p:sp>
        <p:nvSpPr>
          <p:cNvPr id="128" name="diagram-96">
            <a:extLst xmlns:a="http://schemas.openxmlformats.org/drawingml/2006/main">
              <a:ext uri="{FF2B5EF4-FFF2-40B4-BE49-F238E27FC236}">
                <a16:creationId xmlns:a16="http://schemas.microsoft.com/office/drawing/2014/main" id="{B4D69799-FC51-4406-88DF-D5CD11F0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diagram-97">
            <a:extLst xmlns:a="http://schemas.openxmlformats.org/drawingml/2006/main">
              <a:ext uri="{FF2B5EF4-FFF2-40B4-BE49-F238E27FC236}">
                <a16:creationId xmlns:a16="http://schemas.microsoft.com/office/drawing/2014/main" id="{41DDB79D-BEF4-4BD7-89FF-1032B679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38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6287453" y="2877027"/>
            <a:ext cx="160972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34449"/>
            </a:solidFill>
          </a:ln>
        </p:spPr>
      </p:cxnSp>
      <p:sp>
        <p:nvSpPr>
          <p:cNvPr id="131" name="diagram-98">
            <a:extLst xmlns:a="http://schemas.openxmlformats.org/drawingml/2006/main">
              <a:ext uri="{FF2B5EF4-FFF2-40B4-BE49-F238E27FC236}">
                <a16:creationId xmlns:a16="http://schemas.microsoft.com/office/drawing/2014/main" id="{4EF62FFF-9C61-4247-8F00-1C8CE868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38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diagram-99">
            <a:extLst xmlns:a="http://schemas.openxmlformats.org/drawingml/2006/main">
              <a:ext uri="{FF2B5EF4-FFF2-40B4-BE49-F238E27FC236}">
                <a16:creationId xmlns:a16="http://schemas.microsoft.com/office/drawing/2014/main" id="{1C77CC49-2270-4C10-B1CC-B91E3211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31" idx="3"/>
            <a:endCxn xmlns:a="http://schemas.openxmlformats.org/drawingml/2006/main" id="132" idx="1"/>
          </p:cNvCxnSpPr>
          <p:nvPr/>
        </p:nvCxnSpPr>
        <p:spPr>
          <a:xfrm xmlns:a="http://schemas.openxmlformats.org/drawingml/2006/main" flipV="1">
            <a:off x="6287453" y="2877027"/>
            <a:ext cx="160972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34449"/>
            </a:solidFill>
          </a:ln>
        </p:spPr>
      </p:cxnSp>
      <p:sp>
        <p:nvSpPr>
          <p:cNvPr id="134" name="diagram-100">
            <a:extLst xmlns:a="http://schemas.openxmlformats.org/drawingml/2006/main">
              <a:ext uri="{FF2B5EF4-FFF2-40B4-BE49-F238E27FC236}">
                <a16:creationId xmlns:a16="http://schemas.microsoft.com/office/drawing/2014/main" id="{E003AC1D-E22B-454A-9FA7-9F43952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33625"/>
            <a:ext cx="123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Parameter</a:t>
            </a:r>
          </a:p>
          <a:p xmlns:a="http://schemas.openxmlformats.org/drawingml/2006/main">
            <a:pPr algn="ctr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updates</a:t>
            </a:r>
          </a:p>
        </p:txBody>
      </p:sp>
      <p:sp>
        <p:nvSpPr>
          <p:cNvPr id="135" name="diagram-101">
            <a:extLst xmlns:a="http://schemas.openxmlformats.org/drawingml/2006/main">
              <a:ext uri="{FF2B5EF4-FFF2-40B4-BE49-F238E27FC236}">
                <a16:creationId xmlns:a16="http://schemas.microsoft.com/office/drawing/2014/main" id="{14C3D359-FFF8-4878-AED2-AE1879E5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diagram-102">
            <a:extLst xmlns:a="http://schemas.openxmlformats.org/drawingml/2006/main">
              <a:ext uri="{FF2B5EF4-FFF2-40B4-BE49-F238E27FC236}">
                <a16:creationId xmlns:a16="http://schemas.microsoft.com/office/drawing/2014/main" id="{156F97B0-BF44-418E-8D7D-39F18A53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38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7506653" y="2877027"/>
            <a:ext cx="160972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34449"/>
            </a:solidFill>
          </a:ln>
        </p:spPr>
      </p:cxnSp>
      <p:sp>
        <p:nvSpPr>
          <p:cNvPr id="138" name="diagram-103">
            <a:extLst xmlns:a="http://schemas.openxmlformats.org/drawingml/2006/main">
              <a:ext uri="{FF2B5EF4-FFF2-40B4-BE49-F238E27FC236}">
                <a16:creationId xmlns:a16="http://schemas.microsoft.com/office/drawing/2014/main" id="{AE47DE2F-E158-4B30-BAF3-1FD6F0E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38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diagram-104">
            <a:extLst xmlns:a="http://schemas.openxmlformats.org/drawingml/2006/main">
              <a:ext uri="{FF2B5EF4-FFF2-40B4-BE49-F238E27FC236}">
                <a16:creationId xmlns:a16="http://schemas.microsoft.com/office/drawing/2014/main" id="{FC32358D-787C-4639-985A-AD501A60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 flipV="1">
            <a:off x="7506653" y="2877027"/>
            <a:ext cx="160972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34449"/>
            </a:solidFill>
          </a:ln>
        </p:spPr>
      </p:cxnSp>
      <p:sp>
        <p:nvSpPr>
          <p:cNvPr id="141" name="diagram-105">
            <a:extLst xmlns:a="http://schemas.openxmlformats.org/drawingml/2006/main">
              <a:ext uri="{FF2B5EF4-FFF2-40B4-BE49-F238E27FC236}">
                <a16:creationId xmlns:a16="http://schemas.microsoft.com/office/drawing/2014/main" id="{9C00E41C-7AED-4C55-AD02-3AC23834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diagram-106">
            <a:extLst xmlns:a="http://schemas.openxmlformats.org/drawingml/2006/main">
              <a:ext uri="{FF2B5EF4-FFF2-40B4-BE49-F238E27FC236}">
                <a16:creationId xmlns:a16="http://schemas.microsoft.com/office/drawing/2014/main" id="{25F57018-FE23-4515-B0D5-90EFE6AB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4858703" y="2943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58593"/>
            </a:solidFill>
            <a:tailEnd type="triangle" w="med" len="med"/>
          </a:ln>
        </p:spPr>
      </p:cxnSp>
      <p:sp>
        <p:nvSpPr>
          <p:cNvPr id="144" name="diagram-107">
            <a:extLst xmlns:a="http://schemas.openxmlformats.org/drawingml/2006/main">
              <a:ext uri="{FF2B5EF4-FFF2-40B4-BE49-F238E27FC236}">
                <a16:creationId xmlns:a16="http://schemas.microsoft.com/office/drawing/2014/main" id="{EF31A232-2B73-44E2-9EDC-972F735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diagram-108">
            <a:extLst xmlns:a="http://schemas.openxmlformats.org/drawingml/2006/main">
              <a:ext uri="{FF2B5EF4-FFF2-40B4-BE49-F238E27FC236}">
                <a16:creationId xmlns:a16="http://schemas.microsoft.com/office/drawing/2014/main" id="{FCA0C6CE-572B-441C-89E7-B9A2C227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5754053" y="2943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58593"/>
            </a:solidFill>
            <a:tailEnd type="triangle" w="med" len="med"/>
          </a:ln>
        </p:spPr>
      </p:cxnSp>
      <p:sp>
        <p:nvSpPr>
          <p:cNvPr id="147" name="diagram-109">
            <a:extLst xmlns:a="http://schemas.openxmlformats.org/drawingml/2006/main">
              <a:ext uri="{FF2B5EF4-FFF2-40B4-BE49-F238E27FC236}">
                <a16:creationId xmlns:a16="http://schemas.microsoft.com/office/drawing/2014/main" id="{31769F5A-D130-4B97-9C64-F1ABB1F1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8" name="diagram-110">
            <a:extLst xmlns:a="http://schemas.openxmlformats.org/drawingml/2006/main">
              <a:ext uri="{FF2B5EF4-FFF2-40B4-BE49-F238E27FC236}">
                <a16:creationId xmlns:a16="http://schemas.microsoft.com/office/drawing/2014/main" id="{6AC35B77-B83E-491F-A5E2-B08B1CBB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147" idx="3"/>
            <a:endCxn xmlns:a="http://schemas.openxmlformats.org/drawingml/2006/main" id="148" idx="1"/>
          </p:cNvCxnSpPr>
          <p:nvPr/>
        </p:nvCxnSpPr>
        <p:spPr>
          <a:xfrm xmlns:a="http://schemas.openxmlformats.org/drawingml/2006/main">
            <a:off x="6858953" y="2943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58593"/>
            </a:solidFill>
            <a:tailEnd type="triangle" w="med" len="med"/>
          </a:ln>
        </p:spPr>
      </p:cxnSp>
      <p:sp>
        <p:nvSpPr>
          <p:cNvPr id="150" name="diagram-111">
            <a:extLst xmlns:a="http://schemas.openxmlformats.org/drawingml/2006/main">
              <a:ext uri="{FF2B5EF4-FFF2-40B4-BE49-F238E27FC236}">
                <a16:creationId xmlns:a16="http://schemas.microsoft.com/office/drawing/2014/main" id="{0391049F-CBAE-493B-ADE9-F86DC2FB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diagram-112">
            <a:extLst xmlns:a="http://schemas.openxmlformats.org/drawingml/2006/main">
              <a:ext uri="{FF2B5EF4-FFF2-40B4-BE49-F238E27FC236}">
                <a16:creationId xmlns:a16="http://schemas.microsoft.com/office/drawing/2014/main" id="{262D45E8-4E56-4594-8F8B-B48FD76D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8221028" y="27151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593"/>
            </a:solidFill>
            <a:tailEnd type="triangle" w="med" len="med"/>
          </a:ln>
        </p:spPr>
      </p:cxnSp>
      <p:sp>
        <p:nvSpPr>
          <p:cNvPr id="153" name="diagram-113">
            <a:extLst xmlns:a="http://schemas.openxmlformats.org/drawingml/2006/main">
              <a:ext uri="{FF2B5EF4-FFF2-40B4-BE49-F238E27FC236}">
                <a16:creationId xmlns:a16="http://schemas.microsoft.com/office/drawing/2014/main" id="{886D3839-C990-41D9-8113-07A0697C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62200"/>
            <a:ext cx="1362075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BE7E8"/>
          </a:solidFill>
          <a:ln xmlns:a="http://schemas.openxmlformats.org/drawingml/2006/main" w="11430">
            <a:solidFill>
              <a:srgbClr val="B34449"/>
            </a:solidFill>
          </a:ln>
        </p:spPr>
      </p:sp>
      <p:sp>
        <p:nvSpPr>
          <p:cNvPr id="154" name="diagram-114">
            <a:extLst xmlns:a="http://schemas.openxmlformats.org/drawingml/2006/main">
              <a:ext uri="{FF2B5EF4-FFF2-40B4-BE49-F238E27FC236}">
                <a16:creationId xmlns:a16="http://schemas.microsoft.com/office/drawing/2014/main" id="{1C863FA8-F67D-4FE7-8843-95A18624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28875"/>
            <a:ext cx="1323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344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34449"/>
                </a:solidFill>
                <a:latin typeface="Arial"/>
                <a:ea typeface="Arial"/>
                <a:cs typeface="Arial"/>
              </a:rPr>
              <a:t>Training</a:t>
            </a:r>
          </a:p>
          <a:p xmlns:a="http://schemas.openxmlformats.org/drawingml/2006/main">
            <a:pPr algn="ctr">
              <a:defRPr sz="1650" b="1">
                <a:solidFill>
                  <a:srgbClr val="B344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34449"/>
                </a:solidFill>
                <a:latin typeface="Arial"/>
                <a:ea typeface="Arial"/>
                <a:cs typeface="Arial"/>
              </a:rPr>
              <a:t>error detected</a:t>
            </a:r>
          </a:p>
        </p:txBody>
      </p:sp>
      <p:sp>
        <p:nvSpPr>
          <p:cNvPr id="155" name="diagram-115">
            <a:extLst xmlns:a="http://schemas.openxmlformats.org/drawingml/2006/main">
              <a:ext uri="{FF2B5EF4-FFF2-40B4-BE49-F238E27FC236}">
                <a16:creationId xmlns:a16="http://schemas.microsoft.com/office/drawing/2014/main" id="{6466734D-6EBC-47EB-A678-04A675D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004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38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84B"/>
                </a:solidFill>
                <a:latin typeface="Arial"/>
                <a:ea typeface="Arial"/>
                <a:cs typeface="Arial"/>
              </a:rPr>
              <a:t>Loss difference: 4.77 × 10⁻⁷</a:t>
            </a:r>
          </a:p>
        </p:txBody>
      </p:sp>
      <p:sp>
        <p:nvSpPr>
          <p:cNvPr id="156" name="diagram-116">
            <a:extLst xmlns:a="http://schemas.openxmlformats.org/drawingml/2006/main">
              <a:ext uri="{FF2B5EF4-FFF2-40B4-BE49-F238E27FC236}">
                <a16:creationId xmlns:a16="http://schemas.microsoft.com/office/drawing/2014/main" id="{5A8A3FF0-3B23-4260-BA11-EB6A79A6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00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B3444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34449"/>
                </a:solidFill>
                <a:latin typeface="Arial"/>
                <a:ea typeface="Arial"/>
                <a:cs typeface="Arial"/>
              </a:rPr>
              <a:t>6 parameter tensors unchanged</a:t>
            </a:r>
          </a:p>
        </p:txBody>
      </p:sp>
    </p:spTree>
    <p:extLst>
      <p:ext uri="{BB962C8B-B14F-4D97-AF65-F5344CB8AC3E}">
        <p14:creationId xmlns:p14="http://schemas.microsoft.com/office/powerpoint/2010/main" val="1671102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2026-09-16T09:55:44.4100000Z</dcterms:created>
  <dcterms:modified xsi:type="dcterms:W3CDTF">2026-09-16T09:55:44.4100000Z</dcterms:modified>
</coreProperties>
</file>