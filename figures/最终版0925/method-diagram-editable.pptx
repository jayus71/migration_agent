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1"/>
  </p:sldMasterIdLst>
  <p:notesMasterIdLst>
    <p:notesMasterId r:id="rId4"/>
  </p:notesMasterIdLst>
  <p:sldIdLst>
    <p:sldId id="256" r:id="rId2"/>
    <p:sldId id="257" r:id="rId3"/>
  </p:sldIdLst>
  <p:sldSz cx="215995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58"/>
    <a:srgbClr val="FFCF80"/>
    <a:srgbClr val="FFFFFF"/>
    <a:srgbClr val="0CA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984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322211" rtl="0" eaLnBrk="1" latinLnBrk="0" hangingPunct="1">
      <a:defRPr sz="1736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Reconstructed from the user-provided ChatGPT Image Sep 24, 2026, 09_38_25 PM.png. Font: Times New Roman. Supplied SVG contours from figures/icons and figures/editable-method-20260924/icons. Each module and icon is an editable group. Curves reproduce the illustration; they are not experimental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2356703"/>
            <a:ext cx="1835959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7563446"/>
            <a:ext cx="16199644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91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54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3590057"/>
            <a:ext cx="1862959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9636813"/>
            <a:ext cx="1862959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/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66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3833390"/>
            <a:ext cx="9179798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3833390"/>
            <a:ext cx="9179798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12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766681"/>
            <a:ext cx="18629590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3530053"/>
            <a:ext cx="9137610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5260078"/>
            <a:ext cx="9137610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3530053"/>
            <a:ext cx="9182611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5260078"/>
            <a:ext cx="918261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72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55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31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960014"/>
            <a:ext cx="696640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2073367"/>
            <a:ext cx="10934760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4320064"/>
            <a:ext cx="696640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0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960014"/>
            <a:ext cx="696640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2073367"/>
            <a:ext cx="10934760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4320064"/>
            <a:ext cx="696640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90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857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766678"/>
            <a:ext cx="4657398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766678"/>
            <a:ext cx="13702199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786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2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766681"/>
            <a:ext cx="1862959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3833390"/>
            <a:ext cx="1862959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3346867"/>
            <a:ext cx="485989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3346867"/>
            <a:ext cx="728984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3346867"/>
            <a:ext cx="485989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0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1 rect"/>
          <p:cNvSpPr/>
          <p:nvPr/>
        </p:nvSpPr>
        <p:spPr>
          <a:xfrm>
            <a:off x="3036887" y="3080547"/>
            <a:ext cx="2533650" cy="5686425"/>
          </a:xfrm>
          <a:prstGeom prst="roundRect">
            <a:avLst>
              <a:gd name="adj" fmla="val 4511"/>
            </a:avLst>
          </a:prstGeom>
          <a:gradFill>
            <a:gsLst>
              <a:gs pos="0">
                <a:srgbClr val="FFF2E6"/>
              </a:gs>
              <a:gs pos="100000">
                <a:srgbClr val="FFFDF9"/>
              </a:gs>
            </a:gsLst>
            <a:lin ang="5400000"/>
          </a:gradFill>
          <a:ln w="12383">
            <a:solidFill>
              <a:srgbClr val="FF721F"/>
            </a:solidFill>
          </a:ln>
        </p:spPr>
      </p:sp>
      <p:sp>
        <p:nvSpPr>
          <p:cNvPr id="2" name="2 Migration Setting"/>
          <p:cNvSpPr/>
          <p:nvPr/>
        </p:nvSpPr>
        <p:spPr>
          <a:xfrm>
            <a:off x="3170237" y="3194847"/>
            <a:ext cx="2295525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Migration Setting</a:t>
            </a:r>
          </a:p>
        </p:txBody>
      </p:sp>
      <p:sp>
        <p:nvSpPr>
          <p:cNvPr id="3" name="3 rect"/>
          <p:cNvSpPr/>
          <p:nvPr/>
        </p:nvSpPr>
        <p:spPr>
          <a:xfrm>
            <a:off x="3122612" y="3671097"/>
            <a:ext cx="2362200" cy="2819400"/>
          </a:xfrm>
          <a:prstGeom prst="roundRect">
            <a:avLst>
              <a:gd name="adj" fmla="val 4839"/>
            </a:avLst>
          </a:prstGeom>
          <a:gradFill>
            <a:gsLst>
              <a:gs pos="0">
                <a:srgbClr val="FFFFFF"/>
              </a:gs>
              <a:gs pos="100000">
                <a:srgbClr val="FFFCF7"/>
              </a:gs>
            </a:gsLst>
            <a:lin ang="5400000"/>
          </a:gradFill>
          <a:ln w="10478">
            <a:solidFill>
              <a:srgbClr val="FFBB8C"/>
            </a:solidFill>
          </a:ln>
        </p:spPr>
      </p:sp>
      <p:sp>
        <p:nvSpPr>
          <p:cNvPr id="4" name="4 Source Repository"/>
          <p:cNvSpPr/>
          <p:nvPr/>
        </p:nvSpPr>
        <p:spPr>
          <a:xfrm>
            <a:off x="3255962" y="3756822"/>
            <a:ext cx="2095500" cy="2834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Source Repository</a:t>
            </a:r>
          </a:p>
        </p:txBody>
      </p:sp>
      <p:grpSp>
        <p:nvGrpSpPr>
          <p:cNvPr id="466" name="icon-torch-4"/>
          <p:cNvGrpSpPr/>
          <p:nvPr/>
        </p:nvGrpSpPr>
        <p:grpSpPr>
          <a:xfrm>
            <a:off x="3314048" y="4090197"/>
            <a:ext cx="293402" cy="361950"/>
            <a:chOff x="477186" y="1371600"/>
            <a:chExt cx="293402" cy="361950"/>
          </a:xfrm>
        </p:grpSpPr>
        <p:sp>
          <p:nvSpPr>
            <p:cNvPr id="5" name="5 torch vector path"/>
            <p:cNvSpPr/>
            <p:nvPr/>
          </p:nvSpPr>
          <p:spPr>
            <a:xfrm>
              <a:off x="477186" y="1371600"/>
              <a:ext cx="293402" cy="361950"/>
            </a:xfrm>
            <a:custGeom>
              <a:avLst/>
              <a:gdLst/>
              <a:ahLst/>
              <a:cxnLst/>
              <a:rect l="0" t="0" r="0" b="0"/>
              <a:pathLst>
                <a:path w="293402" h="361950">
                  <a:moveTo>
                    <a:pt x="250533" y="106364"/>
                  </a:moveTo>
                  <a:lnTo>
                    <a:pt x="224898" y="132642"/>
                  </a:lnTo>
                  <a:lnTo>
                    <a:pt x="228269" y="136252"/>
                  </a:lnTo>
                  <a:lnTo>
                    <a:pt x="231452" y="139977"/>
                  </a:lnTo>
                  <a:lnTo>
                    <a:pt x="234448" y="143809"/>
                  </a:lnTo>
                  <a:lnTo>
                    <a:pt x="237257" y="147742"/>
                  </a:lnTo>
                  <a:lnTo>
                    <a:pt x="239878" y="151770"/>
                  </a:lnTo>
                  <a:lnTo>
                    <a:pt x="242313" y="155885"/>
                  </a:lnTo>
                  <a:lnTo>
                    <a:pt x="244560" y="160083"/>
                  </a:lnTo>
                  <a:lnTo>
                    <a:pt x="246619" y="164355"/>
                  </a:lnTo>
                  <a:lnTo>
                    <a:pt x="248492" y="168696"/>
                  </a:lnTo>
                  <a:lnTo>
                    <a:pt x="250177" y="173099"/>
                  </a:lnTo>
                  <a:lnTo>
                    <a:pt x="251675" y="177557"/>
                  </a:lnTo>
                  <a:lnTo>
                    <a:pt x="252986" y="182064"/>
                  </a:lnTo>
                  <a:lnTo>
                    <a:pt x="254110" y="186614"/>
                  </a:lnTo>
                  <a:lnTo>
                    <a:pt x="255046" y="191199"/>
                  </a:lnTo>
                  <a:lnTo>
                    <a:pt x="255795" y="195814"/>
                  </a:lnTo>
                  <a:lnTo>
                    <a:pt x="256357" y="200451"/>
                  </a:lnTo>
                  <a:lnTo>
                    <a:pt x="256731" y="205105"/>
                  </a:lnTo>
                  <a:lnTo>
                    <a:pt x="256918" y="209769"/>
                  </a:lnTo>
                  <a:lnTo>
                    <a:pt x="256918" y="214436"/>
                  </a:lnTo>
                  <a:lnTo>
                    <a:pt x="256731" y="219099"/>
                  </a:lnTo>
                  <a:lnTo>
                    <a:pt x="256357" y="223753"/>
                  </a:lnTo>
                  <a:lnTo>
                    <a:pt x="255795" y="228391"/>
                  </a:lnTo>
                  <a:lnTo>
                    <a:pt x="255046" y="233005"/>
                  </a:lnTo>
                  <a:lnTo>
                    <a:pt x="254110" y="237591"/>
                  </a:lnTo>
                  <a:lnTo>
                    <a:pt x="252986" y="242140"/>
                  </a:lnTo>
                  <a:lnTo>
                    <a:pt x="251675" y="246647"/>
                  </a:lnTo>
                  <a:lnTo>
                    <a:pt x="250177" y="251106"/>
                  </a:lnTo>
                  <a:lnTo>
                    <a:pt x="248492" y="255508"/>
                  </a:lnTo>
                  <a:lnTo>
                    <a:pt x="246619" y="259849"/>
                  </a:lnTo>
                  <a:lnTo>
                    <a:pt x="244560" y="264121"/>
                  </a:lnTo>
                  <a:lnTo>
                    <a:pt x="242313" y="268319"/>
                  </a:lnTo>
                  <a:lnTo>
                    <a:pt x="239878" y="272435"/>
                  </a:lnTo>
                  <a:lnTo>
                    <a:pt x="237257" y="276462"/>
                  </a:lnTo>
                  <a:lnTo>
                    <a:pt x="234448" y="280396"/>
                  </a:lnTo>
                  <a:lnTo>
                    <a:pt x="231452" y="284228"/>
                  </a:lnTo>
                  <a:lnTo>
                    <a:pt x="228269" y="287952"/>
                  </a:lnTo>
                  <a:lnTo>
                    <a:pt x="224898" y="291562"/>
                  </a:lnTo>
                  <a:lnTo>
                    <a:pt x="221277" y="295111"/>
                  </a:lnTo>
                  <a:lnTo>
                    <a:pt x="217538" y="298456"/>
                  </a:lnTo>
                  <a:lnTo>
                    <a:pt x="213688" y="301599"/>
                  </a:lnTo>
                  <a:lnTo>
                    <a:pt x="209735" y="304539"/>
                  </a:lnTo>
                  <a:lnTo>
                    <a:pt x="205686" y="307277"/>
                  </a:lnTo>
                  <a:lnTo>
                    <a:pt x="201546" y="309811"/>
                  </a:lnTo>
                  <a:lnTo>
                    <a:pt x="197324" y="312143"/>
                  </a:lnTo>
                  <a:lnTo>
                    <a:pt x="193026" y="314272"/>
                  </a:lnTo>
                  <a:lnTo>
                    <a:pt x="188658" y="316198"/>
                  </a:lnTo>
                  <a:lnTo>
                    <a:pt x="184229" y="317922"/>
                  </a:lnTo>
                  <a:lnTo>
                    <a:pt x="179744" y="319442"/>
                  </a:lnTo>
                  <a:lnTo>
                    <a:pt x="175211" y="320760"/>
                  </a:lnTo>
                  <a:lnTo>
                    <a:pt x="170636" y="321876"/>
                  </a:lnTo>
                  <a:lnTo>
                    <a:pt x="166027" y="322788"/>
                  </a:lnTo>
                  <a:lnTo>
                    <a:pt x="161390" y="323498"/>
                  </a:lnTo>
                  <a:lnTo>
                    <a:pt x="156733" y="324005"/>
                  </a:lnTo>
                  <a:lnTo>
                    <a:pt x="152061" y="324309"/>
                  </a:lnTo>
                  <a:lnTo>
                    <a:pt x="147383" y="324410"/>
                  </a:lnTo>
                  <a:lnTo>
                    <a:pt x="142705" y="324309"/>
                  </a:lnTo>
                  <a:lnTo>
                    <a:pt x="138034" y="324005"/>
                  </a:lnTo>
                  <a:lnTo>
                    <a:pt x="133376" y="323498"/>
                  </a:lnTo>
                  <a:lnTo>
                    <a:pt x="128739" y="322788"/>
                  </a:lnTo>
                  <a:lnTo>
                    <a:pt x="124130" y="321876"/>
                  </a:lnTo>
                  <a:lnTo>
                    <a:pt x="119556" y="320760"/>
                  </a:lnTo>
                  <a:lnTo>
                    <a:pt x="115022" y="319442"/>
                  </a:lnTo>
                  <a:lnTo>
                    <a:pt x="110538" y="317922"/>
                  </a:lnTo>
                  <a:lnTo>
                    <a:pt x="106108" y="316198"/>
                  </a:lnTo>
                  <a:lnTo>
                    <a:pt x="101741" y="314272"/>
                  </a:lnTo>
                  <a:lnTo>
                    <a:pt x="97442" y="312143"/>
                  </a:lnTo>
                  <a:lnTo>
                    <a:pt x="93220" y="309811"/>
                  </a:lnTo>
                  <a:lnTo>
                    <a:pt x="89080" y="307277"/>
                  </a:lnTo>
                  <a:lnTo>
                    <a:pt x="85031" y="304539"/>
                  </a:lnTo>
                  <a:lnTo>
                    <a:pt x="81078" y="301599"/>
                  </a:lnTo>
                  <a:lnTo>
                    <a:pt x="77228" y="298456"/>
                  </a:lnTo>
                  <a:lnTo>
                    <a:pt x="73490" y="295111"/>
                  </a:lnTo>
                  <a:lnTo>
                    <a:pt x="69868" y="291562"/>
                  </a:lnTo>
                  <a:lnTo>
                    <a:pt x="66498" y="287952"/>
                  </a:lnTo>
                  <a:lnTo>
                    <a:pt x="63314" y="284228"/>
                  </a:lnTo>
                  <a:lnTo>
                    <a:pt x="60318" y="280396"/>
                  </a:lnTo>
                  <a:lnTo>
                    <a:pt x="57509" y="276462"/>
                  </a:lnTo>
                  <a:lnTo>
                    <a:pt x="54888" y="272435"/>
                  </a:lnTo>
                  <a:lnTo>
                    <a:pt x="52453" y="268319"/>
                  </a:lnTo>
                  <a:lnTo>
                    <a:pt x="50206" y="264121"/>
                  </a:lnTo>
                  <a:lnTo>
                    <a:pt x="48146" y="259849"/>
                  </a:lnTo>
                  <a:lnTo>
                    <a:pt x="46274" y="255508"/>
                  </a:lnTo>
                  <a:lnTo>
                    <a:pt x="44588" y="251106"/>
                  </a:lnTo>
                  <a:lnTo>
                    <a:pt x="43090" y="246647"/>
                  </a:lnTo>
                  <a:lnTo>
                    <a:pt x="41780" y="242140"/>
                  </a:lnTo>
                  <a:lnTo>
                    <a:pt x="40656" y="237591"/>
                  </a:lnTo>
                  <a:lnTo>
                    <a:pt x="39720" y="233005"/>
                  </a:lnTo>
                  <a:lnTo>
                    <a:pt x="38971" y="228391"/>
                  </a:lnTo>
                  <a:lnTo>
                    <a:pt x="38409" y="223753"/>
                  </a:lnTo>
                  <a:lnTo>
                    <a:pt x="38034" y="219099"/>
                  </a:lnTo>
                  <a:lnTo>
                    <a:pt x="37847" y="214436"/>
                  </a:lnTo>
                  <a:lnTo>
                    <a:pt x="37847" y="209769"/>
                  </a:lnTo>
                  <a:lnTo>
                    <a:pt x="38034" y="205105"/>
                  </a:lnTo>
                  <a:lnTo>
                    <a:pt x="38409" y="200451"/>
                  </a:lnTo>
                  <a:lnTo>
                    <a:pt x="38971" y="195814"/>
                  </a:lnTo>
                  <a:lnTo>
                    <a:pt x="39720" y="191199"/>
                  </a:lnTo>
                  <a:lnTo>
                    <a:pt x="40656" y="186614"/>
                  </a:lnTo>
                  <a:lnTo>
                    <a:pt x="41780" y="182064"/>
                  </a:lnTo>
                  <a:lnTo>
                    <a:pt x="43090" y="177557"/>
                  </a:lnTo>
                  <a:lnTo>
                    <a:pt x="44588" y="173099"/>
                  </a:lnTo>
                  <a:lnTo>
                    <a:pt x="46274" y="168696"/>
                  </a:lnTo>
                  <a:lnTo>
                    <a:pt x="48146" y="164355"/>
                  </a:lnTo>
                  <a:lnTo>
                    <a:pt x="50206" y="160083"/>
                  </a:lnTo>
                  <a:lnTo>
                    <a:pt x="52453" y="155885"/>
                  </a:lnTo>
                  <a:lnTo>
                    <a:pt x="54888" y="151770"/>
                  </a:lnTo>
                  <a:lnTo>
                    <a:pt x="57509" y="147742"/>
                  </a:lnTo>
                  <a:lnTo>
                    <a:pt x="60318" y="143809"/>
                  </a:lnTo>
                  <a:lnTo>
                    <a:pt x="63314" y="139977"/>
                  </a:lnTo>
                  <a:lnTo>
                    <a:pt x="66498" y="136252"/>
                  </a:lnTo>
                  <a:lnTo>
                    <a:pt x="69868" y="132642"/>
                  </a:lnTo>
                  <a:lnTo>
                    <a:pt x="69868" y="132642"/>
                  </a:lnTo>
                  <a:lnTo>
                    <a:pt x="138228" y="62567"/>
                  </a:lnTo>
                  <a:lnTo>
                    <a:pt x="146772" y="52556"/>
                  </a:lnTo>
                  <a:lnTo>
                    <a:pt x="146772" y="52556"/>
                  </a:lnTo>
                  <a:lnTo>
                    <a:pt x="146772" y="0"/>
                  </a:lnTo>
                  <a:lnTo>
                    <a:pt x="43012" y="106364"/>
                  </a:lnTo>
                  <a:lnTo>
                    <a:pt x="39571" y="110008"/>
                  </a:lnTo>
                  <a:lnTo>
                    <a:pt x="36274" y="113736"/>
                  </a:lnTo>
                  <a:lnTo>
                    <a:pt x="33119" y="117544"/>
                  </a:lnTo>
                  <a:lnTo>
                    <a:pt x="30108" y="121429"/>
                  </a:lnTo>
                  <a:lnTo>
                    <a:pt x="27241" y="125388"/>
                  </a:lnTo>
                  <a:lnTo>
                    <a:pt x="24517" y="129416"/>
                  </a:lnTo>
                  <a:lnTo>
                    <a:pt x="21936" y="133510"/>
                  </a:lnTo>
                  <a:lnTo>
                    <a:pt x="19499" y="137667"/>
                  </a:lnTo>
                  <a:lnTo>
                    <a:pt x="17205" y="141883"/>
                  </a:lnTo>
                  <a:lnTo>
                    <a:pt x="15054" y="146154"/>
                  </a:lnTo>
                  <a:lnTo>
                    <a:pt x="13047" y="150477"/>
                  </a:lnTo>
                  <a:lnTo>
                    <a:pt x="11183" y="154848"/>
                  </a:lnTo>
                  <a:lnTo>
                    <a:pt x="9463" y="159264"/>
                  </a:lnTo>
                  <a:lnTo>
                    <a:pt x="7886" y="163721"/>
                  </a:lnTo>
                  <a:lnTo>
                    <a:pt x="6452" y="168216"/>
                  </a:lnTo>
                  <a:lnTo>
                    <a:pt x="5161" y="172744"/>
                  </a:lnTo>
                  <a:lnTo>
                    <a:pt x="4014" y="177303"/>
                  </a:lnTo>
                  <a:lnTo>
                    <a:pt x="3011" y="181889"/>
                  </a:lnTo>
                  <a:lnTo>
                    <a:pt x="2151" y="186498"/>
                  </a:lnTo>
                  <a:lnTo>
                    <a:pt x="1434" y="191126"/>
                  </a:lnTo>
                  <a:lnTo>
                    <a:pt x="860" y="195771"/>
                  </a:lnTo>
                  <a:lnTo>
                    <a:pt x="430" y="200428"/>
                  </a:lnTo>
                  <a:lnTo>
                    <a:pt x="143" y="205094"/>
                  </a:lnTo>
                  <a:lnTo>
                    <a:pt x="0" y="209766"/>
                  </a:lnTo>
                  <a:lnTo>
                    <a:pt x="0" y="214439"/>
                  </a:lnTo>
                  <a:lnTo>
                    <a:pt x="143" y="219110"/>
                  </a:lnTo>
                  <a:lnTo>
                    <a:pt x="430" y="223776"/>
                  </a:lnTo>
                  <a:lnTo>
                    <a:pt x="860" y="228433"/>
                  </a:lnTo>
                  <a:lnTo>
                    <a:pt x="1434" y="233078"/>
                  </a:lnTo>
                  <a:lnTo>
                    <a:pt x="2151" y="237707"/>
                  </a:lnTo>
                  <a:lnTo>
                    <a:pt x="3011" y="242315"/>
                  </a:lnTo>
                  <a:lnTo>
                    <a:pt x="4014" y="246901"/>
                  </a:lnTo>
                  <a:lnTo>
                    <a:pt x="5161" y="251460"/>
                  </a:lnTo>
                  <a:lnTo>
                    <a:pt x="6452" y="255989"/>
                  </a:lnTo>
                  <a:lnTo>
                    <a:pt x="7886" y="260483"/>
                  </a:lnTo>
                  <a:lnTo>
                    <a:pt x="9463" y="264940"/>
                  </a:lnTo>
                  <a:lnTo>
                    <a:pt x="11183" y="269356"/>
                  </a:lnTo>
                  <a:lnTo>
                    <a:pt x="13047" y="273727"/>
                  </a:lnTo>
                  <a:lnTo>
                    <a:pt x="15054" y="278050"/>
                  </a:lnTo>
                  <a:lnTo>
                    <a:pt x="17205" y="282321"/>
                  </a:lnTo>
                  <a:lnTo>
                    <a:pt x="19499" y="286537"/>
                  </a:lnTo>
                  <a:lnTo>
                    <a:pt x="21936" y="290694"/>
                  </a:lnTo>
                  <a:lnTo>
                    <a:pt x="24517" y="294788"/>
                  </a:lnTo>
                  <a:lnTo>
                    <a:pt x="27241" y="298816"/>
                  </a:lnTo>
                  <a:lnTo>
                    <a:pt x="30108" y="302775"/>
                  </a:lnTo>
                  <a:lnTo>
                    <a:pt x="33119" y="306660"/>
                  </a:lnTo>
                  <a:lnTo>
                    <a:pt x="36274" y="310468"/>
                  </a:lnTo>
                  <a:lnTo>
                    <a:pt x="39571" y="314196"/>
                  </a:lnTo>
                  <a:lnTo>
                    <a:pt x="43012" y="317840"/>
                  </a:lnTo>
                  <a:lnTo>
                    <a:pt x="46642" y="321440"/>
                  </a:lnTo>
                  <a:lnTo>
                    <a:pt x="50357" y="324886"/>
                  </a:lnTo>
                  <a:lnTo>
                    <a:pt x="54153" y="328179"/>
                  </a:lnTo>
                  <a:lnTo>
                    <a:pt x="58028" y="331318"/>
                  </a:lnTo>
                  <a:lnTo>
                    <a:pt x="61977" y="334305"/>
                  </a:lnTo>
                  <a:lnTo>
                    <a:pt x="65996" y="337138"/>
                  </a:lnTo>
                  <a:lnTo>
                    <a:pt x="70082" y="339819"/>
                  </a:lnTo>
                  <a:lnTo>
                    <a:pt x="74231" y="342346"/>
                  </a:lnTo>
                  <a:lnTo>
                    <a:pt x="78439" y="344720"/>
                  </a:lnTo>
                  <a:lnTo>
                    <a:pt x="82703" y="346940"/>
                  </a:lnTo>
                  <a:lnTo>
                    <a:pt x="87019" y="349008"/>
                  </a:lnTo>
                  <a:lnTo>
                    <a:pt x="91383" y="350923"/>
                  </a:lnTo>
                  <a:lnTo>
                    <a:pt x="95791" y="352684"/>
                  </a:lnTo>
                  <a:lnTo>
                    <a:pt x="100241" y="354292"/>
                  </a:lnTo>
                  <a:lnTo>
                    <a:pt x="104727" y="355747"/>
                  </a:lnTo>
                  <a:lnTo>
                    <a:pt x="109247" y="357049"/>
                  </a:lnTo>
                  <a:lnTo>
                    <a:pt x="113797" y="358198"/>
                  </a:lnTo>
                  <a:lnTo>
                    <a:pt x="118372" y="359193"/>
                  </a:lnTo>
                  <a:lnTo>
                    <a:pt x="122970" y="360036"/>
                  </a:lnTo>
                  <a:lnTo>
                    <a:pt x="127586" y="360725"/>
                  </a:lnTo>
                  <a:lnTo>
                    <a:pt x="132217" y="361261"/>
                  </a:lnTo>
                  <a:lnTo>
                    <a:pt x="136859" y="361644"/>
                  </a:lnTo>
                  <a:lnTo>
                    <a:pt x="141509" y="361873"/>
                  </a:lnTo>
                  <a:lnTo>
                    <a:pt x="146162" y="361950"/>
                  </a:lnTo>
                  <a:lnTo>
                    <a:pt x="150816" y="361873"/>
                  </a:lnTo>
                  <a:lnTo>
                    <a:pt x="155465" y="361644"/>
                  </a:lnTo>
                  <a:lnTo>
                    <a:pt x="160107" y="361261"/>
                  </a:lnTo>
                  <a:lnTo>
                    <a:pt x="164739" y="360725"/>
                  </a:lnTo>
                  <a:lnTo>
                    <a:pt x="169355" y="360036"/>
                  </a:lnTo>
                  <a:lnTo>
                    <a:pt x="173953" y="359193"/>
                  </a:lnTo>
                  <a:lnTo>
                    <a:pt x="178528" y="358198"/>
                  </a:lnTo>
                  <a:lnTo>
                    <a:pt x="183078" y="357049"/>
                  </a:lnTo>
                  <a:lnTo>
                    <a:pt x="187597" y="355747"/>
                  </a:lnTo>
                  <a:lnTo>
                    <a:pt x="192084" y="354292"/>
                  </a:lnTo>
                  <a:lnTo>
                    <a:pt x="196533" y="352684"/>
                  </a:lnTo>
                  <a:lnTo>
                    <a:pt x="200942" y="350923"/>
                  </a:lnTo>
                  <a:lnTo>
                    <a:pt x="205306" y="349008"/>
                  </a:lnTo>
                  <a:lnTo>
                    <a:pt x="209622" y="346940"/>
                  </a:lnTo>
                  <a:lnTo>
                    <a:pt x="213886" y="344720"/>
                  </a:lnTo>
                  <a:lnTo>
                    <a:pt x="218094" y="342346"/>
                  </a:lnTo>
                  <a:lnTo>
                    <a:pt x="222243" y="339819"/>
                  </a:lnTo>
                  <a:lnTo>
                    <a:pt x="226329" y="337138"/>
                  </a:lnTo>
                  <a:lnTo>
                    <a:pt x="230348" y="334305"/>
                  </a:lnTo>
                  <a:lnTo>
                    <a:pt x="234297" y="331318"/>
                  </a:lnTo>
                  <a:lnTo>
                    <a:pt x="238171" y="328179"/>
                  </a:lnTo>
                  <a:lnTo>
                    <a:pt x="241968" y="324886"/>
                  </a:lnTo>
                  <a:lnTo>
                    <a:pt x="245683" y="321440"/>
                  </a:lnTo>
                  <a:lnTo>
                    <a:pt x="249312" y="317840"/>
                  </a:lnTo>
                  <a:lnTo>
                    <a:pt x="252827" y="314195"/>
                  </a:lnTo>
                  <a:lnTo>
                    <a:pt x="256195" y="310462"/>
                  </a:lnTo>
                  <a:lnTo>
                    <a:pt x="259416" y="306647"/>
                  </a:lnTo>
                  <a:lnTo>
                    <a:pt x="262491" y="302752"/>
                  </a:lnTo>
                  <a:lnTo>
                    <a:pt x="265421" y="298781"/>
                  </a:lnTo>
                  <a:lnTo>
                    <a:pt x="268204" y="294739"/>
                  </a:lnTo>
                  <a:lnTo>
                    <a:pt x="270841" y="290628"/>
                  </a:lnTo>
                  <a:lnTo>
                    <a:pt x="273332" y="286453"/>
                  </a:lnTo>
                  <a:lnTo>
                    <a:pt x="275677" y="282218"/>
                  </a:lnTo>
                  <a:lnTo>
                    <a:pt x="277876" y="277926"/>
                  </a:lnTo>
                  <a:lnTo>
                    <a:pt x="279929" y="273581"/>
                  </a:lnTo>
                  <a:lnTo>
                    <a:pt x="281837" y="269186"/>
                  </a:lnTo>
                  <a:lnTo>
                    <a:pt x="283599" y="264746"/>
                  </a:lnTo>
                  <a:lnTo>
                    <a:pt x="285215" y="260264"/>
                  </a:lnTo>
                  <a:lnTo>
                    <a:pt x="286686" y="255744"/>
                  </a:lnTo>
                  <a:lnTo>
                    <a:pt x="288011" y="251191"/>
                  </a:lnTo>
                  <a:lnTo>
                    <a:pt x="289191" y="246606"/>
                  </a:lnTo>
                  <a:lnTo>
                    <a:pt x="290226" y="241995"/>
                  </a:lnTo>
                  <a:lnTo>
                    <a:pt x="291115" y="237361"/>
                  </a:lnTo>
                  <a:lnTo>
                    <a:pt x="291859" y="232708"/>
                  </a:lnTo>
                  <a:lnTo>
                    <a:pt x="292458" y="228040"/>
                  </a:lnTo>
                  <a:lnTo>
                    <a:pt x="292911" y="223359"/>
                  </a:lnTo>
                  <a:lnTo>
                    <a:pt x="293220" y="218671"/>
                  </a:lnTo>
                  <a:lnTo>
                    <a:pt x="293384" y="213979"/>
                  </a:lnTo>
                  <a:lnTo>
                    <a:pt x="293402" y="209287"/>
                  </a:lnTo>
                  <a:lnTo>
                    <a:pt x="293276" y="204598"/>
                  </a:lnTo>
                  <a:lnTo>
                    <a:pt x="293005" y="199916"/>
                  </a:lnTo>
                  <a:lnTo>
                    <a:pt x="292589" y="195246"/>
                  </a:lnTo>
                  <a:lnTo>
                    <a:pt x="292029" y="190590"/>
                  </a:lnTo>
                  <a:lnTo>
                    <a:pt x="291324" y="185952"/>
                  </a:lnTo>
                  <a:lnTo>
                    <a:pt x="290474" y="181337"/>
                  </a:lnTo>
                  <a:lnTo>
                    <a:pt x="289480" y="176748"/>
                  </a:lnTo>
                  <a:lnTo>
                    <a:pt x="288342" y="172188"/>
                  </a:lnTo>
                  <a:lnTo>
                    <a:pt x="287059" y="167663"/>
                  </a:lnTo>
                  <a:lnTo>
                    <a:pt x="285631" y="163174"/>
                  </a:lnTo>
                  <a:lnTo>
                    <a:pt x="284060" y="158727"/>
                  </a:lnTo>
                  <a:lnTo>
                    <a:pt x="282344" y="154324"/>
                  </a:lnTo>
                  <a:lnTo>
                    <a:pt x="280485" y="149970"/>
                  </a:lnTo>
                  <a:lnTo>
                    <a:pt x="278481" y="145669"/>
                  </a:lnTo>
                  <a:lnTo>
                    <a:pt x="276333" y="141424"/>
                  </a:lnTo>
                  <a:lnTo>
                    <a:pt x="274041" y="137238"/>
                  </a:lnTo>
                  <a:lnTo>
                    <a:pt x="271606" y="133116"/>
                  </a:lnTo>
                  <a:lnTo>
                    <a:pt x="269026" y="129062"/>
                  </a:lnTo>
                  <a:lnTo>
                    <a:pt x="266303" y="125079"/>
                  </a:lnTo>
                  <a:lnTo>
                    <a:pt x="263436" y="121171"/>
                  </a:lnTo>
                  <a:lnTo>
                    <a:pt x="260426" y="117342"/>
                  </a:lnTo>
                  <a:lnTo>
                    <a:pt x="257271" y="113595"/>
                  </a:lnTo>
                  <a:lnTo>
                    <a:pt x="253974" y="109934"/>
                  </a:lnTo>
                  <a:lnTo>
                    <a:pt x="250533" y="106364"/>
                  </a:lnTo>
                  <a:close/>
                </a:path>
              </a:pathLst>
            </a:custGeom>
            <a:solidFill>
              <a:srgbClr val="EE4C2C"/>
            </a:solidFill>
            <a:ln w="0">
              <a:noFill/>
            </a:ln>
          </p:spPr>
        </p:sp>
        <p:sp>
          <p:nvSpPr>
            <p:cNvPr id="6" name="6 torch vector path"/>
            <p:cNvSpPr/>
            <p:nvPr/>
          </p:nvSpPr>
          <p:spPr>
            <a:xfrm>
              <a:off x="477186" y="1371600"/>
              <a:ext cx="293402" cy="361950"/>
            </a:xfrm>
            <a:custGeom>
              <a:avLst/>
              <a:gdLst/>
              <a:ahLst/>
              <a:cxnLst/>
              <a:rect l="0" t="0" r="0" b="0"/>
              <a:pathLst>
                <a:path w="293402" h="361950">
                  <a:moveTo>
                    <a:pt x="218795" y="78834"/>
                  </a:moveTo>
                  <a:lnTo>
                    <a:pt x="218398" y="82869"/>
                  </a:lnTo>
                  <a:lnTo>
                    <a:pt x="217260" y="86628"/>
                  </a:lnTo>
                  <a:lnTo>
                    <a:pt x="215459" y="90028"/>
                  </a:lnTo>
                  <a:lnTo>
                    <a:pt x="213074" y="92992"/>
                  </a:lnTo>
                  <a:lnTo>
                    <a:pt x="210184" y="95436"/>
                  </a:lnTo>
                  <a:lnTo>
                    <a:pt x="206866" y="97282"/>
                  </a:lnTo>
                  <a:lnTo>
                    <a:pt x="203200" y="98449"/>
                  </a:lnTo>
                  <a:lnTo>
                    <a:pt x="199263" y="98856"/>
                  </a:lnTo>
                  <a:lnTo>
                    <a:pt x="195327" y="98449"/>
                  </a:lnTo>
                  <a:lnTo>
                    <a:pt x="191661" y="97282"/>
                  </a:lnTo>
                  <a:lnTo>
                    <a:pt x="188343" y="95436"/>
                  </a:lnTo>
                  <a:lnTo>
                    <a:pt x="185453" y="92992"/>
                  </a:lnTo>
                  <a:lnTo>
                    <a:pt x="183068" y="90028"/>
                  </a:lnTo>
                  <a:lnTo>
                    <a:pt x="181267" y="86628"/>
                  </a:lnTo>
                  <a:lnTo>
                    <a:pt x="180129" y="82869"/>
                  </a:lnTo>
                  <a:lnTo>
                    <a:pt x="179732" y="78834"/>
                  </a:lnTo>
                  <a:lnTo>
                    <a:pt x="180129" y="74799"/>
                  </a:lnTo>
                  <a:lnTo>
                    <a:pt x="181267" y="71041"/>
                  </a:lnTo>
                  <a:lnTo>
                    <a:pt x="183068" y="67640"/>
                  </a:lnTo>
                  <a:lnTo>
                    <a:pt x="185453" y="64677"/>
                  </a:lnTo>
                  <a:lnTo>
                    <a:pt x="188343" y="62232"/>
                  </a:lnTo>
                  <a:lnTo>
                    <a:pt x="191661" y="60386"/>
                  </a:lnTo>
                  <a:lnTo>
                    <a:pt x="195327" y="59220"/>
                  </a:lnTo>
                  <a:lnTo>
                    <a:pt x="199263" y="58813"/>
                  </a:lnTo>
                  <a:lnTo>
                    <a:pt x="203200" y="59220"/>
                  </a:lnTo>
                  <a:lnTo>
                    <a:pt x="206866" y="60386"/>
                  </a:lnTo>
                  <a:lnTo>
                    <a:pt x="210184" y="62232"/>
                  </a:lnTo>
                  <a:lnTo>
                    <a:pt x="213074" y="64677"/>
                  </a:lnTo>
                  <a:lnTo>
                    <a:pt x="215459" y="67640"/>
                  </a:lnTo>
                  <a:lnTo>
                    <a:pt x="217260" y="71041"/>
                  </a:lnTo>
                  <a:lnTo>
                    <a:pt x="218398" y="74799"/>
                  </a:lnTo>
                  <a:lnTo>
                    <a:pt x="218795" y="78834"/>
                  </a:lnTo>
                  <a:close/>
                </a:path>
              </a:pathLst>
            </a:custGeom>
            <a:solidFill>
              <a:srgbClr val="EE4C2C"/>
            </a:solidFill>
            <a:ln w="0">
              <a:noFill/>
            </a:ln>
          </p:spPr>
        </p:sp>
      </p:grpSp>
      <p:sp>
        <p:nvSpPr>
          <p:cNvPr id="7" name="7 PyTorch (Python)"/>
          <p:cNvSpPr/>
          <p:nvPr/>
        </p:nvSpPr>
        <p:spPr>
          <a:xfrm>
            <a:off x="3703637" y="4137822"/>
            <a:ext cx="1685925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PyTorch (Python)</a:t>
            </a:r>
          </a:p>
        </p:txBody>
      </p:sp>
      <p:grpSp>
        <p:nvGrpSpPr>
          <p:cNvPr id="467" name="folder-7"/>
          <p:cNvGrpSpPr/>
          <p:nvPr/>
        </p:nvGrpSpPr>
        <p:grpSpPr>
          <a:xfrm>
            <a:off x="3370262" y="4724772"/>
            <a:ext cx="219075" cy="141522"/>
            <a:chOff x="533400" y="2006175"/>
            <a:chExt cx="219075" cy="141522"/>
          </a:xfrm>
        </p:grpSpPr>
        <p:sp>
          <p:nvSpPr>
            <p:cNvPr id="8" name="8 folder"/>
            <p:cNvSpPr/>
            <p:nvPr/>
          </p:nvSpPr>
          <p:spPr>
            <a:xfrm>
              <a:off x="533400" y="2006175"/>
              <a:ext cx="219075" cy="141522"/>
            </a:xfrm>
            <a:custGeom>
              <a:avLst/>
              <a:gdLst/>
              <a:ahLst/>
              <a:cxnLst/>
              <a:rect l="0" t="0" r="0" b="0"/>
              <a:pathLst>
                <a:path w="219075" h="141522">
                  <a:moveTo>
                    <a:pt x="0" y="0"/>
                  </a:moveTo>
                  <a:lnTo>
                    <a:pt x="87630" y="0"/>
                  </a:lnTo>
                  <a:lnTo>
                    <a:pt x="113919" y="23310"/>
                  </a:lnTo>
                  <a:lnTo>
                    <a:pt x="219075" y="23310"/>
                  </a:lnTo>
                  <a:lnTo>
                    <a:pt x="219075" y="141522"/>
                  </a:lnTo>
                  <a:lnTo>
                    <a:pt x="0" y="141522"/>
                  </a:lnTo>
                  <a:close/>
                </a:path>
              </a:pathLst>
            </a:custGeom>
            <a:solidFill>
              <a:srgbClr val="B5E4FF"/>
            </a:solidFill>
            <a:ln w="15240">
              <a:solidFill>
                <a:srgbClr val="003496"/>
              </a:solidFill>
            </a:ln>
          </p:spPr>
        </p:sp>
        <p:sp>
          <p:nvSpPr>
            <p:cNvPr id="9" name="9 path"/>
            <p:cNvSpPr/>
            <p:nvPr/>
          </p:nvSpPr>
          <p:spPr>
            <a:xfrm>
              <a:off x="542925" y="2042804"/>
              <a:ext cx="200025" cy="95"/>
            </a:xfrm>
            <a:custGeom>
              <a:avLst/>
              <a:gdLst/>
              <a:ahLst/>
              <a:cxnLst/>
              <a:rect l="0" t="0" r="0" b="0"/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9525">
              <a:solidFill>
                <a:srgbClr val="56B3EC"/>
              </a:solidFill>
            </a:ln>
          </p:spPr>
        </p:sp>
      </p:grpSp>
      <p:sp>
        <p:nvSpPr>
          <p:cNvPr id="10" name="10 my_project/"/>
          <p:cNvSpPr/>
          <p:nvPr/>
        </p:nvSpPr>
        <p:spPr>
          <a:xfrm>
            <a:off x="3741737" y="4652172"/>
            <a:ext cx="149542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my_project/</a:t>
            </a:r>
          </a:p>
        </p:txBody>
      </p:sp>
      <p:sp>
        <p:nvSpPr>
          <p:cNvPr id="11" name="11 path"/>
          <p:cNvSpPr/>
          <p:nvPr/>
        </p:nvSpPr>
        <p:spPr>
          <a:xfrm>
            <a:off x="3465512" y="4928397"/>
            <a:ext cx="95" cy="1381125"/>
          </a:xfrm>
          <a:custGeom>
            <a:avLst/>
            <a:gdLst/>
            <a:ahLst/>
            <a:cxnLst/>
            <a:rect l="0" t="0" r="0" b="0"/>
            <a:pathLst>
              <a:path w="95" h="1381125">
                <a:moveTo>
                  <a:pt x="0" y="0"/>
                </a:moveTo>
                <a:lnTo>
                  <a:pt x="0" y="1381125"/>
                </a:lnTo>
              </a:path>
            </a:pathLst>
          </a:custGeom>
          <a:noFill/>
          <a:ln w="13335">
            <a:solidFill>
              <a:srgbClr val="587394"/>
            </a:solidFill>
          </a:ln>
        </p:spPr>
      </p:sp>
      <p:sp>
        <p:nvSpPr>
          <p:cNvPr id="12" name="12 path"/>
          <p:cNvSpPr/>
          <p:nvPr/>
        </p:nvSpPr>
        <p:spPr>
          <a:xfrm>
            <a:off x="3465512" y="5166522"/>
            <a:ext cx="142875" cy="95"/>
          </a:xfrm>
          <a:custGeom>
            <a:avLst/>
            <a:gdLst/>
            <a:ahLst/>
            <a:cxnLst/>
            <a:rect l="0" t="0" r="0" b="0"/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3335">
            <a:solidFill>
              <a:srgbClr val="587394"/>
            </a:solidFill>
          </a:ln>
        </p:spPr>
      </p:sp>
      <p:sp>
        <p:nvSpPr>
          <p:cNvPr id="13" name="13 rect"/>
          <p:cNvSpPr/>
          <p:nvPr/>
        </p:nvSpPr>
        <p:spPr>
          <a:xfrm>
            <a:off x="4037012" y="4995072"/>
            <a:ext cx="1190625" cy="333375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 w="0">
            <a:noFill/>
          </a:ln>
        </p:spPr>
      </p:sp>
      <p:grpSp>
        <p:nvGrpSpPr>
          <p:cNvPr id="468" name="icon-python-13"/>
          <p:cNvGrpSpPr/>
          <p:nvPr/>
        </p:nvGrpSpPr>
        <p:grpSpPr>
          <a:xfrm>
            <a:off x="3760787" y="5034267"/>
            <a:ext cx="228600" cy="235935"/>
            <a:chOff x="923925" y="2315670"/>
            <a:chExt cx="228600" cy="235935"/>
          </a:xfrm>
        </p:grpSpPr>
        <p:sp>
          <p:nvSpPr>
            <p:cNvPr id="14" name="14 python vector path"/>
            <p:cNvSpPr/>
            <p:nvPr/>
          </p:nvSpPr>
          <p:spPr>
            <a:xfrm>
              <a:off x="923925" y="2315670"/>
              <a:ext cx="228600" cy="235935"/>
            </a:xfrm>
            <a:custGeom>
              <a:avLst/>
              <a:gdLst/>
              <a:ahLst/>
              <a:cxnLst/>
              <a:rect l="0" t="0" r="0" b="0"/>
              <a:pathLst>
                <a:path w="228600" h="235935">
                  <a:moveTo>
                    <a:pt x="112940" y="0"/>
                  </a:moveTo>
                  <a:lnTo>
                    <a:pt x="109425" y="53"/>
                  </a:lnTo>
                  <a:lnTo>
                    <a:pt x="105959" y="176"/>
                  </a:lnTo>
                  <a:lnTo>
                    <a:pt x="102547" y="369"/>
                  </a:lnTo>
                  <a:lnTo>
                    <a:pt x="99198" y="628"/>
                  </a:lnTo>
                  <a:lnTo>
                    <a:pt x="95920" y="953"/>
                  </a:lnTo>
                  <a:lnTo>
                    <a:pt x="92720" y="1340"/>
                  </a:lnTo>
                  <a:lnTo>
                    <a:pt x="89607" y="1789"/>
                  </a:lnTo>
                  <a:lnTo>
                    <a:pt x="86586" y="2296"/>
                  </a:lnTo>
                  <a:lnTo>
                    <a:pt x="80684" y="3560"/>
                  </a:lnTo>
                  <a:lnTo>
                    <a:pt x="75662" y="5065"/>
                  </a:lnTo>
                  <a:lnTo>
                    <a:pt x="71453" y="6823"/>
                  </a:lnTo>
                  <a:lnTo>
                    <a:pt x="67990" y="8848"/>
                  </a:lnTo>
                  <a:lnTo>
                    <a:pt x="65207" y="11152"/>
                  </a:lnTo>
                  <a:lnTo>
                    <a:pt x="63035" y="13748"/>
                  </a:lnTo>
                  <a:lnTo>
                    <a:pt x="61408" y="16649"/>
                  </a:lnTo>
                  <a:lnTo>
                    <a:pt x="60260" y="19867"/>
                  </a:lnTo>
                  <a:lnTo>
                    <a:pt x="59522" y="23416"/>
                  </a:lnTo>
                  <a:lnTo>
                    <a:pt x="59129" y="27308"/>
                  </a:lnTo>
                  <a:lnTo>
                    <a:pt x="59013" y="31556"/>
                  </a:lnTo>
                  <a:lnTo>
                    <a:pt x="59013" y="53008"/>
                  </a:lnTo>
                  <a:lnTo>
                    <a:pt x="114161" y="53008"/>
                  </a:lnTo>
                  <a:lnTo>
                    <a:pt x="114161" y="60159"/>
                  </a:lnTo>
                  <a:lnTo>
                    <a:pt x="59013" y="60159"/>
                  </a:lnTo>
                  <a:lnTo>
                    <a:pt x="38316" y="60159"/>
                  </a:lnTo>
                  <a:lnTo>
                    <a:pt x="34356" y="60364"/>
                  </a:lnTo>
                  <a:lnTo>
                    <a:pt x="30504" y="60974"/>
                  </a:lnTo>
                  <a:lnTo>
                    <a:pt x="26789" y="61988"/>
                  </a:lnTo>
                  <a:lnTo>
                    <a:pt x="23237" y="63401"/>
                  </a:lnTo>
                  <a:lnTo>
                    <a:pt x="19874" y="65211"/>
                  </a:lnTo>
                  <a:lnTo>
                    <a:pt x="16727" y="67414"/>
                  </a:lnTo>
                  <a:lnTo>
                    <a:pt x="13822" y="70006"/>
                  </a:lnTo>
                  <a:lnTo>
                    <a:pt x="11186" y="72985"/>
                  </a:lnTo>
                  <a:lnTo>
                    <a:pt x="8846" y="76347"/>
                  </a:lnTo>
                  <a:lnTo>
                    <a:pt x="6828" y="80088"/>
                  </a:lnTo>
                  <a:lnTo>
                    <a:pt x="5159" y="84206"/>
                  </a:lnTo>
                  <a:lnTo>
                    <a:pt x="3865" y="88697"/>
                  </a:lnTo>
                  <a:lnTo>
                    <a:pt x="2783" y="93510"/>
                  </a:lnTo>
                  <a:lnTo>
                    <a:pt x="1874" y="98083"/>
                  </a:lnTo>
                  <a:lnTo>
                    <a:pt x="1141" y="102463"/>
                  </a:lnTo>
                  <a:lnTo>
                    <a:pt x="585" y="106696"/>
                  </a:lnTo>
                  <a:lnTo>
                    <a:pt x="209" y="110830"/>
                  </a:lnTo>
                  <a:lnTo>
                    <a:pt x="13" y="114911"/>
                  </a:lnTo>
                  <a:lnTo>
                    <a:pt x="0" y="118985"/>
                  </a:lnTo>
                  <a:lnTo>
                    <a:pt x="172" y="123099"/>
                  </a:lnTo>
                  <a:lnTo>
                    <a:pt x="530" y="127300"/>
                  </a:lnTo>
                  <a:lnTo>
                    <a:pt x="1077" y="131635"/>
                  </a:lnTo>
                  <a:lnTo>
                    <a:pt x="1814" y="136149"/>
                  </a:lnTo>
                  <a:lnTo>
                    <a:pt x="2743" y="140890"/>
                  </a:lnTo>
                  <a:lnTo>
                    <a:pt x="3865" y="145904"/>
                  </a:lnTo>
                  <a:lnTo>
                    <a:pt x="5070" y="150325"/>
                  </a:lnTo>
                  <a:lnTo>
                    <a:pt x="6551" y="154476"/>
                  </a:lnTo>
                  <a:lnTo>
                    <a:pt x="8312" y="158326"/>
                  </a:lnTo>
                  <a:lnTo>
                    <a:pt x="10359" y="161843"/>
                  </a:lnTo>
                  <a:lnTo>
                    <a:pt x="12699" y="164994"/>
                  </a:lnTo>
                  <a:lnTo>
                    <a:pt x="15336" y="167748"/>
                  </a:lnTo>
                  <a:lnTo>
                    <a:pt x="18275" y="170073"/>
                  </a:lnTo>
                  <a:lnTo>
                    <a:pt x="21524" y="171937"/>
                  </a:lnTo>
                  <a:lnTo>
                    <a:pt x="25086" y="173307"/>
                  </a:lnTo>
                  <a:lnTo>
                    <a:pt x="28968" y="174153"/>
                  </a:lnTo>
                  <a:lnTo>
                    <a:pt x="33174" y="174442"/>
                  </a:lnTo>
                  <a:lnTo>
                    <a:pt x="52136" y="174442"/>
                  </a:lnTo>
                  <a:lnTo>
                    <a:pt x="52136" y="148726"/>
                  </a:lnTo>
                  <a:lnTo>
                    <a:pt x="52409" y="144483"/>
                  </a:lnTo>
                  <a:lnTo>
                    <a:pt x="53207" y="140358"/>
                  </a:lnTo>
                  <a:lnTo>
                    <a:pt x="54494" y="136387"/>
                  </a:lnTo>
                  <a:lnTo>
                    <a:pt x="56236" y="132611"/>
                  </a:lnTo>
                  <a:lnTo>
                    <a:pt x="58397" y="129068"/>
                  </a:lnTo>
                  <a:lnTo>
                    <a:pt x="60942" y="125796"/>
                  </a:lnTo>
                  <a:lnTo>
                    <a:pt x="63837" y="122835"/>
                  </a:lnTo>
                  <a:lnTo>
                    <a:pt x="67046" y="120223"/>
                  </a:lnTo>
                  <a:lnTo>
                    <a:pt x="70535" y="117999"/>
                  </a:lnTo>
                  <a:lnTo>
                    <a:pt x="74268" y="116202"/>
                  </a:lnTo>
                  <a:lnTo>
                    <a:pt x="78211" y="114870"/>
                  </a:lnTo>
                  <a:lnTo>
                    <a:pt x="82329" y="114042"/>
                  </a:lnTo>
                  <a:lnTo>
                    <a:pt x="86586" y="113758"/>
                  </a:lnTo>
                  <a:lnTo>
                    <a:pt x="141670" y="113758"/>
                  </a:lnTo>
                  <a:lnTo>
                    <a:pt x="145768" y="113446"/>
                  </a:lnTo>
                  <a:lnTo>
                    <a:pt x="149672" y="112540"/>
                  </a:lnTo>
                  <a:lnTo>
                    <a:pt x="153340" y="111087"/>
                  </a:lnTo>
                  <a:lnTo>
                    <a:pt x="156730" y="109130"/>
                  </a:lnTo>
                  <a:lnTo>
                    <a:pt x="159803" y="106715"/>
                  </a:lnTo>
                  <a:lnTo>
                    <a:pt x="162516" y="103888"/>
                  </a:lnTo>
                  <a:lnTo>
                    <a:pt x="164828" y="100694"/>
                  </a:lnTo>
                  <a:lnTo>
                    <a:pt x="166698" y="97179"/>
                  </a:lnTo>
                  <a:lnTo>
                    <a:pt x="168085" y="93386"/>
                  </a:lnTo>
                  <a:lnTo>
                    <a:pt x="168948" y="89363"/>
                  </a:lnTo>
                  <a:lnTo>
                    <a:pt x="169244" y="85154"/>
                  </a:lnTo>
                  <a:lnTo>
                    <a:pt x="169244" y="31556"/>
                  </a:lnTo>
                  <a:lnTo>
                    <a:pt x="168939" y="27493"/>
                  </a:lnTo>
                  <a:lnTo>
                    <a:pt x="168055" y="23642"/>
                  </a:lnTo>
                  <a:lnTo>
                    <a:pt x="166639" y="20026"/>
                  </a:lnTo>
                  <a:lnTo>
                    <a:pt x="164736" y="16666"/>
                  </a:lnTo>
                  <a:lnTo>
                    <a:pt x="162392" y="13587"/>
                  </a:lnTo>
                  <a:lnTo>
                    <a:pt x="159654" y="10812"/>
                  </a:lnTo>
                  <a:lnTo>
                    <a:pt x="156568" y="8363"/>
                  </a:lnTo>
                  <a:lnTo>
                    <a:pt x="153181" y="6264"/>
                  </a:lnTo>
                  <a:lnTo>
                    <a:pt x="149538" y="4538"/>
                  </a:lnTo>
                  <a:lnTo>
                    <a:pt x="145685" y="3208"/>
                  </a:lnTo>
                  <a:lnTo>
                    <a:pt x="141670" y="2296"/>
                  </a:lnTo>
                  <a:lnTo>
                    <a:pt x="138102" y="1734"/>
                  </a:lnTo>
                  <a:lnTo>
                    <a:pt x="134510" y="1252"/>
                  </a:lnTo>
                  <a:lnTo>
                    <a:pt x="130902" y="850"/>
                  </a:lnTo>
                  <a:lnTo>
                    <a:pt x="127288" y="528"/>
                  </a:lnTo>
                  <a:lnTo>
                    <a:pt x="123675" y="282"/>
                  </a:lnTo>
                  <a:lnTo>
                    <a:pt x="120074" y="114"/>
                  </a:lnTo>
                  <a:lnTo>
                    <a:pt x="116492" y="20"/>
                  </a:lnTo>
                  <a:lnTo>
                    <a:pt x="112940" y="0"/>
                  </a:lnTo>
                  <a:close/>
                  <a:moveTo>
                    <a:pt x="83116" y="17254"/>
                  </a:moveTo>
                  <a:lnTo>
                    <a:pt x="85196" y="17473"/>
                  </a:lnTo>
                  <a:lnTo>
                    <a:pt x="87136" y="18101"/>
                  </a:lnTo>
                  <a:lnTo>
                    <a:pt x="88893" y="19094"/>
                  </a:lnTo>
                  <a:lnTo>
                    <a:pt x="90426" y="20408"/>
                  </a:lnTo>
                  <a:lnTo>
                    <a:pt x="91692" y="22001"/>
                  </a:lnTo>
                  <a:lnTo>
                    <a:pt x="92648" y="23829"/>
                  </a:lnTo>
                  <a:lnTo>
                    <a:pt x="93253" y="25847"/>
                  </a:lnTo>
                  <a:lnTo>
                    <a:pt x="93464" y="28013"/>
                  </a:lnTo>
                  <a:lnTo>
                    <a:pt x="93253" y="30170"/>
                  </a:lnTo>
                  <a:lnTo>
                    <a:pt x="92648" y="32178"/>
                  </a:lnTo>
                  <a:lnTo>
                    <a:pt x="91692" y="33995"/>
                  </a:lnTo>
                  <a:lnTo>
                    <a:pt x="90426" y="35577"/>
                  </a:lnTo>
                  <a:lnTo>
                    <a:pt x="88893" y="36882"/>
                  </a:lnTo>
                  <a:lnTo>
                    <a:pt x="87136" y="37867"/>
                  </a:lnTo>
                  <a:lnTo>
                    <a:pt x="85196" y="38490"/>
                  </a:lnTo>
                  <a:lnTo>
                    <a:pt x="83116" y="38707"/>
                  </a:lnTo>
                  <a:lnTo>
                    <a:pt x="81030" y="38490"/>
                  </a:lnTo>
                  <a:lnTo>
                    <a:pt x="79087" y="37867"/>
                  </a:lnTo>
                  <a:lnTo>
                    <a:pt x="77329" y="36882"/>
                  </a:lnTo>
                  <a:lnTo>
                    <a:pt x="75798" y="35577"/>
                  </a:lnTo>
                  <a:lnTo>
                    <a:pt x="74535" y="33995"/>
                  </a:lnTo>
                  <a:lnTo>
                    <a:pt x="73581" y="32178"/>
                  </a:lnTo>
                  <a:lnTo>
                    <a:pt x="72978" y="30170"/>
                  </a:lnTo>
                  <a:lnTo>
                    <a:pt x="72768" y="28013"/>
                  </a:lnTo>
                  <a:lnTo>
                    <a:pt x="72978" y="25847"/>
                  </a:lnTo>
                  <a:lnTo>
                    <a:pt x="73581" y="23829"/>
                  </a:lnTo>
                  <a:lnTo>
                    <a:pt x="74535" y="22001"/>
                  </a:lnTo>
                  <a:lnTo>
                    <a:pt x="75798" y="20408"/>
                  </a:lnTo>
                  <a:lnTo>
                    <a:pt x="77329" y="19094"/>
                  </a:lnTo>
                  <a:lnTo>
                    <a:pt x="79087" y="18101"/>
                  </a:lnTo>
                  <a:lnTo>
                    <a:pt x="81030" y="17473"/>
                  </a:lnTo>
                  <a:lnTo>
                    <a:pt x="83116" y="17254"/>
                  </a:lnTo>
                  <a:close/>
                </a:path>
              </a:pathLst>
            </a:custGeom>
            <a:solidFill>
              <a:srgbClr val="306998"/>
            </a:solidFill>
            <a:ln w="0">
              <a:noFill/>
            </a:ln>
          </p:spPr>
        </p:sp>
        <p:sp>
          <p:nvSpPr>
            <p:cNvPr id="15" name="15 python vector path"/>
            <p:cNvSpPr/>
            <p:nvPr/>
          </p:nvSpPr>
          <p:spPr>
            <a:xfrm>
              <a:off x="923925" y="2315670"/>
              <a:ext cx="228600" cy="235935"/>
            </a:xfrm>
            <a:custGeom>
              <a:avLst/>
              <a:gdLst/>
              <a:ahLst/>
              <a:cxnLst/>
              <a:rect l="0" t="0" r="0" b="0"/>
              <a:pathLst>
                <a:path w="228600" h="235935">
                  <a:moveTo>
                    <a:pt x="176122" y="60159"/>
                  </a:moveTo>
                  <a:lnTo>
                    <a:pt x="176122" y="85154"/>
                  </a:lnTo>
                  <a:lnTo>
                    <a:pt x="175842" y="89566"/>
                  </a:lnTo>
                  <a:lnTo>
                    <a:pt x="175029" y="93832"/>
                  </a:lnTo>
                  <a:lnTo>
                    <a:pt x="173720" y="97917"/>
                  </a:lnTo>
                  <a:lnTo>
                    <a:pt x="171953" y="101785"/>
                  </a:lnTo>
                  <a:lnTo>
                    <a:pt x="169766" y="105399"/>
                  </a:lnTo>
                  <a:lnTo>
                    <a:pt x="167196" y="108724"/>
                  </a:lnTo>
                  <a:lnTo>
                    <a:pt x="164281" y="111722"/>
                  </a:lnTo>
                  <a:lnTo>
                    <a:pt x="161059" y="114359"/>
                  </a:lnTo>
                  <a:lnTo>
                    <a:pt x="157569" y="116597"/>
                  </a:lnTo>
                  <a:lnTo>
                    <a:pt x="153847" y="118401"/>
                  </a:lnTo>
                  <a:lnTo>
                    <a:pt x="149931" y="119734"/>
                  </a:lnTo>
                  <a:lnTo>
                    <a:pt x="145859" y="120560"/>
                  </a:lnTo>
                  <a:lnTo>
                    <a:pt x="141670" y="120844"/>
                  </a:lnTo>
                  <a:lnTo>
                    <a:pt x="86586" y="120844"/>
                  </a:lnTo>
                  <a:lnTo>
                    <a:pt x="82544" y="121162"/>
                  </a:lnTo>
                  <a:lnTo>
                    <a:pt x="78674" y="122085"/>
                  </a:lnTo>
                  <a:lnTo>
                    <a:pt x="75023" y="123563"/>
                  </a:lnTo>
                  <a:lnTo>
                    <a:pt x="71634" y="125546"/>
                  </a:lnTo>
                  <a:lnTo>
                    <a:pt x="68553" y="127986"/>
                  </a:lnTo>
                  <a:lnTo>
                    <a:pt x="65824" y="130833"/>
                  </a:lnTo>
                  <a:lnTo>
                    <a:pt x="63491" y="134038"/>
                  </a:lnTo>
                  <a:lnTo>
                    <a:pt x="61598" y="137551"/>
                  </a:lnTo>
                  <a:lnTo>
                    <a:pt x="60192" y="141323"/>
                  </a:lnTo>
                  <a:lnTo>
                    <a:pt x="59315" y="145305"/>
                  </a:lnTo>
                  <a:lnTo>
                    <a:pt x="59013" y="149447"/>
                  </a:lnTo>
                  <a:lnTo>
                    <a:pt x="59013" y="203046"/>
                  </a:lnTo>
                  <a:lnTo>
                    <a:pt x="59391" y="207435"/>
                  </a:lnTo>
                  <a:lnTo>
                    <a:pt x="60481" y="211458"/>
                  </a:lnTo>
                  <a:lnTo>
                    <a:pt x="62214" y="215124"/>
                  </a:lnTo>
                  <a:lnTo>
                    <a:pt x="64520" y="218444"/>
                  </a:lnTo>
                  <a:lnTo>
                    <a:pt x="67333" y="221427"/>
                  </a:lnTo>
                  <a:lnTo>
                    <a:pt x="70583" y="224084"/>
                  </a:lnTo>
                  <a:lnTo>
                    <a:pt x="74202" y="226424"/>
                  </a:lnTo>
                  <a:lnTo>
                    <a:pt x="78121" y="228459"/>
                  </a:lnTo>
                  <a:lnTo>
                    <a:pt x="82272" y="230198"/>
                  </a:lnTo>
                  <a:lnTo>
                    <a:pt x="86586" y="231650"/>
                  </a:lnTo>
                  <a:lnTo>
                    <a:pt x="90604" y="232782"/>
                  </a:lnTo>
                  <a:lnTo>
                    <a:pt x="94610" y="233753"/>
                  </a:lnTo>
                  <a:lnTo>
                    <a:pt x="98617" y="234556"/>
                  </a:lnTo>
                  <a:lnTo>
                    <a:pt x="102638" y="235184"/>
                  </a:lnTo>
                  <a:lnTo>
                    <a:pt x="106687" y="235628"/>
                  </a:lnTo>
                  <a:lnTo>
                    <a:pt x="110777" y="235881"/>
                  </a:lnTo>
                  <a:lnTo>
                    <a:pt x="114922" y="235935"/>
                  </a:lnTo>
                  <a:lnTo>
                    <a:pt x="119133" y="235783"/>
                  </a:lnTo>
                  <a:lnTo>
                    <a:pt x="123426" y="235416"/>
                  </a:lnTo>
                  <a:lnTo>
                    <a:pt x="127813" y="234827"/>
                  </a:lnTo>
                  <a:lnTo>
                    <a:pt x="132307" y="234009"/>
                  </a:lnTo>
                  <a:lnTo>
                    <a:pt x="136921" y="232952"/>
                  </a:lnTo>
                  <a:lnTo>
                    <a:pt x="141670" y="231650"/>
                  </a:lnTo>
                  <a:lnTo>
                    <a:pt x="145816" y="230291"/>
                  </a:lnTo>
                  <a:lnTo>
                    <a:pt x="149869" y="228659"/>
                  </a:lnTo>
                  <a:lnTo>
                    <a:pt x="153749" y="226732"/>
                  </a:lnTo>
                  <a:lnTo>
                    <a:pt x="157374" y="224487"/>
                  </a:lnTo>
                  <a:lnTo>
                    <a:pt x="160663" y="221900"/>
                  </a:lnTo>
                  <a:lnTo>
                    <a:pt x="163537" y="218950"/>
                  </a:lnTo>
                  <a:lnTo>
                    <a:pt x="165912" y="215612"/>
                  </a:lnTo>
                  <a:lnTo>
                    <a:pt x="167709" y="211864"/>
                  </a:lnTo>
                  <a:lnTo>
                    <a:pt x="168847" y="207683"/>
                  </a:lnTo>
                  <a:lnTo>
                    <a:pt x="169244" y="203046"/>
                  </a:lnTo>
                  <a:lnTo>
                    <a:pt x="169244" y="181593"/>
                  </a:lnTo>
                  <a:lnTo>
                    <a:pt x="114161" y="181593"/>
                  </a:lnTo>
                  <a:lnTo>
                    <a:pt x="114161" y="174442"/>
                  </a:lnTo>
                  <a:lnTo>
                    <a:pt x="169244" y="174442"/>
                  </a:lnTo>
                  <a:lnTo>
                    <a:pt x="196818" y="174442"/>
                  </a:lnTo>
                  <a:lnTo>
                    <a:pt x="201334" y="174106"/>
                  </a:lnTo>
                  <a:lnTo>
                    <a:pt x="205305" y="173119"/>
                  </a:lnTo>
                  <a:lnTo>
                    <a:pt x="208789" y="171515"/>
                  </a:lnTo>
                  <a:lnTo>
                    <a:pt x="211843" y="169330"/>
                  </a:lnTo>
                  <a:lnTo>
                    <a:pt x="214525" y="166596"/>
                  </a:lnTo>
                  <a:lnTo>
                    <a:pt x="216894" y="163349"/>
                  </a:lnTo>
                  <a:lnTo>
                    <a:pt x="219007" y="159622"/>
                  </a:lnTo>
                  <a:lnTo>
                    <a:pt x="220922" y="155449"/>
                  </a:lnTo>
                  <a:lnTo>
                    <a:pt x="222698" y="150865"/>
                  </a:lnTo>
                  <a:lnTo>
                    <a:pt x="224391" y="145904"/>
                  </a:lnTo>
                  <a:lnTo>
                    <a:pt x="225614" y="141845"/>
                  </a:lnTo>
                  <a:lnTo>
                    <a:pt x="226625" y="137791"/>
                  </a:lnTo>
                  <a:lnTo>
                    <a:pt x="227428" y="133728"/>
                  </a:lnTo>
                  <a:lnTo>
                    <a:pt x="228023" y="129636"/>
                  </a:lnTo>
                  <a:lnTo>
                    <a:pt x="228413" y="125499"/>
                  </a:lnTo>
                  <a:lnTo>
                    <a:pt x="228600" y="121299"/>
                  </a:lnTo>
                  <a:lnTo>
                    <a:pt x="228586" y="117020"/>
                  </a:lnTo>
                  <a:lnTo>
                    <a:pt x="228373" y="112643"/>
                  </a:lnTo>
                  <a:lnTo>
                    <a:pt x="227962" y="108152"/>
                  </a:lnTo>
                  <a:lnTo>
                    <a:pt x="227357" y="103530"/>
                  </a:lnTo>
                  <a:lnTo>
                    <a:pt x="226559" y="98758"/>
                  </a:lnTo>
                  <a:lnTo>
                    <a:pt x="225570" y="93819"/>
                  </a:lnTo>
                  <a:lnTo>
                    <a:pt x="224391" y="88697"/>
                  </a:lnTo>
                  <a:lnTo>
                    <a:pt x="223090" y="83941"/>
                  </a:lnTo>
                  <a:lnTo>
                    <a:pt x="221543" y="79476"/>
                  </a:lnTo>
                  <a:lnTo>
                    <a:pt x="219721" y="75351"/>
                  </a:lnTo>
                  <a:lnTo>
                    <a:pt x="217596" y="71617"/>
                  </a:lnTo>
                  <a:lnTo>
                    <a:pt x="215137" y="68321"/>
                  </a:lnTo>
                  <a:lnTo>
                    <a:pt x="212315" y="65515"/>
                  </a:lnTo>
                  <a:lnTo>
                    <a:pt x="209102" y="63246"/>
                  </a:lnTo>
                  <a:lnTo>
                    <a:pt x="205467" y="61564"/>
                  </a:lnTo>
                  <a:lnTo>
                    <a:pt x="201382" y="60519"/>
                  </a:lnTo>
                  <a:lnTo>
                    <a:pt x="196818" y="60159"/>
                  </a:lnTo>
                  <a:lnTo>
                    <a:pt x="176122" y="60159"/>
                  </a:lnTo>
                  <a:close/>
                  <a:moveTo>
                    <a:pt x="145141" y="195895"/>
                  </a:moveTo>
                  <a:lnTo>
                    <a:pt x="147227" y="196112"/>
                  </a:lnTo>
                  <a:lnTo>
                    <a:pt x="149170" y="196735"/>
                  </a:lnTo>
                  <a:lnTo>
                    <a:pt x="150927" y="197720"/>
                  </a:lnTo>
                  <a:lnTo>
                    <a:pt x="152459" y="199025"/>
                  </a:lnTo>
                  <a:lnTo>
                    <a:pt x="153722" y="200607"/>
                  </a:lnTo>
                  <a:lnTo>
                    <a:pt x="154676" y="202424"/>
                  </a:lnTo>
                  <a:lnTo>
                    <a:pt x="155279" y="204432"/>
                  </a:lnTo>
                  <a:lnTo>
                    <a:pt x="155489" y="206589"/>
                  </a:lnTo>
                  <a:lnTo>
                    <a:pt x="155279" y="208755"/>
                  </a:lnTo>
                  <a:lnTo>
                    <a:pt x="154676" y="210773"/>
                  </a:lnTo>
                  <a:lnTo>
                    <a:pt x="153722" y="212601"/>
                  </a:lnTo>
                  <a:lnTo>
                    <a:pt x="152459" y="214193"/>
                  </a:lnTo>
                  <a:lnTo>
                    <a:pt x="150927" y="215508"/>
                  </a:lnTo>
                  <a:lnTo>
                    <a:pt x="149170" y="216501"/>
                  </a:lnTo>
                  <a:lnTo>
                    <a:pt x="147227" y="217128"/>
                  </a:lnTo>
                  <a:lnTo>
                    <a:pt x="145141" y="217347"/>
                  </a:lnTo>
                  <a:lnTo>
                    <a:pt x="143061" y="217128"/>
                  </a:lnTo>
                  <a:lnTo>
                    <a:pt x="141121" y="216501"/>
                  </a:lnTo>
                  <a:lnTo>
                    <a:pt x="139363" y="215508"/>
                  </a:lnTo>
                  <a:lnTo>
                    <a:pt x="137831" y="214193"/>
                  </a:lnTo>
                  <a:lnTo>
                    <a:pt x="136565" y="212601"/>
                  </a:lnTo>
                  <a:lnTo>
                    <a:pt x="135609" y="210773"/>
                  </a:lnTo>
                  <a:lnTo>
                    <a:pt x="135004" y="208755"/>
                  </a:lnTo>
                  <a:lnTo>
                    <a:pt x="134793" y="206589"/>
                  </a:lnTo>
                  <a:lnTo>
                    <a:pt x="135004" y="204432"/>
                  </a:lnTo>
                  <a:lnTo>
                    <a:pt x="135609" y="202424"/>
                  </a:lnTo>
                  <a:lnTo>
                    <a:pt x="136565" y="200607"/>
                  </a:lnTo>
                  <a:lnTo>
                    <a:pt x="137831" y="199025"/>
                  </a:lnTo>
                  <a:lnTo>
                    <a:pt x="139363" y="197720"/>
                  </a:lnTo>
                  <a:lnTo>
                    <a:pt x="141121" y="196735"/>
                  </a:lnTo>
                  <a:lnTo>
                    <a:pt x="143061" y="196112"/>
                  </a:lnTo>
                  <a:lnTo>
                    <a:pt x="145141" y="195895"/>
                  </a:lnTo>
                  <a:close/>
                </a:path>
              </a:pathLst>
            </a:custGeom>
            <a:solidFill>
              <a:srgbClr val="FFE873"/>
            </a:solidFill>
            <a:ln w="0">
              <a:noFill/>
            </a:ln>
          </p:spPr>
        </p:sp>
      </p:grpSp>
      <p:sp>
        <p:nvSpPr>
          <p:cNvPr id="16" name="16 train.py"/>
          <p:cNvSpPr/>
          <p:nvPr/>
        </p:nvSpPr>
        <p:spPr>
          <a:xfrm>
            <a:off x="4151312" y="5033172"/>
            <a:ext cx="107632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train.py</a:t>
            </a:r>
          </a:p>
        </p:txBody>
      </p:sp>
      <p:sp>
        <p:nvSpPr>
          <p:cNvPr id="17" name="17 path"/>
          <p:cNvSpPr/>
          <p:nvPr/>
        </p:nvSpPr>
        <p:spPr>
          <a:xfrm>
            <a:off x="3465512" y="5547522"/>
            <a:ext cx="142875" cy="95"/>
          </a:xfrm>
          <a:custGeom>
            <a:avLst/>
            <a:gdLst/>
            <a:ahLst/>
            <a:cxnLst/>
            <a:rect l="0" t="0" r="0" b="0"/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3335">
            <a:solidFill>
              <a:srgbClr val="587394"/>
            </a:solidFill>
          </a:ln>
        </p:spPr>
      </p:sp>
      <p:sp>
        <p:nvSpPr>
          <p:cNvPr id="18" name="18 rect"/>
          <p:cNvSpPr/>
          <p:nvPr/>
        </p:nvSpPr>
        <p:spPr>
          <a:xfrm>
            <a:off x="4037012" y="5376072"/>
            <a:ext cx="1190625" cy="333375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 w="0">
            <a:noFill/>
          </a:ln>
        </p:spPr>
      </p:sp>
      <p:grpSp>
        <p:nvGrpSpPr>
          <p:cNvPr id="469" name="icon-document-18"/>
          <p:cNvGrpSpPr/>
          <p:nvPr/>
        </p:nvGrpSpPr>
        <p:grpSpPr>
          <a:xfrm>
            <a:off x="3785552" y="5400361"/>
            <a:ext cx="173355" cy="265747"/>
            <a:chOff x="948690" y="2681764"/>
            <a:chExt cx="173355" cy="265747"/>
          </a:xfrm>
        </p:grpSpPr>
        <p:sp>
          <p:nvSpPr>
            <p:cNvPr id="19" name="19 path"/>
            <p:cNvSpPr/>
            <p:nvPr/>
          </p:nvSpPr>
          <p:spPr>
            <a:xfrm>
              <a:off x="948690" y="2681764"/>
              <a:ext cx="173355" cy="265747"/>
            </a:xfrm>
            <a:custGeom>
              <a:avLst/>
              <a:gdLst/>
              <a:ahLst/>
              <a:cxnLst/>
              <a:rect l="0" t="0" r="0" b="0"/>
              <a:pathLst>
                <a:path w="173355" h="265747">
                  <a:moveTo>
                    <a:pt x="0" y="0"/>
                  </a:moveTo>
                  <a:lnTo>
                    <a:pt x="113348" y="0"/>
                  </a:lnTo>
                  <a:lnTo>
                    <a:pt x="173355" y="66437"/>
                  </a:lnTo>
                  <a:lnTo>
                    <a:pt x="173355" y="265747"/>
                  </a:lnTo>
                  <a:lnTo>
                    <a:pt x="0" y="265747"/>
                  </a:lnTo>
                  <a:close/>
                </a:path>
              </a:pathLst>
            </a:custGeom>
            <a:solidFill>
              <a:srgbClr val="F9FCFF"/>
            </a:solidFill>
            <a:ln w="13335">
              <a:solidFill>
                <a:srgbClr val="003496"/>
              </a:solidFill>
            </a:ln>
          </p:spPr>
        </p:sp>
        <p:sp>
          <p:nvSpPr>
            <p:cNvPr id="20" name="20 path"/>
            <p:cNvSpPr/>
            <p:nvPr/>
          </p:nvSpPr>
          <p:spPr>
            <a:xfrm>
              <a:off x="1062038" y="2681764"/>
              <a:ext cx="60007" cy="73819"/>
            </a:xfrm>
            <a:custGeom>
              <a:avLst/>
              <a:gdLst/>
              <a:ahLst/>
              <a:cxnLst/>
              <a:rect l="0" t="0" r="0" b="0"/>
              <a:pathLst>
                <a:path w="60007" h="73819">
                  <a:moveTo>
                    <a:pt x="0" y="0"/>
                  </a:moveTo>
                  <a:lnTo>
                    <a:pt x="0" y="73819"/>
                  </a:lnTo>
                  <a:lnTo>
                    <a:pt x="60007" y="73819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  <p:sp>
          <p:nvSpPr>
            <p:cNvPr id="21" name="21 path"/>
            <p:cNvSpPr/>
            <p:nvPr/>
          </p:nvSpPr>
          <p:spPr>
            <a:xfrm>
              <a:off x="982028" y="2799874"/>
              <a:ext cx="93345" cy="95"/>
            </a:xfrm>
            <a:custGeom>
              <a:avLst/>
              <a:gdLst/>
              <a:ahLst/>
              <a:cxnLst/>
              <a:rect l="0" t="0" r="0" b="0"/>
              <a:pathLst>
                <a:path w="93345" h="95">
                  <a:moveTo>
                    <a:pt x="0" y="0"/>
                  </a:moveTo>
                  <a:lnTo>
                    <a:pt x="93345" y="0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  <p:sp>
          <p:nvSpPr>
            <p:cNvPr id="22" name="22 path"/>
            <p:cNvSpPr/>
            <p:nvPr/>
          </p:nvSpPr>
          <p:spPr>
            <a:xfrm>
              <a:off x="982028" y="2836783"/>
              <a:ext cx="93345" cy="95"/>
            </a:xfrm>
            <a:custGeom>
              <a:avLst/>
              <a:gdLst/>
              <a:ahLst/>
              <a:cxnLst/>
              <a:rect l="0" t="0" r="0" b="0"/>
              <a:pathLst>
                <a:path w="93345" h="95">
                  <a:moveTo>
                    <a:pt x="0" y="0"/>
                  </a:moveTo>
                  <a:lnTo>
                    <a:pt x="93345" y="0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  <p:sp>
          <p:nvSpPr>
            <p:cNvPr id="23" name="23 path"/>
            <p:cNvSpPr/>
            <p:nvPr/>
          </p:nvSpPr>
          <p:spPr>
            <a:xfrm>
              <a:off x="982028" y="2873693"/>
              <a:ext cx="93345" cy="95"/>
            </a:xfrm>
            <a:custGeom>
              <a:avLst/>
              <a:gdLst/>
              <a:ahLst/>
              <a:cxnLst/>
              <a:rect l="0" t="0" r="0" b="0"/>
              <a:pathLst>
                <a:path w="93345" h="95">
                  <a:moveTo>
                    <a:pt x="0" y="0"/>
                  </a:moveTo>
                  <a:lnTo>
                    <a:pt x="93345" y="0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  <p:sp>
          <p:nvSpPr>
            <p:cNvPr id="24" name="24 path"/>
            <p:cNvSpPr/>
            <p:nvPr/>
          </p:nvSpPr>
          <p:spPr>
            <a:xfrm>
              <a:off x="982028" y="2910602"/>
              <a:ext cx="93345" cy="95"/>
            </a:xfrm>
            <a:custGeom>
              <a:avLst/>
              <a:gdLst/>
              <a:ahLst/>
              <a:cxnLst/>
              <a:rect l="0" t="0" r="0" b="0"/>
              <a:pathLst>
                <a:path w="93345" h="95">
                  <a:moveTo>
                    <a:pt x="0" y="0"/>
                  </a:moveTo>
                  <a:lnTo>
                    <a:pt x="93345" y="0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</p:grpSp>
      <p:sp>
        <p:nvSpPr>
          <p:cNvPr id="25" name="25 model.py"/>
          <p:cNvSpPr/>
          <p:nvPr/>
        </p:nvSpPr>
        <p:spPr>
          <a:xfrm>
            <a:off x="4151312" y="5414172"/>
            <a:ext cx="107632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model.py</a:t>
            </a:r>
          </a:p>
        </p:txBody>
      </p:sp>
      <p:sp>
        <p:nvSpPr>
          <p:cNvPr id="26" name="26 path"/>
          <p:cNvSpPr/>
          <p:nvPr/>
        </p:nvSpPr>
        <p:spPr>
          <a:xfrm>
            <a:off x="3465512" y="5928522"/>
            <a:ext cx="142875" cy="95"/>
          </a:xfrm>
          <a:custGeom>
            <a:avLst/>
            <a:gdLst/>
            <a:ahLst/>
            <a:cxnLst/>
            <a:rect l="0" t="0" r="0" b="0"/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3335">
            <a:solidFill>
              <a:srgbClr val="587394"/>
            </a:solidFill>
          </a:ln>
        </p:spPr>
      </p:sp>
      <p:sp>
        <p:nvSpPr>
          <p:cNvPr id="27" name="27 rect"/>
          <p:cNvSpPr/>
          <p:nvPr/>
        </p:nvSpPr>
        <p:spPr>
          <a:xfrm>
            <a:off x="4037012" y="5757072"/>
            <a:ext cx="1190625" cy="333375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 w="0">
            <a:noFill/>
          </a:ln>
        </p:spPr>
      </p:sp>
      <p:grpSp>
        <p:nvGrpSpPr>
          <p:cNvPr id="470" name="icon-document-27"/>
          <p:cNvGrpSpPr/>
          <p:nvPr/>
        </p:nvGrpSpPr>
        <p:grpSpPr>
          <a:xfrm>
            <a:off x="3785552" y="5781361"/>
            <a:ext cx="173355" cy="265747"/>
            <a:chOff x="948690" y="3062764"/>
            <a:chExt cx="173355" cy="265747"/>
          </a:xfrm>
        </p:grpSpPr>
        <p:sp>
          <p:nvSpPr>
            <p:cNvPr id="28" name="28 path"/>
            <p:cNvSpPr/>
            <p:nvPr/>
          </p:nvSpPr>
          <p:spPr>
            <a:xfrm>
              <a:off x="948690" y="3062764"/>
              <a:ext cx="173355" cy="265747"/>
            </a:xfrm>
            <a:custGeom>
              <a:avLst/>
              <a:gdLst/>
              <a:ahLst/>
              <a:cxnLst/>
              <a:rect l="0" t="0" r="0" b="0"/>
              <a:pathLst>
                <a:path w="173355" h="265747">
                  <a:moveTo>
                    <a:pt x="0" y="0"/>
                  </a:moveTo>
                  <a:lnTo>
                    <a:pt x="113348" y="0"/>
                  </a:lnTo>
                  <a:lnTo>
                    <a:pt x="173355" y="66437"/>
                  </a:lnTo>
                  <a:lnTo>
                    <a:pt x="173355" y="265747"/>
                  </a:lnTo>
                  <a:lnTo>
                    <a:pt x="0" y="265747"/>
                  </a:lnTo>
                  <a:close/>
                </a:path>
              </a:pathLst>
            </a:custGeom>
            <a:solidFill>
              <a:srgbClr val="F9FCFF"/>
            </a:solidFill>
            <a:ln w="13335">
              <a:solidFill>
                <a:srgbClr val="003496"/>
              </a:solidFill>
            </a:ln>
          </p:spPr>
        </p:sp>
        <p:sp>
          <p:nvSpPr>
            <p:cNvPr id="29" name="29 path"/>
            <p:cNvSpPr/>
            <p:nvPr/>
          </p:nvSpPr>
          <p:spPr>
            <a:xfrm>
              <a:off x="1062038" y="3062764"/>
              <a:ext cx="60007" cy="73819"/>
            </a:xfrm>
            <a:custGeom>
              <a:avLst/>
              <a:gdLst/>
              <a:ahLst/>
              <a:cxnLst/>
              <a:rect l="0" t="0" r="0" b="0"/>
              <a:pathLst>
                <a:path w="60007" h="73819">
                  <a:moveTo>
                    <a:pt x="0" y="0"/>
                  </a:moveTo>
                  <a:lnTo>
                    <a:pt x="0" y="73819"/>
                  </a:lnTo>
                  <a:lnTo>
                    <a:pt x="60007" y="73819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  <p:sp>
          <p:nvSpPr>
            <p:cNvPr id="30" name="30 path"/>
            <p:cNvSpPr/>
            <p:nvPr/>
          </p:nvSpPr>
          <p:spPr>
            <a:xfrm>
              <a:off x="982028" y="3180874"/>
              <a:ext cx="93345" cy="95"/>
            </a:xfrm>
            <a:custGeom>
              <a:avLst/>
              <a:gdLst/>
              <a:ahLst/>
              <a:cxnLst/>
              <a:rect l="0" t="0" r="0" b="0"/>
              <a:pathLst>
                <a:path w="93345" h="95">
                  <a:moveTo>
                    <a:pt x="0" y="0"/>
                  </a:moveTo>
                  <a:lnTo>
                    <a:pt x="93345" y="0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  <p:sp>
          <p:nvSpPr>
            <p:cNvPr id="31" name="31 path"/>
            <p:cNvSpPr/>
            <p:nvPr/>
          </p:nvSpPr>
          <p:spPr>
            <a:xfrm>
              <a:off x="982028" y="3217783"/>
              <a:ext cx="93345" cy="95"/>
            </a:xfrm>
            <a:custGeom>
              <a:avLst/>
              <a:gdLst/>
              <a:ahLst/>
              <a:cxnLst/>
              <a:rect l="0" t="0" r="0" b="0"/>
              <a:pathLst>
                <a:path w="93345" h="95">
                  <a:moveTo>
                    <a:pt x="0" y="0"/>
                  </a:moveTo>
                  <a:lnTo>
                    <a:pt x="93345" y="0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  <p:sp>
          <p:nvSpPr>
            <p:cNvPr id="32" name="32 path"/>
            <p:cNvSpPr/>
            <p:nvPr/>
          </p:nvSpPr>
          <p:spPr>
            <a:xfrm>
              <a:off x="982028" y="3254693"/>
              <a:ext cx="93345" cy="95"/>
            </a:xfrm>
            <a:custGeom>
              <a:avLst/>
              <a:gdLst/>
              <a:ahLst/>
              <a:cxnLst/>
              <a:rect l="0" t="0" r="0" b="0"/>
              <a:pathLst>
                <a:path w="93345" h="95">
                  <a:moveTo>
                    <a:pt x="0" y="0"/>
                  </a:moveTo>
                  <a:lnTo>
                    <a:pt x="93345" y="0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  <p:sp>
          <p:nvSpPr>
            <p:cNvPr id="33" name="33 path"/>
            <p:cNvSpPr/>
            <p:nvPr/>
          </p:nvSpPr>
          <p:spPr>
            <a:xfrm>
              <a:off x="982028" y="3291602"/>
              <a:ext cx="93345" cy="95"/>
            </a:xfrm>
            <a:custGeom>
              <a:avLst/>
              <a:gdLst/>
              <a:ahLst/>
              <a:cxnLst/>
              <a:rect l="0" t="0" r="0" b="0"/>
              <a:pathLst>
                <a:path w="93345" h="95">
                  <a:moveTo>
                    <a:pt x="0" y="0"/>
                  </a:moveTo>
                  <a:lnTo>
                    <a:pt x="93345" y="0"/>
                  </a:lnTo>
                </a:path>
              </a:pathLst>
            </a:custGeom>
            <a:noFill/>
            <a:ln w="10001">
              <a:solidFill>
                <a:srgbClr val="003496"/>
              </a:solidFill>
            </a:ln>
          </p:spPr>
        </p:sp>
      </p:grpSp>
      <p:sp>
        <p:nvSpPr>
          <p:cNvPr id="34" name="34 data.py"/>
          <p:cNvSpPr/>
          <p:nvPr/>
        </p:nvSpPr>
        <p:spPr>
          <a:xfrm>
            <a:off x="4151312" y="5795172"/>
            <a:ext cx="107632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data.py</a:t>
            </a:r>
          </a:p>
        </p:txBody>
      </p:sp>
      <p:sp>
        <p:nvSpPr>
          <p:cNvPr id="35" name="35 path"/>
          <p:cNvSpPr/>
          <p:nvPr/>
        </p:nvSpPr>
        <p:spPr>
          <a:xfrm>
            <a:off x="3465512" y="6223797"/>
            <a:ext cx="133350" cy="95"/>
          </a:xfrm>
          <a:custGeom>
            <a:avLst/>
            <a:gdLst/>
            <a:ahLst/>
            <a:cxnLst/>
            <a:rect l="0" t="0" r="0" b="0"/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3335">
            <a:solidFill>
              <a:srgbClr val="587394"/>
            </a:solidFill>
          </a:ln>
        </p:spPr>
      </p:sp>
      <p:sp>
        <p:nvSpPr>
          <p:cNvPr id="36" name="36 …  …"/>
          <p:cNvSpPr/>
          <p:nvPr/>
        </p:nvSpPr>
        <p:spPr>
          <a:xfrm>
            <a:off x="3751262" y="6099972"/>
            <a:ext cx="1304925" cy="2834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  …</a:t>
            </a:r>
          </a:p>
        </p:txBody>
      </p:sp>
      <p:sp>
        <p:nvSpPr>
          <p:cNvPr id="37" name="37 Target Frameworks"/>
          <p:cNvSpPr/>
          <p:nvPr/>
        </p:nvSpPr>
        <p:spPr>
          <a:xfrm>
            <a:off x="3217862" y="6576222"/>
            <a:ext cx="219075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Target Frameworks</a:t>
            </a:r>
          </a:p>
        </p:txBody>
      </p:sp>
      <p:sp>
        <p:nvSpPr>
          <p:cNvPr id="38" name="38 &amp; Languages"/>
          <p:cNvSpPr/>
          <p:nvPr/>
        </p:nvSpPr>
        <p:spPr>
          <a:xfrm>
            <a:off x="3217862" y="6796250"/>
            <a:ext cx="219075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 Languages</a:t>
            </a:r>
          </a:p>
        </p:txBody>
      </p:sp>
      <p:sp>
        <p:nvSpPr>
          <p:cNvPr id="39" name="39 rect"/>
          <p:cNvSpPr/>
          <p:nvPr/>
        </p:nvSpPr>
        <p:spPr>
          <a:xfrm>
            <a:off x="3227387" y="7138197"/>
            <a:ext cx="102870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F2F6FA"/>
              </a:gs>
              <a:gs pos="100000">
                <a:srgbClr val="FBFCFD"/>
              </a:gs>
            </a:gsLst>
            <a:lin ang="5400000"/>
          </a:gradFill>
          <a:ln w="9525">
            <a:solidFill>
              <a:srgbClr val="DEE4EC"/>
            </a:solidFill>
          </a:ln>
        </p:spPr>
      </p:sp>
      <p:sp>
        <p:nvSpPr>
          <p:cNvPr id="40" name="40 rect"/>
          <p:cNvSpPr/>
          <p:nvPr/>
        </p:nvSpPr>
        <p:spPr>
          <a:xfrm>
            <a:off x="4341812" y="7138197"/>
            <a:ext cx="102870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F2F6FA"/>
              </a:gs>
              <a:gs pos="100000">
                <a:srgbClr val="FBFCFD"/>
              </a:gs>
            </a:gsLst>
            <a:lin ang="5400000"/>
          </a:gradFill>
          <a:ln w="9525">
            <a:solidFill>
              <a:srgbClr val="DEE4EC"/>
            </a:solidFill>
          </a:ln>
        </p:spPr>
      </p:sp>
      <p:sp>
        <p:nvSpPr>
          <p:cNvPr id="41" name="41 rect"/>
          <p:cNvSpPr/>
          <p:nvPr/>
        </p:nvSpPr>
        <p:spPr>
          <a:xfrm>
            <a:off x="3227387" y="7947822"/>
            <a:ext cx="102870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F2F6FA"/>
              </a:gs>
              <a:gs pos="100000">
                <a:srgbClr val="FBFCFD"/>
              </a:gs>
            </a:gsLst>
            <a:lin ang="5400000"/>
          </a:gradFill>
          <a:ln w="9525">
            <a:solidFill>
              <a:srgbClr val="DEE4EC"/>
            </a:solidFill>
          </a:ln>
        </p:spPr>
      </p:sp>
      <p:sp>
        <p:nvSpPr>
          <p:cNvPr id="42" name="42 rect"/>
          <p:cNvSpPr/>
          <p:nvPr/>
        </p:nvSpPr>
        <p:spPr>
          <a:xfrm>
            <a:off x="4341812" y="7947822"/>
            <a:ext cx="1028700" cy="723900"/>
          </a:xfrm>
          <a:prstGeom prst="roundRect">
            <a:avLst>
              <a:gd name="adj" fmla="val 11842"/>
            </a:avLst>
          </a:prstGeom>
          <a:gradFill>
            <a:gsLst>
              <a:gs pos="0">
                <a:srgbClr val="F2F6FA"/>
              </a:gs>
              <a:gs pos="100000">
                <a:srgbClr val="FBFCFD"/>
              </a:gs>
            </a:gsLst>
            <a:lin ang="5400000"/>
          </a:gradFill>
          <a:ln w="9525">
            <a:solidFill>
              <a:srgbClr val="DEE4EC"/>
            </a:solidFill>
          </a:ln>
        </p:spPr>
      </p:sp>
      <p:grpSp>
        <p:nvGrpSpPr>
          <p:cNvPr id="471" name="icon-mindspore-42"/>
          <p:cNvGrpSpPr/>
          <p:nvPr/>
        </p:nvGrpSpPr>
        <p:grpSpPr>
          <a:xfrm>
            <a:off x="3494087" y="7245322"/>
            <a:ext cx="523875" cy="290576"/>
            <a:chOff x="657225" y="4526725"/>
            <a:chExt cx="523875" cy="290576"/>
          </a:xfrm>
        </p:grpSpPr>
        <p:sp>
          <p:nvSpPr>
            <p:cNvPr id="43" name="43 mindspore vector path"/>
            <p:cNvSpPr/>
            <p:nvPr/>
          </p:nvSpPr>
          <p:spPr>
            <a:xfrm>
              <a:off x="657225" y="4526725"/>
              <a:ext cx="523875" cy="290576"/>
            </a:xfrm>
            <a:custGeom>
              <a:avLst/>
              <a:gdLst/>
              <a:ahLst/>
              <a:cxnLst/>
              <a:rect l="0" t="0" r="0" b="0"/>
              <a:pathLst>
                <a:path w="523875" h="290576">
                  <a:moveTo>
                    <a:pt x="494908" y="0"/>
                  </a:moveTo>
                  <a:lnTo>
                    <a:pt x="488946" y="368"/>
                  </a:lnTo>
                  <a:lnTo>
                    <a:pt x="483482" y="1445"/>
                  </a:lnTo>
                  <a:lnTo>
                    <a:pt x="478570" y="3192"/>
                  </a:lnTo>
                  <a:lnTo>
                    <a:pt x="474265" y="5571"/>
                  </a:lnTo>
                  <a:lnTo>
                    <a:pt x="470620" y="8543"/>
                  </a:lnTo>
                  <a:lnTo>
                    <a:pt x="467690" y="12068"/>
                  </a:lnTo>
                  <a:lnTo>
                    <a:pt x="465530" y="16108"/>
                  </a:lnTo>
                  <a:lnTo>
                    <a:pt x="464194" y="20623"/>
                  </a:lnTo>
                  <a:lnTo>
                    <a:pt x="463737" y="25574"/>
                  </a:lnTo>
                  <a:lnTo>
                    <a:pt x="463737" y="25574"/>
                  </a:lnTo>
                  <a:lnTo>
                    <a:pt x="464215" y="30146"/>
                  </a:lnTo>
                  <a:lnTo>
                    <a:pt x="465552" y="34175"/>
                  </a:lnTo>
                  <a:lnTo>
                    <a:pt x="467606" y="37698"/>
                  </a:lnTo>
                  <a:lnTo>
                    <a:pt x="470231" y="40749"/>
                  </a:lnTo>
                  <a:lnTo>
                    <a:pt x="473284" y="43363"/>
                  </a:lnTo>
                  <a:lnTo>
                    <a:pt x="476622" y="45576"/>
                  </a:lnTo>
                  <a:lnTo>
                    <a:pt x="480099" y="47422"/>
                  </a:lnTo>
                  <a:lnTo>
                    <a:pt x="483573" y="48938"/>
                  </a:lnTo>
                  <a:lnTo>
                    <a:pt x="483573" y="48938"/>
                  </a:lnTo>
                  <a:lnTo>
                    <a:pt x="486483" y="50070"/>
                  </a:lnTo>
                  <a:lnTo>
                    <a:pt x="489256" y="51124"/>
                  </a:lnTo>
                  <a:lnTo>
                    <a:pt x="491815" y="52141"/>
                  </a:lnTo>
                  <a:lnTo>
                    <a:pt x="494082" y="53161"/>
                  </a:lnTo>
                  <a:lnTo>
                    <a:pt x="495981" y="54226"/>
                  </a:lnTo>
                  <a:lnTo>
                    <a:pt x="497432" y="55376"/>
                  </a:lnTo>
                  <a:lnTo>
                    <a:pt x="498360" y="56652"/>
                  </a:lnTo>
                  <a:lnTo>
                    <a:pt x="498687" y="58094"/>
                  </a:lnTo>
                  <a:lnTo>
                    <a:pt x="498687" y="58094"/>
                  </a:lnTo>
                  <a:lnTo>
                    <a:pt x="498581" y="59204"/>
                  </a:lnTo>
                  <a:lnTo>
                    <a:pt x="498254" y="60166"/>
                  </a:lnTo>
                  <a:lnTo>
                    <a:pt x="497690" y="60980"/>
                  </a:lnTo>
                  <a:lnTo>
                    <a:pt x="496876" y="61646"/>
                  </a:lnTo>
                  <a:lnTo>
                    <a:pt x="495796" y="62164"/>
                  </a:lnTo>
                  <a:lnTo>
                    <a:pt x="494436" y="62534"/>
                  </a:lnTo>
                  <a:lnTo>
                    <a:pt x="492781" y="62756"/>
                  </a:lnTo>
                  <a:lnTo>
                    <a:pt x="490815" y="62830"/>
                  </a:lnTo>
                  <a:lnTo>
                    <a:pt x="490815" y="62830"/>
                  </a:lnTo>
                  <a:lnTo>
                    <a:pt x="488705" y="62711"/>
                  </a:lnTo>
                  <a:lnTo>
                    <a:pt x="486508" y="62351"/>
                  </a:lnTo>
                  <a:lnTo>
                    <a:pt x="484226" y="61748"/>
                  </a:lnTo>
                  <a:lnTo>
                    <a:pt x="481861" y="60896"/>
                  </a:lnTo>
                  <a:lnTo>
                    <a:pt x="479415" y="59793"/>
                  </a:lnTo>
                  <a:lnTo>
                    <a:pt x="476889" y="58434"/>
                  </a:lnTo>
                  <a:lnTo>
                    <a:pt x="474286" y="56817"/>
                  </a:lnTo>
                  <a:lnTo>
                    <a:pt x="471608" y="54937"/>
                  </a:lnTo>
                  <a:lnTo>
                    <a:pt x="471608" y="54937"/>
                  </a:lnTo>
                  <a:lnTo>
                    <a:pt x="459644" y="71670"/>
                  </a:lnTo>
                  <a:lnTo>
                    <a:pt x="462893" y="74049"/>
                  </a:lnTo>
                  <a:lnTo>
                    <a:pt x="466453" y="76195"/>
                  </a:lnTo>
                  <a:lnTo>
                    <a:pt x="470248" y="78081"/>
                  </a:lnTo>
                  <a:lnTo>
                    <a:pt x="474206" y="79682"/>
                  </a:lnTo>
                  <a:lnTo>
                    <a:pt x="478252" y="80973"/>
                  </a:lnTo>
                  <a:lnTo>
                    <a:pt x="482313" y="81927"/>
                  </a:lnTo>
                  <a:lnTo>
                    <a:pt x="486316" y="82518"/>
                  </a:lnTo>
                  <a:lnTo>
                    <a:pt x="490185" y="82721"/>
                  </a:lnTo>
                  <a:lnTo>
                    <a:pt x="490185" y="82721"/>
                  </a:lnTo>
                  <a:lnTo>
                    <a:pt x="496484" y="82388"/>
                  </a:lnTo>
                  <a:lnTo>
                    <a:pt x="502152" y="81421"/>
                  </a:lnTo>
                  <a:lnTo>
                    <a:pt x="507182" y="79866"/>
                  </a:lnTo>
                  <a:lnTo>
                    <a:pt x="511565" y="77771"/>
                  </a:lnTo>
                  <a:lnTo>
                    <a:pt x="515295" y="75183"/>
                  </a:lnTo>
                  <a:lnTo>
                    <a:pt x="518364" y="72151"/>
                  </a:lnTo>
                  <a:lnTo>
                    <a:pt x="520764" y="68720"/>
                  </a:lnTo>
                  <a:lnTo>
                    <a:pt x="522487" y="64939"/>
                  </a:lnTo>
                  <a:lnTo>
                    <a:pt x="523527" y="60855"/>
                  </a:lnTo>
                  <a:lnTo>
                    <a:pt x="523875" y="56516"/>
                  </a:lnTo>
                  <a:lnTo>
                    <a:pt x="523875" y="56516"/>
                  </a:lnTo>
                  <a:lnTo>
                    <a:pt x="523397" y="51561"/>
                  </a:lnTo>
                  <a:lnTo>
                    <a:pt x="522055" y="47310"/>
                  </a:lnTo>
                  <a:lnTo>
                    <a:pt x="519990" y="43695"/>
                  </a:lnTo>
                  <a:lnTo>
                    <a:pt x="517342" y="40650"/>
                  </a:lnTo>
                  <a:lnTo>
                    <a:pt x="514251" y="38108"/>
                  </a:lnTo>
                  <a:lnTo>
                    <a:pt x="510857" y="36003"/>
                  </a:lnTo>
                  <a:lnTo>
                    <a:pt x="507302" y="34268"/>
                  </a:lnTo>
                  <a:lnTo>
                    <a:pt x="503724" y="32836"/>
                  </a:lnTo>
                  <a:lnTo>
                    <a:pt x="503724" y="32836"/>
                  </a:lnTo>
                  <a:lnTo>
                    <a:pt x="500828" y="31822"/>
                  </a:lnTo>
                  <a:lnTo>
                    <a:pt x="498091" y="30882"/>
                  </a:lnTo>
                  <a:lnTo>
                    <a:pt x="495583" y="29972"/>
                  </a:lnTo>
                  <a:lnTo>
                    <a:pt x="493373" y="29047"/>
                  </a:lnTo>
                  <a:lnTo>
                    <a:pt x="491533" y="28063"/>
                  </a:lnTo>
                  <a:lnTo>
                    <a:pt x="490131" y="26976"/>
                  </a:lnTo>
                  <a:lnTo>
                    <a:pt x="489239" y="25740"/>
                  </a:lnTo>
                  <a:lnTo>
                    <a:pt x="488926" y="24312"/>
                  </a:lnTo>
                  <a:lnTo>
                    <a:pt x="488926" y="24312"/>
                  </a:lnTo>
                  <a:lnTo>
                    <a:pt x="489037" y="23215"/>
                  </a:lnTo>
                  <a:lnTo>
                    <a:pt x="489366" y="22289"/>
                  </a:lnTo>
                  <a:lnTo>
                    <a:pt x="489914" y="21525"/>
                  </a:lnTo>
                  <a:lnTo>
                    <a:pt x="490677" y="20917"/>
                  </a:lnTo>
                  <a:lnTo>
                    <a:pt x="491655" y="20457"/>
                  </a:lnTo>
                  <a:lnTo>
                    <a:pt x="492844" y="20137"/>
                  </a:lnTo>
                  <a:lnTo>
                    <a:pt x="494244" y="19951"/>
                  </a:lnTo>
                  <a:lnTo>
                    <a:pt x="495852" y="19890"/>
                  </a:lnTo>
                  <a:lnTo>
                    <a:pt x="495852" y="19890"/>
                  </a:lnTo>
                  <a:lnTo>
                    <a:pt x="497711" y="20007"/>
                  </a:lnTo>
                  <a:lnTo>
                    <a:pt x="499624" y="20349"/>
                  </a:lnTo>
                  <a:lnTo>
                    <a:pt x="501584" y="20906"/>
                  </a:lnTo>
                  <a:lnTo>
                    <a:pt x="503586" y="21666"/>
                  </a:lnTo>
                  <a:lnTo>
                    <a:pt x="505626" y="22619"/>
                  </a:lnTo>
                  <a:lnTo>
                    <a:pt x="507697" y="23753"/>
                  </a:lnTo>
                  <a:lnTo>
                    <a:pt x="509793" y="25058"/>
                  </a:lnTo>
                  <a:lnTo>
                    <a:pt x="511910" y="26521"/>
                  </a:lnTo>
                  <a:lnTo>
                    <a:pt x="511910" y="26521"/>
                  </a:lnTo>
                  <a:lnTo>
                    <a:pt x="523875" y="10419"/>
                  </a:lnTo>
                  <a:lnTo>
                    <a:pt x="521171" y="8476"/>
                  </a:lnTo>
                  <a:lnTo>
                    <a:pt x="518242" y="6594"/>
                  </a:lnTo>
                  <a:lnTo>
                    <a:pt x="515070" y="4833"/>
                  </a:lnTo>
                  <a:lnTo>
                    <a:pt x="511635" y="3256"/>
                  </a:lnTo>
                  <a:lnTo>
                    <a:pt x="507920" y="1923"/>
                  </a:lnTo>
                  <a:lnTo>
                    <a:pt x="503906" y="895"/>
                  </a:lnTo>
                  <a:lnTo>
                    <a:pt x="499575" y="234"/>
                  </a:lnTo>
                  <a:lnTo>
                    <a:pt x="494908" y="0"/>
                  </a:lnTo>
                  <a:close/>
                  <a:moveTo>
                    <a:pt x="318516" y="52994"/>
                  </a:moveTo>
                  <a:lnTo>
                    <a:pt x="273537" y="52994"/>
                  </a:lnTo>
                  <a:lnTo>
                    <a:pt x="273519" y="52994"/>
                  </a:lnTo>
                  <a:lnTo>
                    <a:pt x="218573" y="192996"/>
                  </a:lnTo>
                  <a:lnTo>
                    <a:pt x="163627" y="52994"/>
                  </a:lnTo>
                  <a:lnTo>
                    <a:pt x="118631" y="52994"/>
                  </a:lnTo>
                  <a:lnTo>
                    <a:pt x="101428" y="243841"/>
                  </a:lnTo>
                  <a:lnTo>
                    <a:pt x="146424" y="243841"/>
                  </a:lnTo>
                  <a:lnTo>
                    <a:pt x="155882" y="138914"/>
                  </a:lnTo>
                  <a:lnTo>
                    <a:pt x="199928" y="240505"/>
                  </a:lnTo>
                  <a:lnTo>
                    <a:pt x="199898" y="240579"/>
                  </a:lnTo>
                  <a:lnTo>
                    <a:pt x="199960" y="240579"/>
                  </a:lnTo>
                  <a:lnTo>
                    <a:pt x="237187" y="240579"/>
                  </a:lnTo>
                  <a:lnTo>
                    <a:pt x="237248" y="240579"/>
                  </a:lnTo>
                  <a:lnTo>
                    <a:pt x="237219" y="240505"/>
                  </a:lnTo>
                  <a:lnTo>
                    <a:pt x="281279" y="138881"/>
                  </a:lnTo>
                  <a:lnTo>
                    <a:pt x="290740" y="243841"/>
                  </a:lnTo>
                  <a:lnTo>
                    <a:pt x="335736" y="243841"/>
                  </a:lnTo>
                  <a:lnTo>
                    <a:pt x="318533" y="52994"/>
                  </a:lnTo>
                  <a:lnTo>
                    <a:pt x="318516" y="52994"/>
                  </a:lnTo>
                  <a:close/>
                  <a:moveTo>
                    <a:pt x="0" y="22850"/>
                  </a:moveTo>
                  <a:lnTo>
                    <a:pt x="0" y="22910"/>
                  </a:lnTo>
                  <a:lnTo>
                    <a:pt x="0" y="52358"/>
                  </a:lnTo>
                  <a:lnTo>
                    <a:pt x="0" y="52651"/>
                  </a:lnTo>
                  <a:lnTo>
                    <a:pt x="0" y="288101"/>
                  </a:lnTo>
                  <a:lnTo>
                    <a:pt x="0" y="290576"/>
                  </a:lnTo>
                  <a:lnTo>
                    <a:pt x="74509" y="290576"/>
                  </a:lnTo>
                  <a:lnTo>
                    <a:pt x="74509" y="260580"/>
                  </a:lnTo>
                  <a:lnTo>
                    <a:pt x="29860" y="260580"/>
                  </a:lnTo>
                  <a:lnTo>
                    <a:pt x="29860" y="52651"/>
                  </a:lnTo>
                  <a:lnTo>
                    <a:pt x="74509" y="52651"/>
                  </a:lnTo>
                  <a:lnTo>
                    <a:pt x="74509" y="52358"/>
                  </a:lnTo>
                  <a:lnTo>
                    <a:pt x="74509" y="49896"/>
                  </a:lnTo>
                  <a:lnTo>
                    <a:pt x="74509" y="22910"/>
                  </a:lnTo>
                  <a:lnTo>
                    <a:pt x="74509" y="22850"/>
                  </a:lnTo>
                  <a:lnTo>
                    <a:pt x="0" y="22850"/>
                  </a:lnTo>
                  <a:close/>
                  <a:moveTo>
                    <a:pt x="362654" y="22850"/>
                  </a:moveTo>
                  <a:lnTo>
                    <a:pt x="362654" y="22910"/>
                  </a:lnTo>
                  <a:lnTo>
                    <a:pt x="362654" y="49896"/>
                  </a:lnTo>
                  <a:lnTo>
                    <a:pt x="362654" y="52358"/>
                  </a:lnTo>
                  <a:lnTo>
                    <a:pt x="362654" y="52651"/>
                  </a:lnTo>
                  <a:lnTo>
                    <a:pt x="407304" y="52651"/>
                  </a:lnTo>
                  <a:lnTo>
                    <a:pt x="407304" y="260580"/>
                  </a:lnTo>
                  <a:lnTo>
                    <a:pt x="362654" y="260580"/>
                  </a:lnTo>
                  <a:lnTo>
                    <a:pt x="362654" y="290576"/>
                  </a:lnTo>
                  <a:lnTo>
                    <a:pt x="437164" y="290576"/>
                  </a:lnTo>
                  <a:lnTo>
                    <a:pt x="437164" y="288101"/>
                  </a:lnTo>
                  <a:lnTo>
                    <a:pt x="437164" y="52651"/>
                  </a:lnTo>
                  <a:lnTo>
                    <a:pt x="437164" y="52358"/>
                  </a:lnTo>
                  <a:lnTo>
                    <a:pt x="437164" y="22910"/>
                  </a:lnTo>
                  <a:lnTo>
                    <a:pt x="437164" y="22850"/>
                  </a:lnTo>
                  <a:lnTo>
                    <a:pt x="362654" y="22850"/>
                  </a:lnTo>
                  <a:close/>
                </a:path>
              </a:pathLst>
            </a:custGeom>
            <a:solidFill>
              <a:srgbClr val="73B3FF"/>
            </a:solidFill>
            <a:ln w="0">
              <a:noFill/>
            </a:ln>
          </p:spPr>
        </p:sp>
        <p:sp>
          <p:nvSpPr>
            <p:cNvPr id="44" name="44 mindspore vector path"/>
            <p:cNvSpPr/>
            <p:nvPr/>
          </p:nvSpPr>
          <p:spPr>
            <a:xfrm>
              <a:off x="657225" y="4526725"/>
              <a:ext cx="523875" cy="290576"/>
            </a:xfrm>
            <a:custGeom>
              <a:avLst/>
              <a:gdLst/>
              <a:ahLst/>
              <a:cxnLst/>
              <a:rect l="0" t="0" r="0" b="0"/>
              <a:pathLst>
                <a:path w="523875" h="290576">
                  <a:moveTo>
                    <a:pt x="155882" y="138915"/>
                  </a:moveTo>
                  <a:lnTo>
                    <a:pt x="163627" y="52994"/>
                  </a:lnTo>
                  <a:lnTo>
                    <a:pt x="218573" y="192996"/>
                  </a:lnTo>
                  <a:lnTo>
                    <a:pt x="199927" y="240505"/>
                  </a:lnTo>
                  <a:lnTo>
                    <a:pt x="155882" y="138915"/>
                  </a:lnTo>
                  <a:close/>
                </a:path>
              </a:pathLst>
            </a:custGeom>
            <a:solidFill>
              <a:srgbClr val="56B0E4"/>
            </a:solidFill>
            <a:ln w="0">
              <a:noFill/>
            </a:ln>
          </p:spPr>
        </p:sp>
        <p:sp>
          <p:nvSpPr>
            <p:cNvPr id="45" name="45 mindspore vector path"/>
            <p:cNvSpPr/>
            <p:nvPr/>
          </p:nvSpPr>
          <p:spPr>
            <a:xfrm>
              <a:off x="657225" y="4526725"/>
              <a:ext cx="523875" cy="290576"/>
            </a:xfrm>
            <a:custGeom>
              <a:avLst/>
              <a:gdLst/>
              <a:ahLst/>
              <a:cxnLst/>
              <a:rect l="0" t="0" r="0" b="0"/>
              <a:pathLst>
                <a:path w="523875" h="290576">
                  <a:moveTo>
                    <a:pt x="281279" y="138881"/>
                  </a:moveTo>
                  <a:lnTo>
                    <a:pt x="318533" y="52994"/>
                  </a:lnTo>
                  <a:lnTo>
                    <a:pt x="335736" y="243842"/>
                  </a:lnTo>
                  <a:lnTo>
                    <a:pt x="290740" y="243842"/>
                  </a:lnTo>
                  <a:lnTo>
                    <a:pt x="281279" y="138881"/>
                  </a:lnTo>
                  <a:close/>
                </a:path>
              </a:pathLst>
            </a:custGeom>
            <a:solidFill>
              <a:srgbClr val="509AE6"/>
            </a:solidFill>
            <a:ln w="0">
              <a:noFill/>
            </a:ln>
          </p:spPr>
        </p:sp>
      </p:grpSp>
      <p:sp>
        <p:nvSpPr>
          <p:cNvPr id="46" name="46 MindSpore"/>
          <p:cNvSpPr/>
          <p:nvPr/>
        </p:nvSpPr>
        <p:spPr>
          <a:xfrm>
            <a:off x="3284537" y="7595397"/>
            <a:ext cx="92392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MindSpore</a:t>
            </a:r>
          </a:p>
        </p:txBody>
      </p:sp>
      <p:grpSp>
        <p:nvGrpSpPr>
          <p:cNvPr id="472" name="icon-jax-46"/>
          <p:cNvGrpSpPr/>
          <p:nvPr/>
        </p:nvGrpSpPr>
        <p:grpSpPr>
          <a:xfrm>
            <a:off x="4589462" y="7237824"/>
            <a:ext cx="514350" cy="296045"/>
            <a:chOff x="1752600" y="4519227"/>
            <a:chExt cx="514350" cy="296045"/>
          </a:xfrm>
        </p:grpSpPr>
        <p:sp>
          <p:nvSpPr>
            <p:cNvPr id="47" name="47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57150" y="148017"/>
                  </a:moveTo>
                  <a:lnTo>
                    <a:pt x="28575" y="197368"/>
                  </a:lnTo>
                  <a:lnTo>
                    <a:pt x="85725" y="197368"/>
                  </a:lnTo>
                  <a:lnTo>
                    <a:pt x="114300" y="148017"/>
                  </a:lnTo>
                  <a:lnTo>
                    <a:pt x="57150" y="148017"/>
                  </a:lnTo>
                  <a:close/>
                </a:path>
              </a:pathLst>
            </a:custGeom>
            <a:solidFill>
              <a:srgbClr val="5E97F6"/>
            </a:solidFill>
            <a:ln w="0">
              <a:noFill/>
            </a:ln>
          </p:spPr>
        </p:sp>
        <p:sp>
          <p:nvSpPr>
            <p:cNvPr id="48" name="48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0" y="246706"/>
                  </a:moveTo>
                  <a:lnTo>
                    <a:pt x="28575" y="197368"/>
                  </a:lnTo>
                  <a:lnTo>
                    <a:pt x="85725" y="197368"/>
                  </a:lnTo>
                  <a:lnTo>
                    <a:pt x="57150" y="246706"/>
                  </a:lnTo>
                  <a:lnTo>
                    <a:pt x="0" y="246706"/>
                  </a:lnTo>
                  <a:close/>
                </a:path>
              </a:pathLst>
            </a:custGeom>
            <a:solidFill>
              <a:srgbClr val="5E97F6"/>
            </a:solidFill>
            <a:ln w="0">
              <a:noFill/>
            </a:ln>
          </p:spPr>
        </p:sp>
        <p:sp>
          <p:nvSpPr>
            <p:cNvPr id="49" name="49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142875" y="197368"/>
                  </a:moveTo>
                  <a:lnTo>
                    <a:pt x="85725" y="197368"/>
                  </a:lnTo>
                  <a:lnTo>
                    <a:pt x="57150" y="246706"/>
                  </a:lnTo>
                  <a:lnTo>
                    <a:pt x="114300" y="246706"/>
                  </a:lnTo>
                  <a:lnTo>
                    <a:pt x="142875" y="197368"/>
                  </a:lnTo>
                  <a:close/>
                </a:path>
              </a:pathLst>
            </a:custGeom>
            <a:solidFill>
              <a:srgbClr val="5E97F6"/>
            </a:solidFill>
            <a:ln w="0">
              <a:noFill/>
            </a:ln>
          </p:spPr>
        </p:sp>
        <p:sp>
          <p:nvSpPr>
            <p:cNvPr id="50" name="50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00025" y="197368"/>
                  </a:moveTo>
                  <a:lnTo>
                    <a:pt x="142875" y="197368"/>
                  </a:lnTo>
                  <a:lnTo>
                    <a:pt x="114300" y="246706"/>
                  </a:lnTo>
                  <a:lnTo>
                    <a:pt x="171451" y="246706"/>
                  </a:lnTo>
                  <a:lnTo>
                    <a:pt x="200025" y="197368"/>
                  </a:lnTo>
                  <a:close/>
                </a:path>
              </a:pathLst>
            </a:custGeom>
            <a:solidFill>
              <a:srgbClr val="5E97F6"/>
            </a:solidFill>
            <a:ln w="0">
              <a:noFill/>
            </a:ln>
          </p:spPr>
        </p:sp>
        <p:sp>
          <p:nvSpPr>
            <p:cNvPr id="51" name="51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171451" y="148017"/>
                  </a:moveTo>
                  <a:lnTo>
                    <a:pt x="142875" y="197368"/>
                  </a:lnTo>
                  <a:lnTo>
                    <a:pt x="200025" y="197368"/>
                  </a:lnTo>
                  <a:lnTo>
                    <a:pt x="228600" y="148017"/>
                  </a:lnTo>
                  <a:lnTo>
                    <a:pt x="171451" y="148017"/>
                  </a:lnTo>
                  <a:close/>
                </a:path>
              </a:pathLst>
            </a:custGeom>
            <a:solidFill>
              <a:srgbClr val="5E97F6"/>
            </a:solidFill>
            <a:ln w="0">
              <a:noFill/>
            </a:ln>
          </p:spPr>
        </p:sp>
        <p:sp>
          <p:nvSpPr>
            <p:cNvPr id="52" name="52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00025" y="98678"/>
                  </a:moveTo>
                  <a:lnTo>
                    <a:pt x="171451" y="148017"/>
                  </a:lnTo>
                  <a:lnTo>
                    <a:pt x="228600" y="148017"/>
                  </a:lnTo>
                  <a:lnTo>
                    <a:pt x="257175" y="98678"/>
                  </a:lnTo>
                  <a:lnTo>
                    <a:pt x="200025" y="98678"/>
                  </a:lnTo>
                  <a:close/>
                </a:path>
              </a:pathLst>
            </a:custGeom>
            <a:solidFill>
              <a:srgbClr val="5E97F6"/>
            </a:solidFill>
            <a:ln w="0">
              <a:noFill/>
            </a:ln>
          </p:spPr>
        </p:sp>
        <p:sp>
          <p:nvSpPr>
            <p:cNvPr id="53" name="53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28600" y="49339"/>
                  </a:moveTo>
                  <a:lnTo>
                    <a:pt x="200025" y="98678"/>
                  </a:lnTo>
                  <a:lnTo>
                    <a:pt x="257175" y="98678"/>
                  </a:lnTo>
                  <a:lnTo>
                    <a:pt x="285750" y="49339"/>
                  </a:lnTo>
                  <a:lnTo>
                    <a:pt x="228600" y="49339"/>
                  </a:lnTo>
                  <a:close/>
                </a:path>
              </a:pathLst>
            </a:custGeom>
            <a:solidFill>
              <a:srgbClr val="5E97F6"/>
            </a:solidFill>
            <a:ln w="0">
              <a:noFill/>
            </a:ln>
          </p:spPr>
        </p:sp>
        <p:sp>
          <p:nvSpPr>
            <p:cNvPr id="54" name="54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57175" y="0"/>
                  </a:moveTo>
                  <a:lnTo>
                    <a:pt x="228600" y="49339"/>
                  </a:lnTo>
                  <a:lnTo>
                    <a:pt x="285750" y="49339"/>
                  </a:lnTo>
                  <a:lnTo>
                    <a:pt x="314325" y="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5E97F6"/>
            </a:solidFill>
            <a:ln w="0">
              <a:noFill/>
            </a:ln>
          </p:spPr>
        </p:sp>
        <p:sp>
          <p:nvSpPr>
            <p:cNvPr id="55" name="55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0" y="246706"/>
                  </a:moveTo>
                  <a:lnTo>
                    <a:pt x="28575" y="296045"/>
                  </a:lnTo>
                  <a:lnTo>
                    <a:pt x="85725" y="296045"/>
                  </a:lnTo>
                  <a:lnTo>
                    <a:pt x="57150" y="246706"/>
                  </a:lnTo>
                  <a:lnTo>
                    <a:pt x="0" y="246706"/>
                  </a:lnTo>
                  <a:close/>
                </a:path>
              </a:pathLst>
            </a:custGeom>
            <a:solidFill>
              <a:srgbClr val="2A56C6"/>
            </a:solidFill>
            <a:ln w="0">
              <a:noFill/>
            </a:ln>
          </p:spPr>
        </p:sp>
        <p:sp>
          <p:nvSpPr>
            <p:cNvPr id="56" name="56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142875" y="296045"/>
                  </a:moveTo>
                  <a:lnTo>
                    <a:pt x="85725" y="296045"/>
                  </a:lnTo>
                  <a:lnTo>
                    <a:pt x="57150" y="246706"/>
                  </a:lnTo>
                  <a:lnTo>
                    <a:pt x="114300" y="246706"/>
                  </a:lnTo>
                  <a:lnTo>
                    <a:pt x="142875" y="296045"/>
                  </a:lnTo>
                  <a:close/>
                </a:path>
              </a:pathLst>
            </a:custGeom>
            <a:solidFill>
              <a:srgbClr val="2A56C6"/>
            </a:solidFill>
            <a:ln w="0">
              <a:noFill/>
            </a:ln>
          </p:spPr>
        </p:sp>
        <p:sp>
          <p:nvSpPr>
            <p:cNvPr id="57" name="57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00025" y="296045"/>
                  </a:moveTo>
                  <a:lnTo>
                    <a:pt x="142875" y="296045"/>
                  </a:lnTo>
                  <a:lnTo>
                    <a:pt x="114300" y="246706"/>
                  </a:lnTo>
                  <a:lnTo>
                    <a:pt x="171451" y="246706"/>
                  </a:lnTo>
                  <a:lnTo>
                    <a:pt x="200025" y="296045"/>
                  </a:lnTo>
                  <a:close/>
                </a:path>
              </a:pathLst>
            </a:custGeom>
            <a:solidFill>
              <a:srgbClr val="2A56C6"/>
            </a:solidFill>
            <a:ln w="0">
              <a:noFill/>
            </a:ln>
          </p:spPr>
        </p:sp>
        <p:sp>
          <p:nvSpPr>
            <p:cNvPr id="58" name="58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28600" y="246706"/>
                  </a:moveTo>
                  <a:lnTo>
                    <a:pt x="200025" y="197368"/>
                  </a:lnTo>
                  <a:lnTo>
                    <a:pt x="171451" y="246706"/>
                  </a:lnTo>
                  <a:lnTo>
                    <a:pt x="200025" y="296045"/>
                  </a:lnTo>
                  <a:lnTo>
                    <a:pt x="228600" y="246706"/>
                  </a:ln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</p:sp>
        <p:sp>
          <p:nvSpPr>
            <p:cNvPr id="59" name="59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85750" y="148017"/>
                  </a:moveTo>
                  <a:lnTo>
                    <a:pt x="257175" y="98678"/>
                  </a:lnTo>
                  <a:lnTo>
                    <a:pt x="228600" y="148017"/>
                  </a:lnTo>
                  <a:lnTo>
                    <a:pt x="285750" y="148017"/>
                  </a:ln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</p:sp>
        <p:sp>
          <p:nvSpPr>
            <p:cNvPr id="60" name="60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85750" y="49339"/>
                  </a:moveTo>
                  <a:lnTo>
                    <a:pt x="257175" y="98678"/>
                  </a:lnTo>
                  <a:lnTo>
                    <a:pt x="285750" y="148017"/>
                  </a:lnTo>
                  <a:lnTo>
                    <a:pt x="314325" y="98678"/>
                  </a:lnTo>
                  <a:lnTo>
                    <a:pt x="285750" y="49339"/>
                  </a:ln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</p:sp>
        <p:sp>
          <p:nvSpPr>
            <p:cNvPr id="61" name="61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142875" y="197368"/>
                  </a:moveTo>
                  <a:lnTo>
                    <a:pt x="114300" y="148017"/>
                  </a:lnTo>
                  <a:lnTo>
                    <a:pt x="85725" y="197368"/>
                  </a:lnTo>
                  <a:lnTo>
                    <a:pt x="142875" y="197368"/>
                  </a:lnTo>
                  <a:close/>
                </a:path>
              </a:pathLst>
            </a:custGeom>
            <a:solidFill>
              <a:srgbClr val="3367D6"/>
            </a:solidFill>
            <a:ln w="0">
              <a:noFill/>
            </a:ln>
          </p:spPr>
        </p:sp>
        <p:sp>
          <p:nvSpPr>
            <p:cNvPr id="62" name="62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85750" y="148017"/>
                  </a:moveTo>
                  <a:lnTo>
                    <a:pt x="228600" y="148017"/>
                  </a:lnTo>
                  <a:lnTo>
                    <a:pt x="200025" y="197368"/>
                  </a:lnTo>
                  <a:lnTo>
                    <a:pt x="257175" y="197368"/>
                  </a:lnTo>
                  <a:lnTo>
                    <a:pt x="285750" y="148017"/>
                  </a:lnTo>
                  <a:close/>
                </a:path>
              </a:pathLst>
            </a:custGeom>
            <a:solidFill>
              <a:srgbClr val="26A69A"/>
            </a:solidFill>
            <a:ln w="0">
              <a:noFill/>
            </a:ln>
          </p:spPr>
        </p:sp>
        <p:sp>
          <p:nvSpPr>
            <p:cNvPr id="63" name="63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342900" y="148017"/>
                  </a:moveTo>
                  <a:lnTo>
                    <a:pt x="285750" y="148017"/>
                  </a:lnTo>
                  <a:lnTo>
                    <a:pt x="257175" y="197368"/>
                  </a:lnTo>
                  <a:lnTo>
                    <a:pt x="314325" y="197368"/>
                  </a:lnTo>
                  <a:lnTo>
                    <a:pt x="342900" y="148017"/>
                  </a:lnTo>
                  <a:close/>
                </a:path>
              </a:pathLst>
            </a:custGeom>
            <a:solidFill>
              <a:srgbClr val="26A69A"/>
            </a:solidFill>
            <a:ln w="0">
              <a:noFill/>
            </a:ln>
          </p:spPr>
        </p:sp>
        <p:sp>
          <p:nvSpPr>
            <p:cNvPr id="64" name="64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00051" y="49339"/>
                  </a:moveTo>
                  <a:lnTo>
                    <a:pt x="371475" y="0"/>
                  </a:lnTo>
                  <a:lnTo>
                    <a:pt x="342900" y="49339"/>
                  </a:lnTo>
                  <a:lnTo>
                    <a:pt x="371475" y="98678"/>
                  </a:lnTo>
                  <a:lnTo>
                    <a:pt x="400051" y="49339"/>
                  </a:lnTo>
                  <a:close/>
                </a:path>
              </a:pathLst>
            </a:custGeom>
            <a:solidFill>
              <a:srgbClr val="9C27B0"/>
            </a:solidFill>
            <a:ln w="0">
              <a:noFill/>
            </a:ln>
          </p:spPr>
        </p:sp>
        <p:sp>
          <p:nvSpPr>
            <p:cNvPr id="65" name="65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28625" y="98678"/>
                  </a:moveTo>
                  <a:lnTo>
                    <a:pt x="400051" y="49339"/>
                  </a:lnTo>
                  <a:lnTo>
                    <a:pt x="371475" y="98678"/>
                  </a:lnTo>
                  <a:lnTo>
                    <a:pt x="400051" y="148017"/>
                  </a:lnTo>
                  <a:lnTo>
                    <a:pt x="428625" y="98678"/>
                  </a:lnTo>
                  <a:close/>
                </a:path>
              </a:pathLst>
            </a:custGeom>
            <a:solidFill>
              <a:srgbClr val="9C27B0"/>
            </a:solidFill>
            <a:ln w="0">
              <a:noFill/>
            </a:ln>
          </p:spPr>
        </p:sp>
        <p:sp>
          <p:nvSpPr>
            <p:cNvPr id="66" name="66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57200" y="148017"/>
                  </a:moveTo>
                  <a:lnTo>
                    <a:pt x="428625" y="98678"/>
                  </a:lnTo>
                  <a:lnTo>
                    <a:pt x="400051" y="148017"/>
                  </a:lnTo>
                  <a:lnTo>
                    <a:pt x="428625" y="197368"/>
                  </a:lnTo>
                  <a:lnTo>
                    <a:pt x="457200" y="148017"/>
                  </a:lnTo>
                  <a:close/>
                </a:path>
              </a:pathLst>
            </a:custGeom>
            <a:solidFill>
              <a:srgbClr val="9C27B0"/>
            </a:solidFill>
            <a:ln w="0">
              <a:noFill/>
            </a:ln>
          </p:spPr>
        </p:sp>
        <p:sp>
          <p:nvSpPr>
            <p:cNvPr id="67" name="67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85775" y="197368"/>
                  </a:moveTo>
                  <a:lnTo>
                    <a:pt x="457200" y="148017"/>
                  </a:lnTo>
                  <a:lnTo>
                    <a:pt x="428625" y="197368"/>
                  </a:lnTo>
                  <a:lnTo>
                    <a:pt x="457200" y="246706"/>
                  </a:lnTo>
                  <a:lnTo>
                    <a:pt x="485775" y="197368"/>
                  </a:lnTo>
                  <a:close/>
                </a:path>
              </a:pathLst>
            </a:custGeom>
            <a:solidFill>
              <a:srgbClr val="9C27B0"/>
            </a:solidFill>
            <a:ln w="0">
              <a:noFill/>
            </a:ln>
          </p:spPr>
        </p:sp>
        <p:sp>
          <p:nvSpPr>
            <p:cNvPr id="68" name="68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514350" y="246706"/>
                  </a:moveTo>
                  <a:lnTo>
                    <a:pt x="485775" y="197368"/>
                  </a:lnTo>
                  <a:lnTo>
                    <a:pt x="457200" y="246706"/>
                  </a:lnTo>
                  <a:lnTo>
                    <a:pt x="485775" y="296045"/>
                  </a:lnTo>
                  <a:lnTo>
                    <a:pt x="514350" y="246706"/>
                  </a:lnTo>
                  <a:close/>
                </a:path>
              </a:pathLst>
            </a:custGeom>
            <a:solidFill>
              <a:srgbClr val="9C27B0"/>
            </a:solidFill>
            <a:ln w="0">
              <a:noFill/>
            </a:ln>
          </p:spPr>
        </p:sp>
        <p:sp>
          <p:nvSpPr>
            <p:cNvPr id="69" name="69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85775" y="0"/>
                  </a:moveTo>
                  <a:lnTo>
                    <a:pt x="457200" y="49339"/>
                  </a:lnTo>
                  <a:lnTo>
                    <a:pt x="485775" y="98678"/>
                  </a:lnTo>
                  <a:lnTo>
                    <a:pt x="514350" y="49339"/>
                  </a:lnTo>
                  <a:lnTo>
                    <a:pt x="485775" y="0"/>
                  </a:lnTo>
                  <a:close/>
                </a:path>
              </a:pathLst>
            </a:custGeom>
            <a:solidFill>
              <a:srgbClr val="9C27B0"/>
            </a:solidFill>
            <a:ln w="0">
              <a:noFill/>
            </a:ln>
          </p:spPr>
        </p:sp>
        <p:sp>
          <p:nvSpPr>
            <p:cNvPr id="70" name="70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28625" y="98678"/>
                  </a:moveTo>
                  <a:lnTo>
                    <a:pt x="457200" y="49339"/>
                  </a:lnTo>
                  <a:lnTo>
                    <a:pt x="485775" y="98678"/>
                  </a:lnTo>
                  <a:lnTo>
                    <a:pt x="457200" y="148017"/>
                  </a:lnTo>
                  <a:lnTo>
                    <a:pt x="428625" y="98678"/>
                  </a:lnTo>
                  <a:close/>
                </a:path>
              </a:pathLst>
            </a:custGeom>
            <a:solidFill>
              <a:srgbClr val="9C27B0"/>
            </a:solidFill>
            <a:ln w="0">
              <a:noFill/>
            </a:ln>
          </p:spPr>
        </p:sp>
        <p:sp>
          <p:nvSpPr>
            <p:cNvPr id="71" name="71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00051" y="148017"/>
                  </a:moveTo>
                  <a:lnTo>
                    <a:pt x="371475" y="197368"/>
                  </a:lnTo>
                  <a:lnTo>
                    <a:pt x="400051" y="246706"/>
                  </a:lnTo>
                  <a:lnTo>
                    <a:pt x="428625" y="197368"/>
                  </a:lnTo>
                  <a:lnTo>
                    <a:pt x="400051" y="148017"/>
                  </a:lnTo>
                  <a:close/>
                </a:path>
              </a:pathLst>
            </a:custGeom>
            <a:solidFill>
              <a:srgbClr val="9C27B0"/>
            </a:solidFill>
            <a:ln w="0">
              <a:noFill/>
            </a:ln>
          </p:spPr>
        </p:sp>
        <p:sp>
          <p:nvSpPr>
            <p:cNvPr id="72" name="72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371475" y="296045"/>
                  </a:moveTo>
                  <a:lnTo>
                    <a:pt x="342900" y="246706"/>
                  </a:lnTo>
                  <a:lnTo>
                    <a:pt x="371475" y="197368"/>
                  </a:lnTo>
                  <a:lnTo>
                    <a:pt x="400051" y="246706"/>
                  </a:lnTo>
                  <a:lnTo>
                    <a:pt x="371475" y="296045"/>
                  </a:lnTo>
                  <a:close/>
                </a:path>
              </a:pathLst>
            </a:custGeom>
            <a:solidFill>
              <a:srgbClr val="9C27B0"/>
            </a:solidFill>
            <a:ln w="0">
              <a:noFill/>
            </a:ln>
          </p:spPr>
        </p:sp>
        <p:sp>
          <p:nvSpPr>
            <p:cNvPr id="73" name="73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314325" y="296045"/>
                  </a:moveTo>
                  <a:lnTo>
                    <a:pt x="285750" y="246706"/>
                  </a:lnTo>
                  <a:lnTo>
                    <a:pt x="342900" y="246706"/>
                  </a:lnTo>
                  <a:lnTo>
                    <a:pt x="371475" y="296045"/>
                  </a:lnTo>
                  <a:lnTo>
                    <a:pt x="314325" y="296045"/>
                  </a:lnTo>
                  <a:close/>
                </a:path>
              </a:pathLst>
            </a:custGeom>
            <a:solidFill>
              <a:srgbClr val="6A1B9A"/>
            </a:solidFill>
            <a:ln w="0">
              <a:noFill/>
            </a:ln>
          </p:spPr>
        </p:sp>
        <p:sp>
          <p:nvSpPr>
            <p:cNvPr id="74" name="74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257175" y="197368"/>
                  </a:moveTo>
                  <a:lnTo>
                    <a:pt x="200025" y="197368"/>
                  </a:lnTo>
                  <a:lnTo>
                    <a:pt x="228600" y="246706"/>
                  </a:lnTo>
                  <a:lnTo>
                    <a:pt x="285750" y="246706"/>
                  </a:lnTo>
                  <a:lnTo>
                    <a:pt x="257175" y="197368"/>
                  </a:lnTo>
                  <a:close/>
                </a:path>
              </a:pathLst>
            </a:custGeom>
            <a:solidFill>
              <a:srgbClr val="00695C"/>
            </a:solidFill>
            <a:ln w="0">
              <a:noFill/>
            </a:ln>
          </p:spPr>
        </p:sp>
        <p:sp>
          <p:nvSpPr>
            <p:cNvPr id="75" name="75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314325" y="197368"/>
                  </a:moveTo>
                  <a:lnTo>
                    <a:pt x="257175" y="197368"/>
                  </a:lnTo>
                  <a:lnTo>
                    <a:pt x="285750" y="246706"/>
                  </a:lnTo>
                  <a:lnTo>
                    <a:pt x="314325" y="197368"/>
                  </a:lnTo>
                  <a:close/>
                </a:path>
              </a:pathLst>
            </a:custGeom>
            <a:solidFill>
              <a:srgbClr val="00695C"/>
            </a:solidFill>
            <a:ln w="0">
              <a:noFill/>
            </a:ln>
          </p:spPr>
        </p:sp>
        <p:sp>
          <p:nvSpPr>
            <p:cNvPr id="76" name="76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314325" y="98678"/>
                  </a:moveTo>
                  <a:lnTo>
                    <a:pt x="342900" y="148017"/>
                  </a:lnTo>
                  <a:lnTo>
                    <a:pt x="400051" y="148017"/>
                  </a:lnTo>
                  <a:lnTo>
                    <a:pt x="371475" y="98678"/>
                  </a:lnTo>
                  <a:lnTo>
                    <a:pt x="314325" y="98678"/>
                  </a:lnTo>
                  <a:close/>
                </a:path>
              </a:pathLst>
            </a:custGeom>
            <a:solidFill>
              <a:srgbClr val="00695C"/>
            </a:solidFill>
            <a:ln w="0">
              <a:noFill/>
            </a:ln>
          </p:spPr>
        </p:sp>
        <p:sp>
          <p:nvSpPr>
            <p:cNvPr id="77" name="77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342900" y="49339"/>
                  </a:moveTo>
                  <a:lnTo>
                    <a:pt x="285750" y="49339"/>
                  </a:lnTo>
                  <a:lnTo>
                    <a:pt x="314325" y="98678"/>
                  </a:lnTo>
                  <a:lnTo>
                    <a:pt x="371475" y="98678"/>
                  </a:lnTo>
                  <a:lnTo>
                    <a:pt x="342900" y="49339"/>
                  </a:lnTo>
                  <a:close/>
                </a:path>
              </a:pathLst>
            </a:custGeom>
            <a:solidFill>
              <a:srgbClr val="00695C"/>
            </a:solidFill>
            <a:ln w="0">
              <a:noFill/>
            </a:ln>
          </p:spPr>
        </p:sp>
        <p:sp>
          <p:nvSpPr>
            <p:cNvPr id="78" name="78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85775" y="296045"/>
                  </a:moveTo>
                  <a:lnTo>
                    <a:pt x="457200" y="246706"/>
                  </a:lnTo>
                  <a:lnTo>
                    <a:pt x="400051" y="246706"/>
                  </a:lnTo>
                  <a:lnTo>
                    <a:pt x="428625" y="296045"/>
                  </a:lnTo>
                  <a:lnTo>
                    <a:pt x="485775" y="296045"/>
                  </a:lnTo>
                  <a:close/>
                </a:path>
              </a:pathLst>
            </a:custGeom>
            <a:solidFill>
              <a:srgbClr val="00695C"/>
            </a:solidFill>
            <a:ln w="0">
              <a:noFill/>
            </a:ln>
          </p:spPr>
        </p:sp>
        <p:sp>
          <p:nvSpPr>
            <p:cNvPr id="79" name="79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28625" y="197368"/>
                  </a:moveTo>
                  <a:lnTo>
                    <a:pt x="400051" y="246706"/>
                  </a:lnTo>
                  <a:lnTo>
                    <a:pt x="457200" y="246706"/>
                  </a:lnTo>
                  <a:lnTo>
                    <a:pt x="428625" y="197368"/>
                  </a:lnTo>
                  <a:close/>
                </a:path>
              </a:pathLst>
            </a:custGeom>
            <a:solidFill>
              <a:srgbClr val="00695C"/>
            </a:solidFill>
            <a:ln w="0">
              <a:noFill/>
            </a:ln>
          </p:spPr>
        </p:sp>
        <p:sp>
          <p:nvSpPr>
            <p:cNvPr id="80" name="80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371475" y="0"/>
                  </a:moveTo>
                  <a:lnTo>
                    <a:pt x="314325" y="0"/>
                  </a:lnTo>
                  <a:lnTo>
                    <a:pt x="285750" y="49339"/>
                  </a:lnTo>
                  <a:lnTo>
                    <a:pt x="342900" y="49339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A80FC"/>
            </a:solidFill>
            <a:ln w="0">
              <a:noFill/>
            </a:ln>
          </p:spPr>
        </p:sp>
        <p:sp>
          <p:nvSpPr>
            <p:cNvPr id="81" name="81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371475" y="197368"/>
                  </a:moveTo>
                  <a:lnTo>
                    <a:pt x="314325" y="197368"/>
                  </a:lnTo>
                  <a:lnTo>
                    <a:pt x="285750" y="246706"/>
                  </a:lnTo>
                  <a:lnTo>
                    <a:pt x="342900" y="246706"/>
                  </a:lnTo>
                  <a:lnTo>
                    <a:pt x="371475" y="197368"/>
                  </a:lnTo>
                  <a:close/>
                </a:path>
              </a:pathLst>
            </a:custGeom>
            <a:solidFill>
              <a:srgbClr val="EA80FC"/>
            </a:solidFill>
            <a:ln w="0">
              <a:noFill/>
            </a:ln>
          </p:spPr>
        </p:sp>
        <p:sp>
          <p:nvSpPr>
            <p:cNvPr id="82" name="82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00051" y="148017"/>
                  </a:moveTo>
                  <a:lnTo>
                    <a:pt x="342900" y="148017"/>
                  </a:lnTo>
                  <a:lnTo>
                    <a:pt x="314325" y="197368"/>
                  </a:lnTo>
                  <a:lnTo>
                    <a:pt x="371475" y="197368"/>
                  </a:lnTo>
                  <a:lnTo>
                    <a:pt x="400051" y="148017"/>
                  </a:lnTo>
                  <a:close/>
                </a:path>
              </a:pathLst>
            </a:custGeom>
            <a:solidFill>
              <a:srgbClr val="EA80FC"/>
            </a:solidFill>
            <a:ln w="0">
              <a:noFill/>
            </a:ln>
          </p:spPr>
        </p:sp>
        <p:sp>
          <p:nvSpPr>
            <p:cNvPr id="83" name="83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85775" y="0"/>
                  </a:moveTo>
                  <a:lnTo>
                    <a:pt x="428625" y="0"/>
                  </a:lnTo>
                  <a:lnTo>
                    <a:pt x="400051" y="49339"/>
                  </a:lnTo>
                  <a:lnTo>
                    <a:pt x="457200" y="49339"/>
                  </a:lnTo>
                  <a:lnTo>
                    <a:pt x="485775" y="0"/>
                  </a:lnTo>
                  <a:close/>
                </a:path>
              </a:pathLst>
            </a:custGeom>
            <a:solidFill>
              <a:srgbClr val="EA80FC"/>
            </a:solidFill>
            <a:ln w="0">
              <a:noFill/>
            </a:ln>
          </p:spPr>
        </p:sp>
        <p:sp>
          <p:nvSpPr>
            <p:cNvPr id="84" name="84 jax vector path"/>
            <p:cNvSpPr/>
            <p:nvPr/>
          </p:nvSpPr>
          <p:spPr>
            <a:xfrm>
              <a:off x="1752600" y="4519227"/>
              <a:ext cx="514350" cy="296045"/>
            </a:xfrm>
            <a:custGeom>
              <a:avLst/>
              <a:gdLst/>
              <a:ahLst/>
              <a:cxnLst/>
              <a:rect l="0" t="0" r="0" b="0"/>
              <a:pathLst>
                <a:path w="514350" h="296045">
                  <a:moveTo>
                    <a:pt x="428625" y="98678"/>
                  </a:moveTo>
                  <a:lnTo>
                    <a:pt x="400051" y="49339"/>
                  </a:lnTo>
                  <a:lnTo>
                    <a:pt x="457200" y="49339"/>
                  </a:lnTo>
                  <a:lnTo>
                    <a:pt x="428625" y="98678"/>
                  </a:lnTo>
                  <a:close/>
                </a:path>
              </a:pathLst>
            </a:custGeom>
            <a:solidFill>
              <a:srgbClr val="EA80FC"/>
            </a:solidFill>
            <a:ln w="0">
              <a:noFill/>
            </a:ln>
          </p:spPr>
        </p:sp>
      </p:grpSp>
      <p:sp>
        <p:nvSpPr>
          <p:cNvPr id="85" name="85 JAX"/>
          <p:cNvSpPr/>
          <p:nvPr/>
        </p:nvSpPr>
        <p:spPr>
          <a:xfrm>
            <a:off x="4418012" y="7595397"/>
            <a:ext cx="87630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JAX</a:t>
            </a:r>
          </a:p>
        </p:txBody>
      </p:sp>
      <p:grpSp>
        <p:nvGrpSpPr>
          <p:cNvPr id="473" name="icon-java-85"/>
          <p:cNvGrpSpPr/>
          <p:nvPr/>
        </p:nvGrpSpPr>
        <p:grpSpPr>
          <a:xfrm>
            <a:off x="3608387" y="8038262"/>
            <a:ext cx="285750" cy="362044"/>
            <a:chOff x="771525" y="5319665"/>
            <a:chExt cx="285750" cy="362044"/>
          </a:xfrm>
        </p:grpSpPr>
        <p:sp>
          <p:nvSpPr>
            <p:cNvPr id="86" name="86 java vector path"/>
            <p:cNvSpPr/>
            <p:nvPr/>
          </p:nvSpPr>
          <p:spPr>
            <a:xfrm>
              <a:off x="771525" y="5319665"/>
              <a:ext cx="285750" cy="362044"/>
            </a:xfrm>
            <a:custGeom>
              <a:avLst/>
              <a:gdLst/>
              <a:ahLst/>
              <a:cxnLst/>
              <a:rect l="0" t="0" r="0" b="0"/>
              <a:pathLst>
                <a:path w="285750" h="362044">
                  <a:moveTo>
                    <a:pt x="225534" y="62235"/>
                  </a:moveTo>
                  <a:lnTo>
                    <a:pt x="221548" y="64966"/>
                  </a:lnTo>
                  <a:lnTo>
                    <a:pt x="217600" y="67667"/>
                  </a:lnTo>
                  <a:lnTo>
                    <a:pt x="213665" y="70369"/>
                  </a:lnTo>
                  <a:lnTo>
                    <a:pt x="209722" y="73104"/>
                  </a:lnTo>
                  <a:lnTo>
                    <a:pt x="205747" y="75904"/>
                  </a:lnTo>
                  <a:lnTo>
                    <a:pt x="201717" y="78798"/>
                  </a:lnTo>
                  <a:lnTo>
                    <a:pt x="197609" y="81819"/>
                  </a:lnTo>
                  <a:lnTo>
                    <a:pt x="193401" y="84998"/>
                  </a:lnTo>
                  <a:lnTo>
                    <a:pt x="189870" y="87657"/>
                  </a:lnTo>
                  <a:lnTo>
                    <a:pt x="185961" y="90616"/>
                  </a:lnTo>
                  <a:lnTo>
                    <a:pt x="181926" y="93859"/>
                  </a:lnTo>
                  <a:lnTo>
                    <a:pt x="178016" y="97370"/>
                  </a:lnTo>
                  <a:lnTo>
                    <a:pt x="174482" y="101132"/>
                  </a:lnTo>
                  <a:lnTo>
                    <a:pt x="171575" y="105128"/>
                  </a:lnTo>
                  <a:lnTo>
                    <a:pt x="169545" y="109343"/>
                  </a:lnTo>
                  <a:lnTo>
                    <a:pt x="168643" y="113758"/>
                  </a:lnTo>
                  <a:lnTo>
                    <a:pt x="168918" y="118591"/>
                  </a:lnTo>
                  <a:lnTo>
                    <a:pt x="170235" y="123395"/>
                  </a:lnTo>
                  <a:lnTo>
                    <a:pt x="172323" y="128197"/>
                  </a:lnTo>
                  <a:lnTo>
                    <a:pt x="174914" y="133026"/>
                  </a:lnTo>
                  <a:lnTo>
                    <a:pt x="177737" y="137910"/>
                  </a:lnTo>
                  <a:lnTo>
                    <a:pt x="180523" y="142877"/>
                  </a:lnTo>
                  <a:lnTo>
                    <a:pt x="183003" y="147954"/>
                  </a:lnTo>
                  <a:lnTo>
                    <a:pt x="184906" y="153172"/>
                  </a:lnTo>
                  <a:lnTo>
                    <a:pt x="185963" y="158556"/>
                  </a:lnTo>
                  <a:lnTo>
                    <a:pt x="185904" y="164136"/>
                  </a:lnTo>
                  <a:lnTo>
                    <a:pt x="184460" y="169939"/>
                  </a:lnTo>
                  <a:lnTo>
                    <a:pt x="181361" y="175993"/>
                  </a:lnTo>
                  <a:lnTo>
                    <a:pt x="178917" y="179271"/>
                  </a:lnTo>
                  <a:lnTo>
                    <a:pt x="176112" y="182135"/>
                  </a:lnTo>
                  <a:lnTo>
                    <a:pt x="172962" y="184670"/>
                  </a:lnTo>
                  <a:lnTo>
                    <a:pt x="169483" y="186962"/>
                  </a:lnTo>
                  <a:lnTo>
                    <a:pt x="165691" y="189098"/>
                  </a:lnTo>
                  <a:lnTo>
                    <a:pt x="161603" y="191162"/>
                  </a:lnTo>
                  <a:lnTo>
                    <a:pt x="157234" y="193241"/>
                  </a:lnTo>
                  <a:lnTo>
                    <a:pt x="152601" y="195420"/>
                  </a:lnTo>
                  <a:lnTo>
                    <a:pt x="152355" y="194417"/>
                  </a:lnTo>
                  <a:lnTo>
                    <a:pt x="152575" y="193413"/>
                  </a:lnTo>
                  <a:lnTo>
                    <a:pt x="153158" y="192407"/>
                  </a:lnTo>
                  <a:lnTo>
                    <a:pt x="154002" y="191401"/>
                  </a:lnTo>
                  <a:lnTo>
                    <a:pt x="155003" y="190394"/>
                  </a:lnTo>
                  <a:lnTo>
                    <a:pt x="156060" y="189389"/>
                  </a:lnTo>
                  <a:lnTo>
                    <a:pt x="157071" y="188384"/>
                  </a:lnTo>
                  <a:lnTo>
                    <a:pt x="157932" y="187381"/>
                  </a:lnTo>
                  <a:lnTo>
                    <a:pt x="161009" y="182200"/>
                  </a:lnTo>
                  <a:lnTo>
                    <a:pt x="162816" y="177408"/>
                  </a:lnTo>
                  <a:lnTo>
                    <a:pt x="163509" y="172938"/>
                  </a:lnTo>
                  <a:lnTo>
                    <a:pt x="163246" y="168722"/>
                  </a:lnTo>
                  <a:lnTo>
                    <a:pt x="162182" y="164695"/>
                  </a:lnTo>
                  <a:lnTo>
                    <a:pt x="160475" y="160789"/>
                  </a:lnTo>
                  <a:lnTo>
                    <a:pt x="158282" y="156939"/>
                  </a:lnTo>
                  <a:lnTo>
                    <a:pt x="155759" y="153077"/>
                  </a:lnTo>
                  <a:lnTo>
                    <a:pt x="153064" y="149136"/>
                  </a:lnTo>
                  <a:lnTo>
                    <a:pt x="150353" y="145051"/>
                  </a:lnTo>
                  <a:lnTo>
                    <a:pt x="147783" y="140753"/>
                  </a:lnTo>
                  <a:lnTo>
                    <a:pt x="145512" y="136178"/>
                  </a:lnTo>
                  <a:lnTo>
                    <a:pt x="143695" y="131257"/>
                  </a:lnTo>
                  <a:lnTo>
                    <a:pt x="142490" y="125925"/>
                  </a:lnTo>
                  <a:lnTo>
                    <a:pt x="142053" y="120114"/>
                  </a:lnTo>
                  <a:lnTo>
                    <a:pt x="142543" y="113758"/>
                  </a:lnTo>
                  <a:lnTo>
                    <a:pt x="143947" y="107388"/>
                  </a:lnTo>
                  <a:lnTo>
                    <a:pt x="146113" y="101556"/>
                  </a:lnTo>
                  <a:lnTo>
                    <a:pt x="148983" y="96238"/>
                  </a:lnTo>
                  <a:lnTo>
                    <a:pt x="152504" y="91407"/>
                  </a:lnTo>
                  <a:lnTo>
                    <a:pt x="156621" y="87039"/>
                  </a:lnTo>
                  <a:lnTo>
                    <a:pt x="161279" y="83108"/>
                  </a:lnTo>
                  <a:lnTo>
                    <a:pt x="166423" y="79588"/>
                  </a:lnTo>
                  <a:lnTo>
                    <a:pt x="171998" y="76454"/>
                  </a:lnTo>
                  <a:lnTo>
                    <a:pt x="177949" y="73682"/>
                  </a:lnTo>
                  <a:lnTo>
                    <a:pt x="184221" y="71244"/>
                  </a:lnTo>
                  <a:lnTo>
                    <a:pt x="190760" y="69116"/>
                  </a:lnTo>
                  <a:lnTo>
                    <a:pt x="197511" y="67273"/>
                  </a:lnTo>
                  <a:lnTo>
                    <a:pt x="204419" y="65688"/>
                  </a:lnTo>
                  <a:lnTo>
                    <a:pt x="211429" y="64338"/>
                  </a:lnTo>
                  <a:lnTo>
                    <a:pt x="218485" y="63195"/>
                  </a:lnTo>
                  <a:lnTo>
                    <a:pt x="225534" y="62235"/>
                  </a:lnTo>
                  <a:close/>
                </a:path>
              </a:pathLst>
            </a:custGeom>
            <a:solidFill>
              <a:srgbClr val="FF1515"/>
            </a:solidFill>
            <a:ln w="0">
              <a:noFill/>
            </a:ln>
          </p:spPr>
        </p:sp>
        <p:sp>
          <p:nvSpPr>
            <p:cNvPr id="87" name="87 java vector path"/>
            <p:cNvSpPr/>
            <p:nvPr/>
          </p:nvSpPr>
          <p:spPr>
            <a:xfrm>
              <a:off x="771525" y="5319665"/>
              <a:ext cx="285750" cy="362044"/>
            </a:xfrm>
            <a:custGeom>
              <a:avLst/>
              <a:gdLst/>
              <a:ahLst/>
              <a:cxnLst/>
              <a:rect l="0" t="0" r="0" b="0"/>
              <a:pathLst>
                <a:path w="285750" h="362044">
                  <a:moveTo>
                    <a:pt x="165971" y="0"/>
                  </a:moveTo>
                  <a:lnTo>
                    <a:pt x="168159" y="2499"/>
                  </a:lnTo>
                  <a:lnTo>
                    <a:pt x="170183" y="5438"/>
                  </a:lnTo>
                  <a:lnTo>
                    <a:pt x="172002" y="8754"/>
                  </a:lnTo>
                  <a:lnTo>
                    <a:pt x="173578" y="12384"/>
                  </a:lnTo>
                  <a:lnTo>
                    <a:pt x="174872" y="16265"/>
                  </a:lnTo>
                  <a:lnTo>
                    <a:pt x="175845" y="20334"/>
                  </a:lnTo>
                  <a:lnTo>
                    <a:pt x="176457" y="24528"/>
                  </a:lnTo>
                  <a:lnTo>
                    <a:pt x="176670" y="28784"/>
                  </a:lnTo>
                  <a:lnTo>
                    <a:pt x="176187" y="35678"/>
                  </a:lnTo>
                  <a:lnTo>
                    <a:pt x="174806" y="42195"/>
                  </a:lnTo>
                  <a:lnTo>
                    <a:pt x="172628" y="48368"/>
                  </a:lnTo>
                  <a:lnTo>
                    <a:pt x="169754" y="54230"/>
                  </a:lnTo>
                  <a:lnTo>
                    <a:pt x="166286" y="59815"/>
                  </a:lnTo>
                  <a:lnTo>
                    <a:pt x="162323" y="65155"/>
                  </a:lnTo>
                  <a:lnTo>
                    <a:pt x="157969" y="70286"/>
                  </a:lnTo>
                  <a:lnTo>
                    <a:pt x="153323" y="75239"/>
                  </a:lnTo>
                  <a:lnTo>
                    <a:pt x="148487" y="80048"/>
                  </a:lnTo>
                  <a:lnTo>
                    <a:pt x="143562" y="84747"/>
                  </a:lnTo>
                  <a:lnTo>
                    <a:pt x="138649" y="89368"/>
                  </a:lnTo>
                  <a:lnTo>
                    <a:pt x="133850" y="93946"/>
                  </a:lnTo>
                  <a:lnTo>
                    <a:pt x="129266" y="98513"/>
                  </a:lnTo>
                  <a:lnTo>
                    <a:pt x="124997" y="103104"/>
                  </a:lnTo>
                  <a:lnTo>
                    <a:pt x="121145" y="107750"/>
                  </a:lnTo>
                  <a:lnTo>
                    <a:pt x="119583" y="109879"/>
                  </a:lnTo>
                  <a:lnTo>
                    <a:pt x="117978" y="112235"/>
                  </a:lnTo>
                  <a:lnTo>
                    <a:pt x="116406" y="114794"/>
                  </a:lnTo>
                  <a:lnTo>
                    <a:pt x="114946" y="117533"/>
                  </a:lnTo>
                  <a:lnTo>
                    <a:pt x="113676" y="120430"/>
                  </a:lnTo>
                  <a:lnTo>
                    <a:pt x="112672" y="123462"/>
                  </a:lnTo>
                  <a:lnTo>
                    <a:pt x="112013" y="126605"/>
                  </a:lnTo>
                  <a:lnTo>
                    <a:pt x="111776" y="129837"/>
                  </a:lnTo>
                  <a:lnTo>
                    <a:pt x="112345" y="135707"/>
                  </a:lnTo>
                  <a:lnTo>
                    <a:pt x="113922" y="141652"/>
                  </a:lnTo>
                  <a:lnTo>
                    <a:pt x="116309" y="147622"/>
                  </a:lnTo>
                  <a:lnTo>
                    <a:pt x="119310" y="153569"/>
                  </a:lnTo>
                  <a:lnTo>
                    <a:pt x="122729" y="159445"/>
                  </a:lnTo>
                  <a:lnTo>
                    <a:pt x="126367" y="165200"/>
                  </a:lnTo>
                  <a:lnTo>
                    <a:pt x="130030" y="170787"/>
                  </a:lnTo>
                  <a:lnTo>
                    <a:pt x="133520" y="176157"/>
                  </a:lnTo>
                  <a:lnTo>
                    <a:pt x="136640" y="181261"/>
                  </a:lnTo>
                  <a:lnTo>
                    <a:pt x="139194" y="186051"/>
                  </a:lnTo>
                  <a:lnTo>
                    <a:pt x="134540" y="182883"/>
                  </a:lnTo>
                  <a:lnTo>
                    <a:pt x="129657" y="179425"/>
                  </a:lnTo>
                  <a:lnTo>
                    <a:pt x="124632" y="175700"/>
                  </a:lnTo>
                  <a:lnTo>
                    <a:pt x="119551" y="171730"/>
                  </a:lnTo>
                  <a:lnTo>
                    <a:pt x="114499" y="167540"/>
                  </a:lnTo>
                  <a:lnTo>
                    <a:pt x="109564" y="163154"/>
                  </a:lnTo>
                  <a:lnTo>
                    <a:pt x="104832" y="158593"/>
                  </a:lnTo>
                  <a:lnTo>
                    <a:pt x="100388" y="153882"/>
                  </a:lnTo>
                  <a:lnTo>
                    <a:pt x="96826" y="149172"/>
                  </a:lnTo>
                  <a:lnTo>
                    <a:pt x="93396" y="143990"/>
                  </a:lnTo>
                  <a:lnTo>
                    <a:pt x="90279" y="138415"/>
                  </a:lnTo>
                  <a:lnTo>
                    <a:pt x="87657" y="132523"/>
                  </a:lnTo>
                  <a:lnTo>
                    <a:pt x="85712" y="126393"/>
                  </a:lnTo>
                  <a:lnTo>
                    <a:pt x="84626" y="120102"/>
                  </a:lnTo>
                  <a:lnTo>
                    <a:pt x="84582" y="113728"/>
                  </a:lnTo>
                  <a:lnTo>
                    <a:pt x="85762" y="107349"/>
                  </a:lnTo>
                  <a:lnTo>
                    <a:pt x="88347" y="101041"/>
                  </a:lnTo>
                  <a:lnTo>
                    <a:pt x="91444" y="96019"/>
                  </a:lnTo>
                  <a:lnTo>
                    <a:pt x="95161" y="91214"/>
                  </a:lnTo>
                  <a:lnTo>
                    <a:pt x="99411" y="86591"/>
                  </a:lnTo>
                  <a:lnTo>
                    <a:pt x="104108" y="82115"/>
                  </a:lnTo>
                  <a:lnTo>
                    <a:pt x="109166" y="77753"/>
                  </a:lnTo>
                  <a:lnTo>
                    <a:pt x="114498" y="73469"/>
                  </a:lnTo>
                  <a:lnTo>
                    <a:pt x="120019" y="69230"/>
                  </a:lnTo>
                  <a:lnTo>
                    <a:pt x="125642" y="65002"/>
                  </a:lnTo>
                  <a:lnTo>
                    <a:pt x="131281" y="60749"/>
                  </a:lnTo>
                  <a:lnTo>
                    <a:pt x="136849" y="56438"/>
                  </a:lnTo>
                  <a:lnTo>
                    <a:pt x="142261" y="52035"/>
                  </a:lnTo>
                  <a:lnTo>
                    <a:pt x="147430" y="47505"/>
                  </a:lnTo>
                  <a:lnTo>
                    <a:pt x="152270" y="42814"/>
                  </a:lnTo>
                  <a:lnTo>
                    <a:pt x="156694" y="37927"/>
                  </a:lnTo>
                  <a:lnTo>
                    <a:pt x="160617" y="32811"/>
                  </a:lnTo>
                  <a:lnTo>
                    <a:pt x="163952" y="27430"/>
                  </a:lnTo>
                  <a:lnTo>
                    <a:pt x="165418" y="24494"/>
                  </a:lnTo>
                  <a:lnTo>
                    <a:pt x="166723" y="21261"/>
                  </a:lnTo>
                  <a:lnTo>
                    <a:pt x="167774" y="17808"/>
                  </a:lnTo>
                  <a:lnTo>
                    <a:pt x="168480" y="14214"/>
                  </a:lnTo>
                  <a:lnTo>
                    <a:pt x="168745" y="10558"/>
                  </a:lnTo>
                  <a:lnTo>
                    <a:pt x="168478" y="6918"/>
                  </a:lnTo>
                  <a:lnTo>
                    <a:pt x="167584" y="3372"/>
                  </a:lnTo>
                  <a:lnTo>
                    <a:pt x="165971" y="0"/>
                  </a:lnTo>
                  <a:close/>
                </a:path>
              </a:pathLst>
            </a:custGeom>
            <a:solidFill>
              <a:srgbClr val="FF1515"/>
            </a:solidFill>
            <a:ln w="0">
              <a:noFill/>
            </a:ln>
          </p:spPr>
        </p:sp>
        <p:sp>
          <p:nvSpPr>
            <p:cNvPr id="88" name="88 java vector path"/>
            <p:cNvSpPr/>
            <p:nvPr/>
          </p:nvSpPr>
          <p:spPr>
            <a:xfrm>
              <a:off x="771525" y="5319665"/>
              <a:ext cx="285750" cy="362044"/>
            </a:xfrm>
            <a:custGeom>
              <a:avLst/>
              <a:gdLst/>
              <a:ahLst/>
              <a:cxnLst/>
              <a:rect l="0" t="0" r="0" b="0"/>
              <a:pathLst>
                <a:path w="285750" h="362044">
                  <a:moveTo>
                    <a:pt x="89266" y="183186"/>
                  </a:moveTo>
                  <a:lnTo>
                    <a:pt x="90592" y="182811"/>
                  </a:lnTo>
                  <a:lnTo>
                    <a:pt x="91899" y="182436"/>
                  </a:lnTo>
                  <a:lnTo>
                    <a:pt x="93183" y="182059"/>
                  </a:lnTo>
                  <a:lnTo>
                    <a:pt x="94439" y="181676"/>
                  </a:lnTo>
                  <a:lnTo>
                    <a:pt x="95659" y="181285"/>
                  </a:lnTo>
                  <a:lnTo>
                    <a:pt x="96840" y="180883"/>
                  </a:lnTo>
                  <a:lnTo>
                    <a:pt x="97974" y="180465"/>
                  </a:lnTo>
                  <a:lnTo>
                    <a:pt x="99058" y="180031"/>
                  </a:lnTo>
                  <a:lnTo>
                    <a:pt x="97761" y="179937"/>
                  </a:lnTo>
                  <a:lnTo>
                    <a:pt x="96463" y="179881"/>
                  </a:lnTo>
                  <a:lnTo>
                    <a:pt x="95166" y="179863"/>
                  </a:lnTo>
                  <a:lnTo>
                    <a:pt x="93869" y="179883"/>
                  </a:lnTo>
                  <a:lnTo>
                    <a:pt x="92573" y="179940"/>
                  </a:lnTo>
                  <a:lnTo>
                    <a:pt x="91279" y="180034"/>
                  </a:lnTo>
                  <a:lnTo>
                    <a:pt x="89987" y="180165"/>
                  </a:lnTo>
                  <a:lnTo>
                    <a:pt x="88698" y="180333"/>
                  </a:lnTo>
                  <a:lnTo>
                    <a:pt x="88068" y="180400"/>
                  </a:lnTo>
                  <a:lnTo>
                    <a:pt x="87460" y="180464"/>
                  </a:lnTo>
                  <a:lnTo>
                    <a:pt x="86873" y="180524"/>
                  </a:lnTo>
                  <a:lnTo>
                    <a:pt x="86310" y="180576"/>
                  </a:lnTo>
                  <a:lnTo>
                    <a:pt x="85772" y="180621"/>
                  </a:lnTo>
                  <a:lnTo>
                    <a:pt x="85260" y="180654"/>
                  </a:lnTo>
                  <a:lnTo>
                    <a:pt x="84776" y="180676"/>
                  </a:lnTo>
                  <a:lnTo>
                    <a:pt x="84321" y="180684"/>
                  </a:lnTo>
                  <a:lnTo>
                    <a:pt x="80646" y="180962"/>
                  </a:lnTo>
                  <a:lnTo>
                    <a:pt x="74605" y="181434"/>
                  </a:lnTo>
                  <a:lnTo>
                    <a:pt x="67807" y="182051"/>
                  </a:lnTo>
                  <a:lnTo>
                    <a:pt x="60585" y="182881"/>
                  </a:lnTo>
                  <a:lnTo>
                    <a:pt x="53272" y="183986"/>
                  </a:lnTo>
                  <a:lnTo>
                    <a:pt x="46200" y="185435"/>
                  </a:lnTo>
                  <a:lnTo>
                    <a:pt x="39701" y="187290"/>
                  </a:lnTo>
                  <a:lnTo>
                    <a:pt x="34108" y="189619"/>
                  </a:lnTo>
                  <a:lnTo>
                    <a:pt x="29753" y="192487"/>
                  </a:lnTo>
                  <a:lnTo>
                    <a:pt x="26969" y="195958"/>
                  </a:lnTo>
                  <a:lnTo>
                    <a:pt x="26088" y="200099"/>
                  </a:lnTo>
                  <a:lnTo>
                    <a:pt x="27280" y="204195"/>
                  </a:lnTo>
                  <a:lnTo>
                    <a:pt x="30560" y="207616"/>
                  </a:lnTo>
                  <a:lnTo>
                    <a:pt x="35487" y="210426"/>
                  </a:lnTo>
                  <a:lnTo>
                    <a:pt x="41621" y="212691"/>
                  </a:lnTo>
                  <a:lnTo>
                    <a:pt x="48521" y="214478"/>
                  </a:lnTo>
                  <a:lnTo>
                    <a:pt x="55745" y="215852"/>
                  </a:lnTo>
                  <a:lnTo>
                    <a:pt x="62852" y="216880"/>
                  </a:lnTo>
                  <a:lnTo>
                    <a:pt x="69402" y="217627"/>
                  </a:lnTo>
                  <a:lnTo>
                    <a:pt x="74952" y="218160"/>
                  </a:lnTo>
                  <a:lnTo>
                    <a:pt x="82085" y="218529"/>
                  </a:lnTo>
                  <a:lnTo>
                    <a:pt x="89495" y="218782"/>
                  </a:lnTo>
                  <a:lnTo>
                    <a:pt x="97128" y="218915"/>
                  </a:lnTo>
                  <a:lnTo>
                    <a:pt x="104928" y="218924"/>
                  </a:lnTo>
                  <a:lnTo>
                    <a:pt x="112839" y="218805"/>
                  </a:lnTo>
                  <a:lnTo>
                    <a:pt x="120805" y="218554"/>
                  </a:lnTo>
                  <a:lnTo>
                    <a:pt x="128771" y="218167"/>
                  </a:lnTo>
                  <a:lnTo>
                    <a:pt x="136682" y="217640"/>
                  </a:lnTo>
                  <a:lnTo>
                    <a:pt x="144481" y="216969"/>
                  </a:lnTo>
                  <a:lnTo>
                    <a:pt x="152113" y="216149"/>
                  </a:lnTo>
                  <a:lnTo>
                    <a:pt x="159522" y="215177"/>
                  </a:lnTo>
                  <a:lnTo>
                    <a:pt x="166653" y="214049"/>
                  </a:lnTo>
                  <a:lnTo>
                    <a:pt x="173450" y="212761"/>
                  </a:lnTo>
                  <a:lnTo>
                    <a:pt x="179857" y="211309"/>
                  </a:lnTo>
                  <a:lnTo>
                    <a:pt x="185819" y="209688"/>
                  </a:lnTo>
                  <a:lnTo>
                    <a:pt x="191280" y="207895"/>
                  </a:lnTo>
                  <a:lnTo>
                    <a:pt x="196184" y="205925"/>
                  </a:lnTo>
                  <a:lnTo>
                    <a:pt x="200476" y="203775"/>
                  </a:lnTo>
                  <a:lnTo>
                    <a:pt x="204100" y="201441"/>
                  </a:lnTo>
                  <a:lnTo>
                    <a:pt x="205462" y="200597"/>
                  </a:lnTo>
                  <a:lnTo>
                    <a:pt x="206956" y="199606"/>
                  </a:lnTo>
                  <a:lnTo>
                    <a:pt x="208466" y="198508"/>
                  </a:lnTo>
                  <a:lnTo>
                    <a:pt x="209874" y="197339"/>
                  </a:lnTo>
                  <a:lnTo>
                    <a:pt x="211063" y="196141"/>
                  </a:lnTo>
                  <a:lnTo>
                    <a:pt x="211915" y="194950"/>
                  </a:lnTo>
                  <a:lnTo>
                    <a:pt x="212313" y="193806"/>
                  </a:lnTo>
                  <a:lnTo>
                    <a:pt x="212139" y="192749"/>
                  </a:lnTo>
                  <a:lnTo>
                    <a:pt x="206204" y="193783"/>
                  </a:lnTo>
                  <a:lnTo>
                    <a:pt x="199992" y="194758"/>
                  </a:lnTo>
                  <a:lnTo>
                    <a:pt x="193531" y="195671"/>
                  </a:lnTo>
                  <a:lnTo>
                    <a:pt x="186851" y="196519"/>
                  </a:lnTo>
                  <a:lnTo>
                    <a:pt x="179981" y="197299"/>
                  </a:lnTo>
                  <a:lnTo>
                    <a:pt x="172947" y="198006"/>
                  </a:lnTo>
                  <a:lnTo>
                    <a:pt x="165780" y="198638"/>
                  </a:lnTo>
                  <a:lnTo>
                    <a:pt x="158508" y="199192"/>
                  </a:lnTo>
                  <a:lnTo>
                    <a:pt x="151159" y="199664"/>
                  </a:lnTo>
                  <a:lnTo>
                    <a:pt x="143763" y="200051"/>
                  </a:lnTo>
                  <a:lnTo>
                    <a:pt x="136346" y="200349"/>
                  </a:lnTo>
                  <a:lnTo>
                    <a:pt x="128939" y="200556"/>
                  </a:lnTo>
                  <a:lnTo>
                    <a:pt x="121569" y="200667"/>
                  </a:lnTo>
                  <a:lnTo>
                    <a:pt x="114266" y="200681"/>
                  </a:lnTo>
                  <a:lnTo>
                    <a:pt x="107057" y="200593"/>
                  </a:lnTo>
                  <a:lnTo>
                    <a:pt x="99971" y="200400"/>
                  </a:lnTo>
                  <a:lnTo>
                    <a:pt x="93038" y="200099"/>
                  </a:lnTo>
                  <a:lnTo>
                    <a:pt x="89500" y="200088"/>
                  </a:lnTo>
                  <a:lnTo>
                    <a:pt x="85945" y="200015"/>
                  </a:lnTo>
                  <a:lnTo>
                    <a:pt x="82420" y="199816"/>
                  </a:lnTo>
                  <a:lnTo>
                    <a:pt x="78974" y="199428"/>
                  </a:lnTo>
                  <a:lnTo>
                    <a:pt x="75652" y="198788"/>
                  </a:lnTo>
                  <a:lnTo>
                    <a:pt x="72503" y="197834"/>
                  </a:lnTo>
                  <a:lnTo>
                    <a:pt x="69574" y="196503"/>
                  </a:lnTo>
                  <a:lnTo>
                    <a:pt x="66913" y="194731"/>
                  </a:lnTo>
                  <a:lnTo>
                    <a:pt x="68877" y="192451"/>
                  </a:lnTo>
                  <a:lnTo>
                    <a:pt x="71208" y="190496"/>
                  </a:lnTo>
                  <a:lnTo>
                    <a:pt x="73841" y="188824"/>
                  </a:lnTo>
                  <a:lnTo>
                    <a:pt x="76711" y="187390"/>
                  </a:lnTo>
                  <a:lnTo>
                    <a:pt x="79754" y="186153"/>
                  </a:lnTo>
                  <a:lnTo>
                    <a:pt x="82904" y="185068"/>
                  </a:lnTo>
                  <a:lnTo>
                    <a:pt x="86096" y="184094"/>
                  </a:lnTo>
                  <a:lnTo>
                    <a:pt x="89266" y="183186"/>
                  </a:lnTo>
                  <a:close/>
                  <a:moveTo>
                    <a:pt x="79546" y="223189"/>
                  </a:moveTo>
                  <a:lnTo>
                    <a:pt x="79982" y="222779"/>
                  </a:lnTo>
                  <a:lnTo>
                    <a:pt x="80360" y="222396"/>
                  </a:lnTo>
                  <a:lnTo>
                    <a:pt x="80649" y="222043"/>
                  </a:lnTo>
                  <a:lnTo>
                    <a:pt x="80817" y="221723"/>
                  </a:lnTo>
                  <a:lnTo>
                    <a:pt x="80831" y="221441"/>
                  </a:lnTo>
                  <a:lnTo>
                    <a:pt x="80660" y="221200"/>
                  </a:lnTo>
                  <a:lnTo>
                    <a:pt x="80270" y="221004"/>
                  </a:lnTo>
                  <a:lnTo>
                    <a:pt x="79631" y="220856"/>
                  </a:lnTo>
                  <a:lnTo>
                    <a:pt x="76207" y="221731"/>
                  </a:lnTo>
                  <a:lnTo>
                    <a:pt x="72178" y="222892"/>
                  </a:lnTo>
                  <a:lnTo>
                    <a:pt x="67883" y="224368"/>
                  </a:lnTo>
                  <a:lnTo>
                    <a:pt x="63658" y="226192"/>
                  </a:lnTo>
                  <a:lnTo>
                    <a:pt x="59840" y="228393"/>
                  </a:lnTo>
                  <a:lnTo>
                    <a:pt x="56765" y="231003"/>
                  </a:lnTo>
                  <a:lnTo>
                    <a:pt x="54772" y="234054"/>
                  </a:lnTo>
                  <a:lnTo>
                    <a:pt x="54195" y="237575"/>
                  </a:lnTo>
                  <a:lnTo>
                    <a:pt x="55186" y="240462"/>
                  </a:lnTo>
                  <a:lnTo>
                    <a:pt x="57463" y="243087"/>
                  </a:lnTo>
                  <a:lnTo>
                    <a:pt x="60744" y="245445"/>
                  </a:lnTo>
                  <a:lnTo>
                    <a:pt x="64745" y="247527"/>
                  </a:lnTo>
                  <a:lnTo>
                    <a:pt x="69184" y="249328"/>
                  </a:lnTo>
                  <a:lnTo>
                    <a:pt x="73778" y="250839"/>
                  </a:lnTo>
                  <a:lnTo>
                    <a:pt x="78245" y="252053"/>
                  </a:lnTo>
                  <a:lnTo>
                    <a:pt x="82303" y="252964"/>
                  </a:lnTo>
                  <a:lnTo>
                    <a:pt x="89008" y="254175"/>
                  </a:lnTo>
                  <a:lnTo>
                    <a:pt x="95933" y="255133"/>
                  </a:lnTo>
                  <a:lnTo>
                    <a:pt x="103035" y="255846"/>
                  </a:lnTo>
                  <a:lnTo>
                    <a:pt x="110273" y="256322"/>
                  </a:lnTo>
                  <a:lnTo>
                    <a:pt x="117606" y="256567"/>
                  </a:lnTo>
                  <a:lnTo>
                    <a:pt x="124993" y="256590"/>
                  </a:lnTo>
                  <a:lnTo>
                    <a:pt x="132392" y="256398"/>
                  </a:lnTo>
                  <a:lnTo>
                    <a:pt x="139761" y="255998"/>
                  </a:lnTo>
                  <a:lnTo>
                    <a:pt x="147061" y="255399"/>
                  </a:lnTo>
                  <a:lnTo>
                    <a:pt x="154249" y="254607"/>
                  </a:lnTo>
                  <a:lnTo>
                    <a:pt x="161283" y="253631"/>
                  </a:lnTo>
                  <a:lnTo>
                    <a:pt x="168124" y="252478"/>
                  </a:lnTo>
                  <a:lnTo>
                    <a:pt x="174728" y="251156"/>
                  </a:lnTo>
                  <a:lnTo>
                    <a:pt x="181056" y="249671"/>
                  </a:lnTo>
                  <a:lnTo>
                    <a:pt x="187065" y="248032"/>
                  </a:lnTo>
                  <a:lnTo>
                    <a:pt x="192715" y="246247"/>
                  </a:lnTo>
                  <a:lnTo>
                    <a:pt x="197964" y="244322"/>
                  </a:lnTo>
                  <a:lnTo>
                    <a:pt x="202770" y="242266"/>
                  </a:lnTo>
                  <a:lnTo>
                    <a:pt x="201367" y="241931"/>
                  </a:lnTo>
                  <a:lnTo>
                    <a:pt x="200000" y="241425"/>
                  </a:lnTo>
                  <a:lnTo>
                    <a:pt x="198663" y="240769"/>
                  </a:lnTo>
                  <a:lnTo>
                    <a:pt x="197350" y="239990"/>
                  </a:lnTo>
                  <a:lnTo>
                    <a:pt x="196056" y="239109"/>
                  </a:lnTo>
                  <a:lnTo>
                    <a:pt x="194775" y="238151"/>
                  </a:lnTo>
                  <a:lnTo>
                    <a:pt x="193501" y="237140"/>
                  </a:lnTo>
                  <a:lnTo>
                    <a:pt x="192229" y="236100"/>
                  </a:lnTo>
                  <a:lnTo>
                    <a:pt x="190802" y="234951"/>
                  </a:lnTo>
                  <a:lnTo>
                    <a:pt x="189362" y="233830"/>
                  </a:lnTo>
                  <a:lnTo>
                    <a:pt x="187902" y="232769"/>
                  </a:lnTo>
                  <a:lnTo>
                    <a:pt x="186414" y="231802"/>
                  </a:lnTo>
                  <a:lnTo>
                    <a:pt x="184889" y="230962"/>
                  </a:lnTo>
                  <a:lnTo>
                    <a:pt x="183321" y="230283"/>
                  </a:lnTo>
                  <a:lnTo>
                    <a:pt x="181700" y="229796"/>
                  </a:lnTo>
                  <a:lnTo>
                    <a:pt x="180019" y="229536"/>
                  </a:lnTo>
                  <a:lnTo>
                    <a:pt x="179007" y="229438"/>
                  </a:lnTo>
                  <a:lnTo>
                    <a:pt x="177967" y="229463"/>
                  </a:lnTo>
                  <a:lnTo>
                    <a:pt x="176899" y="229592"/>
                  </a:lnTo>
                  <a:lnTo>
                    <a:pt x="175801" y="229812"/>
                  </a:lnTo>
                  <a:lnTo>
                    <a:pt x="174675" y="230106"/>
                  </a:lnTo>
                  <a:lnTo>
                    <a:pt x="173520" y="230459"/>
                  </a:lnTo>
                  <a:lnTo>
                    <a:pt x="172335" y="230854"/>
                  </a:lnTo>
                  <a:lnTo>
                    <a:pt x="171121" y="231277"/>
                  </a:lnTo>
                  <a:lnTo>
                    <a:pt x="170485" y="231504"/>
                  </a:lnTo>
                  <a:lnTo>
                    <a:pt x="169847" y="231723"/>
                  </a:lnTo>
                  <a:lnTo>
                    <a:pt x="169207" y="231936"/>
                  </a:lnTo>
                  <a:lnTo>
                    <a:pt x="168564" y="232141"/>
                  </a:lnTo>
                  <a:lnTo>
                    <a:pt x="167919" y="232339"/>
                  </a:lnTo>
                  <a:lnTo>
                    <a:pt x="167272" y="232531"/>
                  </a:lnTo>
                  <a:lnTo>
                    <a:pt x="166623" y="232717"/>
                  </a:lnTo>
                  <a:lnTo>
                    <a:pt x="165971" y="232896"/>
                  </a:lnTo>
                  <a:lnTo>
                    <a:pt x="160449" y="233892"/>
                  </a:lnTo>
                  <a:lnTo>
                    <a:pt x="154296" y="234844"/>
                  </a:lnTo>
                  <a:lnTo>
                    <a:pt x="147641" y="235708"/>
                  </a:lnTo>
                  <a:lnTo>
                    <a:pt x="140611" y="236441"/>
                  </a:lnTo>
                  <a:lnTo>
                    <a:pt x="133332" y="236998"/>
                  </a:lnTo>
                  <a:lnTo>
                    <a:pt x="125932" y="237337"/>
                  </a:lnTo>
                  <a:lnTo>
                    <a:pt x="118538" y="237412"/>
                  </a:lnTo>
                  <a:lnTo>
                    <a:pt x="111277" y="237180"/>
                  </a:lnTo>
                  <a:lnTo>
                    <a:pt x="104276" y="236596"/>
                  </a:lnTo>
                  <a:lnTo>
                    <a:pt x="97663" y="235618"/>
                  </a:lnTo>
                  <a:lnTo>
                    <a:pt x="91564" y="234201"/>
                  </a:lnTo>
                  <a:lnTo>
                    <a:pt x="86106" y="232301"/>
                  </a:lnTo>
                  <a:lnTo>
                    <a:pt x="81417" y="229874"/>
                  </a:lnTo>
                  <a:lnTo>
                    <a:pt x="77624" y="226876"/>
                  </a:lnTo>
                  <a:lnTo>
                    <a:pt x="77476" y="226384"/>
                  </a:lnTo>
                  <a:lnTo>
                    <a:pt x="77493" y="225897"/>
                  </a:lnTo>
                  <a:lnTo>
                    <a:pt x="77648" y="225417"/>
                  </a:lnTo>
                  <a:lnTo>
                    <a:pt x="77914" y="224946"/>
                  </a:lnTo>
                  <a:lnTo>
                    <a:pt x="78264" y="224486"/>
                  </a:lnTo>
                  <a:lnTo>
                    <a:pt x="78671" y="224039"/>
                  </a:lnTo>
                  <a:lnTo>
                    <a:pt x="79108" y="223606"/>
                  </a:lnTo>
                  <a:lnTo>
                    <a:pt x="79546" y="223189"/>
                  </a:lnTo>
                  <a:close/>
                  <a:moveTo>
                    <a:pt x="91672" y="260460"/>
                  </a:moveTo>
                  <a:lnTo>
                    <a:pt x="91961" y="260149"/>
                  </a:lnTo>
                  <a:lnTo>
                    <a:pt x="92229" y="259836"/>
                  </a:lnTo>
                  <a:lnTo>
                    <a:pt x="92445" y="259530"/>
                  </a:lnTo>
                  <a:lnTo>
                    <a:pt x="92578" y="259237"/>
                  </a:lnTo>
                  <a:lnTo>
                    <a:pt x="92598" y="258964"/>
                  </a:lnTo>
                  <a:lnTo>
                    <a:pt x="92474" y="258717"/>
                  </a:lnTo>
                  <a:lnTo>
                    <a:pt x="92175" y="258504"/>
                  </a:lnTo>
                  <a:lnTo>
                    <a:pt x="91672" y="258332"/>
                  </a:lnTo>
                  <a:lnTo>
                    <a:pt x="87743" y="259359"/>
                  </a:lnTo>
                  <a:lnTo>
                    <a:pt x="83725" y="260418"/>
                  </a:lnTo>
                  <a:lnTo>
                    <a:pt x="79882" y="261613"/>
                  </a:lnTo>
                  <a:lnTo>
                    <a:pt x="76350" y="263089"/>
                  </a:lnTo>
                  <a:lnTo>
                    <a:pt x="73271" y="264990"/>
                  </a:lnTo>
                  <a:lnTo>
                    <a:pt x="70782" y="267462"/>
                  </a:lnTo>
                  <a:lnTo>
                    <a:pt x="69024" y="270648"/>
                  </a:lnTo>
                  <a:lnTo>
                    <a:pt x="68135" y="274693"/>
                  </a:lnTo>
                  <a:lnTo>
                    <a:pt x="68255" y="279742"/>
                  </a:lnTo>
                  <a:lnTo>
                    <a:pt x="72873" y="282836"/>
                  </a:lnTo>
                  <a:lnTo>
                    <a:pt x="78052" y="285503"/>
                  </a:lnTo>
                  <a:lnTo>
                    <a:pt x="83730" y="287757"/>
                  </a:lnTo>
                  <a:lnTo>
                    <a:pt x="89845" y="289613"/>
                  </a:lnTo>
                  <a:lnTo>
                    <a:pt x="96334" y="291085"/>
                  </a:lnTo>
                  <a:lnTo>
                    <a:pt x="103138" y="292188"/>
                  </a:lnTo>
                  <a:lnTo>
                    <a:pt x="110193" y="292937"/>
                  </a:lnTo>
                  <a:lnTo>
                    <a:pt x="117439" y="293346"/>
                  </a:lnTo>
                  <a:lnTo>
                    <a:pt x="124813" y="293430"/>
                  </a:lnTo>
                  <a:lnTo>
                    <a:pt x="132253" y="293203"/>
                  </a:lnTo>
                  <a:lnTo>
                    <a:pt x="139699" y="292680"/>
                  </a:lnTo>
                  <a:lnTo>
                    <a:pt x="147088" y="291876"/>
                  </a:lnTo>
                  <a:lnTo>
                    <a:pt x="154358" y="290805"/>
                  </a:lnTo>
                  <a:lnTo>
                    <a:pt x="161448" y="289483"/>
                  </a:lnTo>
                  <a:lnTo>
                    <a:pt x="168297" y="287922"/>
                  </a:lnTo>
                  <a:lnTo>
                    <a:pt x="174841" y="286139"/>
                  </a:lnTo>
                  <a:lnTo>
                    <a:pt x="181021" y="284148"/>
                  </a:lnTo>
                  <a:lnTo>
                    <a:pt x="186773" y="281963"/>
                  </a:lnTo>
                  <a:lnTo>
                    <a:pt x="192037" y="279599"/>
                  </a:lnTo>
                  <a:lnTo>
                    <a:pt x="196750" y="277070"/>
                  </a:lnTo>
                  <a:lnTo>
                    <a:pt x="195332" y="276643"/>
                  </a:lnTo>
                  <a:lnTo>
                    <a:pt x="193991" y="276063"/>
                  </a:lnTo>
                  <a:lnTo>
                    <a:pt x="192714" y="275351"/>
                  </a:lnTo>
                  <a:lnTo>
                    <a:pt x="191488" y="274527"/>
                  </a:lnTo>
                  <a:lnTo>
                    <a:pt x="190302" y="273610"/>
                  </a:lnTo>
                  <a:lnTo>
                    <a:pt x="189144" y="272621"/>
                  </a:lnTo>
                  <a:lnTo>
                    <a:pt x="188001" y="271580"/>
                  </a:lnTo>
                  <a:lnTo>
                    <a:pt x="186861" y="270506"/>
                  </a:lnTo>
                  <a:lnTo>
                    <a:pt x="185447" y="269191"/>
                  </a:lnTo>
                  <a:lnTo>
                    <a:pt x="183999" y="267905"/>
                  </a:lnTo>
                  <a:lnTo>
                    <a:pt x="182495" y="266686"/>
                  </a:lnTo>
                  <a:lnTo>
                    <a:pt x="180912" y="265575"/>
                  </a:lnTo>
                  <a:lnTo>
                    <a:pt x="179226" y="264612"/>
                  </a:lnTo>
                  <a:lnTo>
                    <a:pt x="177414" y="263836"/>
                  </a:lnTo>
                  <a:lnTo>
                    <a:pt x="175454" y="263289"/>
                  </a:lnTo>
                  <a:lnTo>
                    <a:pt x="173321" y="263010"/>
                  </a:lnTo>
                  <a:lnTo>
                    <a:pt x="172250" y="262910"/>
                  </a:lnTo>
                  <a:lnTo>
                    <a:pt x="171178" y="262948"/>
                  </a:lnTo>
                  <a:lnTo>
                    <a:pt x="170103" y="263105"/>
                  </a:lnTo>
                  <a:lnTo>
                    <a:pt x="169028" y="263361"/>
                  </a:lnTo>
                  <a:lnTo>
                    <a:pt x="167952" y="263697"/>
                  </a:lnTo>
                  <a:lnTo>
                    <a:pt x="166877" y="264092"/>
                  </a:lnTo>
                  <a:lnTo>
                    <a:pt x="165801" y="264526"/>
                  </a:lnTo>
                  <a:lnTo>
                    <a:pt x="164726" y="264981"/>
                  </a:lnTo>
                  <a:lnTo>
                    <a:pt x="164288" y="265166"/>
                  </a:lnTo>
                  <a:lnTo>
                    <a:pt x="163855" y="265349"/>
                  </a:lnTo>
                  <a:lnTo>
                    <a:pt x="163424" y="265528"/>
                  </a:lnTo>
                  <a:lnTo>
                    <a:pt x="162996" y="265703"/>
                  </a:lnTo>
                  <a:lnTo>
                    <a:pt x="162569" y="265873"/>
                  </a:lnTo>
                  <a:lnTo>
                    <a:pt x="162144" y="266035"/>
                  </a:lnTo>
                  <a:lnTo>
                    <a:pt x="161718" y="266189"/>
                  </a:lnTo>
                  <a:lnTo>
                    <a:pt x="161293" y="266335"/>
                  </a:lnTo>
                  <a:lnTo>
                    <a:pt x="155703" y="267509"/>
                  </a:lnTo>
                  <a:lnTo>
                    <a:pt x="149438" y="268640"/>
                  </a:lnTo>
                  <a:lnTo>
                    <a:pt x="142686" y="269653"/>
                  </a:lnTo>
                  <a:lnTo>
                    <a:pt x="135635" y="270479"/>
                  </a:lnTo>
                  <a:lnTo>
                    <a:pt x="128472" y="271044"/>
                  </a:lnTo>
                  <a:lnTo>
                    <a:pt x="121387" y="271276"/>
                  </a:lnTo>
                  <a:lnTo>
                    <a:pt x="114566" y="271104"/>
                  </a:lnTo>
                  <a:lnTo>
                    <a:pt x="108198" y="270456"/>
                  </a:lnTo>
                  <a:lnTo>
                    <a:pt x="102472" y="269259"/>
                  </a:lnTo>
                  <a:lnTo>
                    <a:pt x="97574" y="267441"/>
                  </a:lnTo>
                  <a:lnTo>
                    <a:pt x="93694" y="264931"/>
                  </a:lnTo>
                  <a:lnTo>
                    <a:pt x="91019" y="261656"/>
                  </a:lnTo>
                  <a:lnTo>
                    <a:pt x="90955" y="261556"/>
                  </a:lnTo>
                  <a:lnTo>
                    <a:pt x="90949" y="261437"/>
                  </a:lnTo>
                  <a:lnTo>
                    <a:pt x="90993" y="261301"/>
                  </a:lnTo>
                  <a:lnTo>
                    <a:pt x="91078" y="261150"/>
                  </a:lnTo>
                  <a:lnTo>
                    <a:pt x="91196" y="260986"/>
                  </a:lnTo>
                  <a:lnTo>
                    <a:pt x="91340" y="260812"/>
                  </a:lnTo>
                  <a:lnTo>
                    <a:pt x="91501" y="260627"/>
                  </a:lnTo>
                  <a:lnTo>
                    <a:pt x="91672" y="260435"/>
                  </a:lnTo>
                  <a:lnTo>
                    <a:pt x="91672" y="260460"/>
                  </a:lnTo>
                  <a:close/>
                </a:path>
              </a:pathLst>
            </a:custGeom>
            <a:solidFill>
              <a:srgbClr val="2365C4"/>
            </a:solidFill>
            <a:ln w="0">
              <a:noFill/>
            </a:ln>
          </p:spPr>
        </p:sp>
        <p:sp>
          <p:nvSpPr>
            <p:cNvPr id="89" name="89 java vector path"/>
            <p:cNvSpPr/>
            <p:nvPr/>
          </p:nvSpPr>
          <p:spPr>
            <a:xfrm>
              <a:off x="771525" y="5319665"/>
              <a:ext cx="285750" cy="362044"/>
            </a:xfrm>
            <a:custGeom>
              <a:avLst/>
              <a:gdLst/>
              <a:ahLst/>
              <a:cxnLst/>
              <a:rect l="0" t="0" r="0" b="0"/>
              <a:pathLst>
                <a:path w="285750" h="362044">
                  <a:moveTo>
                    <a:pt x="56492" y="286693"/>
                  </a:moveTo>
                  <a:lnTo>
                    <a:pt x="57813" y="286616"/>
                  </a:lnTo>
                  <a:lnTo>
                    <a:pt x="59094" y="286536"/>
                  </a:lnTo>
                  <a:lnTo>
                    <a:pt x="60330" y="286448"/>
                  </a:lnTo>
                  <a:lnTo>
                    <a:pt x="61514" y="286350"/>
                  </a:lnTo>
                  <a:lnTo>
                    <a:pt x="62638" y="286236"/>
                  </a:lnTo>
                  <a:lnTo>
                    <a:pt x="63695" y="286103"/>
                  </a:lnTo>
                  <a:lnTo>
                    <a:pt x="64680" y="285946"/>
                  </a:lnTo>
                  <a:lnTo>
                    <a:pt x="65583" y="285762"/>
                  </a:lnTo>
                  <a:lnTo>
                    <a:pt x="61464" y="283016"/>
                  </a:lnTo>
                  <a:lnTo>
                    <a:pt x="56359" y="280946"/>
                  </a:lnTo>
                  <a:lnTo>
                    <a:pt x="50496" y="279539"/>
                  </a:lnTo>
                  <a:lnTo>
                    <a:pt x="44102" y="278783"/>
                  </a:lnTo>
                  <a:lnTo>
                    <a:pt x="37401" y="278665"/>
                  </a:lnTo>
                  <a:lnTo>
                    <a:pt x="30623" y="279171"/>
                  </a:lnTo>
                  <a:lnTo>
                    <a:pt x="23992" y="280289"/>
                  </a:lnTo>
                  <a:lnTo>
                    <a:pt x="17735" y="282006"/>
                  </a:lnTo>
                  <a:lnTo>
                    <a:pt x="12080" y="284310"/>
                  </a:lnTo>
                  <a:lnTo>
                    <a:pt x="7252" y="287187"/>
                  </a:lnTo>
                  <a:lnTo>
                    <a:pt x="3478" y="290625"/>
                  </a:lnTo>
                  <a:lnTo>
                    <a:pt x="985" y="294611"/>
                  </a:lnTo>
                  <a:lnTo>
                    <a:pt x="0" y="299133"/>
                  </a:lnTo>
                  <a:lnTo>
                    <a:pt x="471" y="303496"/>
                  </a:lnTo>
                  <a:lnTo>
                    <a:pt x="2226" y="307527"/>
                  </a:lnTo>
                  <a:lnTo>
                    <a:pt x="5047" y="311211"/>
                  </a:lnTo>
                  <a:lnTo>
                    <a:pt x="8713" y="314534"/>
                  </a:lnTo>
                  <a:lnTo>
                    <a:pt x="13007" y="317481"/>
                  </a:lnTo>
                  <a:lnTo>
                    <a:pt x="17708" y="320036"/>
                  </a:lnTo>
                  <a:lnTo>
                    <a:pt x="22597" y="322186"/>
                  </a:lnTo>
                  <a:lnTo>
                    <a:pt x="27454" y="323915"/>
                  </a:lnTo>
                  <a:lnTo>
                    <a:pt x="32977" y="325660"/>
                  </a:lnTo>
                  <a:lnTo>
                    <a:pt x="38771" y="327252"/>
                  </a:lnTo>
                  <a:lnTo>
                    <a:pt x="44815" y="328694"/>
                  </a:lnTo>
                  <a:lnTo>
                    <a:pt x="51090" y="329989"/>
                  </a:lnTo>
                  <a:lnTo>
                    <a:pt x="57576" y="331143"/>
                  </a:lnTo>
                  <a:lnTo>
                    <a:pt x="64252" y="332157"/>
                  </a:lnTo>
                  <a:lnTo>
                    <a:pt x="71100" y="333037"/>
                  </a:lnTo>
                  <a:lnTo>
                    <a:pt x="78098" y="333786"/>
                  </a:lnTo>
                  <a:lnTo>
                    <a:pt x="85227" y="334408"/>
                  </a:lnTo>
                  <a:lnTo>
                    <a:pt x="92466" y="334906"/>
                  </a:lnTo>
                  <a:lnTo>
                    <a:pt x="99797" y="335284"/>
                  </a:lnTo>
                  <a:lnTo>
                    <a:pt x="107198" y="335546"/>
                  </a:lnTo>
                  <a:lnTo>
                    <a:pt x="114651" y="335695"/>
                  </a:lnTo>
                  <a:lnTo>
                    <a:pt x="122133" y="335736"/>
                  </a:lnTo>
                  <a:lnTo>
                    <a:pt x="129627" y="335673"/>
                  </a:lnTo>
                  <a:lnTo>
                    <a:pt x="137112" y="335508"/>
                  </a:lnTo>
                  <a:lnTo>
                    <a:pt x="144567" y="335246"/>
                  </a:lnTo>
                  <a:lnTo>
                    <a:pt x="151974" y="334890"/>
                  </a:lnTo>
                  <a:lnTo>
                    <a:pt x="159311" y="334445"/>
                  </a:lnTo>
                  <a:lnTo>
                    <a:pt x="166559" y="333913"/>
                  </a:lnTo>
                  <a:lnTo>
                    <a:pt x="173698" y="333300"/>
                  </a:lnTo>
                  <a:lnTo>
                    <a:pt x="180708" y="332607"/>
                  </a:lnTo>
                  <a:lnTo>
                    <a:pt x="185818" y="331972"/>
                  </a:lnTo>
                  <a:lnTo>
                    <a:pt x="191671" y="331126"/>
                  </a:lnTo>
                  <a:lnTo>
                    <a:pt x="198099" y="330054"/>
                  </a:lnTo>
                  <a:lnTo>
                    <a:pt x="204934" y="328743"/>
                  </a:lnTo>
                  <a:lnTo>
                    <a:pt x="212008" y="327178"/>
                  </a:lnTo>
                  <a:lnTo>
                    <a:pt x="219154" y="325344"/>
                  </a:lnTo>
                  <a:lnTo>
                    <a:pt x="226203" y="323229"/>
                  </a:lnTo>
                  <a:lnTo>
                    <a:pt x="232987" y="320817"/>
                  </a:lnTo>
                  <a:lnTo>
                    <a:pt x="239340" y="318095"/>
                  </a:lnTo>
                  <a:lnTo>
                    <a:pt x="245093" y="315048"/>
                  </a:lnTo>
                  <a:lnTo>
                    <a:pt x="250078" y="311661"/>
                  </a:lnTo>
                  <a:lnTo>
                    <a:pt x="254127" y="307922"/>
                  </a:lnTo>
                  <a:lnTo>
                    <a:pt x="257073" y="303815"/>
                  </a:lnTo>
                  <a:lnTo>
                    <a:pt x="258749" y="299326"/>
                  </a:lnTo>
                  <a:lnTo>
                    <a:pt x="258985" y="294442"/>
                  </a:lnTo>
                  <a:lnTo>
                    <a:pt x="258270" y="292037"/>
                  </a:lnTo>
                  <a:lnTo>
                    <a:pt x="257164" y="289842"/>
                  </a:lnTo>
                  <a:lnTo>
                    <a:pt x="255712" y="287881"/>
                  </a:lnTo>
                  <a:lnTo>
                    <a:pt x="253963" y="286178"/>
                  </a:lnTo>
                  <a:lnTo>
                    <a:pt x="251963" y="284754"/>
                  </a:lnTo>
                  <a:lnTo>
                    <a:pt x="249759" y="283635"/>
                  </a:lnTo>
                  <a:lnTo>
                    <a:pt x="247397" y="282843"/>
                  </a:lnTo>
                  <a:lnTo>
                    <a:pt x="244925" y="282401"/>
                  </a:lnTo>
                  <a:lnTo>
                    <a:pt x="245339" y="287528"/>
                  </a:lnTo>
                  <a:lnTo>
                    <a:pt x="244228" y="292114"/>
                  </a:lnTo>
                  <a:lnTo>
                    <a:pt x="241778" y="296193"/>
                  </a:lnTo>
                  <a:lnTo>
                    <a:pt x="238177" y="299794"/>
                  </a:lnTo>
                  <a:lnTo>
                    <a:pt x="233610" y="302949"/>
                  </a:lnTo>
                  <a:lnTo>
                    <a:pt x="228264" y="305689"/>
                  </a:lnTo>
                  <a:lnTo>
                    <a:pt x="222326" y="308046"/>
                  </a:lnTo>
                  <a:lnTo>
                    <a:pt x="215982" y="310050"/>
                  </a:lnTo>
                  <a:lnTo>
                    <a:pt x="209420" y="311733"/>
                  </a:lnTo>
                  <a:lnTo>
                    <a:pt x="202824" y="313126"/>
                  </a:lnTo>
                  <a:lnTo>
                    <a:pt x="196383" y="314260"/>
                  </a:lnTo>
                  <a:lnTo>
                    <a:pt x="190283" y="315166"/>
                  </a:lnTo>
                  <a:lnTo>
                    <a:pt x="184709" y="315876"/>
                  </a:lnTo>
                  <a:lnTo>
                    <a:pt x="177211" y="316627"/>
                  </a:lnTo>
                  <a:lnTo>
                    <a:pt x="169593" y="317275"/>
                  </a:lnTo>
                  <a:lnTo>
                    <a:pt x="161884" y="317818"/>
                  </a:lnTo>
                  <a:lnTo>
                    <a:pt x="154115" y="318253"/>
                  </a:lnTo>
                  <a:lnTo>
                    <a:pt x="146316" y="318578"/>
                  </a:lnTo>
                  <a:lnTo>
                    <a:pt x="138516" y="318790"/>
                  </a:lnTo>
                  <a:lnTo>
                    <a:pt x="130747" y="318886"/>
                  </a:lnTo>
                  <a:lnTo>
                    <a:pt x="123038" y="318865"/>
                  </a:lnTo>
                  <a:lnTo>
                    <a:pt x="115419" y="318723"/>
                  </a:lnTo>
                  <a:lnTo>
                    <a:pt x="107921" y="318459"/>
                  </a:lnTo>
                  <a:lnTo>
                    <a:pt x="100573" y="318069"/>
                  </a:lnTo>
                  <a:lnTo>
                    <a:pt x="93406" y="317551"/>
                  </a:lnTo>
                  <a:lnTo>
                    <a:pt x="86450" y="316902"/>
                  </a:lnTo>
                  <a:lnTo>
                    <a:pt x="79735" y="316121"/>
                  </a:lnTo>
                  <a:lnTo>
                    <a:pt x="73291" y="315205"/>
                  </a:lnTo>
                  <a:lnTo>
                    <a:pt x="67148" y="314150"/>
                  </a:lnTo>
                  <a:lnTo>
                    <a:pt x="61337" y="312955"/>
                  </a:lnTo>
                  <a:lnTo>
                    <a:pt x="55887" y="311617"/>
                  </a:lnTo>
                  <a:lnTo>
                    <a:pt x="50829" y="310133"/>
                  </a:lnTo>
                  <a:lnTo>
                    <a:pt x="46192" y="308502"/>
                  </a:lnTo>
                  <a:lnTo>
                    <a:pt x="44077" y="307603"/>
                  </a:lnTo>
                  <a:lnTo>
                    <a:pt x="41844" y="306437"/>
                  </a:lnTo>
                  <a:lnTo>
                    <a:pt x="39628" y="305049"/>
                  </a:lnTo>
                  <a:lnTo>
                    <a:pt x="37562" y="303488"/>
                  </a:lnTo>
                  <a:lnTo>
                    <a:pt x="35781" y="301801"/>
                  </a:lnTo>
                  <a:lnTo>
                    <a:pt x="34416" y="300036"/>
                  </a:lnTo>
                  <a:lnTo>
                    <a:pt x="33603" y="298240"/>
                  </a:lnTo>
                  <a:lnTo>
                    <a:pt x="33475" y="296461"/>
                  </a:lnTo>
                  <a:lnTo>
                    <a:pt x="34341" y="293665"/>
                  </a:lnTo>
                  <a:lnTo>
                    <a:pt x="36101" y="291494"/>
                  </a:lnTo>
                  <a:lnTo>
                    <a:pt x="38593" y="289861"/>
                  </a:lnTo>
                  <a:lnTo>
                    <a:pt x="41661" y="288679"/>
                  </a:lnTo>
                  <a:lnTo>
                    <a:pt x="45143" y="287860"/>
                  </a:lnTo>
                  <a:lnTo>
                    <a:pt x="48882" y="287318"/>
                  </a:lnTo>
                  <a:lnTo>
                    <a:pt x="52718" y="286966"/>
                  </a:lnTo>
                  <a:lnTo>
                    <a:pt x="56492" y="286717"/>
                  </a:lnTo>
                  <a:lnTo>
                    <a:pt x="56492" y="286693"/>
                  </a:lnTo>
                  <a:close/>
                </a:path>
              </a:pathLst>
            </a:custGeom>
            <a:solidFill>
              <a:srgbClr val="2365C4"/>
            </a:solidFill>
            <a:ln w="0">
              <a:noFill/>
            </a:ln>
          </p:spPr>
        </p:sp>
        <p:sp>
          <p:nvSpPr>
            <p:cNvPr id="90" name="90 java vector path"/>
            <p:cNvSpPr/>
            <p:nvPr/>
          </p:nvSpPr>
          <p:spPr>
            <a:xfrm>
              <a:off x="771525" y="5319665"/>
              <a:ext cx="285750" cy="362044"/>
            </a:xfrm>
            <a:custGeom>
              <a:avLst/>
              <a:gdLst/>
              <a:ahLst/>
              <a:cxnLst/>
              <a:rect l="0" t="0" r="0" b="0"/>
              <a:pathLst>
                <a:path w="285750" h="362044">
                  <a:moveTo>
                    <a:pt x="142543" y="361391"/>
                  </a:moveTo>
                  <a:lnTo>
                    <a:pt x="135254" y="360514"/>
                  </a:lnTo>
                  <a:lnTo>
                    <a:pt x="128014" y="359602"/>
                  </a:lnTo>
                  <a:lnTo>
                    <a:pt x="120832" y="358641"/>
                  </a:lnTo>
                  <a:lnTo>
                    <a:pt x="113717" y="357617"/>
                  </a:lnTo>
                  <a:lnTo>
                    <a:pt x="106678" y="356514"/>
                  </a:lnTo>
                  <a:lnTo>
                    <a:pt x="99723" y="355318"/>
                  </a:lnTo>
                  <a:lnTo>
                    <a:pt x="92861" y="354014"/>
                  </a:lnTo>
                  <a:lnTo>
                    <a:pt x="86101" y="352588"/>
                  </a:lnTo>
                  <a:lnTo>
                    <a:pt x="79452" y="351024"/>
                  </a:lnTo>
                  <a:lnTo>
                    <a:pt x="72922" y="349309"/>
                  </a:lnTo>
                  <a:lnTo>
                    <a:pt x="66521" y="347427"/>
                  </a:lnTo>
                  <a:lnTo>
                    <a:pt x="60257" y="345364"/>
                  </a:lnTo>
                  <a:lnTo>
                    <a:pt x="54138" y="343104"/>
                  </a:lnTo>
                  <a:lnTo>
                    <a:pt x="48175" y="340635"/>
                  </a:lnTo>
                  <a:lnTo>
                    <a:pt x="54637" y="342121"/>
                  </a:lnTo>
                  <a:lnTo>
                    <a:pt x="61260" y="343509"/>
                  </a:lnTo>
                  <a:lnTo>
                    <a:pt x="68029" y="344793"/>
                  </a:lnTo>
                  <a:lnTo>
                    <a:pt x="74931" y="345973"/>
                  </a:lnTo>
                  <a:lnTo>
                    <a:pt x="81953" y="347045"/>
                  </a:lnTo>
                  <a:lnTo>
                    <a:pt x="89081" y="348007"/>
                  </a:lnTo>
                  <a:lnTo>
                    <a:pt x="96302" y="348856"/>
                  </a:lnTo>
                  <a:lnTo>
                    <a:pt x="103602" y="349591"/>
                  </a:lnTo>
                  <a:lnTo>
                    <a:pt x="110968" y="350207"/>
                  </a:lnTo>
                  <a:lnTo>
                    <a:pt x="118387" y="350703"/>
                  </a:lnTo>
                  <a:lnTo>
                    <a:pt x="125844" y="351076"/>
                  </a:lnTo>
                  <a:lnTo>
                    <a:pt x="133326" y="351324"/>
                  </a:lnTo>
                  <a:lnTo>
                    <a:pt x="140820" y="351444"/>
                  </a:lnTo>
                  <a:lnTo>
                    <a:pt x="148313" y="351433"/>
                  </a:lnTo>
                  <a:lnTo>
                    <a:pt x="155791" y="351290"/>
                  </a:lnTo>
                  <a:lnTo>
                    <a:pt x="163240" y="351010"/>
                  </a:lnTo>
                  <a:lnTo>
                    <a:pt x="170647" y="350593"/>
                  </a:lnTo>
                  <a:lnTo>
                    <a:pt x="177998" y="350035"/>
                  </a:lnTo>
                  <a:lnTo>
                    <a:pt x="185281" y="349333"/>
                  </a:lnTo>
                  <a:lnTo>
                    <a:pt x="192481" y="348486"/>
                  </a:lnTo>
                  <a:lnTo>
                    <a:pt x="199584" y="347490"/>
                  </a:lnTo>
                  <a:lnTo>
                    <a:pt x="206579" y="346343"/>
                  </a:lnTo>
                  <a:lnTo>
                    <a:pt x="213451" y="345043"/>
                  </a:lnTo>
                  <a:lnTo>
                    <a:pt x="220186" y="343586"/>
                  </a:lnTo>
                  <a:lnTo>
                    <a:pt x="226771" y="341971"/>
                  </a:lnTo>
                  <a:lnTo>
                    <a:pt x="233193" y="340195"/>
                  </a:lnTo>
                  <a:lnTo>
                    <a:pt x="239438" y="338255"/>
                  </a:lnTo>
                  <a:lnTo>
                    <a:pt x="245493" y="336149"/>
                  </a:lnTo>
                  <a:lnTo>
                    <a:pt x="251344" y="333874"/>
                  </a:lnTo>
                  <a:lnTo>
                    <a:pt x="256978" y="331428"/>
                  </a:lnTo>
                  <a:lnTo>
                    <a:pt x="262381" y="328808"/>
                  </a:lnTo>
                  <a:lnTo>
                    <a:pt x="267539" y="326011"/>
                  </a:lnTo>
                  <a:lnTo>
                    <a:pt x="272440" y="323035"/>
                  </a:lnTo>
                  <a:lnTo>
                    <a:pt x="277070" y="319878"/>
                  </a:lnTo>
                  <a:lnTo>
                    <a:pt x="277343" y="319670"/>
                  </a:lnTo>
                  <a:lnTo>
                    <a:pt x="277618" y="319449"/>
                  </a:lnTo>
                  <a:lnTo>
                    <a:pt x="277894" y="319215"/>
                  </a:lnTo>
                  <a:lnTo>
                    <a:pt x="278170" y="318971"/>
                  </a:lnTo>
                  <a:lnTo>
                    <a:pt x="278447" y="318717"/>
                  </a:lnTo>
                  <a:lnTo>
                    <a:pt x="278722" y="318456"/>
                  </a:lnTo>
                  <a:lnTo>
                    <a:pt x="278997" y="318190"/>
                  </a:lnTo>
                  <a:lnTo>
                    <a:pt x="279270" y="317919"/>
                  </a:lnTo>
                  <a:lnTo>
                    <a:pt x="280019" y="317216"/>
                  </a:lnTo>
                  <a:lnTo>
                    <a:pt x="280781" y="316532"/>
                  </a:lnTo>
                  <a:lnTo>
                    <a:pt x="281557" y="315898"/>
                  </a:lnTo>
                  <a:lnTo>
                    <a:pt x="282351" y="315344"/>
                  </a:lnTo>
                  <a:lnTo>
                    <a:pt x="283165" y="314902"/>
                  </a:lnTo>
                  <a:lnTo>
                    <a:pt x="284001" y="314601"/>
                  </a:lnTo>
                  <a:lnTo>
                    <a:pt x="284862" y="314472"/>
                  </a:lnTo>
                  <a:lnTo>
                    <a:pt x="285750" y="314546"/>
                  </a:lnTo>
                  <a:lnTo>
                    <a:pt x="283302" y="320591"/>
                  </a:lnTo>
                  <a:lnTo>
                    <a:pt x="280225" y="326017"/>
                  </a:lnTo>
                  <a:lnTo>
                    <a:pt x="276564" y="330867"/>
                  </a:lnTo>
                  <a:lnTo>
                    <a:pt x="272363" y="335180"/>
                  </a:lnTo>
                  <a:lnTo>
                    <a:pt x="267667" y="338997"/>
                  </a:lnTo>
                  <a:lnTo>
                    <a:pt x="262520" y="342360"/>
                  </a:lnTo>
                  <a:lnTo>
                    <a:pt x="256967" y="345308"/>
                  </a:lnTo>
                  <a:lnTo>
                    <a:pt x="251051" y="347883"/>
                  </a:lnTo>
                  <a:lnTo>
                    <a:pt x="244818" y="350126"/>
                  </a:lnTo>
                  <a:lnTo>
                    <a:pt x="238312" y="352077"/>
                  </a:lnTo>
                  <a:lnTo>
                    <a:pt x="231577" y="353777"/>
                  </a:lnTo>
                  <a:lnTo>
                    <a:pt x="224658" y="355267"/>
                  </a:lnTo>
                  <a:lnTo>
                    <a:pt x="217598" y="356588"/>
                  </a:lnTo>
                  <a:lnTo>
                    <a:pt x="210444" y="357780"/>
                  </a:lnTo>
                  <a:lnTo>
                    <a:pt x="203237" y="358884"/>
                  </a:lnTo>
                  <a:lnTo>
                    <a:pt x="196025" y="359941"/>
                  </a:lnTo>
                  <a:lnTo>
                    <a:pt x="194266" y="360203"/>
                  </a:lnTo>
                  <a:lnTo>
                    <a:pt x="192510" y="360463"/>
                  </a:lnTo>
                  <a:lnTo>
                    <a:pt x="190755" y="360723"/>
                  </a:lnTo>
                  <a:lnTo>
                    <a:pt x="189004" y="360983"/>
                  </a:lnTo>
                  <a:lnTo>
                    <a:pt x="187256" y="361245"/>
                  </a:lnTo>
                  <a:lnTo>
                    <a:pt x="185512" y="361508"/>
                  </a:lnTo>
                  <a:lnTo>
                    <a:pt x="183772" y="361774"/>
                  </a:lnTo>
                  <a:lnTo>
                    <a:pt x="182038" y="362044"/>
                  </a:lnTo>
                  <a:lnTo>
                    <a:pt x="180341" y="361829"/>
                  </a:lnTo>
                  <a:lnTo>
                    <a:pt x="175867" y="361667"/>
                  </a:lnTo>
                  <a:lnTo>
                    <a:pt x="169541" y="361551"/>
                  </a:lnTo>
                  <a:lnTo>
                    <a:pt x="162290" y="361473"/>
                  </a:lnTo>
                  <a:lnTo>
                    <a:pt x="155039" y="361426"/>
                  </a:lnTo>
                  <a:lnTo>
                    <a:pt x="148714" y="361402"/>
                  </a:lnTo>
                  <a:lnTo>
                    <a:pt x="144240" y="361393"/>
                  </a:lnTo>
                  <a:lnTo>
                    <a:pt x="142543" y="361391"/>
                  </a:lnTo>
                  <a:close/>
                  <a:moveTo>
                    <a:pt x="271702" y="206796"/>
                  </a:moveTo>
                  <a:lnTo>
                    <a:pt x="270909" y="200379"/>
                  </a:lnTo>
                  <a:lnTo>
                    <a:pt x="268960" y="194858"/>
                  </a:lnTo>
                  <a:lnTo>
                    <a:pt x="266010" y="190235"/>
                  </a:lnTo>
                  <a:lnTo>
                    <a:pt x="262215" y="186511"/>
                  </a:lnTo>
                  <a:lnTo>
                    <a:pt x="257732" y="183690"/>
                  </a:lnTo>
                  <a:lnTo>
                    <a:pt x="252717" y="181773"/>
                  </a:lnTo>
                  <a:lnTo>
                    <a:pt x="247324" y="180763"/>
                  </a:lnTo>
                  <a:lnTo>
                    <a:pt x="241711" y="180663"/>
                  </a:lnTo>
                  <a:lnTo>
                    <a:pt x="236032" y="181474"/>
                  </a:lnTo>
                  <a:lnTo>
                    <a:pt x="230445" y="183199"/>
                  </a:lnTo>
                  <a:lnTo>
                    <a:pt x="225104" y="185840"/>
                  </a:lnTo>
                  <a:lnTo>
                    <a:pt x="220167" y="189400"/>
                  </a:lnTo>
                  <a:lnTo>
                    <a:pt x="225583" y="188602"/>
                  </a:lnTo>
                  <a:lnTo>
                    <a:pt x="230715" y="188667"/>
                  </a:lnTo>
                  <a:lnTo>
                    <a:pt x="235470" y="189516"/>
                  </a:lnTo>
                  <a:lnTo>
                    <a:pt x="239754" y="191071"/>
                  </a:lnTo>
                  <a:lnTo>
                    <a:pt x="243472" y="193253"/>
                  </a:lnTo>
                  <a:lnTo>
                    <a:pt x="246531" y="195982"/>
                  </a:lnTo>
                  <a:lnTo>
                    <a:pt x="248836" y="199181"/>
                  </a:lnTo>
                  <a:lnTo>
                    <a:pt x="250293" y="202770"/>
                  </a:lnTo>
                  <a:lnTo>
                    <a:pt x="250899" y="209685"/>
                  </a:lnTo>
                  <a:lnTo>
                    <a:pt x="249966" y="216204"/>
                  </a:lnTo>
                  <a:lnTo>
                    <a:pt x="247745" y="222332"/>
                  </a:lnTo>
                  <a:lnTo>
                    <a:pt x="244483" y="228071"/>
                  </a:lnTo>
                  <a:lnTo>
                    <a:pt x="240432" y="233425"/>
                  </a:lnTo>
                  <a:lnTo>
                    <a:pt x="235839" y="238396"/>
                  </a:lnTo>
                  <a:lnTo>
                    <a:pt x="230956" y="242987"/>
                  </a:lnTo>
                  <a:lnTo>
                    <a:pt x="226032" y="247201"/>
                  </a:lnTo>
                  <a:lnTo>
                    <a:pt x="221315" y="251042"/>
                  </a:lnTo>
                  <a:lnTo>
                    <a:pt x="220189" y="251954"/>
                  </a:lnTo>
                  <a:lnTo>
                    <a:pt x="219098" y="252839"/>
                  </a:lnTo>
                  <a:lnTo>
                    <a:pt x="218047" y="253698"/>
                  </a:lnTo>
                  <a:lnTo>
                    <a:pt x="217037" y="254533"/>
                  </a:lnTo>
                  <a:lnTo>
                    <a:pt x="216073" y="255344"/>
                  </a:lnTo>
                  <a:lnTo>
                    <a:pt x="215159" y="256132"/>
                  </a:lnTo>
                  <a:lnTo>
                    <a:pt x="214298" y="256898"/>
                  </a:lnTo>
                  <a:lnTo>
                    <a:pt x="213493" y="257643"/>
                  </a:lnTo>
                  <a:lnTo>
                    <a:pt x="219056" y="257103"/>
                  </a:lnTo>
                  <a:lnTo>
                    <a:pt x="224789" y="256057"/>
                  </a:lnTo>
                  <a:lnTo>
                    <a:pt x="230595" y="254513"/>
                  </a:lnTo>
                  <a:lnTo>
                    <a:pt x="236379" y="252479"/>
                  </a:lnTo>
                  <a:lnTo>
                    <a:pt x="242043" y="249962"/>
                  </a:lnTo>
                  <a:lnTo>
                    <a:pt x="247491" y="246969"/>
                  </a:lnTo>
                  <a:lnTo>
                    <a:pt x="252626" y="243508"/>
                  </a:lnTo>
                  <a:lnTo>
                    <a:pt x="257352" y="239586"/>
                  </a:lnTo>
                  <a:lnTo>
                    <a:pt x="261572" y="235211"/>
                  </a:lnTo>
                  <a:lnTo>
                    <a:pt x="265189" y="230390"/>
                  </a:lnTo>
                  <a:lnTo>
                    <a:pt x="268108" y="225130"/>
                  </a:lnTo>
                  <a:lnTo>
                    <a:pt x="270230" y="219440"/>
                  </a:lnTo>
                  <a:lnTo>
                    <a:pt x="271461" y="213326"/>
                  </a:lnTo>
                  <a:lnTo>
                    <a:pt x="271702" y="206796"/>
                  </a:lnTo>
                  <a:close/>
                </a:path>
              </a:pathLst>
            </a:custGeom>
            <a:solidFill>
              <a:srgbClr val="2365C4"/>
            </a:solidFill>
            <a:ln w="0">
              <a:noFill/>
            </a:ln>
          </p:spPr>
        </p:sp>
      </p:grpSp>
      <p:sp>
        <p:nvSpPr>
          <p:cNvPr id="91" name="91 Java"/>
          <p:cNvSpPr/>
          <p:nvPr/>
        </p:nvSpPr>
        <p:spPr>
          <a:xfrm>
            <a:off x="3284537" y="8414547"/>
            <a:ext cx="91440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Java</a:t>
            </a:r>
          </a:p>
        </p:txBody>
      </p:sp>
      <p:sp>
        <p:nvSpPr>
          <p:cNvPr id="92" name="92 …"/>
          <p:cNvSpPr/>
          <p:nvPr/>
        </p:nvSpPr>
        <p:spPr>
          <a:xfrm>
            <a:off x="4456112" y="8100222"/>
            <a:ext cx="800100" cy="37795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</a:t>
            </a:r>
          </a:p>
        </p:txBody>
      </p:sp>
      <p:sp>
        <p:nvSpPr>
          <p:cNvPr id="93" name="93 rect"/>
          <p:cNvSpPr/>
          <p:nvPr/>
        </p:nvSpPr>
        <p:spPr>
          <a:xfrm>
            <a:off x="5865813" y="3185320"/>
            <a:ext cx="1428750" cy="546735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DDF3FF"/>
              </a:gs>
              <a:gs pos="100000">
                <a:srgbClr val="EDF9FE"/>
              </a:gs>
            </a:gsLst>
            <a:lin ang="5400000"/>
          </a:gradFill>
          <a:ln w="14288">
            <a:solidFill>
              <a:srgbClr val="0085F7"/>
            </a:solidFill>
          </a:ln>
        </p:spPr>
      </p:sp>
      <p:sp>
        <p:nvSpPr>
          <p:cNvPr id="94" name="94 Translator"/>
          <p:cNvSpPr/>
          <p:nvPr/>
        </p:nvSpPr>
        <p:spPr>
          <a:xfrm>
            <a:off x="5970588" y="3490120"/>
            <a:ext cx="1219200" cy="3177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2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Translator</a:t>
            </a:r>
          </a:p>
        </p:txBody>
      </p:sp>
      <p:sp>
        <p:nvSpPr>
          <p:cNvPr id="95" name="95 Agent"/>
          <p:cNvSpPr/>
          <p:nvPr/>
        </p:nvSpPr>
        <p:spPr>
          <a:xfrm>
            <a:off x="5970588" y="3771965"/>
            <a:ext cx="1219200" cy="3177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2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Agent</a:t>
            </a:r>
          </a:p>
        </p:txBody>
      </p:sp>
      <p:grpSp>
        <p:nvGrpSpPr>
          <p:cNvPr id="475" name="icon-robot-95"/>
          <p:cNvGrpSpPr/>
          <p:nvPr/>
        </p:nvGrpSpPr>
        <p:grpSpPr>
          <a:xfrm>
            <a:off x="6284913" y="4390233"/>
            <a:ext cx="600075" cy="514350"/>
            <a:chOff x="3448050" y="1671638"/>
            <a:chExt cx="600075" cy="514350"/>
          </a:xfrm>
        </p:grpSpPr>
        <p:sp>
          <p:nvSpPr>
            <p:cNvPr id="96" name="96 path"/>
            <p:cNvSpPr/>
            <p:nvPr/>
          </p:nvSpPr>
          <p:spPr>
            <a:xfrm>
              <a:off x="3748088" y="1728788"/>
              <a:ext cx="95" cy="114300"/>
            </a:xfrm>
            <a:custGeom>
              <a:avLst/>
              <a:gdLst/>
              <a:ahLst/>
              <a:cxnLst/>
              <a:rect l="0" t="0" r="0" b="0"/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32861">
              <a:solidFill>
                <a:srgbClr val="071A47"/>
              </a:solidFill>
            </a:ln>
          </p:spPr>
        </p:sp>
        <p:sp>
          <p:nvSpPr>
            <p:cNvPr id="97" name="97 ellipse"/>
            <p:cNvSpPr/>
            <p:nvPr/>
          </p:nvSpPr>
          <p:spPr>
            <a:xfrm>
              <a:off x="3710583" y="1671638"/>
              <a:ext cx="75009" cy="71438"/>
            </a:xfrm>
            <a:prstGeom prst="ellipse">
              <a:avLst/>
            </a:prstGeom>
            <a:solidFill>
              <a:srgbClr val="FFFFFF"/>
            </a:solidFill>
            <a:ln w="25718">
              <a:solidFill>
                <a:srgbClr val="071A47"/>
              </a:solidFill>
            </a:ln>
          </p:spPr>
        </p:sp>
        <p:sp>
          <p:nvSpPr>
            <p:cNvPr id="98" name="98 rect"/>
            <p:cNvSpPr/>
            <p:nvPr/>
          </p:nvSpPr>
          <p:spPr>
            <a:xfrm>
              <a:off x="3448050" y="1943100"/>
              <a:ext cx="75009" cy="157163"/>
            </a:xfrm>
            <a:prstGeom prst="roundRect">
              <a:avLst>
                <a:gd name="adj" fmla="val 38095"/>
              </a:avLst>
            </a:prstGeom>
            <a:solidFill>
              <a:srgbClr val="8ADAAB"/>
            </a:solidFill>
            <a:ln w="28575">
              <a:solidFill>
                <a:srgbClr val="071A47"/>
              </a:solidFill>
            </a:ln>
          </p:spPr>
        </p:sp>
        <p:sp>
          <p:nvSpPr>
            <p:cNvPr id="99" name="99 rect"/>
            <p:cNvSpPr/>
            <p:nvPr/>
          </p:nvSpPr>
          <p:spPr>
            <a:xfrm>
              <a:off x="3973116" y="1943100"/>
              <a:ext cx="75009" cy="157163"/>
            </a:xfrm>
            <a:prstGeom prst="roundRect">
              <a:avLst>
                <a:gd name="adj" fmla="val 38095"/>
              </a:avLst>
            </a:prstGeom>
            <a:solidFill>
              <a:srgbClr val="8ADAAB"/>
            </a:solidFill>
            <a:ln w="28575">
              <a:solidFill>
                <a:srgbClr val="071A47"/>
              </a:solidFill>
            </a:ln>
          </p:spPr>
        </p:sp>
        <p:sp>
          <p:nvSpPr>
            <p:cNvPr id="100" name="100 rect"/>
            <p:cNvSpPr/>
            <p:nvPr/>
          </p:nvSpPr>
          <p:spPr>
            <a:xfrm>
              <a:off x="3523059" y="1828800"/>
              <a:ext cx="450056" cy="357188"/>
            </a:xfrm>
            <a:prstGeom prst="roundRect">
              <a:avLst>
                <a:gd name="adj" fmla="val 28000"/>
              </a:avLst>
            </a:prstGeom>
            <a:gradFill>
              <a:gsLst>
                <a:gs pos="0">
                  <a:srgbClr val="FFFFFF"/>
                </a:gs>
                <a:gs pos="100000">
                  <a:srgbClr val="8ADAAB"/>
                </a:gs>
              </a:gsLst>
              <a:lin ang="5400000"/>
            </a:gradFill>
            <a:ln w="31433">
              <a:solidFill>
                <a:srgbClr val="071A47"/>
              </a:solidFill>
            </a:ln>
          </p:spPr>
        </p:sp>
        <p:sp>
          <p:nvSpPr>
            <p:cNvPr id="101" name="101 rect"/>
            <p:cNvSpPr/>
            <p:nvPr/>
          </p:nvSpPr>
          <p:spPr>
            <a:xfrm>
              <a:off x="3598069" y="1914525"/>
              <a:ext cx="300038" cy="171450"/>
            </a:xfrm>
            <a:prstGeom prst="roundRect">
              <a:avLst>
                <a:gd name="adj" fmla="val 33333"/>
              </a:avLst>
            </a:prstGeom>
            <a:solidFill>
              <a:srgbClr val="15154A"/>
            </a:solidFill>
            <a:ln w="14288">
              <a:solidFill>
                <a:srgbClr val="071A47"/>
              </a:solidFill>
            </a:ln>
          </p:spPr>
        </p:sp>
        <p:sp>
          <p:nvSpPr>
            <p:cNvPr id="102" name="102 ellipse"/>
            <p:cNvSpPr/>
            <p:nvPr/>
          </p:nvSpPr>
          <p:spPr>
            <a:xfrm>
              <a:off x="3658076" y="1957388"/>
              <a:ext cx="60008" cy="71438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103" name="103 ellipse"/>
            <p:cNvSpPr/>
            <p:nvPr/>
          </p:nvSpPr>
          <p:spPr>
            <a:xfrm>
              <a:off x="3793093" y="1957388"/>
              <a:ext cx="60008" cy="71438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104" name="104 Translate"/>
          <p:cNvSpPr/>
          <p:nvPr/>
        </p:nvSpPr>
        <p:spPr>
          <a:xfrm>
            <a:off x="6027738" y="5214145"/>
            <a:ext cx="110490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Translate</a:t>
            </a:r>
          </a:p>
        </p:txBody>
      </p:sp>
      <p:sp>
        <p:nvSpPr>
          <p:cNvPr id="105" name="105 to target"/>
          <p:cNvSpPr/>
          <p:nvPr/>
        </p:nvSpPr>
        <p:spPr>
          <a:xfrm>
            <a:off x="6027738" y="5444650"/>
            <a:ext cx="110490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 target</a:t>
            </a:r>
          </a:p>
        </p:txBody>
      </p:sp>
      <p:sp>
        <p:nvSpPr>
          <p:cNvPr id="106" name="106 ecosystem"/>
          <p:cNvSpPr/>
          <p:nvPr/>
        </p:nvSpPr>
        <p:spPr>
          <a:xfrm>
            <a:off x="6027738" y="5675155"/>
            <a:ext cx="110490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ecosystem</a:t>
            </a:r>
          </a:p>
        </p:txBody>
      </p:sp>
      <p:sp>
        <p:nvSpPr>
          <p:cNvPr id="107" name="107 rect"/>
          <p:cNvSpPr/>
          <p:nvPr/>
        </p:nvSpPr>
        <p:spPr>
          <a:xfrm>
            <a:off x="5980113" y="6204745"/>
            <a:ext cx="1200150" cy="933450"/>
          </a:xfrm>
          <a:prstGeom prst="roundRect">
            <a:avLst>
              <a:gd name="adj" fmla="val 8163"/>
            </a:avLst>
          </a:prstGeom>
          <a:gradFill>
            <a:gsLst>
              <a:gs pos="0">
                <a:srgbClr val="FFFFFF"/>
              </a:gs>
              <a:gs pos="100000">
                <a:srgbClr val="F7FBFE"/>
              </a:gs>
            </a:gsLst>
            <a:lin ang="5400000"/>
          </a:gradFill>
          <a:ln w="9525">
            <a:solidFill>
              <a:srgbClr val="8FC5F8"/>
            </a:solidFill>
          </a:ln>
        </p:spPr>
      </p:sp>
      <p:sp>
        <p:nvSpPr>
          <p:cNvPr id="108" name="108 # translated"/>
          <p:cNvSpPr/>
          <p:nvPr/>
        </p:nvSpPr>
        <p:spPr>
          <a:xfrm>
            <a:off x="6065838" y="6328570"/>
            <a:ext cx="103822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 translated</a:t>
            </a:r>
          </a:p>
        </p:txBody>
      </p:sp>
      <p:sp>
        <p:nvSpPr>
          <p:cNvPr id="109" name="109 def train():"/>
          <p:cNvSpPr/>
          <p:nvPr/>
        </p:nvSpPr>
        <p:spPr>
          <a:xfrm>
            <a:off x="6075363" y="6566695"/>
            <a:ext cx="102870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def train():</a:t>
            </a:r>
          </a:p>
        </p:txBody>
      </p:sp>
      <p:sp>
        <p:nvSpPr>
          <p:cNvPr id="110" name="110 …"/>
          <p:cNvSpPr/>
          <p:nvPr/>
        </p:nvSpPr>
        <p:spPr>
          <a:xfrm>
            <a:off x="6199188" y="6785770"/>
            <a:ext cx="75247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</a:t>
            </a:r>
          </a:p>
        </p:txBody>
      </p:sp>
      <p:sp>
        <p:nvSpPr>
          <p:cNvPr id="111" name="111 path"/>
          <p:cNvSpPr/>
          <p:nvPr/>
        </p:nvSpPr>
        <p:spPr>
          <a:xfrm>
            <a:off x="6580188" y="7138195"/>
            <a:ext cx="95" cy="628650"/>
          </a:xfrm>
          <a:custGeom>
            <a:avLst/>
            <a:gdLst/>
            <a:ahLst/>
            <a:cxnLst/>
            <a:rect l="0" t="0" r="0" b="0"/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/>
          <a:ln w="17145">
            <a:solidFill>
              <a:srgbClr val="0875BD"/>
            </a:solidFill>
          </a:ln>
        </p:spPr>
      </p:sp>
      <p:sp>
        <p:nvSpPr>
          <p:cNvPr id="112" name="112 candidate"/>
          <p:cNvSpPr/>
          <p:nvPr/>
        </p:nvSpPr>
        <p:spPr>
          <a:xfrm>
            <a:off x="6027738" y="7804945"/>
            <a:ext cx="110490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candidate</a:t>
            </a:r>
          </a:p>
        </p:txBody>
      </p:sp>
      <p:sp>
        <p:nvSpPr>
          <p:cNvPr id="113" name="113 program"/>
          <p:cNvSpPr/>
          <p:nvPr/>
        </p:nvSpPr>
        <p:spPr>
          <a:xfrm>
            <a:off x="6027738" y="8024973"/>
            <a:ext cx="110490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program</a:t>
            </a:r>
          </a:p>
        </p:txBody>
      </p:sp>
      <p:sp>
        <p:nvSpPr>
          <p:cNvPr id="115" name="115 LaDiM: Multi-Agent Framework for Code Migration and Repair"/>
          <p:cNvSpPr/>
          <p:nvPr/>
        </p:nvSpPr>
        <p:spPr>
          <a:xfrm>
            <a:off x="7789862" y="2937671"/>
            <a:ext cx="8620125" cy="3720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6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6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LaDiM: Multi-Agent Framework for Code Migration and Repair</a:t>
            </a:r>
          </a:p>
        </p:txBody>
      </p:sp>
      <p:sp>
        <p:nvSpPr>
          <p:cNvPr id="116" name="116 rect"/>
          <p:cNvSpPr/>
          <p:nvPr/>
        </p:nvSpPr>
        <p:spPr>
          <a:xfrm>
            <a:off x="7704140" y="3480595"/>
            <a:ext cx="4505325" cy="3752850"/>
          </a:xfrm>
          <a:prstGeom prst="roundRect">
            <a:avLst>
              <a:gd name="adj" fmla="val 4569"/>
            </a:avLst>
          </a:prstGeom>
          <a:gradFill>
            <a:gsLst>
              <a:gs pos="0">
                <a:srgbClr val="E9F6FF"/>
              </a:gs>
              <a:gs pos="100000">
                <a:srgbClr val="F6FCFF"/>
              </a:gs>
            </a:gsLst>
            <a:lin ang="5400000"/>
          </a:gradFill>
          <a:ln w="13335">
            <a:solidFill>
              <a:srgbClr val="2C9CFF"/>
            </a:solidFill>
          </a:ln>
        </p:spPr>
      </p:sp>
      <p:grpSp>
        <p:nvGrpSpPr>
          <p:cNvPr id="478" name="icon-robot-116"/>
          <p:cNvGrpSpPr/>
          <p:nvPr/>
        </p:nvGrpSpPr>
        <p:grpSpPr>
          <a:xfrm>
            <a:off x="7961315" y="3675858"/>
            <a:ext cx="600075" cy="514350"/>
            <a:chOff x="5124450" y="957263"/>
            <a:chExt cx="600075" cy="514350"/>
          </a:xfrm>
        </p:grpSpPr>
        <p:sp>
          <p:nvSpPr>
            <p:cNvPr id="117" name="117 path"/>
            <p:cNvSpPr/>
            <p:nvPr/>
          </p:nvSpPr>
          <p:spPr>
            <a:xfrm>
              <a:off x="5424488" y="1014413"/>
              <a:ext cx="95" cy="114300"/>
            </a:xfrm>
            <a:custGeom>
              <a:avLst/>
              <a:gdLst/>
              <a:ahLst/>
              <a:cxnLst/>
              <a:rect l="0" t="0" r="0" b="0"/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32861">
              <a:solidFill>
                <a:srgbClr val="071A47"/>
              </a:solidFill>
            </a:ln>
          </p:spPr>
        </p:sp>
        <p:sp>
          <p:nvSpPr>
            <p:cNvPr id="118" name="118 ellipse"/>
            <p:cNvSpPr/>
            <p:nvPr/>
          </p:nvSpPr>
          <p:spPr>
            <a:xfrm>
              <a:off x="5386983" y="957263"/>
              <a:ext cx="75009" cy="71438"/>
            </a:xfrm>
            <a:prstGeom prst="ellipse">
              <a:avLst/>
            </a:prstGeom>
            <a:solidFill>
              <a:srgbClr val="FFFFFF"/>
            </a:solidFill>
            <a:ln w="25718">
              <a:solidFill>
                <a:srgbClr val="071A47"/>
              </a:solidFill>
            </a:ln>
          </p:spPr>
        </p:sp>
        <p:sp>
          <p:nvSpPr>
            <p:cNvPr id="119" name="119 rect"/>
            <p:cNvSpPr/>
            <p:nvPr/>
          </p:nvSpPr>
          <p:spPr>
            <a:xfrm>
              <a:off x="5124450" y="1228725"/>
              <a:ext cx="75009" cy="157163"/>
            </a:xfrm>
            <a:prstGeom prst="roundRect">
              <a:avLst>
                <a:gd name="adj" fmla="val 38095"/>
              </a:avLst>
            </a:prstGeom>
            <a:solidFill>
              <a:srgbClr val="85CCFF"/>
            </a:solidFill>
            <a:ln w="28575">
              <a:solidFill>
                <a:srgbClr val="071A47"/>
              </a:solidFill>
            </a:ln>
          </p:spPr>
        </p:sp>
        <p:sp>
          <p:nvSpPr>
            <p:cNvPr id="120" name="120 rect"/>
            <p:cNvSpPr/>
            <p:nvPr/>
          </p:nvSpPr>
          <p:spPr>
            <a:xfrm>
              <a:off x="5649516" y="1228725"/>
              <a:ext cx="75009" cy="157163"/>
            </a:xfrm>
            <a:prstGeom prst="roundRect">
              <a:avLst>
                <a:gd name="adj" fmla="val 38095"/>
              </a:avLst>
            </a:prstGeom>
            <a:solidFill>
              <a:srgbClr val="85CCFF"/>
            </a:solidFill>
            <a:ln w="28575">
              <a:solidFill>
                <a:srgbClr val="071A47"/>
              </a:solidFill>
            </a:ln>
          </p:spPr>
        </p:sp>
        <p:sp>
          <p:nvSpPr>
            <p:cNvPr id="121" name="121 rect"/>
            <p:cNvSpPr/>
            <p:nvPr/>
          </p:nvSpPr>
          <p:spPr>
            <a:xfrm>
              <a:off x="5199459" y="1114425"/>
              <a:ext cx="450056" cy="357188"/>
            </a:xfrm>
            <a:prstGeom prst="roundRect">
              <a:avLst>
                <a:gd name="adj" fmla="val 28000"/>
              </a:avLst>
            </a:prstGeom>
            <a:gradFill>
              <a:gsLst>
                <a:gs pos="0">
                  <a:srgbClr val="FFFFFF"/>
                </a:gs>
                <a:gs pos="100000">
                  <a:srgbClr val="85CCFF"/>
                </a:gs>
              </a:gsLst>
              <a:lin ang="5400000"/>
            </a:gradFill>
            <a:ln w="31433">
              <a:solidFill>
                <a:srgbClr val="071A47"/>
              </a:solidFill>
            </a:ln>
          </p:spPr>
        </p:sp>
        <p:sp>
          <p:nvSpPr>
            <p:cNvPr id="122" name="122 rect"/>
            <p:cNvSpPr/>
            <p:nvPr/>
          </p:nvSpPr>
          <p:spPr>
            <a:xfrm>
              <a:off x="5274469" y="1200150"/>
              <a:ext cx="300038" cy="171450"/>
            </a:xfrm>
            <a:prstGeom prst="roundRect">
              <a:avLst>
                <a:gd name="adj" fmla="val 33333"/>
              </a:avLst>
            </a:prstGeom>
            <a:solidFill>
              <a:srgbClr val="15154A"/>
            </a:solidFill>
            <a:ln w="14288">
              <a:solidFill>
                <a:srgbClr val="071A47"/>
              </a:solidFill>
            </a:ln>
          </p:spPr>
        </p:sp>
        <p:sp>
          <p:nvSpPr>
            <p:cNvPr id="123" name="123 ellipse"/>
            <p:cNvSpPr/>
            <p:nvPr/>
          </p:nvSpPr>
          <p:spPr>
            <a:xfrm>
              <a:off x="5334476" y="1243013"/>
              <a:ext cx="60008" cy="71438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124" name="124 ellipse"/>
            <p:cNvSpPr/>
            <p:nvPr/>
          </p:nvSpPr>
          <p:spPr>
            <a:xfrm>
              <a:off x="5469493" y="1243013"/>
              <a:ext cx="60008" cy="71438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125" name="125 Verifier Agent"/>
          <p:cNvSpPr/>
          <p:nvPr/>
        </p:nvSpPr>
        <p:spPr>
          <a:xfrm>
            <a:off x="8809040" y="3613945"/>
            <a:ext cx="3143250" cy="3661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Verifier Agent</a:t>
            </a:r>
          </a:p>
        </p:txBody>
      </p:sp>
      <p:sp>
        <p:nvSpPr>
          <p:cNvPr id="126" name="126 Layered Diagnosis"/>
          <p:cNvSpPr/>
          <p:nvPr/>
        </p:nvSpPr>
        <p:spPr>
          <a:xfrm>
            <a:off x="8809040" y="4004470"/>
            <a:ext cx="3143250" cy="3307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Layered Diagnosis</a:t>
            </a:r>
          </a:p>
        </p:txBody>
      </p:sp>
      <p:sp>
        <p:nvSpPr>
          <p:cNvPr id="127" name="127 rect"/>
          <p:cNvSpPr/>
          <p:nvPr/>
        </p:nvSpPr>
        <p:spPr>
          <a:xfrm>
            <a:off x="7847015" y="4385470"/>
            <a:ext cx="4219575" cy="2676525"/>
          </a:xfrm>
          <a:prstGeom prst="roundRect">
            <a:avLst>
              <a:gd name="adj" fmla="val 3915"/>
            </a:avLst>
          </a:prstGeom>
          <a:solidFill>
            <a:srgbClr val="FCFEFF"/>
          </a:solidFill>
          <a:ln w="9525">
            <a:solidFill>
              <a:srgbClr val="D3E8FB"/>
            </a:solidFill>
          </a:ln>
        </p:spPr>
      </p:sp>
      <p:sp>
        <p:nvSpPr>
          <p:cNvPr id="128" name="128 Stage"/>
          <p:cNvSpPr/>
          <p:nvPr/>
        </p:nvSpPr>
        <p:spPr>
          <a:xfrm>
            <a:off x="7951790" y="4442620"/>
            <a:ext cx="123825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Stage</a:t>
            </a:r>
          </a:p>
        </p:txBody>
      </p:sp>
      <p:sp>
        <p:nvSpPr>
          <p:cNvPr id="129" name="129 Source"/>
          <p:cNvSpPr/>
          <p:nvPr/>
        </p:nvSpPr>
        <p:spPr>
          <a:xfrm>
            <a:off x="9390065" y="4442620"/>
            <a:ext cx="106680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6FF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>
                <a:solidFill>
                  <a:srgbClr val="006FF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Source</a:t>
            </a:r>
          </a:p>
        </p:txBody>
      </p:sp>
      <p:sp>
        <p:nvSpPr>
          <p:cNvPr id="130" name="130 Target"/>
          <p:cNvSpPr/>
          <p:nvPr/>
        </p:nvSpPr>
        <p:spPr>
          <a:xfrm>
            <a:off x="10799765" y="4442620"/>
            <a:ext cx="106680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F20A1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>
                <a:solidFill>
                  <a:srgbClr val="F20A1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Target</a:t>
            </a:r>
          </a:p>
        </p:txBody>
      </p:sp>
      <p:sp>
        <p:nvSpPr>
          <p:cNvPr id="131" name="131 path"/>
          <p:cNvSpPr/>
          <p:nvPr/>
        </p:nvSpPr>
        <p:spPr>
          <a:xfrm>
            <a:off x="9266240" y="4461670"/>
            <a:ext cx="95" cy="2524125"/>
          </a:xfrm>
          <a:custGeom>
            <a:avLst/>
            <a:gdLst/>
            <a:ahLst/>
            <a:cxnLst/>
            <a:rect l="0" t="0" r="0" b="0"/>
            <a:pathLst>
              <a:path w="95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9525">
            <a:solidFill>
              <a:srgbClr val="A3BFDD"/>
            </a:solidFill>
          </a:ln>
        </p:spPr>
      </p:sp>
      <p:sp>
        <p:nvSpPr>
          <p:cNvPr id="132" name="132 path"/>
          <p:cNvSpPr/>
          <p:nvPr/>
        </p:nvSpPr>
        <p:spPr>
          <a:xfrm>
            <a:off x="7932740" y="4709320"/>
            <a:ext cx="4038600" cy="95"/>
          </a:xfrm>
          <a:custGeom>
            <a:avLst/>
            <a:gdLst/>
            <a:ahLst/>
            <a:cxnLst/>
            <a:rect l="0" t="0" r="0" b="0"/>
            <a:pathLst>
              <a:path w="4038600" h="95">
                <a:moveTo>
                  <a:pt x="0" y="0"/>
                </a:moveTo>
                <a:lnTo>
                  <a:pt x="4038600" y="0"/>
                </a:lnTo>
              </a:path>
            </a:pathLst>
          </a:custGeom>
          <a:noFill/>
          <a:ln w="9525">
            <a:solidFill>
              <a:srgbClr val="C7DDF2"/>
            </a:solidFill>
          </a:ln>
        </p:spPr>
      </p:sp>
      <p:sp>
        <p:nvSpPr>
          <p:cNvPr id="133" name="133 rect"/>
          <p:cNvSpPr/>
          <p:nvPr/>
        </p:nvSpPr>
        <p:spPr>
          <a:xfrm>
            <a:off x="7932740" y="5557045"/>
            <a:ext cx="4029075" cy="457200"/>
          </a:xfrm>
          <a:prstGeom prst="rect">
            <a:avLst/>
          </a:prstGeom>
          <a:gradFill>
            <a:gsLst>
              <a:gs pos="0">
                <a:srgbClr val="FFEDEE"/>
              </a:gs>
              <a:gs pos="100000">
                <a:srgbClr val="FFF6F6"/>
              </a:gs>
            </a:gsLst>
            <a:lin ang="5400000"/>
          </a:gradFill>
          <a:ln w="0">
            <a:noFill/>
          </a:ln>
        </p:spPr>
      </p:sp>
      <p:sp>
        <p:nvSpPr>
          <p:cNvPr id="134" name="134 Execution"/>
          <p:cNvSpPr/>
          <p:nvPr/>
        </p:nvSpPr>
        <p:spPr>
          <a:xfrm>
            <a:off x="7951790" y="4785520"/>
            <a:ext cx="1276350" cy="217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8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Execution</a:t>
            </a:r>
          </a:p>
        </p:txBody>
      </p:sp>
      <p:sp>
        <p:nvSpPr>
          <p:cNvPr id="135" name="135 path"/>
          <p:cNvSpPr/>
          <p:nvPr/>
        </p:nvSpPr>
        <p:spPr>
          <a:xfrm>
            <a:off x="9456740" y="4814095"/>
            <a:ext cx="95" cy="180975"/>
          </a:xfrm>
          <a:custGeom>
            <a:avLst/>
            <a:gdLst/>
            <a:ahLst/>
            <a:cxnLst/>
            <a:rect l="0" t="0" r="0" b="0"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36" name="136 path"/>
          <p:cNvSpPr/>
          <p:nvPr/>
        </p:nvSpPr>
        <p:spPr>
          <a:xfrm>
            <a:off x="9456740" y="4995070"/>
            <a:ext cx="942975" cy="95"/>
          </a:xfrm>
          <a:custGeom>
            <a:avLst/>
            <a:gdLst/>
            <a:ahLst/>
            <a:cxnLst/>
            <a:rect l="0" t="0" r="0" b="0"/>
            <a:pathLst>
              <a:path w="942975" h="95">
                <a:moveTo>
                  <a:pt x="0" y="0"/>
                </a:moveTo>
                <a:lnTo>
                  <a:pt x="942975" y="0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37" name="137 Source execution curve"/>
          <p:cNvSpPr/>
          <p:nvPr/>
        </p:nvSpPr>
        <p:spPr>
          <a:xfrm>
            <a:off x="9456740" y="4868959"/>
            <a:ext cx="942975" cy="75438"/>
          </a:xfrm>
          <a:custGeom>
            <a:avLst/>
            <a:gdLst/>
            <a:ahLst/>
            <a:cxnLst/>
            <a:rect l="0" t="0" r="0" b="0"/>
            <a:pathLst>
              <a:path w="942975" h="75438">
                <a:moveTo>
                  <a:pt x="0" y="75438"/>
                </a:moveTo>
                <a:lnTo>
                  <a:pt x="13097" y="71735"/>
                </a:lnTo>
                <a:lnTo>
                  <a:pt x="26194" y="61423"/>
                </a:lnTo>
                <a:lnTo>
                  <a:pt x="39291" y="46571"/>
                </a:lnTo>
                <a:lnTo>
                  <a:pt x="52388" y="30067"/>
                </a:lnTo>
                <a:lnTo>
                  <a:pt x="65484" y="15062"/>
                </a:lnTo>
                <a:lnTo>
                  <a:pt x="78581" y="4380"/>
                </a:lnTo>
                <a:lnTo>
                  <a:pt x="91678" y="0"/>
                </a:lnTo>
                <a:lnTo>
                  <a:pt x="104775" y="2696"/>
                </a:lnTo>
                <a:lnTo>
                  <a:pt x="117872" y="11912"/>
                </a:lnTo>
                <a:lnTo>
                  <a:pt x="130969" y="25886"/>
                </a:lnTo>
                <a:lnTo>
                  <a:pt x="144066" y="41996"/>
                </a:lnTo>
                <a:lnTo>
                  <a:pt x="157163" y="57265"/>
                </a:lnTo>
                <a:lnTo>
                  <a:pt x="170259" y="68918"/>
                </a:lnTo>
                <a:lnTo>
                  <a:pt x="183356" y="74895"/>
                </a:lnTo>
                <a:lnTo>
                  <a:pt x="196453" y="74229"/>
                </a:lnTo>
                <a:lnTo>
                  <a:pt x="209550" y="67206"/>
                </a:lnTo>
                <a:lnTo>
                  <a:pt x="222647" y="55287"/>
                </a:lnTo>
                <a:lnTo>
                  <a:pt x="235744" y="40827"/>
                </a:lnTo>
                <a:lnTo>
                  <a:pt x="248841" y="26611"/>
                </a:lnTo>
                <a:lnTo>
                  <a:pt x="261938" y="15334"/>
                </a:lnTo>
                <a:lnTo>
                  <a:pt x="275034" y="9100"/>
                </a:lnTo>
                <a:lnTo>
                  <a:pt x="288131" y="9036"/>
                </a:lnTo>
                <a:lnTo>
                  <a:pt x="301228" y="15104"/>
                </a:lnTo>
                <a:lnTo>
                  <a:pt x="314325" y="26123"/>
                </a:lnTo>
                <a:lnTo>
                  <a:pt x="327422" y="40010"/>
                </a:lnTo>
                <a:lnTo>
                  <a:pt x="340519" y="54186"/>
                </a:lnTo>
                <a:lnTo>
                  <a:pt x="353616" y="66063"/>
                </a:lnTo>
                <a:lnTo>
                  <a:pt x="366713" y="73525"/>
                </a:lnTo>
                <a:lnTo>
                  <a:pt x="379809" y="75319"/>
                </a:lnTo>
                <a:lnTo>
                  <a:pt x="392906" y="71266"/>
                </a:lnTo>
                <a:lnTo>
                  <a:pt x="406003" y="62282"/>
                </a:lnTo>
                <a:lnTo>
                  <a:pt x="419100" y="50181"/>
                </a:lnTo>
                <a:lnTo>
                  <a:pt x="432197" y="37327"/>
                </a:lnTo>
                <a:lnTo>
                  <a:pt x="445294" y="26177"/>
                </a:lnTo>
                <a:lnTo>
                  <a:pt x="458391" y="18826"/>
                </a:lnTo>
                <a:lnTo>
                  <a:pt x="471488" y="16622"/>
                </a:lnTo>
                <a:lnTo>
                  <a:pt x="484584" y="19928"/>
                </a:lnTo>
                <a:lnTo>
                  <a:pt x="497681" y="28076"/>
                </a:lnTo>
                <a:lnTo>
                  <a:pt x="510778" y="39510"/>
                </a:lnTo>
                <a:lnTo>
                  <a:pt x="523875" y="52092"/>
                </a:lnTo>
                <a:lnTo>
                  <a:pt x="536972" y="63514"/>
                </a:lnTo>
                <a:lnTo>
                  <a:pt x="550069" y="71731"/>
                </a:lnTo>
                <a:lnTo>
                  <a:pt x="563166" y="75334"/>
                </a:lnTo>
                <a:lnTo>
                  <a:pt x="576263" y="73804"/>
                </a:lnTo>
                <a:lnTo>
                  <a:pt x="589359" y="67587"/>
                </a:lnTo>
                <a:lnTo>
                  <a:pt x="602456" y="57990"/>
                </a:lnTo>
                <a:lnTo>
                  <a:pt x="615553" y="46924"/>
                </a:lnTo>
                <a:lnTo>
                  <a:pt x="628650" y="36529"/>
                </a:lnTo>
                <a:lnTo>
                  <a:pt x="641747" y="28776"/>
                </a:lnTo>
                <a:lnTo>
                  <a:pt x="654844" y="25100"/>
                </a:lnTo>
                <a:lnTo>
                  <a:pt x="667941" y="26148"/>
                </a:lnTo>
                <a:lnTo>
                  <a:pt x="681038" y="31670"/>
                </a:lnTo>
                <a:lnTo>
                  <a:pt x="694134" y="40592"/>
                </a:lnTo>
                <a:lnTo>
                  <a:pt x="707231" y="51233"/>
                </a:lnTo>
                <a:lnTo>
                  <a:pt x="720328" y="61630"/>
                </a:lnTo>
                <a:lnTo>
                  <a:pt x="733425" y="69911"/>
                </a:lnTo>
                <a:lnTo>
                  <a:pt x="746522" y="74643"/>
                </a:lnTo>
                <a:lnTo>
                  <a:pt x="759619" y="75088"/>
                </a:lnTo>
                <a:lnTo>
                  <a:pt x="772716" y="71322"/>
                </a:lnTo>
                <a:lnTo>
                  <a:pt x="785813" y="64203"/>
                </a:lnTo>
                <a:lnTo>
                  <a:pt x="798909" y="55190"/>
                </a:lnTo>
                <a:lnTo>
                  <a:pt x="812006" y="46058"/>
                </a:lnTo>
                <a:lnTo>
                  <a:pt x="825103" y="38558"/>
                </a:lnTo>
                <a:lnTo>
                  <a:pt x="838200" y="34094"/>
                </a:lnTo>
                <a:lnTo>
                  <a:pt x="851297" y="33467"/>
                </a:lnTo>
                <a:lnTo>
                  <a:pt x="864394" y="36743"/>
                </a:lnTo>
                <a:lnTo>
                  <a:pt x="877491" y="43262"/>
                </a:lnTo>
                <a:lnTo>
                  <a:pt x="890588" y="51779"/>
                </a:lnTo>
                <a:lnTo>
                  <a:pt x="903684" y="60711"/>
                </a:lnTo>
                <a:lnTo>
                  <a:pt x="916781" y="68444"/>
                </a:lnTo>
                <a:lnTo>
                  <a:pt x="929878" y="73631"/>
                </a:lnTo>
                <a:lnTo>
                  <a:pt x="942975" y="75438"/>
                </a:lnTo>
              </a:path>
            </a:pathLst>
          </a:custGeom>
          <a:noFill/>
          <a:ln w="17145">
            <a:solidFill>
              <a:srgbClr val="0082FF"/>
            </a:solidFill>
          </a:ln>
        </p:spPr>
      </p:sp>
      <p:sp>
        <p:nvSpPr>
          <p:cNvPr id="138" name="138 path"/>
          <p:cNvSpPr/>
          <p:nvPr/>
        </p:nvSpPr>
        <p:spPr>
          <a:xfrm>
            <a:off x="10837865" y="4814095"/>
            <a:ext cx="95" cy="180975"/>
          </a:xfrm>
          <a:custGeom>
            <a:avLst/>
            <a:gdLst/>
            <a:ahLst/>
            <a:cxnLst/>
            <a:rect l="0" t="0" r="0" b="0"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39" name="139 path"/>
          <p:cNvSpPr/>
          <p:nvPr/>
        </p:nvSpPr>
        <p:spPr>
          <a:xfrm>
            <a:off x="10837865" y="4995070"/>
            <a:ext cx="933450" cy="95"/>
          </a:xfrm>
          <a:custGeom>
            <a:avLst/>
            <a:gdLst/>
            <a:ahLst/>
            <a:cxnLst/>
            <a:rect l="0" t="0" r="0" b="0"/>
            <a:pathLst>
              <a:path w="933450" h="9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41" name="141 path"/>
          <p:cNvSpPr/>
          <p:nvPr/>
        </p:nvSpPr>
        <p:spPr>
          <a:xfrm>
            <a:off x="7932740" y="5128420"/>
            <a:ext cx="4038600" cy="95"/>
          </a:xfrm>
          <a:custGeom>
            <a:avLst/>
            <a:gdLst/>
            <a:ahLst/>
            <a:cxnLst/>
            <a:rect l="0" t="0" r="0" b="0"/>
            <a:pathLst>
              <a:path w="4038600" h="95">
                <a:moveTo>
                  <a:pt x="0" y="0"/>
                </a:moveTo>
                <a:lnTo>
                  <a:pt x="4038600" y="0"/>
                </a:lnTo>
              </a:path>
            </a:pathLst>
          </a:custGeom>
          <a:noFill/>
          <a:ln w="9525">
            <a:solidFill>
              <a:srgbClr val="B9D3EC"/>
            </a:solidFill>
          </a:ln>
        </p:spPr>
      </p:sp>
      <p:sp>
        <p:nvSpPr>
          <p:cNvPr id="142" name="142 Forward"/>
          <p:cNvSpPr/>
          <p:nvPr/>
        </p:nvSpPr>
        <p:spPr>
          <a:xfrm>
            <a:off x="7951790" y="5252245"/>
            <a:ext cx="1276350" cy="217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8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Forward</a:t>
            </a:r>
          </a:p>
        </p:txBody>
      </p:sp>
      <p:sp>
        <p:nvSpPr>
          <p:cNvPr id="143" name="143 path"/>
          <p:cNvSpPr/>
          <p:nvPr/>
        </p:nvSpPr>
        <p:spPr>
          <a:xfrm>
            <a:off x="9456740" y="5280820"/>
            <a:ext cx="95" cy="180975"/>
          </a:xfrm>
          <a:custGeom>
            <a:avLst/>
            <a:gdLst/>
            <a:ahLst/>
            <a:cxnLst/>
            <a:rect l="0" t="0" r="0" b="0"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44" name="144 path"/>
          <p:cNvSpPr/>
          <p:nvPr/>
        </p:nvSpPr>
        <p:spPr>
          <a:xfrm>
            <a:off x="9456740" y="5461795"/>
            <a:ext cx="942975" cy="95"/>
          </a:xfrm>
          <a:custGeom>
            <a:avLst/>
            <a:gdLst/>
            <a:ahLst/>
            <a:cxnLst/>
            <a:rect l="0" t="0" r="0" b="0"/>
            <a:pathLst>
              <a:path w="942975" h="95">
                <a:moveTo>
                  <a:pt x="0" y="0"/>
                </a:moveTo>
                <a:lnTo>
                  <a:pt x="942975" y="0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45" name="145 Source forward curve"/>
          <p:cNvSpPr/>
          <p:nvPr/>
        </p:nvSpPr>
        <p:spPr>
          <a:xfrm>
            <a:off x="9456740" y="5335684"/>
            <a:ext cx="942975" cy="75438"/>
          </a:xfrm>
          <a:custGeom>
            <a:avLst/>
            <a:gdLst/>
            <a:ahLst/>
            <a:cxnLst/>
            <a:rect l="0" t="0" r="0" b="0"/>
            <a:pathLst>
              <a:path w="942975" h="75438">
                <a:moveTo>
                  <a:pt x="0" y="75438"/>
                </a:moveTo>
                <a:lnTo>
                  <a:pt x="13097" y="71735"/>
                </a:lnTo>
                <a:lnTo>
                  <a:pt x="26194" y="61423"/>
                </a:lnTo>
                <a:lnTo>
                  <a:pt x="39291" y="46571"/>
                </a:lnTo>
                <a:lnTo>
                  <a:pt x="52388" y="30067"/>
                </a:lnTo>
                <a:lnTo>
                  <a:pt x="65484" y="15062"/>
                </a:lnTo>
                <a:lnTo>
                  <a:pt x="78581" y="4380"/>
                </a:lnTo>
                <a:lnTo>
                  <a:pt x="91678" y="0"/>
                </a:lnTo>
                <a:lnTo>
                  <a:pt x="104775" y="2696"/>
                </a:lnTo>
                <a:lnTo>
                  <a:pt x="117872" y="11912"/>
                </a:lnTo>
                <a:lnTo>
                  <a:pt x="130969" y="25886"/>
                </a:lnTo>
                <a:lnTo>
                  <a:pt x="144066" y="41996"/>
                </a:lnTo>
                <a:lnTo>
                  <a:pt x="157163" y="57265"/>
                </a:lnTo>
                <a:lnTo>
                  <a:pt x="170259" y="68918"/>
                </a:lnTo>
                <a:lnTo>
                  <a:pt x="183356" y="74895"/>
                </a:lnTo>
                <a:lnTo>
                  <a:pt x="196453" y="74229"/>
                </a:lnTo>
                <a:lnTo>
                  <a:pt x="209550" y="67206"/>
                </a:lnTo>
                <a:lnTo>
                  <a:pt x="222647" y="55287"/>
                </a:lnTo>
                <a:lnTo>
                  <a:pt x="235744" y="40827"/>
                </a:lnTo>
                <a:lnTo>
                  <a:pt x="248841" y="26611"/>
                </a:lnTo>
                <a:lnTo>
                  <a:pt x="261938" y="15334"/>
                </a:lnTo>
                <a:lnTo>
                  <a:pt x="275034" y="9100"/>
                </a:lnTo>
                <a:lnTo>
                  <a:pt x="288131" y="9036"/>
                </a:lnTo>
                <a:lnTo>
                  <a:pt x="301228" y="15104"/>
                </a:lnTo>
                <a:lnTo>
                  <a:pt x="314325" y="26123"/>
                </a:lnTo>
                <a:lnTo>
                  <a:pt x="327422" y="40010"/>
                </a:lnTo>
                <a:lnTo>
                  <a:pt x="340519" y="54186"/>
                </a:lnTo>
                <a:lnTo>
                  <a:pt x="353616" y="66063"/>
                </a:lnTo>
                <a:lnTo>
                  <a:pt x="366713" y="73525"/>
                </a:lnTo>
                <a:lnTo>
                  <a:pt x="379809" y="75319"/>
                </a:lnTo>
                <a:lnTo>
                  <a:pt x="392906" y="71266"/>
                </a:lnTo>
                <a:lnTo>
                  <a:pt x="406003" y="62282"/>
                </a:lnTo>
                <a:lnTo>
                  <a:pt x="419100" y="50181"/>
                </a:lnTo>
                <a:lnTo>
                  <a:pt x="432197" y="37327"/>
                </a:lnTo>
                <a:lnTo>
                  <a:pt x="445294" y="26177"/>
                </a:lnTo>
                <a:lnTo>
                  <a:pt x="458391" y="18826"/>
                </a:lnTo>
                <a:lnTo>
                  <a:pt x="471488" y="16622"/>
                </a:lnTo>
                <a:lnTo>
                  <a:pt x="484584" y="19928"/>
                </a:lnTo>
                <a:lnTo>
                  <a:pt x="497681" y="28076"/>
                </a:lnTo>
                <a:lnTo>
                  <a:pt x="510778" y="39510"/>
                </a:lnTo>
                <a:lnTo>
                  <a:pt x="523875" y="52092"/>
                </a:lnTo>
                <a:lnTo>
                  <a:pt x="536972" y="63514"/>
                </a:lnTo>
                <a:lnTo>
                  <a:pt x="550069" y="71731"/>
                </a:lnTo>
                <a:lnTo>
                  <a:pt x="563166" y="75334"/>
                </a:lnTo>
                <a:lnTo>
                  <a:pt x="576263" y="73804"/>
                </a:lnTo>
                <a:lnTo>
                  <a:pt x="589359" y="67587"/>
                </a:lnTo>
                <a:lnTo>
                  <a:pt x="602456" y="57990"/>
                </a:lnTo>
                <a:lnTo>
                  <a:pt x="615553" y="46924"/>
                </a:lnTo>
                <a:lnTo>
                  <a:pt x="628650" y="36529"/>
                </a:lnTo>
                <a:lnTo>
                  <a:pt x="641747" y="28776"/>
                </a:lnTo>
                <a:lnTo>
                  <a:pt x="654844" y="25100"/>
                </a:lnTo>
                <a:lnTo>
                  <a:pt x="667941" y="26148"/>
                </a:lnTo>
                <a:lnTo>
                  <a:pt x="681038" y="31670"/>
                </a:lnTo>
                <a:lnTo>
                  <a:pt x="694134" y="40592"/>
                </a:lnTo>
                <a:lnTo>
                  <a:pt x="707231" y="51233"/>
                </a:lnTo>
                <a:lnTo>
                  <a:pt x="720328" y="61630"/>
                </a:lnTo>
                <a:lnTo>
                  <a:pt x="733425" y="69911"/>
                </a:lnTo>
                <a:lnTo>
                  <a:pt x="746522" y="74643"/>
                </a:lnTo>
                <a:lnTo>
                  <a:pt x="759619" y="75088"/>
                </a:lnTo>
                <a:lnTo>
                  <a:pt x="772716" y="71322"/>
                </a:lnTo>
                <a:lnTo>
                  <a:pt x="785813" y="64203"/>
                </a:lnTo>
                <a:lnTo>
                  <a:pt x="798909" y="55190"/>
                </a:lnTo>
                <a:lnTo>
                  <a:pt x="812006" y="46058"/>
                </a:lnTo>
                <a:lnTo>
                  <a:pt x="825103" y="38558"/>
                </a:lnTo>
                <a:lnTo>
                  <a:pt x="838200" y="34094"/>
                </a:lnTo>
                <a:lnTo>
                  <a:pt x="851297" y="33467"/>
                </a:lnTo>
                <a:lnTo>
                  <a:pt x="864394" y="36743"/>
                </a:lnTo>
                <a:lnTo>
                  <a:pt x="877491" y="43262"/>
                </a:lnTo>
                <a:lnTo>
                  <a:pt x="890588" y="51779"/>
                </a:lnTo>
                <a:lnTo>
                  <a:pt x="903684" y="60711"/>
                </a:lnTo>
                <a:lnTo>
                  <a:pt x="916781" y="68444"/>
                </a:lnTo>
                <a:lnTo>
                  <a:pt x="929878" y="73631"/>
                </a:lnTo>
                <a:lnTo>
                  <a:pt x="942975" y="75438"/>
                </a:lnTo>
              </a:path>
            </a:pathLst>
          </a:custGeom>
          <a:noFill/>
          <a:ln w="17145">
            <a:solidFill>
              <a:srgbClr val="0082FF"/>
            </a:solidFill>
          </a:ln>
        </p:spPr>
      </p:sp>
      <p:sp>
        <p:nvSpPr>
          <p:cNvPr id="149" name="149 path"/>
          <p:cNvSpPr/>
          <p:nvPr/>
        </p:nvSpPr>
        <p:spPr>
          <a:xfrm>
            <a:off x="7932740" y="5595145"/>
            <a:ext cx="4038600" cy="95"/>
          </a:xfrm>
          <a:custGeom>
            <a:avLst/>
            <a:gdLst/>
            <a:ahLst/>
            <a:cxnLst/>
            <a:rect l="0" t="0" r="0" b="0"/>
            <a:pathLst>
              <a:path w="4038600" h="95">
                <a:moveTo>
                  <a:pt x="0" y="0"/>
                </a:moveTo>
                <a:lnTo>
                  <a:pt x="4038600" y="0"/>
                </a:lnTo>
              </a:path>
            </a:pathLst>
          </a:custGeom>
          <a:noFill/>
          <a:ln w="9525">
            <a:solidFill>
              <a:srgbClr val="B9D3EC"/>
            </a:solidFill>
          </a:ln>
        </p:spPr>
      </p:sp>
      <p:sp>
        <p:nvSpPr>
          <p:cNvPr id="150" name="150 Gradients"/>
          <p:cNvSpPr/>
          <p:nvPr/>
        </p:nvSpPr>
        <p:spPr>
          <a:xfrm>
            <a:off x="7951790" y="5718970"/>
            <a:ext cx="1276350" cy="217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8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Gradients</a:t>
            </a:r>
          </a:p>
        </p:txBody>
      </p:sp>
      <p:sp>
        <p:nvSpPr>
          <p:cNvPr id="151" name="151 path"/>
          <p:cNvSpPr/>
          <p:nvPr/>
        </p:nvSpPr>
        <p:spPr>
          <a:xfrm>
            <a:off x="9456740" y="5747545"/>
            <a:ext cx="95" cy="180975"/>
          </a:xfrm>
          <a:custGeom>
            <a:avLst/>
            <a:gdLst/>
            <a:ahLst/>
            <a:cxnLst/>
            <a:rect l="0" t="0" r="0" b="0"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52" name="152 path"/>
          <p:cNvSpPr/>
          <p:nvPr/>
        </p:nvSpPr>
        <p:spPr>
          <a:xfrm>
            <a:off x="9456740" y="5928520"/>
            <a:ext cx="942975" cy="95"/>
          </a:xfrm>
          <a:custGeom>
            <a:avLst/>
            <a:gdLst/>
            <a:ahLst/>
            <a:cxnLst/>
            <a:rect l="0" t="0" r="0" b="0"/>
            <a:pathLst>
              <a:path w="942975" h="95">
                <a:moveTo>
                  <a:pt x="0" y="0"/>
                </a:moveTo>
                <a:lnTo>
                  <a:pt x="942975" y="0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53" name="153 Source gradients curve"/>
          <p:cNvSpPr/>
          <p:nvPr/>
        </p:nvSpPr>
        <p:spPr>
          <a:xfrm>
            <a:off x="9456740" y="5769396"/>
            <a:ext cx="942975" cy="122929"/>
          </a:xfrm>
          <a:custGeom>
            <a:avLst/>
            <a:gdLst/>
            <a:ahLst/>
            <a:cxnLst/>
            <a:rect l="0" t="0" r="0" b="0"/>
            <a:pathLst>
              <a:path w="942975" h="122929">
                <a:moveTo>
                  <a:pt x="0" y="122929"/>
                </a:moveTo>
                <a:lnTo>
                  <a:pt x="13097" y="118667"/>
                </a:lnTo>
                <a:lnTo>
                  <a:pt x="26194" y="106588"/>
                </a:lnTo>
                <a:lnTo>
                  <a:pt x="39291" y="88837"/>
                </a:lnTo>
                <a:lnTo>
                  <a:pt x="52388" y="68649"/>
                </a:lnTo>
                <a:lnTo>
                  <a:pt x="65484" y="49757"/>
                </a:lnTo>
                <a:lnTo>
                  <a:pt x="78581" y="35689"/>
                </a:lnTo>
                <a:lnTo>
                  <a:pt x="91678" y="29102"/>
                </a:lnTo>
                <a:lnTo>
                  <a:pt x="104775" y="31270"/>
                </a:lnTo>
                <a:lnTo>
                  <a:pt x="117872" y="41831"/>
                </a:lnTo>
                <a:lnTo>
                  <a:pt x="130969" y="58838"/>
                </a:lnTo>
                <a:lnTo>
                  <a:pt x="144066" y="79105"/>
                </a:lnTo>
                <a:lnTo>
                  <a:pt x="157163" y="98799"/>
                </a:lnTo>
                <a:lnTo>
                  <a:pt x="170259" y="114156"/>
                </a:lnTo>
                <a:lnTo>
                  <a:pt x="183356" y="122188"/>
                </a:lnTo>
                <a:lnTo>
                  <a:pt x="196453" y="121259"/>
                </a:lnTo>
                <a:lnTo>
                  <a:pt x="209550" y="111403"/>
                </a:lnTo>
                <a:lnTo>
                  <a:pt x="222647" y="94339"/>
                </a:lnTo>
                <a:lnTo>
                  <a:pt x="235744" y="73161"/>
                </a:lnTo>
                <a:lnTo>
                  <a:pt x="248841" y="51771"/>
                </a:lnTo>
                <a:lnTo>
                  <a:pt x="261938" y="34149"/>
                </a:lnTo>
                <a:lnTo>
                  <a:pt x="275034" y="23606"/>
                </a:lnTo>
                <a:lnTo>
                  <a:pt x="288131" y="22153"/>
                </a:lnTo>
                <a:lnTo>
                  <a:pt x="301228" y="30107"/>
                </a:lnTo>
                <a:lnTo>
                  <a:pt x="314325" y="46015"/>
                </a:lnTo>
                <a:lnTo>
                  <a:pt x="327422" y="66911"/>
                </a:lnTo>
                <a:lnTo>
                  <a:pt x="340519" y="88860"/>
                </a:lnTo>
                <a:lnTo>
                  <a:pt x="353616" y="107690"/>
                </a:lnTo>
                <a:lnTo>
                  <a:pt x="366713" y="119776"/>
                </a:lnTo>
                <a:lnTo>
                  <a:pt x="379809" y="122729"/>
                </a:lnTo>
                <a:lnTo>
                  <a:pt x="392906" y="115857"/>
                </a:lnTo>
                <a:lnTo>
                  <a:pt x="406003" y="100314"/>
                </a:lnTo>
                <a:lnTo>
                  <a:pt x="419100" y="78895"/>
                </a:lnTo>
                <a:lnTo>
                  <a:pt x="432197" y="55534"/>
                </a:lnTo>
                <a:lnTo>
                  <a:pt x="445294" y="34564"/>
                </a:lnTo>
                <a:lnTo>
                  <a:pt x="458391" y="19910"/>
                </a:lnTo>
                <a:lnTo>
                  <a:pt x="471488" y="14344"/>
                </a:lnTo>
                <a:lnTo>
                  <a:pt x="484584" y="18952"/>
                </a:lnTo>
                <a:lnTo>
                  <a:pt x="497681" y="32912"/>
                </a:lnTo>
                <a:lnTo>
                  <a:pt x="510778" y="53636"/>
                </a:lnTo>
                <a:lnTo>
                  <a:pt x="523875" y="77234"/>
                </a:lnTo>
                <a:lnTo>
                  <a:pt x="536972" y="99242"/>
                </a:lnTo>
                <a:lnTo>
                  <a:pt x="550069" y="115453"/>
                </a:lnTo>
                <a:lnTo>
                  <a:pt x="563166" y="122716"/>
                </a:lnTo>
                <a:lnTo>
                  <a:pt x="576263" y="119534"/>
                </a:lnTo>
                <a:lnTo>
                  <a:pt x="589359" y="106365"/>
                </a:lnTo>
                <a:lnTo>
                  <a:pt x="602456" y="85552"/>
                </a:lnTo>
                <a:lnTo>
                  <a:pt x="615553" y="60899"/>
                </a:lnTo>
                <a:lnTo>
                  <a:pt x="628650" y="36966"/>
                </a:lnTo>
                <a:lnTo>
                  <a:pt x="641747" y="18219"/>
                </a:lnTo>
                <a:lnTo>
                  <a:pt x="654844" y="8185"/>
                </a:lnTo>
                <a:lnTo>
                  <a:pt x="667941" y="8782"/>
                </a:lnTo>
                <a:lnTo>
                  <a:pt x="681038" y="19944"/>
                </a:lnTo>
                <a:lnTo>
                  <a:pt x="694134" y="39613"/>
                </a:lnTo>
                <a:lnTo>
                  <a:pt x="707231" y="64112"/>
                </a:lnTo>
                <a:lnTo>
                  <a:pt x="720328" y="88824"/>
                </a:lnTo>
                <a:lnTo>
                  <a:pt x="733425" y="109051"/>
                </a:lnTo>
                <a:lnTo>
                  <a:pt x="746522" y="120899"/>
                </a:lnTo>
                <a:lnTo>
                  <a:pt x="759619" y="122020"/>
                </a:lnTo>
                <a:lnTo>
                  <a:pt x="772716" y="112065"/>
                </a:lnTo>
                <a:lnTo>
                  <a:pt x="785813" y="92767"/>
                </a:lnTo>
                <a:lnTo>
                  <a:pt x="798909" y="67632"/>
                </a:lnTo>
                <a:lnTo>
                  <a:pt x="812006" y="41297"/>
                </a:lnTo>
                <a:lnTo>
                  <a:pt x="825103" y="18661"/>
                </a:lnTo>
                <a:lnTo>
                  <a:pt x="838200" y="3967"/>
                </a:lnTo>
                <a:lnTo>
                  <a:pt x="851297" y="0"/>
                </a:lnTo>
                <a:lnTo>
                  <a:pt x="864394" y="7547"/>
                </a:lnTo>
                <a:lnTo>
                  <a:pt x="877491" y="25235"/>
                </a:lnTo>
                <a:lnTo>
                  <a:pt x="890588" y="49769"/>
                </a:lnTo>
                <a:lnTo>
                  <a:pt x="903684" y="76541"/>
                </a:lnTo>
                <a:lnTo>
                  <a:pt x="916781" y="100482"/>
                </a:lnTo>
                <a:lnTo>
                  <a:pt x="929878" y="117018"/>
                </a:lnTo>
                <a:lnTo>
                  <a:pt x="942975" y="122929"/>
                </a:lnTo>
              </a:path>
            </a:pathLst>
          </a:custGeom>
          <a:noFill/>
          <a:ln w="17145">
            <a:solidFill>
              <a:srgbClr val="0082FF"/>
            </a:solidFill>
          </a:ln>
        </p:spPr>
      </p:sp>
      <p:sp>
        <p:nvSpPr>
          <p:cNvPr id="154" name="154 path"/>
          <p:cNvSpPr/>
          <p:nvPr/>
        </p:nvSpPr>
        <p:spPr>
          <a:xfrm>
            <a:off x="10837865" y="5747545"/>
            <a:ext cx="95" cy="180975"/>
          </a:xfrm>
          <a:custGeom>
            <a:avLst/>
            <a:gdLst/>
            <a:ahLst/>
            <a:cxnLst/>
            <a:rect l="0" t="0" r="0" b="0"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55" name="155 path"/>
          <p:cNvSpPr/>
          <p:nvPr/>
        </p:nvSpPr>
        <p:spPr>
          <a:xfrm>
            <a:off x="10837865" y="5928520"/>
            <a:ext cx="933450" cy="95"/>
          </a:xfrm>
          <a:custGeom>
            <a:avLst/>
            <a:gdLst/>
            <a:ahLst/>
            <a:cxnLst/>
            <a:rect l="0" t="0" r="0" b="0"/>
            <a:pathLst>
              <a:path w="933450" h="9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56" name="156 Target gradients curve"/>
          <p:cNvSpPr/>
          <p:nvPr/>
        </p:nvSpPr>
        <p:spPr>
          <a:xfrm>
            <a:off x="10837865" y="5789306"/>
            <a:ext cx="933450" cy="129444"/>
          </a:xfrm>
          <a:custGeom>
            <a:avLst/>
            <a:gdLst/>
            <a:ahLst/>
            <a:cxnLst/>
            <a:rect l="0" t="0" r="0" b="0"/>
            <a:pathLst>
              <a:path w="933450" h="129444">
                <a:moveTo>
                  <a:pt x="0" y="103019"/>
                </a:moveTo>
                <a:lnTo>
                  <a:pt x="12965" y="98757"/>
                </a:lnTo>
                <a:lnTo>
                  <a:pt x="25929" y="86678"/>
                </a:lnTo>
                <a:lnTo>
                  <a:pt x="38894" y="68926"/>
                </a:lnTo>
                <a:lnTo>
                  <a:pt x="51858" y="48739"/>
                </a:lnTo>
                <a:lnTo>
                  <a:pt x="64823" y="29847"/>
                </a:lnTo>
                <a:lnTo>
                  <a:pt x="77787" y="15779"/>
                </a:lnTo>
                <a:lnTo>
                  <a:pt x="90752" y="9191"/>
                </a:lnTo>
                <a:lnTo>
                  <a:pt x="103717" y="11360"/>
                </a:lnTo>
                <a:lnTo>
                  <a:pt x="116681" y="21921"/>
                </a:lnTo>
                <a:lnTo>
                  <a:pt x="129646" y="38928"/>
                </a:lnTo>
                <a:lnTo>
                  <a:pt x="142610" y="59195"/>
                </a:lnTo>
                <a:lnTo>
                  <a:pt x="155575" y="78889"/>
                </a:lnTo>
                <a:lnTo>
                  <a:pt x="168540" y="94246"/>
                </a:lnTo>
                <a:lnTo>
                  <a:pt x="181504" y="102278"/>
                </a:lnTo>
                <a:lnTo>
                  <a:pt x="194469" y="101349"/>
                </a:lnTo>
                <a:lnTo>
                  <a:pt x="207433" y="91493"/>
                </a:lnTo>
                <a:lnTo>
                  <a:pt x="220398" y="74429"/>
                </a:lnTo>
                <a:lnTo>
                  <a:pt x="233363" y="53251"/>
                </a:lnTo>
                <a:lnTo>
                  <a:pt x="246327" y="31860"/>
                </a:lnTo>
                <a:lnTo>
                  <a:pt x="259292" y="14239"/>
                </a:lnTo>
                <a:lnTo>
                  <a:pt x="272256" y="3696"/>
                </a:lnTo>
                <a:lnTo>
                  <a:pt x="285221" y="2243"/>
                </a:lnTo>
                <a:lnTo>
                  <a:pt x="298185" y="10197"/>
                </a:lnTo>
                <a:lnTo>
                  <a:pt x="311150" y="26105"/>
                </a:lnTo>
                <a:lnTo>
                  <a:pt x="324115" y="47001"/>
                </a:lnTo>
                <a:lnTo>
                  <a:pt x="337079" y="68950"/>
                </a:lnTo>
                <a:lnTo>
                  <a:pt x="350044" y="87780"/>
                </a:lnTo>
                <a:lnTo>
                  <a:pt x="363008" y="99866"/>
                </a:lnTo>
                <a:lnTo>
                  <a:pt x="375973" y="102819"/>
                </a:lnTo>
                <a:lnTo>
                  <a:pt x="388938" y="95947"/>
                </a:lnTo>
                <a:lnTo>
                  <a:pt x="401902" y="80403"/>
                </a:lnTo>
                <a:lnTo>
                  <a:pt x="414867" y="58985"/>
                </a:lnTo>
                <a:lnTo>
                  <a:pt x="427831" y="35624"/>
                </a:lnTo>
                <a:lnTo>
                  <a:pt x="440796" y="14654"/>
                </a:lnTo>
                <a:lnTo>
                  <a:pt x="453760" y="0"/>
                </a:lnTo>
                <a:lnTo>
                  <a:pt x="466725" y="45865"/>
                </a:lnTo>
                <a:lnTo>
                  <a:pt x="479690" y="49077"/>
                </a:lnTo>
                <a:lnTo>
                  <a:pt x="492654" y="49053"/>
                </a:lnTo>
                <a:lnTo>
                  <a:pt x="505619" y="46511"/>
                </a:lnTo>
                <a:lnTo>
                  <a:pt x="518583" y="42928"/>
                </a:lnTo>
                <a:lnTo>
                  <a:pt x="531548" y="40093"/>
                </a:lnTo>
                <a:lnTo>
                  <a:pt x="544512" y="39570"/>
                </a:lnTo>
                <a:lnTo>
                  <a:pt x="557477" y="42228"/>
                </a:lnTo>
                <a:lnTo>
                  <a:pt x="570442" y="47980"/>
                </a:lnTo>
                <a:lnTo>
                  <a:pt x="583406" y="55806"/>
                </a:lnTo>
                <a:lnTo>
                  <a:pt x="596371" y="64064"/>
                </a:lnTo>
                <a:lnTo>
                  <a:pt x="609335" y="70982"/>
                </a:lnTo>
                <a:lnTo>
                  <a:pt x="622300" y="75191"/>
                </a:lnTo>
                <a:lnTo>
                  <a:pt x="635265" y="76136"/>
                </a:lnTo>
                <a:lnTo>
                  <a:pt x="648229" y="74244"/>
                </a:lnTo>
                <a:lnTo>
                  <a:pt x="661194" y="70797"/>
                </a:lnTo>
                <a:lnTo>
                  <a:pt x="674158" y="67542"/>
                </a:lnTo>
                <a:lnTo>
                  <a:pt x="687123" y="66170"/>
                </a:lnTo>
                <a:lnTo>
                  <a:pt x="700088" y="67806"/>
                </a:lnTo>
                <a:lnTo>
                  <a:pt x="713052" y="72668"/>
                </a:lnTo>
                <a:lnTo>
                  <a:pt x="726017" y="80007"/>
                </a:lnTo>
                <a:lnTo>
                  <a:pt x="738981" y="88325"/>
                </a:lnTo>
                <a:lnTo>
                  <a:pt x="751946" y="95834"/>
                </a:lnTo>
                <a:lnTo>
                  <a:pt x="764910" y="100985"/>
                </a:lnTo>
                <a:lnTo>
                  <a:pt x="777875" y="102941"/>
                </a:lnTo>
                <a:lnTo>
                  <a:pt x="790840" y="101825"/>
                </a:lnTo>
                <a:lnTo>
                  <a:pt x="803804" y="98685"/>
                </a:lnTo>
                <a:lnTo>
                  <a:pt x="816769" y="95176"/>
                </a:lnTo>
                <a:lnTo>
                  <a:pt x="829733" y="93065"/>
                </a:lnTo>
                <a:lnTo>
                  <a:pt x="842698" y="93700"/>
                </a:lnTo>
                <a:lnTo>
                  <a:pt x="855663" y="97600"/>
                </a:lnTo>
                <a:lnTo>
                  <a:pt x="868627" y="104304"/>
                </a:lnTo>
                <a:lnTo>
                  <a:pt x="881592" y="112507"/>
                </a:lnTo>
                <a:lnTo>
                  <a:pt x="894556" y="120454"/>
                </a:lnTo>
                <a:lnTo>
                  <a:pt x="907521" y="126465"/>
                </a:lnTo>
                <a:lnTo>
                  <a:pt x="920485" y="129444"/>
                </a:lnTo>
                <a:lnTo>
                  <a:pt x="933450" y="129207"/>
                </a:lnTo>
              </a:path>
            </a:pathLst>
          </a:custGeom>
          <a:noFill/>
          <a:ln w="17145">
            <a:solidFill>
              <a:srgbClr val="FB1419"/>
            </a:solidFill>
          </a:ln>
        </p:spPr>
      </p:sp>
      <p:sp>
        <p:nvSpPr>
          <p:cNvPr id="157" name="157 path"/>
          <p:cNvSpPr/>
          <p:nvPr/>
        </p:nvSpPr>
        <p:spPr>
          <a:xfrm>
            <a:off x="7932740" y="6061870"/>
            <a:ext cx="4038600" cy="95"/>
          </a:xfrm>
          <a:custGeom>
            <a:avLst/>
            <a:gdLst/>
            <a:ahLst/>
            <a:cxnLst/>
            <a:rect l="0" t="0" r="0" b="0"/>
            <a:pathLst>
              <a:path w="4038600" h="95">
                <a:moveTo>
                  <a:pt x="0" y="0"/>
                </a:moveTo>
                <a:lnTo>
                  <a:pt x="4038600" y="0"/>
                </a:lnTo>
              </a:path>
            </a:pathLst>
          </a:custGeom>
          <a:noFill/>
          <a:ln w="9525">
            <a:solidFill>
              <a:srgbClr val="B9D3EC"/>
            </a:solidFill>
          </a:ln>
        </p:spPr>
      </p:sp>
      <p:sp>
        <p:nvSpPr>
          <p:cNvPr id="158" name="158 Parameter update"/>
          <p:cNvSpPr/>
          <p:nvPr/>
        </p:nvSpPr>
        <p:spPr>
          <a:xfrm>
            <a:off x="7951790" y="6185695"/>
            <a:ext cx="1276350" cy="217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8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 update</a:t>
            </a:r>
          </a:p>
        </p:txBody>
      </p:sp>
      <p:sp>
        <p:nvSpPr>
          <p:cNvPr id="159" name="159 path"/>
          <p:cNvSpPr/>
          <p:nvPr/>
        </p:nvSpPr>
        <p:spPr>
          <a:xfrm>
            <a:off x="9456740" y="6214270"/>
            <a:ext cx="95" cy="180975"/>
          </a:xfrm>
          <a:custGeom>
            <a:avLst/>
            <a:gdLst/>
            <a:ahLst/>
            <a:cxnLst/>
            <a:rect l="0" t="0" r="0" b="0"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60" name="160 path"/>
          <p:cNvSpPr/>
          <p:nvPr/>
        </p:nvSpPr>
        <p:spPr>
          <a:xfrm>
            <a:off x="9456740" y="6395245"/>
            <a:ext cx="942975" cy="95"/>
          </a:xfrm>
          <a:custGeom>
            <a:avLst/>
            <a:gdLst/>
            <a:ahLst/>
            <a:cxnLst/>
            <a:rect l="0" t="0" r="0" b="0"/>
            <a:pathLst>
              <a:path w="942975" h="95">
                <a:moveTo>
                  <a:pt x="0" y="0"/>
                </a:moveTo>
                <a:lnTo>
                  <a:pt x="942975" y="0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61" name="161 Source parameter update curve"/>
          <p:cNvSpPr/>
          <p:nvPr/>
        </p:nvSpPr>
        <p:spPr>
          <a:xfrm>
            <a:off x="9456740" y="6269134"/>
            <a:ext cx="942975" cy="75438"/>
          </a:xfrm>
          <a:custGeom>
            <a:avLst/>
            <a:gdLst/>
            <a:ahLst/>
            <a:cxnLst/>
            <a:rect l="0" t="0" r="0" b="0"/>
            <a:pathLst>
              <a:path w="942975" h="75438">
                <a:moveTo>
                  <a:pt x="0" y="75438"/>
                </a:moveTo>
                <a:lnTo>
                  <a:pt x="13097" y="71735"/>
                </a:lnTo>
                <a:lnTo>
                  <a:pt x="26194" y="61423"/>
                </a:lnTo>
                <a:lnTo>
                  <a:pt x="39291" y="46571"/>
                </a:lnTo>
                <a:lnTo>
                  <a:pt x="52388" y="30067"/>
                </a:lnTo>
                <a:lnTo>
                  <a:pt x="65484" y="15062"/>
                </a:lnTo>
                <a:lnTo>
                  <a:pt x="78581" y="4380"/>
                </a:lnTo>
                <a:lnTo>
                  <a:pt x="91678" y="0"/>
                </a:lnTo>
                <a:lnTo>
                  <a:pt x="104775" y="2696"/>
                </a:lnTo>
                <a:lnTo>
                  <a:pt x="117872" y="11912"/>
                </a:lnTo>
                <a:lnTo>
                  <a:pt x="130969" y="25886"/>
                </a:lnTo>
                <a:lnTo>
                  <a:pt x="144066" y="41996"/>
                </a:lnTo>
                <a:lnTo>
                  <a:pt x="157163" y="57265"/>
                </a:lnTo>
                <a:lnTo>
                  <a:pt x="170259" y="68918"/>
                </a:lnTo>
                <a:lnTo>
                  <a:pt x="183356" y="74895"/>
                </a:lnTo>
                <a:lnTo>
                  <a:pt x="196453" y="74229"/>
                </a:lnTo>
                <a:lnTo>
                  <a:pt x="209550" y="67206"/>
                </a:lnTo>
                <a:lnTo>
                  <a:pt x="222647" y="55287"/>
                </a:lnTo>
                <a:lnTo>
                  <a:pt x="235744" y="40827"/>
                </a:lnTo>
                <a:lnTo>
                  <a:pt x="248841" y="26611"/>
                </a:lnTo>
                <a:lnTo>
                  <a:pt x="261938" y="15334"/>
                </a:lnTo>
                <a:lnTo>
                  <a:pt x="275034" y="9100"/>
                </a:lnTo>
                <a:lnTo>
                  <a:pt x="288131" y="9036"/>
                </a:lnTo>
                <a:lnTo>
                  <a:pt x="301228" y="15104"/>
                </a:lnTo>
                <a:lnTo>
                  <a:pt x="314325" y="26123"/>
                </a:lnTo>
                <a:lnTo>
                  <a:pt x="327422" y="40010"/>
                </a:lnTo>
                <a:lnTo>
                  <a:pt x="340519" y="54186"/>
                </a:lnTo>
                <a:lnTo>
                  <a:pt x="353616" y="66063"/>
                </a:lnTo>
                <a:lnTo>
                  <a:pt x="366713" y="73525"/>
                </a:lnTo>
                <a:lnTo>
                  <a:pt x="379809" y="75319"/>
                </a:lnTo>
                <a:lnTo>
                  <a:pt x="392906" y="71266"/>
                </a:lnTo>
                <a:lnTo>
                  <a:pt x="406003" y="62282"/>
                </a:lnTo>
                <a:lnTo>
                  <a:pt x="419100" y="50181"/>
                </a:lnTo>
                <a:lnTo>
                  <a:pt x="432197" y="37327"/>
                </a:lnTo>
                <a:lnTo>
                  <a:pt x="445294" y="26177"/>
                </a:lnTo>
                <a:lnTo>
                  <a:pt x="458391" y="18826"/>
                </a:lnTo>
                <a:lnTo>
                  <a:pt x="471488" y="16622"/>
                </a:lnTo>
                <a:lnTo>
                  <a:pt x="484584" y="19928"/>
                </a:lnTo>
                <a:lnTo>
                  <a:pt x="497681" y="28076"/>
                </a:lnTo>
                <a:lnTo>
                  <a:pt x="510778" y="39510"/>
                </a:lnTo>
                <a:lnTo>
                  <a:pt x="523875" y="52092"/>
                </a:lnTo>
                <a:lnTo>
                  <a:pt x="536972" y="63514"/>
                </a:lnTo>
                <a:lnTo>
                  <a:pt x="550069" y="71731"/>
                </a:lnTo>
                <a:lnTo>
                  <a:pt x="563166" y="75334"/>
                </a:lnTo>
                <a:lnTo>
                  <a:pt x="576263" y="73804"/>
                </a:lnTo>
                <a:lnTo>
                  <a:pt x="589359" y="67587"/>
                </a:lnTo>
                <a:lnTo>
                  <a:pt x="602456" y="57990"/>
                </a:lnTo>
                <a:lnTo>
                  <a:pt x="615553" y="46924"/>
                </a:lnTo>
                <a:lnTo>
                  <a:pt x="628650" y="36529"/>
                </a:lnTo>
                <a:lnTo>
                  <a:pt x="641747" y="28776"/>
                </a:lnTo>
                <a:lnTo>
                  <a:pt x="654844" y="25100"/>
                </a:lnTo>
                <a:lnTo>
                  <a:pt x="667941" y="26148"/>
                </a:lnTo>
                <a:lnTo>
                  <a:pt x="681038" y="31670"/>
                </a:lnTo>
                <a:lnTo>
                  <a:pt x="694134" y="40592"/>
                </a:lnTo>
                <a:lnTo>
                  <a:pt x="707231" y="51233"/>
                </a:lnTo>
                <a:lnTo>
                  <a:pt x="720328" y="61630"/>
                </a:lnTo>
                <a:lnTo>
                  <a:pt x="733425" y="69911"/>
                </a:lnTo>
                <a:lnTo>
                  <a:pt x="746522" y="74643"/>
                </a:lnTo>
                <a:lnTo>
                  <a:pt x="759619" y="75088"/>
                </a:lnTo>
                <a:lnTo>
                  <a:pt x="772716" y="71322"/>
                </a:lnTo>
                <a:lnTo>
                  <a:pt x="785813" y="64203"/>
                </a:lnTo>
                <a:lnTo>
                  <a:pt x="798909" y="55190"/>
                </a:lnTo>
                <a:lnTo>
                  <a:pt x="812006" y="46058"/>
                </a:lnTo>
                <a:lnTo>
                  <a:pt x="825103" y="38558"/>
                </a:lnTo>
                <a:lnTo>
                  <a:pt x="838200" y="34094"/>
                </a:lnTo>
                <a:lnTo>
                  <a:pt x="851297" y="33467"/>
                </a:lnTo>
                <a:lnTo>
                  <a:pt x="864394" y="36743"/>
                </a:lnTo>
                <a:lnTo>
                  <a:pt x="877491" y="43262"/>
                </a:lnTo>
                <a:lnTo>
                  <a:pt x="890588" y="51779"/>
                </a:lnTo>
                <a:lnTo>
                  <a:pt x="903684" y="60711"/>
                </a:lnTo>
                <a:lnTo>
                  <a:pt x="916781" y="68444"/>
                </a:lnTo>
                <a:lnTo>
                  <a:pt x="929878" y="73631"/>
                </a:lnTo>
                <a:lnTo>
                  <a:pt x="942975" y="75438"/>
                </a:lnTo>
              </a:path>
            </a:pathLst>
          </a:custGeom>
          <a:noFill/>
          <a:ln w="17145">
            <a:solidFill>
              <a:srgbClr val="0082FF"/>
            </a:solidFill>
          </a:ln>
        </p:spPr>
      </p:sp>
      <p:sp>
        <p:nvSpPr>
          <p:cNvPr id="162" name="162 path"/>
          <p:cNvSpPr/>
          <p:nvPr/>
        </p:nvSpPr>
        <p:spPr>
          <a:xfrm>
            <a:off x="10837865" y="6214270"/>
            <a:ext cx="95" cy="180975"/>
          </a:xfrm>
          <a:custGeom>
            <a:avLst/>
            <a:gdLst/>
            <a:ahLst/>
            <a:cxnLst/>
            <a:rect l="0" t="0" r="0" b="0"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63" name="163 path"/>
          <p:cNvSpPr/>
          <p:nvPr/>
        </p:nvSpPr>
        <p:spPr>
          <a:xfrm>
            <a:off x="10837865" y="6395245"/>
            <a:ext cx="933450" cy="95"/>
          </a:xfrm>
          <a:custGeom>
            <a:avLst/>
            <a:gdLst/>
            <a:ahLst/>
            <a:cxnLst/>
            <a:rect l="0" t="0" r="0" b="0"/>
            <a:pathLst>
              <a:path w="933450" h="9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64" name="164 Target parameter update curve"/>
          <p:cNvSpPr/>
          <p:nvPr/>
        </p:nvSpPr>
        <p:spPr>
          <a:xfrm>
            <a:off x="10837865" y="6269134"/>
            <a:ext cx="933450" cy="75438"/>
          </a:xfrm>
          <a:custGeom>
            <a:avLst/>
            <a:gdLst/>
            <a:ahLst/>
            <a:cxnLst/>
            <a:rect l="0" t="0" r="0" b="0"/>
            <a:pathLst>
              <a:path w="933450" h="75438">
                <a:moveTo>
                  <a:pt x="0" y="75438"/>
                </a:moveTo>
                <a:lnTo>
                  <a:pt x="12965" y="71735"/>
                </a:lnTo>
                <a:lnTo>
                  <a:pt x="25929" y="61423"/>
                </a:lnTo>
                <a:lnTo>
                  <a:pt x="38894" y="46571"/>
                </a:lnTo>
                <a:lnTo>
                  <a:pt x="51858" y="30067"/>
                </a:lnTo>
                <a:lnTo>
                  <a:pt x="64823" y="15062"/>
                </a:lnTo>
                <a:lnTo>
                  <a:pt x="77787" y="4380"/>
                </a:lnTo>
                <a:lnTo>
                  <a:pt x="90752" y="0"/>
                </a:lnTo>
                <a:lnTo>
                  <a:pt x="103717" y="2696"/>
                </a:lnTo>
                <a:lnTo>
                  <a:pt x="116681" y="11912"/>
                </a:lnTo>
                <a:lnTo>
                  <a:pt x="129646" y="25886"/>
                </a:lnTo>
                <a:lnTo>
                  <a:pt x="142610" y="41996"/>
                </a:lnTo>
                <a:lnTo>
                  <a:pt x="155575" y="57265"/>
                </a:lnTo>
                <a:lnTo>
                  <a:pt x="168540" y="68918"/>
                </a:lnTo>
                <a:lnTo>
                  <a:pt x="181504" y="74895"/>
                </a:lnTo>
                <a:lnTo>
                  <a:pt x="194469" y="74229"/>
                </a:lnTo>
                <a:lnTo>
                  <a:pt x="207433" y="67206"/>
                </a:lnTo>
                <a:lnTo>
                  <a:pt x="220398" y="55287"/>
                </a:lnTo>
                <a:lnTo>
                  <a:pt x="233363" y="40827"/>
                </a:lnTo>
                <a:lnTo>
                  <a:pt x="246327" y="26611"/>
                </a:lnTo>
                <a:lnTo>
                  <a:pt x="259292" y="15334"/>
                </a:lnTo>
                <a:lnTo>
                  <a:pt x="272256" y="9100"/>
                </a:lnTo>
                <a:lnTo>
                  <a:pt x="285221" y="9036"/>
                </a:lnTo>
                <a:lnTo>
                  <a:pt x="298185" y="15104"/>
                </a:lnTo>
                <a:lnTo>
                  <a:pt x="311150" y="26123"/>
                </a:lnTo>
                <a:lnTo>
                  <a:pt x="324115" y="40010"/>
                </a:lnTo>
                <a:lnTo>
                  <a:pt x="337079" y="54186"/>
                </a:lnTo>
                <a:lnTo>
                  <a:pt x="350044" y="66063"/>
                </a:lnTo>
                <a:lnTo>
                  <a:pt x="363008" y="73525"/>
                </a:lnTo>
                <a:lnTo>
                  <a:pt x="375973" y="75319"/>
                </a:lnTo>
                <a:lnTo>
                  <a:pt x="388938" y="71266"/>
                </a:lnTo>
                <a:lnTo>
                  <a:pt x="401902" y="62282"/>
                </a:lnTo>
                <a:lnTo>
                  <a:pt x="414867" y="50181"/>
                </a:lnTo>
                <a:lnTo>
                  <a:pt x="427831" y="37327"/>
                </a:lnTo>
                <a:lnTo>
                  <a:pt x="440796" y="26177"/>
                </a:lnTo>
                <a:lnTo>
                  <a:pt x="453760" y="18826"/>
                </a:lnTo>
                <a:lnTo>
                  <a:pt x="466725" y="16622"/>
                </a:lnTo>
                <a:lnTo>
                  <a:pt x="479690" y="19928"/>
                </a:lnTo>
                <a:lnTo>
                  <a:pt x="492654" y="28076"/>
                </a:lnTo>
                <a:lnTo>
                  <a:pt x="505619" y="39510"/>
                </a:lnTo>
                <a:lnTo>
                  <a:pt x="518583" y="52092"/>
                </a:lnTo>
                <a:lnTo>
                  <a:pt x="531548" y="63514"/>
                </a:lnTo>
                <a:lnTo>
                  <a:pt x="544512" y="71731"/>
                </a:lnTo>
                <a:lnTo>
                  <a:pt x="557477" y="75334"/>
                </a:lnTo>
                <a:lnTo>
                  <a:pt x="570442" y="73804"/>
                </a:lnTo>
                <a:lnTo>
                  <a:pt x="583406" y="67587"/>
                </a:lnTo>
                <a:lnTo>
                  <a:pt x="596371" y="57990"/>
                </a:lnTo>
                <a:lnTo>
                  <a:pt x="609335" y="46924"/>
                </a:lnTo>
                <a:lnTo>
                  <a:pt x="622300" y="36529"/>
                </a:lnTo>
                <a:lnTo>
                  <a:pt x="635265" y="28776"/>
                </a:lnTo>
                <a:lnTo>
                  <a:pt x="648229" y="25100"/>
                </a:lnTo>
                <a:lnTo>
                  <a:pt x="661194" y="26148"/>
                </a:lnTo>
                <a:lnTo>
                  <a:pt x="674158" y="31670"/>
                </a:lnTo>
                <a:lnTo>
                  <a:pt x="687123" y="40592"/>
                </a:lnTo>
                <a:lnTo>
                  <a:pt x="700088" y="51233"/>
                </a:lnTo>
                <a:lnTo>
                  <a:pt x="713052" y="61630"/>
                </a:lnTo>
                <a:lnTo>
                  <a:pt x="726017" y="69911"/>
                </a:lnTo>
                <a:lnTo>
                  <a:pt x="738981" y="74643"/>
                </a:lnTo>
                <a:lnTo>
                  <a:pt x="751946" y="75088"/>
                </a:lnTo>
                <a:lnTo>
                  <a:pt x="764910" y="71322"/>
                </a:lnTo>
                <a:lnTo>
                  <a:pt x="777875" y="64203"/>
                </a:lnTo>
                <a:lnTo>
                  <a:pt x="790840" y="55190"/>
                </a:lnTo>
                <a:lnTo>
                  <a:pt x="803804" y="46058"/>
                </a:lnTo>
                <a:lnTo>
                  <a:pt x="816769" y="38558"/>
                </a:lnTo>
                <a:lnTo>
                  <a:pt x="829733" y="34094"/>
                </a:lnTo>
                <a:lnTo>
                  <a:pt x="842698" y="33467"/>
                </a:lnTo>
                <a:lnTo>
                  <a:pt x="855663" y="36743"/>
                </a:lnTo>
                <a:lnTo>
                  <a:pt x="868627" y="43262"/>
                </a:lnTo>
                <a:lnTo>
                  <a:pt x="881592" y="51779"/>
                </a:lnTo>
                <a:lnTo>
                  <a:pt x="894556" y="60711"/>
                </a:lnTo>
                <a:lnTo>
                  <a:pt x="907521" y="68444"/>
                </a:lnTo>
                <a:lnTo>
                  <a:pt x="920485" y="73631"/>
                </a:lnTo>
                <a:lnTo>
                  <a:pt x="933450" y="75438"/>
                </a:lnTo>
              </a:path>
            </a:pathLst>
          </a:custGeom>
          <a:noFill/>
          <a:ln w="17145">
            <a:solidFill>
              <a:srgbClr val="FB1419"/>
            </a:solidFill>
          </a:ln>
        </p:spPr>
      </p:sp>
      <p:sp>
        <p:nvSpPr>
          <p:cNvPr id="165" name="165 path"/>
          <p:cNvSpPr/>
          <p:nvPr/>
        </p:nvSpPr>
        <p:spPr>
          <a:xfrm>
            <a:off x="7932740" y="6528595"/>
            <a:ext cx="4038600" cy="95"/>
          </a:xfrm>
          <a:custGeom>
            <a:avLst/>
            <a:gdLst/>
            <a:ahLst/>
            <a:cxnLst/>
            <a:rect l="0" t="0" r="0" b="0"/>
            <a:pathLst>
              <a:path w="4038600" h="95">
                <a:moveTo>
                  <a:pt x="0" y="0"/>
                </a:moveTo>
                <a:lnTo>
                  <a:pt x="4038600" y="0"/>
                </a:lnTo>
              </a:path>
            </a:pathLst>
          </a:custGeom>
          <a:noFill/>
          <a:ln w="9525">
            <a:solidFill>
              <a:srgbClr val="B9D3EC"/>
            </a:solidFill>
          </a:ln>
        </p:spPr>
      </p:sp>
      <p:sp>
        <p:nvSpPr>
          <p:cNvPr id="166" name="166 Next forward"/>
          <p:cNvSpPr/>
          <p:nvPr/>
        </p:nvSpPr>
        <p:spPr>
          <a:xfrm>
            <a:off x="7951790" y="6652420"/>
            <a:ext cx="1276350" cy="217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8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Next forward</a:t>
            </a:r>
          </a:p>
        </p:txBody>
      </p:sp>
      <p:sp>
        <p:nvSpPr>
          <p:cNvPr id="167" name="167 path"/>
          <p:cNvSpPr/>
          <p:nvPr/>
        </p:nvSpPr>
        <p:spPr>
          <a:xfrm>
            <a:off x="9456740" y="6680995"/>
            <a:ext cx="95" cy="180975"/>
          </a:xfrm>
          <a:custGeom>
            <a:avLst/>
            <a:gdLst/>
            <a:ahLst/>
            <a:cxnLst/>
            <a:rect l="0" t="0" r="0" b="0"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68" name="168 path"/>
          <p:cNvSpPr/>
          <p:nvPr/>
        </p:nvSpPr>
        <p:spPr>
          <a:xfrm>
            <a:off x="9456740" y="6861970"/>
            <a:ext cx="942975" cy="95"/>
          </a:xfrm>
          <a:custGeom>
            <a:avLst/>
            <a:gdLst/>
            <a:ahLst/>
            <a:cxnLst/>
            <a:rect l="0" t="0" r="0" b="0"/>
            <a:pathLst>
              <a:path w="942975" h="95">
                <a:moveTo>
                  <a:pt x="0" y="0"/>
                </a:moveTo>
                <a:lnTo>
                  <a:pt x="942975" y="0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69" name="169 Source next forward curve"/>
          <p:cNvSpPr/>
          <p:nvPr/>
        </p:nvSpPr>
        <p:spPr>
          <a:xfrm>
            <a:off x="9456740" y="6735859"/>
            <a:ext cx="942975" cy="75438"/>
          </a:xfrm>
          <a:custGeom>
            <a:avLst/>
            <a:gdLst/>
            <a:ahLst/>
            <a:cxnLst/>
            <a:rect l="0" t="0" r="0" b="0"/>
            <a:pathLst>
              <a:path w="942975" h="75438">
                <a:moveTo>
                  <a:pt x="0" y="75438"/>
                </a:moveTo>
                <a:lnTo>
                  <a:pt x="13097" y="71735"/>
                </a:lnTo>
                <a:lnTo>
                  <a:pt x="26194" y="61423"/>
                </a:lnTo>
                <a:lnTo>
                  <a:pt x="39291" y="46571"/>
                </a:lnTo>
                <a:lnTo>
                  <a:pt x="52388" y="30067"/>
                </a:lnTo>
                <a:lnTo>
                  <a:pt x="65484" y="15062"/>
                </a:lnTo>
                <a:lnTo>
                  <a:pt x="78581" y="4380"/>
                </a:lnTo>
                <a:lnTo>
                  <a:pt x="91678" y="0"/>
                </a:lnTo>
                <a:lnTo>
                  <a:pt x="104775" y="2696"/>
                </a:lnTo>
                <a:lnTo>
                  <a:pt x="117872" y="11912"/>
                </a:lnTo>
                <a:lnTo>
                  <a:pt x="130969" y="25886"/>
                </a:lnTo>
                <a:lnTo>
                  <a:pt x="144066" y="41996"/>
                </a:lnTo>
                <a:lnTo>
                  <a:pt x="157163" y="57265"/>
                </a:lnTo>
                <a:lnTo>
                  <a:pt x="170259" y="68918"/>
                </a:lnTo>
                <a:lnTo>
                  <a:pt x="183356" y="74895"/>
                </a:lnTo>
                <a:lnTo>
                  <a:pt x="196453" y="74229"/>
                </a:lnTo>
                <a:lnTo>
                  <a:pt x="209550" y="67206"/>
                </a:lnTo>
                <a:lnTo>
                  <a:pt x="222647" y="55287"/>
                </a:lnTo>
                <a:lnTo>
                  <a:pt x="235744" y="40827"/>
                </a:lnTo>
                <a:lnTo>
                  <a:pt x="248841" y="26611"/>
                </a:lnTo>
                <a:lnTo>
                  <a:pt x="261938" y="15334"/>
                </a:lnTo>
                <a:lnTo>
                  <a:pt x="275034" y="9100"/>
                </a:lnTo>
                <a:lnTo>
                  <a:pt x="288131" y="9036"/>
                </a:lnTo>
                <a:lnTo>
                  <a:pt x="301228" y="15104"/>
                </a:lnTo>
                <a:lnTo>
                  <a:pt x="314325" y="26123"/>
                </a:lnTo>
                <a:lnTo>
                  <a:pt x="327422" y="40010"/>
                </a:lnTo>
                <a:lnTo>
                  <a:pt x="340519" y="54186"/>
                </a:lnTo>
                <a:lnTo>
                  <a:pt x="353616" y="66063"/>
                </a:lnTo>
                <a:lnTo>
                  <a:pt x="366713" y="73525"/>
                </a:lnTo>
                <a:lnTo>
                  <a:pt x="379809" y="75319"/>
                </a:lnTo>
                <a:lnTo>
                  <a:pt x="392906" y="71266"/>
                </a:lnTo>
                <a:lnTo>
                  <a:pt x="406003" y="62282"/>
                </a:lnTo>
                <a:lnTo>
                  <a:pt x="419100" y="50181"/>
                </a:lnTo>
                <a:lnTo>
                  <a:pt x="432197" y="37327"/>
                </a:lnTo>
                <a:lnTo>
                  <a:pt x="445294" y="26177"/>
                </a:lnTo>
                <a:lnTo>
                  <a:pt x="458391" y="18826"/>
                </a:lnTo>
                <a:lnTo>
                  <a:pt x="471488" y="16622"/>
                </a:lnTo>
                <a:lnTo>
                  <a:pt x="484584" y="19928"/>
                </a:lnTo>
                <a:lnTo>
                  <a:pt x="497681" y="28076"/>
                </a:lnTo>
                <a:lnTo>
                  <a:pt x="510778" y="39510"/>
                </a:lnTo>
                <a:lnTo>
                  <a:pt x="523875" y="52092"/>
                </a:lnTo>
                <a:lnTo>
                  <a:pt x="536972" y="63514"/>
                </a:lnTo>
                <a:lnTo>
                  <a:pt x="550069" y="71731"/>
                </a:lnTo>
                <a:lnTo>
                  <a:pt x="563166" y="75334"/>
                </a:lnTo>
                <a:lnTo>
                  <a:pt x="576263" y="73804"/>
                </a:lnTo>
                <a:lnTo>
                  <a:pt x="589359" y="67587"/>
                </a:lnTo>
                <a:lnTo>
                  <a:pt x="602456" y="57990"/>
                </a:lnTo>
                <a:lnTo>
                  <a:pt x="615553" y="46924"/>
                </a:lnTo>
                <a:lnTo>
                  <a:pt x="628650" y="36529"/>
                </a:lnTo>
                <a:lnTo>
                  <a:pt x="641747" y="28776"/>
                </a:lnTo>
                <a:lnTo>
                  <a:pt x="654844" y="25100"/>
                </a:lnTo>
                <a:lnTo>
                  <a:pt x="667941" y="26148"/>
                </a:lnTo>
                <a:lnTo>
                  <a:pt x="681038" y="31670"/>
                </a:lnTo>
                <a:lnTo>
                  <a:pt x="694134" y="40592"/>
                </a:lnTo>
                <a:lnTo>
                  <a:pt x="707231" y="51233"/>
                </a:lnTo>
                <a:lnTo>
                  <a:pt x="720328" y="61630"/>
                </a:lnTo>
                <a:lnTo>
                  <a:pt x="733425" y="69911"/>
                </a:lnTo>
                <a:lnTo>
                  <a:pt x="746522" y="74643"/>
                </a:lnTo>
                <a:lnTo>
                  <a:pt x="759619" y="75088"/>
                </a:lnTo>
                <a:lnTo>
                  <a:pt x="772716" y="71322"/>
                </a:lnTo>
                <a:lnTo>
                  <a:pt x="785813" y="64203"/>
                </a:lnTo>
                <a:lnTo>
                  <a:pt x="798909" y="55190"/>
                </a:lnTo>
                <a:lnTo>
                  <a:pt x="812006" y="46058"/>
                </a:lnTo>
                <a:lnTo>
                  <a:pt x="825103" y="38558"/>
                </a:lnTo>
                <a:lnTo>
                  <a:pt x="838200" y="34094"/>
                </a:lnTo>
                <a:lnTo>
                  <a:pt x="851297" y="33467"/>
                </a:lnTo>
                <a:lnTo>
                  <a:pt x="864394" y="36743"/>
                </a:lnTo>
                <a:lnTo>
                  <a:pt x="877491" y="43262"/>
                </a:lnTo>
                <a:lnTo>
                  <a:pt x="890588" y="51779"/>
                </a:lnTo>
                <a:lnTo>
                  <a:pt x="903684" y="60711"/>
                </a:lnTo>
                <a:lnTo>
                  <a:pt x="916781" y="68444"/>
                </a:lnTo>
                <a:lnTo>
                  <a:pt x="929878" y="73631"/>
                </a:lnTo>
                <a:lnTo>
                  <a:pt x="942975" y="75438"/>
                </a:lnTo>
              </a:path>
            </a:pathLst>
          </a:custGeom>
          <a:noFill/>
          <a:ln w="17145">
            <a:solidFill>
              <a:srgbClr val="0082FF"/>
            </a:solidFill>
          </a:ln>
        </p:spPr>
      </p:sp>
      <p:sp>
        <p:nvSpPr>
          <p:cNvPr id="170" name="170 path"/>
          <p:cNvSpPr/>
          <p:nvPr/>
        </p:nvSpPr>
        <p:spPr>
          <a:xfrm>
            <a:off x="10837865" y="6680995"/>
            <a:ext cx="95" cy="180975"/>
          </a:xfrm>
          <a:custGeom>
            <a:avLst/>
            <a:gdLst/>
            <a:ahLst/>
            <a:cxnLst/>
            <a:rect l="0" t="0" r="0" b="0"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71" name="171 path"/>
          <p:cNvSpPr/>
          <p:nvPr/>
        </p:nvSpPr>
        <p:spPr>
          <a:xfrm>
            <a:off x="10837865" y="6861970"/>
            <a:ext cx="933450" cy="95"/>
          </a:xfrm>
          <a:custGeom>
            <a:avLst/>
            <a:gdLst/>
            <a:ahLst/>
            <a:cxnLst/>
            <a:rect l="0" t="0" r="0" b="0"/>
            <a:pathLst>
              <a:path w="933450" h="9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9525">
            <a:solidFill>
              <a:srgbClr val="7094BD"/>
            </a:solidFill>
          </a:ln>
        </p:spPr>
      </p:sp>
      <p:sp>
        <p:nvSpPr>
          <p:cNvPr id="172" name="172 Target next forward curve"/>
          <p:cNvSpPr/>
          <p:nvPr/>
        </p:nvSpPr>
        <p:spPr>
          <a:xfrm>
            <a:off x="10837865" y="6735859"/>
            <a:ext cx="933450" cy="75438"/>
          </a:xfrm>
          <a:custGeom>
            <a:avLst/>
            <a:gdLst/>
            <a:ahLst/>
            <a:cxnLst/>
            <a:rect l="0" t="0" r="0" b="0"/>
            <a:pathLst>
              <a:path w="933450" h="75438">
                <a:moveTo>
                  <a:pt x="0" y="75438"/>
                </a:moveTo>
                <a:lnTo>
                  <a:pt x="12965" y="71735"/>
                </a:lnTo>
                <a:lnTo>
                  <a:pt x="25929" y="61423"/>
                </a:lnTo>
                <a:lnTo>
                  <a:pt x="38894" y="46571"/>
                </a:lnTo>
                <a:lnTo>
                  <a:pt x="51858" y="30067"/>
                </a:lnTo>
                <a:lnTo>
                  <a:pt x="64823" y="15062"/>
                </a:lnTo>
                <a:lnTo>
                  <a:pt x="77787" y="4380"/>
                </a:lnTo>
                <a:lnTo>
                  <a:pt x="90752" y="0"/>
                </a:lnTo>
                <a:lnTo>
                  <a:pt x="103717" y="2696"/>
                </a:lnTo>
                <a:lnTo>
                  <a:pt x="116681" y="11912"/>
                </a:lnTo>
                <a:lnTo>
                  <a:pt x="129646" y="25886"/>
                </a:lnTo>
                <a:lnTo>
                  <a:pt x="142610" y="41996"/>
                </a:lnTo>
                <a:lnTo>
                  <a:pt x="155575" y="57265"/>
                </a:lnTo>
                <a:lnTo>
                  <a:pt x="168540" y="68918"/>
                </a:lnTo>
                <a:lnTo>
                  <a:pt x="181504" y="74895"/>
                </a:lnTo>
                <a:lnTo>
                  <a:pt x="194469" y="74229"/>
                </a:lnTo>
                <a:lnTo>
                  <a:pt x="207433" y="67206"/>
                </a:lnTo>
                <a:lnTo>
                  <a:pt x="220398" y="55287"/>
                </a:lnTo>
                <a:lnTo>
                  <a:pt x="233363" y="40827"/>
                </a:lnTo>
                <a:lnTo>
                  <a:pt x="246327" y="26611"/>
                </a:lnTo>
                <a:lnTo>
                  <a:pt x="259292" y="15334"/>
                </a:lnTo>
                <a:lnTo>
                  <a:pt x="272256" y="9100"/>
                </a:lnTo>
                <a:lnTo>
                  <a:pt x="285221" y="9036"/>
                </a:lnTo>
                <a:lnTo>
                  <a:pt x="298185" y="15104"/>
                </a:lnTo>
                <a:lnTo>
                  <a:pt x="311150" y="26123"/>
                </a:lnTo>
                <a:lnTo>
                  <a:pt x="324115" y="40010"/>
                </a:lnTo>
                <a:lnTo>
                  <a:pt x="337079" y="54186"/>
                </a:lnTo>
                <a:lnTo>
                  <a:pt x="350044" y="66063"/>
                </a:lnTo>
                <a:lnTo>
                  <a:pt x="363008" y="73525"/>
                </a:lnTo>
                <a:lnTo>
                  <a:pt x="375973" y="75319"/>
                </a:lnTo>
                <a:lnTo>
                  <a:pt x="388938" y="71266"/>
                </a:lnTo>
                <a:lnTo>
                  <a:pt x="401902" y="62282"/>
                </a:lnTo>
                <a:lnTo>
                  <a:pt x="414867" y="50181"/>
                </a:lnTo>
                <a:lnTo>
                  <a:pt x="427831" y="37327"/>
                </a:lnTo>
                <a:lnTo>
                  <a:pt x="440796" y="26177"/>
                </a:lnTo>
                <a:lnTo>
                  <a:pt x="453760" y="18826"/>
                </a:lnTo>
                <a:lnTo>
                  <a:pt x="466725" y="16622"/>
                </a:lnTo>
                <a:lnTo>
                  <a:pt x="479690" y="19928"/>
                </a:lnTo>
                <a:lnTo>
                  <a:pt x="492654" y="28076"/>
                </a:lnTo>
                <a:lnTo>
                  <a:pt x="505619" y="39510"/>
                </a:lnTo>
                <a:lnTo>
                  <a:pt x="518583" y="52092"/>
                </a:lnTo>
                <a:lnTo>
                  <a:pt x="531548" y="63514"/>
                </a:lnTo>
                <a:lnTo>
                  <a:pt x="544512" y="71731"/>
                </a:lnTo>
                <a:lnTo>
                  <a:pt x="557477" y="75334"/>
                </a:lnTo>
                <a:lnTo>
                  <a:pt x="570442" y="73804"/>
                </a:lnTo>
                <a:lnTo>
                  <a:pt x="583406" y="67587"/>
                </a:lnTo>
                <a:lnTo>
                  <a:pt x="596371" y="57990"/>
                </a:lnTo>
                <a:lnTo>
                  <a:pt x="609335" y="46924"/>
                </a:lnTo>
                <a:lnTo>
                  <a:pt x="622300" y="36529"/>
                </a:lnTo>
                <a:lnTo>
                  <a:pt x="635265" y="28776"/>
                </a:lnTo>
                <a:lnTo>
                  <a:pt x="648229" y="25100"/>
                </a:lnTo>
                <a:lnTo>
                  <a:pt x="661194" y="26148"/>
                </a:lnTo>
                <a:lnTo>
                  <a:pt x="674158" y="31670"/>
                </a:lnTo>
                <a:lnTo>
                  <a:pt x="687123" y="40592"/>
                </a:lnTo>
                <a:lnTo>
                  <a:pt x="700088" y="51233"/>
                </a:lnTo>
                <a:lnTo>
                  <a:pt x="713052" y="61630"/>
                </a:lnTo>
                <a:lnTo>
                  <a:pt x="726017" y="69911"/>
                </a:lnTo>
                <a:lnTo>
                  <a:pt x="738981" y="74643"/>
                </a:lnTo>
                <a:lnTo>
                  <a:pt x="751946" y="75088"/>
                </a:lnTo>
                <a:lnTo>
                  <a:pt x="764910" y="71322"/>
                </a:lnTo>
                <a:lnTo>
                  <a:pt x="777875" y="64203"/>
                </a:lnTo>
                <a:lnTo>
                  <a:pt x="790840" y="55190"/>
                </a:lnTo>
                <a:lnTo>
                  <a:pt x="803804" y="46058"/>
                </a:lnTo>
                <a:lnTo>
                  <a:pt x="816769" y="38558"/>
                </a:lnTo>
                <a:lnTo>
                  <a:pt x="829733" y="34094"/>
                </a:lnTo>
                <a:lnTo>
                  <a:pt x="842698" y="33467"/>
                </a:lnTo>
                <a:lnTo>
                  <a:pt x="855663" y="36743"/>
                </a:lnTo>
                <a:lnTo>
                  <a:pt x="868627" y="43262"/>
                </a:lnTo>
                <a:lnTo>
                  <a:pt x="881592" y="51779"/>
                </a:lnTo>
                <a:lnTo>
                  <a:pt x="894556" y="60711"/>
                </a:lnTo>
                <a:lnTo>
                  <a:pt x="907521" y="68444"/>
                </a:lnTo>
                <a:lnTo>
                  <a:pt x="920485" y="73631"/>
                </a:lnTo>
                <a:lnTo>
                  <a:pt x="933450" y="75438"/>
                </a:lnTo>
              </a:path>
            </a:pathLst>
          </a:custGeom>
          <a:noFill/>
          <a:ln w="17145">
            <a:solidFill>
              <a:srgbClr val="FB1419"/>
            </a:solidFill>
          </a:ln>
        </p:spPr>
      </p:sp>
      <p:sp>
        <p:nvSpPr>
          <p:cNvPr id="173" name="173 path"/>
          <p:cNvSpPr/>
          <p:nvPr/>
        </p:nvSpPr>
        <p:spPr>
          <a:xfrm>
            <a:off x="9266240" y="5557045"/>
            <a:ext cx="95" cy="457200"/>
          </a:xfrm>
          <a:custGeom>
            <a:avLst/>
            <a:gdLst/>
            <a:ahLst/>
            <a:cxnLst/>
            <a:rect l="0" t="0" r="0" b="0"/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A3BFDD"/>
            </a:solidFill>
          </a:ln>
        </p:spPr>
      </p:sp>
      <p:sp>
        <p:nvSpPr>
          <p:cNvPr id="174" name="174 path"/>
          <p:cNvSpPr/>
          <p:nvPr/>
        </p:nvSpPr>
        <p:spPr>
          <a:xfrm>
            <a:off x="10735653" y="5814220"/>
            <a:ext cx="6962" cy="61628"/>
          </a:xfrm>
          <a:custGeom>
            <a:avLst/>
            <a:gdLst/>
            <a:ahLst/>
            <a:cxnLst/>
            <a:rect l="0" t="0" r="0" b="0"/>
            <a:pathLst>
              <a:path w="6962" h="61628">
                <a:moveTo>
                  <a:pt x="6962" y="0"/>
                </a:moveTo>
                <a:lnTo>
                  <a:pt x="6683" y="12426"/>
                </a:lnTo>
                <a:lnTo>
                  <a:pt x="5845" y="24827"/>
                </a:lnTo>
                <a:lnTo>
                  <a:pt x="4449" y="37177"/>
                </a:lnTo>
                <a:lnTo>
                  <a:pt x="2500" y="49452"/>
                </a:lnTo>
                <a:lnTo>
                  <a:pt x="0" y="61628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75" name="175 path"/>
          <p:cNvSpPr/>
          <p:nvPr/>
        </p:nvSpPr>
        <p:spPr>
          <a:xfrm>
            <a:off x="10691572" y="5919927"/>
            <a:ext cx="30016" cy="54272"/>
          </a:xfrm>
          <a:custGeom>
            <a:avLst/>
            <a:gdLst/>
            <a:ahLst/>
            <a:cxnLst/>
            <a:rect l="0" t="0" r="0" b="0"/>
            <a:pathLst>
              <a:path w="30016" h="54272">
                <a:moveTo>
                  <a:pt x="30016" y="0"/>
                </a:moveTo>
                <a:lnTo>
                  <a:pt x="25003" y="11373"/>
                </a:lnTo>
                <a:lnTo>
                  <a:pt x="19483" y="22509"/>
                </a:lnTo>
                <a:lnTo>
                  <a:pt x="13467" y="33385"/>
                </a:lnTo>
                <a:lnTo>
                  <a:pt x="6969" y="43980"/>
                </a:lnTo>
                <a:lnTo>
                  <a:pt x="0" y="54272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76" name="176 path"/>
          <p:cNvSpPr/>
          <p:nvPr/>
        </p:nvSpPr>
        <p:spPr>
          <a:xfrm>
            <a:off x="10613210" y="6009541"/>
            <a:ext cx="48500" cy="38654"/>
          </a:xfrm>
          <a:custGeom>
            <a:avLst/>
            <a:gdLst/>
            <a:ahLst/>
            <a:cxnLst/>
            <a:rect l="0" t="0" r="0" b="0"/>
            <a:pathLst>
              <a:path w="48500" h="38654">
                <a:moveTo>
                  <a:pt x="48500" y="0"/>
                </a:moveTo>
                <a:lnTo>
                  <a:pt x="39516" y="8589"/>
                </a:lnTo>
                <a:lnTo>
                  <a:pt x="30155" y="16765"/>
                </a:lnTo>
                <a:lnTo>
                  <a:pt x="20435" y="24511"/>
                </a:lnTo>
                <a:lnTo>
                  <a:pt x="10377" y="31812"/>
                </a:lnTo>
                <a:lnTo>
                  <a:pt x="0" y="38654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77" name="177 path"/>
          <p:cNvSpPr/>
          <p:nvPr/>
        </p:nvSpPr>
        <p:spPr>
          <a:xfrm>
            <a:off x="10512496" y="6069419"/>
            <a:ext cx="59601" cy="17151"/>
          </a:xfrm>
          <a:custGeom>
            <a:avLst/>
            <a:gdLst/>
            <a:ahLst/>
            <a:cxnLst/>
            <a:rect l="0" t="0" r="0" b="0"/>
            <a:pathLst>
              <a:path w="59601" h="17151">
                <a:moveTo>
                  <a:pt x="59601" y="0"/>
                </a:moveTo>
                <a:lnTo>
                  <a:pt x="48014" y="4497"/>
                </a:lnTo>
                <a:lnTo>
                  <a:pt x="36236" y="8468"/>
                </a:lnTo>
                <a:lnTo>
                  <a:pt x="24292" y="11905"/>
                </a:lnTo>
                <a:lnTo>
                  <a:pt x="12205" y="14802"/>
                </a:lnTo>
                <a:lnTo>
                  <a:pt x="0" y="17151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78" name="178 path"/>
          <p:cNvSpPr/>
          <p:nvPr/>
        </p:nvSpPr>
        <p:spPr>
          <a:xfrm>
            <a:off x="10404762" y="6083483"/>
            <a:ext cx="61628" cy="6962"/>
          </a:xfrm>
          <a:custGeom>
            <a:avLst/>
            <a:gdLst/>
            <a:ahLst/>
            <a:cxnLst/>
            <a:rect l="0" t="0" r="0" b="0"/>
            <a:pathLst>
              <a:path w="61628" h="6962">
                <a:moveTo>
                  <a:pt x="61628" y="6962"/>
                </a:moveTo>
                <a:lnTo>
                  <a:pt x="49202" y="6683"/>
                </a:lnTo>
                <a:lnTo>
                  <a:pt x="36801" y="5845"/>
                </a:lnTo>
                <a:lnTo>
                  <a:pt x="24450" y="4449"/>
                </a:lnTo>
                <a:lnTo>
                  <a:pt x="12175" y="250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79" name="179 path"/>
          <p:cNvSpPr/>
          <p:nvPr/>
        </p:nvSpPr>
        <p:spPr>
          <a:xfrm>
            <a:off x="10306411" y="6039402"/>
            <a:ext cx="54272" cy="30016"/>
          </a:xfrm>
          <a:custGeom>
            <a:avLst/>
            <a:gdLst/>
            <a:ahLst/>
            <a:cxnLst/>
            <a:rect l="0" t="0" r="0" b="0"/>
            <a:pathLst>
              <a:path w="54272" h="30016">
                <a:moveTo>
                  <a:pt x="54272" y="30016"/>
                </a:moveTo>
                <a:lnTo>
                  <a:pt x="42899" y="25003"/>
                </a:lnTo>
                <a:lnTo>
                  <a:pt x="31763" y="19483"/>
                </a:lnTo>
                <a:lnTo>
                  <a:pt x="20887" y="13467"/>
                </a:lnTo>
                <a:lnTo>
                  <a:pt x="10292" y="6969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0" name="180 path"/>
          <p:cNvSpPr/>
          <p:nvPr/>
        </p:nvSpPr>
        <p:spPr>
          <a:xfrm>
            <a:off x="10232415" y="5961040"/>
            <a:ext cx="38654" cy="48500"/>
          </a:xfrm>
          <a:custGeom>
            <a:avLst/>
            <a:gdLst/>
            <a:ahLst/>
            <a:cxnLst/>
            <a:rect l="0" t="0" r="0" b="0"/>
            <a:pathLst>
              <a:path w="38654" h="48500">
                <a:moveTo>
                  <a:pt x="38654" y="48500"/>
                </a:moveTo>
                <a:lnTo>
                  <a:pt x="30065" y="39516"/>
                </a:lnTo>
                <a:lnTo>
                  <a:pt x="21889" y="30155"/>
                </a:lnTo>
                <a:lnTo>
                  <a:pt x="14143" y="20435"/>
                </a:lnTo>
                <a:lnTo>
                  <a:pt x="6842" y="10377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1" name="181 path"/>
          <p:cNvSpPr/>
          <p:nvPr/>
        </p:nvSpPr>
        <p:spPr>
          <a:xfrm>
            <a:off x="10194040" y="5860326"/>
            <a:ext cx="17151" cy="59601"/>
          </a:xfrm>
          <a:custGeom>
            <a:avLst/>
            <a:gdLst/>
            <a:ahLst/>
            <a:cxnLst/>
            <a:rect l="0" t="0" r="0" b="0"/>
            <a:pathLst>
              <a:path w="17151" h="59601">
                <a:moveTo>
                  <a:pt x="17151" y="59601"/>
                </a:moveTo>
                <a:lnTo>
                  <a:pt x="12654" y="48014"/>
                </a:lnTo>
                <a:lnTo>
                  <a:pt x="8683" y="36236"/>
                </a:lnTo>
                <a:lnTo>
                  <a:pt x="5246" y="24292"/>
                </a:lnTo>
                <a:lnTo>
                  <a:pt x="2350" y="12205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2" name="182 path"/>
          <p:cNvSpPr/>
          <p:nvPr/>
        </p:nvSpPr>
        <p:spPr>
          <a:xfrm>
            <a:off x="10190165" y="5752592"/>
            <a:ext cx="6962" cy="61628"/>
          </a:xfrm>
          <a:custGeom>
            <a:avLst/>
            <a:gdLst/>
            <a:ahLst/>
            <a:cxnLst/>
            <a:rect l="0" t="0" r="0" b="0"/>
            <a:pathLst>
              <a:path w="6962" h="61628">
                <a:moveTo>
                  <a:pt x="0" y="61628"/>
                </a:moveTo>
                <a:lnTo>
                  <a:pt x="280" y="49202"/>
                </a:lnTo>
                <a:lnTo>
                  <a:pt x="1118" y="36801"/>
                </a:lnTo>
                <a:lnTo>
                  <a:pt x="2513" y="24450"/>
                </a:lnTo>
                <a:lnTo>
                  <a:pt x="4463" y="12175"/>
                </a:lnTo>
                <a:lnTo>
                  <a:pt x="6962" y="0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3" name="183 path"/>
          <p:cNvSpPr/>
          <p:nvPr/>
        </p:nvSpPr>
        <p:spPr>
          <a:xfrm>
            <a:off x="10211191" y="5654241"/>
            <a:ext cx="30016" cy="54272"/>
          </a:xfrm>
          <a:custGeom>
            <a:avLst/>
            <a:gdLst/>
            <a:ahLst/>
            <a:cxnLst/>
            <a:rect l="0" t="0" r="0" b="0"/>
            <a:pathLst>
              <a:path w="30016" h="54272">
                <a:moveTo>
                  <a:pt x="0" y="54272"/>
                </a:moveTo>
                <a:lnTo>
                  <a:pt x="5014" y="42899"/>
                </a:lnTo>
                <a:lnTo>
                  <a:pt x="10534" y="31763"/>
                </a:lnTo>
                <a:lnTo>
                  <a:pt x="16549" y="20887"/>
                </a:lnTo>
                <a:lnTo>
                  <a:pt x="23048" y="10292"/>
                </a:lnTo>
                <a:lnTo>
                  <a:pt x="30016" y="0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4" name="184 path"/>
          <p:cNvSpPr/>
          <p:nvPr/>
        </p:nvSpPr>
        <p:spPr>
          <a:xfrm>
            <a:off x="10271069" y="5580245"/>
            <a:ext cx="48500" cy="38654"/>
          </a:xfrm>
          <a:custGeom>
            <a:avLst/>
            <a:gdLst/>
            <a:ahLst/>
            <a:cxnLst/>
            <a:rect l="0" t="0" r="0" b="0"/>
            <a:pathLst>
              <a:path w="48500" h="38654">
                <a:moveTo>
                  <a:pt x="0" y="38654"/>
                </a:moveTo>
                <a:lnTo>
                  <a:pt x="8984" y="30065"/>
                </a:lnTo>
                <a:lnTo>
                  <a:pt x="18346" y="21889"/>
                </a:lnTo>
                <a:lnTo>
                  <a:pt x="28065" y="14143"/>
                </a:lnTo>
                <a:lnTo>
                  <a:pt x="38124" y="6842"/>
                </a:lnTo>
                <a:lnTo>
                  <a:pt x="48500" y="0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5" name="185 path"/>
          <p:cNvSpPr/>
          <p:nvPr/>
        </p:nvSpPr>
        <p:spPr>
          <a:xfrm>
            <a:off x="10360683" y="5541870"/>
            <a:ext cx="59601" cy="17151"/>
          </a:xfrm>
          <a:custGeom>
            <a:avLst/>
            <a:gdLst/>
            <a:ahLst/>
            <a:cxnLst/>
            <a:rect l="0" t="0" r="0" b="0"/>
            <a:pathLst>
              <a:path w="59601" h="17151">
                <a:moveTo>
                  <a:pt x="0" y="17151"/>
                </a:moveTo>
                <a:lnTo>
                  <a:pt x="11587" y="12654"/>
                </a:lnTo>
                <a:lnTo>
                  <a:pt x="23365" y="8683"/>
                </a:lnTo>
                <a:lnTo>
                  <a:pt x="35309" y="5246"/>
                </a:lnTo>
                <a:lnTo>
                  <a:pt x="47396" y="2350"/>
                </a:lnTo>
                <a:lnTo>
                  <a:pt x="59601" y="0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6" name="186 path"/>
          <p:cNvSpPr/>
          <p:nvPr/>
        </p:nvSpPr>
        <p:spPr>
          <a:xfrm>
            <a:off x="10466390" y="5537995"/>
            <a:ext cx="61628" cy="6962"/>
          </a:xfrm>
          <a:custGeom>
            <a:avLst/>
            <a:gdLst/>
            <a:ahLst/>
            <a:cxnLst/>
            <a:rect l="0" t="0" r="0" b="0"/>
            <a:pathLst>
              <a:path w="61628" h="6962">
                <a:moveTo>
                  <a:pt x="0" y="0"/>
                </a:moveTo>
                <a:lnTo>
                  <a:pt x="12426" y="280"/>
                </a:lnTo>
                <a:lnTo>
                  <a:pt x="24827" y="1118"/>
                </a:lnTo>
                <a:lnTo>
                  <a:pt x="37177" y="2513"/>
                </a:lnTo>
                <a:lnTo>
                  <a:pt x="49452" y="4463"/>
                </a:lnTo>
                <a:lnTo>
                  <a:pt x="61628" y="6962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7" name="187 path"/>
          <p:cNvSpPr/>
          <p:nvPr/>
        </p:nvSpPr>
        <p:spPr>
          <a:xfrm>
            <a:off x="10572097" y="5559021"/>
            <a:ext cx="54272" cy="30016"/>
          </a:xfrm>
          <a:custGeom>
            <a:avLst/>
            <a:gdLst/>
            <a:ahLst/>
            <a:cxnLst/>
            <a:rect l="0" t="0" r="0" b="0"/>
            <a:pathLst>
              <a:path w="54272" h="30016">
                <a:moveTo>
                  <a:pt x="0" y="0"/>
                </a:moveTo>
                <a:lnTo>
                  <a:pt x="11373" y="5014"/>
                </a:lnTo>
                <a:lnTo>
                  <a:pt x="22509" y="10534"/>
                </a:lnTo>
                <a:lnTo>
                  <a:pt x="33385" y="16549"/>
                </a:lnTo>
                <a:lnTo>
                  <a:pt x="43980" y="23048"/>
                </a:lnTo>
                <a:lnTo>
                  <a:pt x="54272" y="30016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8" name="188 path"/>
          <p:cNvSpPr/>
          <p:nvPr/>
        </p:nvSpPr>
        <p:spPr>
          <a:xfrm>
            <a:off x="10661711" y="5618899"/>
            <a:ext cx="38654" cy="48500"/>
          </a:xfrm>
          <a:custGeom>
            <a:avLst/>
            <a:gdLst/>
            <a:ahLst/>
            <a:cxnLst/>
            <a:rect l="0" t="0" r="0" b="0"/>
            <a:pathLst>
              <a:path w="38654" h="48500">
                <a:moveTo>
                  <a:pt x="0" y="0"/>
                </a:moveTo>
                <a:lnTo>
                  <a:pt x="8589" y="8984"/>
                </a:lnTo>
                <a:lnTo>
                  <a:pt x="16765" y="18346"/>
                </a:lnTo>
                <a:lnTo>
                  <a:pt x="24511" y="28065"/>
                </a:lnTo>
                <a:lnTo>
                  <a:pt x="31812" y="38124"/>
                </a:lnTo>
                <a:lnTo>
                  <a:pt x="38654" y="48500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89" name="189 path"/>
          <p:cNvSpPr/>
          <p:nvPr/>
        </p:nvSpPr>
        <p:spPr>
          <a:xfrm>
            <a:off x="10721589" y="5708513"/>
            <a:ext cx="17151" cy="59601"/>
          </a:xfrm>
          <a:custGeom>
            <a:avLst/>
            <a:gdLst/>
            <a:ahLst/>
            <a:cxnLst/>
            <a:rect l="0" t="0" r="0" b="0"/>
            <a:pathLst>
              <a:path w="17151" h="59601">
                <a:moveTo>
                  <a:pt x="0" y="0"/>
                </a:moveTo>
                <a:lnTo>
                  <a:pt x="4497" y="11587"/>
                </a:lnTo>
                <a:lnTo>
                  <a:pt x="8468" y="23365"/>
                </a:lnTo>
                <a:lnTo>
                  <a:pt x="11905" y="35309"/>
                </a:lnTo>
                <a:lnTo>
                  <a:pt x="14802" y="47396"/>
                </a:lnTo>
                <a:lnTo>
                  <a:pt x="17151" y="59601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90" name="190 First divergence"/>
          <p:cNvSpPr/>
          <p:nvPr/>
        </p:nvSpPr>
        <p:spPr>
          <a:xfrm>
            <a:off x="10752140" y="5518310"/>
            <a:ext cx="1352550" cy="2185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1">
                <a:solidFill>
                  <a:srgbClr val="F310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90" b="1">
                <a:solidFill>
                  <a:srgbClr val="F310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First divergence</a:t>
            </a:r>
          </a:p>
        </p:txBody>
      </p:sp>
      <p:sp>
        <p:nvSpPr>
          <p:cNvPr id="191" name="191 path"/>
          <p:cNvSpPr/>
          <p:nvPr/>
        </p:nvSpPr>
        <p:spPr>
          <a:xfrm>
            <a:off x="10514015" y="5566570"/>
            <a:ext cx="238125" cy="238125"/>
          </a:xfrm>
          <a:custGeom>
            <a:avLst/>
            <a:gdLst/>
            <a:ahLst/>
            <a:cxnLst/>
            <a:rect l="0" t="0" r="0" b="0"/>
            <a:pathLst>
              <a:path w="238125" h="238125">
                <a:moveTo>
                  <a:pt x="238125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F31017"/>
            </a:solidFill>
          </a:ln>
        </p:spPr>
      </p:sp>
      <p:sp>
        <p:nvSpPr>
          <p:cNvPr id="192" name="192 arrow head"/>
          <p:cNvSpPr/>
          <p:nvPr/>
        </p:nvSpPr>
        <p:spPr>
          <a:xfrm>
            <a:off x="10514015" y="5714982"/>
            <a:ext cx="89713" cy="89713"/>
          </a:xfrm>
          <a:custGeom>
            <a:avLst/>
            <a:gdLst/>
            <a:ahLst/>
            <a:cxnLst/>
            <a:rect l="0" t="0" r="0" b="0"/>
            <a:pathLst>
              <a:path w="89713" h="89713">
                <a:moveTo>
                  <a:pt x="0" y="89713"/>
                </a:moveTo>
                <a:lnTo>
                  <a:pt x="89713" y="58192"/>
                </a:lnTo>
                <a:lnTo>
                  <a:pt x="31521" y="0"/>
                </a:lnTo>
                <a:close/>
              </a:path>
            </a:pathLst>
          </a:custGeom>
          <a:solidFill>
            <a:srgbClr val="F31017"/>
          </a:solidFill>
          <a:ln w="4763">
            <a:solidFill>
              <a:srgbClr val="F31017"/>
            </a:solidFill>
          </a:ln>
        </p:spPr>
      </p:sp>
      <p:sp>
        <p:nvSpPr>
          <p:cNvPr id="193" name="193 rect"/>
          <p:cNvSpPr/>
          <p:nvPr/>
        </p:nvSpPr>
        <p:spPr>
          <a:xfrm>
            <a:off x="12561888" y="3480594"/>
            <a:ext cx="3905250" cy="1790700"/>
          </a:xfrm>
          <a:prstGeom prst="roundRect">
            <a:avLst>
              <a:gd name="adj" fmla="val 9574"/>
            </a:avLst>
          </a:prstGeom>
          <a:gradFill>
            <a:gsLst>
              <a:gs pos="0">
                <a:srgbClr val="FFE9C8"/>
              </a:gs>
              <a:gs pos="100000">
                <a:srgbClr val="FFF4E4"/>
              </a:gs>
            </a:gsLst>
            <a:lin ang="5400000"/>
          </a:gradFill>
          <a:ln w="14288">
            <a:solidFill>
              <a:srgbClr val="F17F00"/>
            </a:solidFill>
          </a:ln>
        </p:spPr>
      </p:sp>
      <p:sp>
        <p:nvSpPr>
          <p:cNvPr id="194" name="194 rect"/>
          <p:cNvSpPr/>
          <p:nvPr/>
        </p:nvSpPr>
        <p:spPr>
          <a:xfrm>
            <a:off x="12780963" y="3642519"/>
            <a:ext cx="542925" cy="590550"/>
          </a:xfrm>
          <a:prstGeom prst="roundRect">
            <a:avLst>
              <a:gd name="adj" fmla="val 24561"/>
            </a:avLst>
          </a:prstGeom>
          <a:gradFill>
            <a:gsLst>
              <a:gs pos="0">
                <a:srgbClr val="FFD68C"/>
              </a:gs>
              <a:gs pos="100000">
                <a:srgbClr val="FFB14D"/>
              </a:gs>
            </a:gsLst>
            <a:lin ang="5400000"/>
          </a:gradFill>
          <a:ln w="0">
            <a:noFill/>
          </a:ln>
        </p:spPr>
      </p:sp>
      <p:grpSp>
        <p:nvGrpSpPr>
          <p:cNvPr id="480" name="icon-document-194"/>
          <p:cNvGrpSpPr/>
          <p:nvPr/>
        </p:nvGrpSpPr>
        <p:grpSpPr>
          <a:xfrm>
            <a:off x="12912408" y="3697288"/>
            <a:ext cx="303371" cy="471488"/>
            <a:chOff x="10075545" y="978694"/>
            <a:chExt cx="303371" cy="471488"/>
          </a:xfrm>
        </p:grpSpPr>
        <p:sp>
          <p:nvSpPr>
            <p:cNvPr id="195" name="195 path"/>
            <p:cNvSpPr/>
            <p:nvPr/>
          </p:nvSpPr>
          <p:spPr>
            <a:xfrm>
              <a:off x="10075545" y="978694"/>
              <a:ext cx="303371" cy="471488"/>
            </a:xfrm>
            <a:custGeom>
              <a:avLst/>
              <a:gdLst/>
              <a:ahLst/>
              <a:cxnLst/>
              <a:rect l="0" t="0" r="0" b="0"/>
              <a:pathLst>
                <a:path w="303371" h="471488">
                  <a:moveTo>
                    <a:pt x="0" y="0"/>
                  </a:moveTo>
                  <a:lnTo>
                    <a:pt x="198358" y="0"/>
                  </a:lnTo>
                  <a:lnTo>
                    <a:pt x="303371" y="117872"/>
                  </a:lnTo>
                  <a:lnTo>
                    <a:pt x="303371" y="471488"/>
                  </a:lnTo>
                  <a:lnTo>
                    <a:pt x="0" y="471488"/>
                  </a:lnTo>
                  <a:close/>
                </a:path>
              </a:pathLst>
            </a:custGeom>
            <a:solidFill>
              <a:srgbClr val="F9FCFF"/>
            </a:solidFill>
            <a:ln w="23336">
              <a:solidFill>
                <a:srgbClr val="003496"/>
              </a:solidFill>
            </a:ln>
          </p:spPr>
        </p:sp>
        <p:sp>
          <p:nvSpPr>
            <p:cNvPr id="196" name="196 path"/>
            <p:cNvSpPr/>
            <p:nvPr/>
          </p:nvSpPr>
          <p:spPr>
            <a:xfrm>
              <a:off x="10273903" y="978694"/>
              <a:ext cx="105013" cy="130969"/>
            </a:xfrm>
            <a:custGeom>
              <a:avLst/>
              <a:gdLst/>
              <a:ahLst/>
              <a:cxnLst/>
              <a:rect l="0" t="0" r="0" b="0"/>
              <a:pathLst>
                <a:path w="105013" h="130969">
                  <a:moveTo>
                    <a:pt x="0" y="0"/>
                  </a:moveTo>
                  <a:lnTo>
                    <a:pt x="0" y="130969"/>
                  </a:lnTo>
                  <a:lnTo>
                    <a:pt x="105013" y="130969"/>
                  </a:lnTo>
                </a:path>
              </a:pathLst>
            </a:custGeom>
            <a:noFill/>
            <a:ln w="17502">
              <a:solidFill>
                <a:srgbClr val="003496"/>
              </a:solidFill>
            </a:ln>
          </p:spPr>
        </p:sp>
        <p:sp>
          <p:nvSpPr>
            <p:cNvPr id="197" name="197 path"/>
            <p:cNvSpPr/>
            <p:nvPr/>
          </p:nvSpPr>
          <p:spPr>
            <a:xfrm>
              <a:off x="10133886" y="1188244"/>
              <a:ext cx="163354" cy="95"/>
            </a:xfrm>
            <a:custGeom>
              <a:avLst/>
              <a:gdLst/>
              <a:ahLst/>
              <a:cxnLst/>
              <a:rect l="0" t="0" r="0" b="0"/>
              <a:pathLst>
                <a:path w="163354" h="95">
                  <a:moveTo>
                    <a:pt x="0" y="0"/>
                  </a:moveTo>
                  <a:lnTo>
                    <a:pt x="163354" y="0"/>
                  </a:lnTo>
                </a:path>
              </a:pathLst>
            </a:custGeom>
            <a:noFill/>
            <a:ln w="17502">
              <a:solidFill>
                <a:srgbClr val="003496"/>
              </a:solidFill>
            </a:ln>
          </p:spPr>
        </p:sp>
        <p:sp>
          <p:nvSpPr>
            <p:cNvPr id="198" name="198 path"/>
            <p:cNvSpPr/>
            <p:nvPr/>
          </p:nvSpPr>
          <p:spPr>
            <a:xfrm>
              <a:off x="10133886" y="1253728"/>
              <a:ext cx="163354" cy="95"/>
            </a:xfrm>
            <a:custGeom>
              <a:avLst/>
              <a:gdLst/>
              <a:ahLst/>
              <a:cxnLst/>
              <a:rect l="0" t="0" r="0" b="0"/>
              <a:pathLst>
                <a:path w="163354" h="95">
                  <a:moveTo>
                    <a:pt x="0" y="0"/>
                  </a:moveTo>
                  <a:lnTo>
                    <a:pt x="163354" y="0"/>
                  </a:lnTo>
                </a:path>
              </a:pathLst>
            </a:custGeom>
            <a:noFill/>
            <a:ln w="17502">
              <a:solidFill>
                <a:srgbClr val="003496"/>
              </a:solidFill>
            </a:ln>
          </p:spPr>
        </p:sp>
        <p:sp>
          <p:nvSpPr>
            <p:cNvPr id="199" name="199 path"/>
            <p:cNvSpPr/>
            <p:nvPr/>
          </p:nvSpPr>
          <p:spPr>
            <a:xfrm>
              <a:off x="10133886" y="1319213"/>
              <a:ext cx="163354" cy="95"/>
            </a:xfrm>
            <a:custGeom>
              <a:avLst/>
              <a:gdLst/>
              <a:ahLst/>
              <a:cxnLst/>
              <a:rect l="0" t="0" r="0" b="0"/>
              <a:pathLst>
                <a:path w="163354" h="95">
                  <a:moveTo>
                    <a:pt x="0" y="0"/>
                  </a:moveTo>
                  <a:lnTo>
                    <a:pt x="163354" y="0"/>
                  </a:lnTo>
                </a:path>
              </a:pathLst>
            </a:custGeom>
            <a:noFill/>
            <a:ln w="17502">
              <a:solidFill>
                <a:srgbClr val="003496"/>
              </a:solidFill>
            </a:ln>
          </p:spPr>
        </p:sp>
        <p:sp>
          <p:nvSpPr>
            <p:cNvPr id="200" name="200 path"/>
            <p:cNvSpPr/>
            <p:nvPr/>
          </p:nvSpPr>
          <p:spPr>
            <a:xfrm>
              <a:off x="10133886" y="1384697"/>
              <a:ext cx="163354" cy="95"/>
            </a:xfrm>
            <a:custGeom>
              <a:avLst/>
              <a:gdLst/>
              <a:ahLst/>
              <a:cxnLst/>
              <a:rect l="0" t="0" r="0" b="0"/>
              <a:pathLst>
                <a:path w="163354" h="95">
                  <a:moveTo>
                    <a:pt x="0" y="0"/>
                  </a:moveTo>
                  <a:lnTo>
                    <a:pt x="163354" y="0"/>
                  </a:lnTo>
                </a:path>
              </a:pathLst>
            </a:custGeom>
            <a:noFill/>
            <a:ln w="17502">
              <a:solidFill>
                <a:srgbClr val="003496"/>
              </a:solidFill>
            </a:ln>
          </p:spPr>
        </p:sp>
      </p:grpSp>
      <p:sp>
        <p:nvSpPr>
          <p:cNvPr id="201" name="201 Evidence Handoff"/>
          <p:cNvSpPr/>
          <p:nvPr/>
        </p:nvSpPr>
        <p:spPr>
          <a:xfrm>
            <a:off x="13533438" y="3642519"/>
            <a:ext cx="2771775" cy="354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7D1D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7D1D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Evidence Handoff</a:t>
            </a:r>
          </a:p>
        </p:txBody>
      </p:sp>
      <p:sp>
        <p:nvSpPr>
          <p:cNvPr id="202" name="202 rect"/>
          <p:cNvSpPr/>
          <p:nvPr/>
        </p:nvSpPr>
        <p:spPr>
          <a:xfrm>
            <a:off x="12723813" y="4175919"/>
            <a:ext cx="3590925" cy="942975"/>
          </a:xfrm>
          <a:prstGeom prst="roundRect">
            <a:avLst>
              <a:gd name="adj" fmla="val 10101"/>
            </a:avLst>
          </a:prstGeom>
          <a:gradFill>
            <a:gsLst>
              <a:gs pos="0">
                <a:srgbClr val="FFFFFF"/>
              </a:gs>
              <a:gs pos="100000">
                <a:srgbClr val="FFFCF8"/>
              </a:gs>
            </a:gsLst>
            <a:lin ang="5400000"/>
          </a:gradFill>
          <a:ln w="9525">
            <a:solidFill>
              <a:srgbClr val="E5DACA"/>
            </a:solidFill>
          </a:ln>
        </p:spPr>
      </p:sp>
      <p:grpSp>
        <p:nvGrpSpPr>
          <p:cNvPr id="481" name="icon-code-202"/>
          <p:cNvGrpSpPr/>
          <p:nvPr/>
        </p:nvGrpSpPr>
        <p:grpSpPr>
          <a:xfrm>
            <a:off x="13117434" y="4371182"/>
            <a:ext cx="250984" cy="200025"/>
            <a:chOff x="10280571" y="1652588"/>
            <a:chExt cx="250984" cy="200025"/>
          </a:xfrm>
        </p:grpSpPr>
        <p:sp>
          <p:nvSpPr>
            <p:cNvPr id="203" name="203 path"/>
            <p:cNvSpPr/>
            <p:nvPr/>
          </p:nvSpPr>
          <p:spPr>
            <a:xfrm>
              <a:off x="10280571" y="1685925"/>
              <a:ext cx="66437" cy="133350"/>
            </a:xfrm>
            <a:custGeom>
              <a:avLst/>
              <a:gdLst/>
              <a:ahLst/>
              <a:cxnLst/>
              <a:rect l="0" t="0" r="0" b="0"/>
              <a:pathLst>
                <a:path w="66437" h="133350">
                  <a:moveTo>
                    <a:pt x="66437" y="0"/>
                  </a:moveTo>
                  <a:lnTo>
                    <a:pt x="0" y="66675"/>
                  </a:lnTo>
                  <a:lnTo>
                    <a:pt x="66437" y="133350"/>
                  </a:lnTo>
                </a:path>
              </a:pathLst>
            </a:custGeom>
            <a:noFill/>
            <a:ln w="18002">
              <a:solidFill>
                <a:srgbClr val="071A47"/>
              </a:solidFill>
            </a:ln>
          </p:spPr>
        </p:sp>
        <p:sp>
          <p:nvSpPr>
            <p:cNvPr id="204" name="204 path"/>
            <p:cNvSpPr/>
            <p:nvPr/>
          </p:nvSpPr>
          <p:spPr>
            <a:xfrm>
              <a:off x="10465118" y="1685925"/>
              <a:ext cx="66437" cy="133350"/>
            </a:xfrm>
            <a:custGeom>
              <a:avLst/>
              <a:gdLst/>
              <a:ahLst/>
              <a:cxnLst/>
              <a:rect l="0" t="0" r="0" b="0"/>
              <a:pathLst>
                <a:path w="66437" h="133350">
                  <a:moveTo>
                    <a:pt x="0" y="0"/>
                  </a:moveTo>
                  <a:lnTo>
                    <a:pt x="66437" y="66675"/>
                  </a:lnTo>
                  <a:lnTo>
                    <a:pt x="0" y="133350"/>
                  </a:lnTo>
                </a:path>
              </a:pathLst>
            </a:custGeom>
            <a:noFill/>
            <a:ln w="18002">
              <a:solidFill>
                <a:srgbClr val="071A47"/>
              </a:solidFill>
            </a:ln>
          </p:spPr>
        </p:sp>
        <p:sp>
          <p:nvSpPr>
            <p:cNvPr id="205" name="205 path"/>
            <p:cNvSpPr/>
            <p:nvPr/>
          </p:nvSpPr>
          <p:spPr>
            <a:xfrm>
              <a:off x="10383917" y="1652588"/>
              <a:ext cx="44291" cy="200025"/>
            </a:xfrm>
            <a:custGeom>
              <a:avLst/>
              <a:gdLst/>
              <a:ahLst/>
              <a:cxnLst/>
              <a:rect l="0" t="0" r="0" b="0"/>
              <a:pathLst>
                <a:path w="44291" h="200025">
                  <a:moveTo>
                    <a:pt x="44291" y="0"/>
                  </a:moveTo>
                  <a:lnTo>
                    <a:pt x="0" y="200025"/>
                  </a:lnTo>
                </a:path>
              </a:pathLst>
            </a:custGeom>
            <a:noFill/>
            <a:ln w="18002">
              <a:solidFill>
                <a:srgbClr val="071A47"/>
              </a:solidFill>
            </a:ln>
          </p:spPr>
        </p:sp>
      </p:grpSp>
      <p:grpSp>
        <p:nvGrpSpPr>
          <p:cNvPr id="482" name="icon-clipboard-205"/>
          <p:cNvGrpSpPr/>
          <p:nvPr/>
        </p:nvGrpSpPr>
        <p:grpSpPr>
          <a:xfrm>
            <a:off x="14092794" y="4326652"/>
            <a:ext cx="167164" cy="298609"/>
            <a:chOff x="11255931" y="1608058"/>
            <a:chExt cx="167164" cy="298609"/>
          </a:xfrm>
        </p:grpSpPr>
        <p:sp>
          <p:nvSpPr>
            <p:cNvPr id="206" name="206 rect"/>
            <p:cNvSpPr/>
            <p:nvPr/>
          </p:nvSpPr>
          <p:spPr>
            <a:xfrm>
              <a:off x="11255931" y="1639491"/>
              <a:ext cx="167164" cy="267176"/>
            </a:xfrm>
            <a:prstGeom prst="roundRect">
              <a:avLst>
                <a:gd name="adj" fmla="val 7692"/>
              </a:avLst>
            </a:prstGeom>
            <a:solidFill>
              <a:srgbClr val="F8FCFF"/>
            </a:solidFill>
            <a:ln w="12859">
              <a:solidFill>
                <a:srgbClr val="071A47"/>
              </a:solidFill>
            </a:ln>
          </p:spPr>
        </p:sp>
        <p:sp>
          <p:nvSpPr>
            <p:cNvPr id="207" name="207 rect"/>
            <p:cNvSpPr/>
            <p:nvPr/>
          </p:nvSpPr>
          <p:spPr>
            <a:xfrm>
              <a:off x="11307366" y="1608058"/>
              <a:ext cx="64294" cy="47149"/>
            </a:xfrm>
            <a:prstGeom prst="roundRect">
              <a:avLst>
                <a:gd name="adj" fmla="val 13636"/>
              </a:avLst>
            </a:prstGeom>
            <a:solidFill>
              <a:srgbClr val="DBEAF9"/>
            </a:solidFill>
            <a:ln w="10930">
              <a:solidFill>
                <a:srgbClr val="071A47"/>
              </a:solidFill>
            </a:ln>
          </p:spPr>
        </p:sp>
        <p:sp>
          <p:nvSpPr>
            <p:cNvPr id="208" name="208 path"/>
            <p:cNvSpPr/>
            <p:nvPr/>
          </p:nvSpPr>
          <p:spPr>
            <a:xfrm>
              <a:off x="11326654" y="1718072"/>
              <a:ext cx="64294" cy="95"/>
            </a:xfrm>
            <a:custGeom>
              <a:avLst/>
              <a:gdLst/>
              <a:ahLst/>
              <a:cxnLst/>
              <a:rect l="0" t="0" r="0" b="0"/>
              <a:pathLst>
                <a:path w="64294" h="95">
                  <a:moveTo>
                    <a:pt x="0" y="0"/>
                  </a:moveTo>
                  <a:lnTo>
                    <a:pt x="64294" y="0"/>
                  </a:lnTo>
                </a:path>
              </a:pathLst>
            </a:custGeom>
            <a:noFill/>
            <a:ln w="9644">
              <a:solidFill>
                <a:srgbClr val="003496"/>
              </a:solidFill>
            </a:ln>
          </p:spPr>
        </p:sp>
        <p:sp>
          <p:nvSpPr>
            <p:cNvPr id="209" name="209 path"/>
            <p:cNvSpPr/>
            <p:nvPr/>
          </p:nvSpPr>
          <p:spPr>
            <a:xfrm>
              <a:off x="11281648" y="1702356"/>
              <a:ext cx="25718" cy="31433"/>
            </a:xfrm>
            <a:custGeom>
              <a:avLst/>
              <a:gdLst/>
              <a:ahLst/>
              <a:cxnLst/>
              <a:rect l="0" t="0" r="0" b="0"/>
              <a:pathLst>
                <a:path w="25718" h="31433">
                  <a:moveTo>
                    <a:pt x="0" y="15716"/>
                  </a:moveTo>
                  <a:lnTo>
                    <a:pt x="12859" y="31433"/>
                  </a:lnTo>
                  <a:lnTo>
                    <a:pt x="25718" y="0"/>
                  </a:lnTo>
                </a:path>
              </a:pathLst>
            </a:custGeom>
            <a:noFill/>
            <a:ln w="7715">
              <a:solidFill>
                <a:srgbClr val="003496"/>
              </a:solidFill>
            </a:ln>
          </p:spPr>
        </p:sp>
        <p:sp>
          <p:nvSpPr>
            <p:cNvPr id="210" name="210 path"/>
            <p:cNvSpPr/>
            <p:nvPr/>
          </p:nvSpPr>
          <p:spPr>
            <a:xfrm>
              <a:off x="11326654" y="1773079"/>
              <a:ext cx="64294" cy="95"/>
            </a:xfrm>
            <a:custGeom>
              <a:avLst/>
              <a:gdLst/>
              <a:ahLst/>
              <a:cxnLst/>
              <a:rect l="0" t="0" r="0" b="0"/>
              <a:pathLst>
                <a:path w="64294" h="95">
                  <a:moveTo>
                    <a:pt x="0" y="0"/>
                  </a:moveTo>
                  <a:lnTo>
                    <a:pt x="64294" y="0"/>
                  </a:lnTo>
                </a:path>
              </a:pathLst>
            </a:custGeom>
            <a:noFill/>
            <a:ln w="9644">
              <a:solidFill>
                <a:srgbClr val="003496"/>
              </a:solidFill>
            </a:ln>
          </p:spPr>
        </p:sp>
        <p:sp>
          <p:nvSpPr>
            <p:cNvPr id="211" name="211 path"/>
            <p:cNvSpPr/>
            <p:nvPr/>
          </p:nvSpPr>
          <p:spPr>
            <a:xfrm>
              <a:off x="11281648" y="1757363"/>
              <a:ext cx="25718" cy="31433"/>
            </a:xfrm>
            <a:custGeom>
              <a:avLst/>
              <a:gdLst/>
              <a:ahLst/>
              <a:cxnLst/>
              <a:rect l="0" t="0" r="0" b="0"/>
              <a:pathLst>
                <a:path w="25718" h="31433">
                  <a:moveTo>
                    <a:pt x="0" y="15716"/>
                  </a:moveTo>
                  <a:lnTo>
                    <a:pt x="12859" y="31433"/>
                  </a:lnTo>
                  <a:lnTo>
                    <a:pt x="25718" y="0"/>
                  </a:lnTo>
                </a:path>
              </a:pathLst>
            </a:custGeom>
            <a:noFill/>
            <a:ln w="7715">
              <a:solidFill>
                <a:srgbClr val="003496"/>
              </a:solidFill>
            </a:ln>
          </p:spPr>
        </p:sp>
        <p:sp>
          <p:nvSpPr>
            <p:cNvPr id="212" name="212 path"/>
            <p:cNvSpPr/>
            <p:nvPr/>
          </p:nvSpPr>
          <p:spPr>
            <a:xfrm>
              <a:off x="11326654" y="1828086"/>
              <a:ext cx="64294" cy="95"/>
            </a:xfrm>
            <a:custGeom>
              <a:avLst/>
              <a:gdLst/>
              <a:ahLst/>
              <a:cxnLst/>
              <a:rect l="0" t="0" r="0" b="0"/>
              <a:pathLst>
                <a:path w="64294" h="95">
                  <a:moveTo>
                    <a:pt x="0" y="0"/>
                  </a:moveTo>
                  <a:lnTo>
                    <a:pt x="64294" y="0"/>
                  </a:lnTo>
                </a:path>
              </a:pathLst>
            </a:custGeom>
            <a:noFill/>
            <a:ln w="9644">
              <a:solidFill>
                <a:srgbClr val="003496"/>
              </a:solidFill>
            </a:ln>
          </p:spPr>
        </p:sp>
        <p:sp>
          <p:nvSpPr>
            <p:cNvPr id="213" name="213 path"/>
            <p:cNvSpPr/>
            <p:nvPr/>
          </p:nvSpPr>
          <p:spPr>
            <a:xfrm>
              <a:off x="11281648" y="1812369"/>
              <a:ext cx="25718" cy="31432"/>
            </a:xfrm>
            <a:custGeom>
              <a:avLst/>
              <a:gdLst/>
              <a:ahLst/>
              <a:cxnLst/>
              <a:rect l="0" t="0" r="0" b="0"/>
              <a:pathLst>
                <a:path w="25718" h="31432">
                  <a:moveTo>
                    <a:pt x="0" y="15716"/>
                  </a:moveTo>
                  <a:lnTo>
                    <a:pt x="12859" y="31432"/>
                  </a:lnTo>
                  <a:lnTo>
                    <a:pt x="25718" y="0"/>
                  </a:lnTo>
                </a:path>
              </a:pathLst>
            </a:custGeom>
            <a:noFill/>
            <a:ln w="7715">
              <a:solidFill>
                <a:srgbClr val="003496"/>
              </a:solidFill>
            </a:ln>
          </p:spPr>
        </p:sp>
      </p:grpSp>
      <p:grpSp>
        <p:nvGrpSpPr>
          <p:cNvPr id="483" name="icon-location-213"/>
          <p:cNvGrpSpPr/>
          <p:nvPr/>
        </p:nvGrpSpPr>
        <p:grpSpPr>
          <a:xfrm>
            <a:off x="14931389" y="4340940"/>
            <a:ext cx="166373" cy="250984"/>
            <a:chOff x="12094526" y="1622346"/>
            <a:chExt cx="166373" cy="250984"/>
          </a:xfrm>
        </p:grpSpPr>
        <p:sp>
          <p:nvSpPr>
            <p:cNvPr id="214" name="214 path"/>
            <p:cNvSpPr/>
            <p:nvPr/>
          </p:nvSpPr>
          <p:spPr>
            <a:xfrm>
              <a:off x="12094526" y="1622346"/>
              <a:ext cx="166373" cy="250984"/>
            </a:xfrm>
            <a:custGeom>
              <a:avLst/>
              <a:gdLst/>
              <a:ahLst/>
              <a:cxnLst/>
              <a:rect l="0" t="0" r="0" b="0"/>
              <a:pathLst>
                <a:path w="166373" h="250984">
                  <a:moveTo>
                    <a:pt x="83187" y="0"/>
                  </a:moveTo>
                  <a:lnTo>
                    <a:pt x="71260" y="509"/>
                  </a:lnTo>
                  <a:lnTo>
                    <a:pt x="60328" y="2003"/>
                  </a:lnTo>
                  <a:lnTo>
                    <a:pt x="50371" y="4437"/>
                  </a:lnTo>
                  <a:lnTo>
                    <a:pt x="41372" y="7760"/>
                  </a:lnTo>
                  <a:lnTo>
                    <a:pt x="33313" y="11927"/>
                  </a:lnTo>
                  <a:lnTo>
                    <a:pt x="26174" y="16890"/>
                  </a:lnTo>
                  <a:lnTo>
                    <a:pt x="19937" y="22600"/>
                  </a:lnTo>
                  <a:lnTo>
                    <a:pt x="14585" y="29011"/>
                  </a:lnTo>
                  <a:lnTo>
                    <a:pt x="10098" y="36075"/>
                  </a:lnTo>
                  <a:lnTo>
                    <a:pt x="6458" y="43744"/>
                  </a:lnTo>
                  <a:lnTo>
                    <a:pt x="3646" y="51971"/>
                  </a:lnTo>
                  <a:lnTo>
                    <a:pt x="1645" y="60709"/>
                  </a:lnTo>
                  <a:lnTo>
                    <a:pt x="436" y="69908"/>
                  </a:lnTo>
                  <a:lnTo>
                    <a:pt x="0" y="79523"/>
                  </a:lnTo>
                  <a:lnTo>
                    <a:pt x="319" y="89505"/>
                  </a:lnTo>
                  <a:lnTo>
                    <a:pt x="1375" y="99807"/>
                  </a:lnTo>
                  <a:lnTo>
                    <a:pt x="3149" y="110382"/>
                  </a:lnTo>
                  <a:lnTo>
                    <a:pt x="5623" y="121181"/>
                  </a:lnTo>
                  <a:lnTo>
                    <a:pt x="8778" y="132157"/>
                  </a:lnTo>
                  <a:lnTo>
                    <a:pt x="12596" y="143263"/>
                  </a:lnTo>
                  <a:lnTo>
                    <a:pt x="17058" y="154451"/>
                  </a:lnTo>
                  <a:lnTo>
                    <a:pt x="22147" y="165673"/>
                  </a:lnTo>
                  <a:lnTo>
                    <a:pt x="27843" y="176883"/>
                  </a:lnTo>
                  <a:lnTo>
                    <a:pt x="34129" y="188031"/>
                  </a:lnTo>
                  <a:lnTo>
                    <a:pt x="40986" y="199071"/>
                  </a:lnTo>
                  <a:lnTo>
                    <a:pt x="48395" y="209956"/>
                  </a:lnTo>
                  <a:lnTo>
                    <a:pt x="56338" y="220637"/>
                  </a:lnTo>
                  <a:lnTo>
                    <a:pt x="64796" y="231067"/>
                  </a:lnTo>
                  <a:lnTo>
                    <a:pt x="73752" y="241198"/>
                  </a:lnTo>
                  <a:lnTo>
                    <a:pt x="83187" y="250984"/>
                  </a:lnTo>
                  <a:lnTo>
                    <a:pt x="83187" y="250984"/>
                  </a:lnTo>
                  <a:lnTo>
                    <a:pt x="92621" y="241198"/>
                  </a:lnTo>
                  <a:lnTo>
                    <a:pt x="101577" y="231067"/>
                  </a:lnTo>
                  <a:lnTo>
                    <a:pt x="110036" y="220637"/>
                  </a:lnTo>
                  <a:lnTo>
                    <a:pt x="117979" y="209956"/>
                  </a:lnTo>
                  <a:lnTo>
                    <a:pt x="125388" y="199071"/>
                  </a:lnTo>
                  <a:lnTo>
                    <a:pt x="132244" y="188031"/>
                  </a:lnTo>
                  <a:lnTo>
                    <a:pt x="138530" y="176883"/>
                  </a:lnTo>
                  <a:lnTo>
                    <a:pt x="144226" y="165673"/>
                  </a:lnTo>
                  <a:lnTo>
                    <a:pt x="149315" y="154451"/>
                  </a:lnTo>
                  <a:lnTo>
                    <a:pt x="153778" y="143263"/>
                  </a:lnTo>
                  <a:lnTo>
                    <a:pt x="157596" y="132157"/>
                  </a:lnTo>
                  <a:lnTo>
                    <a:pt x="160751" y="121181"/>
                  </a:lnTo>
                  <a:lnTo>
                    <a:pt x="163224" y="110382"/>
                  </a:lnTo>
                  <a:lnTo>
                    <a:pt x="164998" y="99807"/>
                  </a:lnTo>
                  <a:lnTo>
                    <a:pt x="166054" y="89505"/>
                  </a:lnTo>
                  <a:lnTo>
                    <a:pt x="166373" y="79523"/>
                  </a:lnTo>
                  <a:lnTo>
                    <a:pt x="165938" y="69908"/>
                  </a:lnTo>
                  <a:lnTo>
                    <a:pt x="164728" y="60709"/>
                  </a:lnTo>
                  <a:lnTo>
                    <a:pt x="162727" y="51971"/>
                  </a:lnTo>
                  <a:lnTo>
                    <a:pt x="159916" y="43744"/>
                  </a:lnTo>
                  <a:lnTo>
                    <a:pt x="156276" y="36075"/>
                  </a:lnTo>
                  <a:lnTo>
                    <a:pt x="151789" y="29011"/>
                  </a:lnTo>
                  <a:lnTo>
                    <a:pt x="146436" y="22600"/>
                  </a:lnTo>
                  <a:lnTo>
                    <a:pt x="140200" y="16890"/>
                  </a:lnTo>
                  <a:lnTo>
                    <a:pt x="133061" y="11927"/>
                  </a:lnTo>
                  <a:lnTo>
                    <a:pt x="125001" y="7760"/>
                  </a:lnTo>
                  <a:lnTo>
                    <a:pt x="116002" y="4437"/>
                  </a:lnTo>
                  <a:lnTo>
                    <a:pt x="106046" y="2003"/>
                  </a:lnTo>
                  <a:lnTo>
                    <a:pt x="95113" y="509"/>
                  </a:lnTo>
                  <a:lnTo>
                    <a:pt x="83187" y="0"/>
                  </a:lnTo>
                  <a:close/>
                </a:path>
              </a:pathLst>
            </a:custGeom>
            <a:solidFill>
              <a:srgbClr val="071A47"/>
            </a:solidFill>
            <a:ln w="10358">
              <a:solidFill>
                <a:srgbClr val="071A47"/>
              </a:solidFill>
            </a:ln>
          </p:spPr>
        </p:sp>
        <p:sp>
          <p:nvSpPr>
            <p:cNvPr id="215" name="215 ellipse"/>
            <p:cNvSpPr/>
            <p:nvPr/>
          </p:nvSpPr>
          <p:spPr>
            <a:xfrm>
              <a:off x="12136279" y="1674019"/>
              <a:ext cx="82868" cy="88583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</p:grpSp>
      <p:grpSp>
        <p:nvGrpSpPr>
          <p:cNvPr id="484" name="icon-hypothesis-215"/>
          <p:cNvGrpSpPr/>
          <p:nvPr/>
        </p:nvGrpSpPr>
        <p:grpSpPr>
          <a:xfrm>
            <a:off x="15794648" y="4364931"/>
            <a:ext cx="154355" cy="219706"/>
            <a:chOff x="12957785" y="1646337"/>
            <a:chExt cx="154355" cy="219706"/>
          </a:xfrm>
        </p:grpSpPr>
        <p:sp>
          <p:nvSpPr>
            <p:cNvPr id="216" name="216 path"/>
            <p:cNvSpPr/>
            <p:nvPr/>
          </p:nvSpPr>
          <p:spPr>
            <a:xfrm>
              <a:off x="12957785" y="1646337"/>
              <a:ext cx="154355" cy="160556"/>
            </a:xfrm>
            <a:custGeom>
              <a:avLst/>
              <a:gdLst/>
              <a:ahLst/>
              <a:cxnLst/>
              <a:rect l="0" t="0" r="0" b="0"/>
              <a:pathLst>
                <a:path w="154355" h="160556">
                  <a:moveTo>
                    <a:pt x="15027" y="116265"/>
                  </a:moveTo>
                  <a:lnTo>
                    <a:pt x="7955" y="101279"/>
                  </a:lnTo>
                  <a:lnTo>
                    <a:pt x="3204" y="87328"/>
                  </a:lnTo>
                  <a:lnTo>
                    <a:pt x="608" y="74409"/>
                  </a:lnTo>
                  <a:lnTo>
                    <a:pt x="0" y="62524"/>
                  </a:lnTo>
                  <a:lnTo>
                    <a:pt x="1215" y="51673"/>
                  </a:lnTo>
                  <a:lnTo>
                    <a:pt x="4088" y="41855"/>
                  </a:lnTo>
                  <a:lnTo>
                    <a:pt x="8452" y="33071"/>
                  </a:lnTo>
                  <a:lnTo>
                    <a:pt x="14143" y="25320"/>
                  </a:lnTo>
                  <a:lnTo>
                    <a:pt x="20993" y="18602"/>
                  </a:lnTo>
                  <a:lnTo>
                    <a:pt x="28838" y="12918"/>
                  </a:lnTo>
                  <a:lnTo>
                    <a:pt x="37511" y="8268"/>
                  </a:lnTo>
                  <a:lnTo>
                    <a:pt x="46848" y="4651"/>
                  </a:lnTo>
                  <a:lnTo>
                    <a:pt x="56681" y="2067"/>
                  </a:lnTo>
                  <a:lnTo>
                    <a:pt x="66846" y="517"/>
                  </a:lnTo>
                  <a:lnTo>
                    <a:pt x="77177" y="0"/>
                  </a:lnTo>
                  <a:lnTo>
                    <a:pt x="87508" y="517"/>
                  </a:lnTo>
                  <a:lnTo>
                    <a:pt x="97673" y="2067"/>
                  </a:lnTo>
                  <a:lnTo>
                    <a:pt x="107507" y="4651"/>
                  </a:lnTo>
                  <a:lnTo>
                    <a:pt x="116843" y="8268"/>
                  </a:lnTo>
                  <a:lnTo>
                    <a:pt x="125517" y="12918"/>
                  </a:lnTo>
                  <a:lnTo>
                    <a:pt x="133361" y="18602"/>
                  </a:lnTo>
                  <a:lnTo>
                    <a:pt x="140212" y="25320"/>
                  </a:lnTo>
                  <a:lnTo>
                    <a:pt x="145902" y="33071"/>
                  </a:lnTo>
                  <a:lnTo>
                    <a:pt x="150266" y="41855"/>
                  </a:lnTo>
                  <a:lnTo>
                    <a:pt x="153139" y="51673"/>
                  </a:lnTo>
                  <a:lnTo>
                    <a:pt x="154355" y="62524"/>
                  </a:lnTo>
                  <a:lnTo>
                    <a:pt x="153747" y="74409"/>
                  </a:lnTo>
                  <a:lnTo>
                    <a:pt x="151150" y="87328"/>
                  </a:lnTo>
                  <a:lnTo>
                    <a:pt x="146399" y="101279"/>
                  </a:lnTo>
                  <a:lnTo>
                    <a:pt x="139328" y="116265"/>
                  </a:lnTo>
                  <a:lnTo>
                    <a:pt x="111705" y="160556"/>
                  </a:lnTo>
                  <a:lnTo>
                    <a:pt x="42649" y="160556"/>
                  </a:lnTo>
                  <a:lnTo>
                    <a:pt x="15027" y="116265"/>
                  </a:lnTo>
                </a:path>
              </a:pathLst>
            </a:custGeom>
            <a:noFill/>
            <a:ln w="17264">
              <a:solidFill>
                <a:srgbClr val="071A47"/>
              </a:solidFill>
            </a:ln>
          </p:spPr>
        </p:sp>
        <p:sp>
          <p:nvSpPr>
            <p:cNvPr id="217" name="217 path"/>
            <p:cNvSpPr/>
            <p:nvPr/>
          </p:nvSpPr>
          <p:spPr>
            <a:xfrm>
              <a:off x="12993529" y="1836420"/>
              <a:ext cx="82867" cy="95"/>
            </a:xfrm>
            <a:custGeom>
              <a:avLst/>
              <a:gdLst/>
              <a:ahLst/>
              <a:cxnLst/>
              <a:rect l="0" t="0" r="0" b="0"/>
              <a:pathLst>
                <a:path w="82867" h="95">
                  <a:moveTo>
                    <a:pt x="0" y="0"/>
                  </a:moveTo>
                  <a:lnTo>
                    <a:pt x="82867" y="0"/>
                  </a:lnTo>
                </a:path>
              </a:pathLst>
            </a:custGeom>
            <a:noFill/>
            <a:ln w="13811">
              <a:solidFill>
                <a:srgbClr val="071A47"/>
              </a:solidFill>
            </a:ln>
          </p:spPr>
        </p:sp>
        <p:sp>
          <p:nvSpPr>
            <p:cNvPr id="218" name="218 path"/>
            <p:cNvSpPr/>
            <p:nvPr/>
          </p:nvSpPr>
          <p:spPr>
            <a:xfrm>
              <a:off x="13014246" y="1865948"/>
              <a:ext cx="41434" cy="95"/>
            </a:xfrm>
            <a:custGeom>
              <a:avLst/>
              <a:gdLst/>
              <a:ahLst/>
              <a:cxnLst/>
              <a:rect l="0" t="0" r="0" b="0"/>
              <a:pathLst>
                <a:path w="41434" h="95">
                  <a:moveTo>
                    <a:pt x="0" y="0"/>
                  </a:moveTo>
                  <a:lnTo>
                    <a:pt x="41434" y="0"/>
                  </a:lnTo>
                </a:path>
              </a:pathLst>
            </a:custGeom>
            <a:noFill/>
            <a:ln w="13811">
              <a:solidFill>
                <a:srgbClr val="071A47"/>
              </a:solidFill>
            </a:ln>
          </p:spPr>
        </p:sp>
        <p:sp>
          <p:nvSpPr>
            <p:cNvPr id="219" name="219 path"/>
            <p:cNvSpPr/>
            <p:nvPr/>
          </p:nvSpPr>
          <p:spPr>
            <a:xfrm>
              <a:off x="13000434" y="1674019"/>
              <a:ext cx="62151" cy="103346"/>
            </a:xfrm>
            <a:custGeom>
              <a:avLst/>
              <a:gdLst/>
              <a:ahLst/>
              <a:cxnLst/>
              <a:rect l="0" t="0" r="0" b="0"/>
              <a:pathLst>
                <a:path w="62151" h="103346">
                  <a:moveTo>
                    <a:pt x="20717" y="103346"/>
                  </a:moveTo>
                  <a:lnTo>
                    <a:pt x="20717" y="59055"/>
                  </a:lnTo>
                  <a:lnTo>
                    <a:pt x="62151" y="22146"/>
                  </a:lnTo>
                  <a:lnTo>
                    <a:pt x="27623" y="0"/>
                  </a:lnTo>
                  <a:lnTo>
                    <a:pt x="0" y="22146"/>
                  </a:lnTo>
                </a:path>
              </a:pathLst>
            </a:custGeom>
            <a:noFill/>
            <a:ln w="13811">
              <a:solidFill>
                <a:srgbClr val="1773C3"/>
              </a:solidFill>
            </a:ln>
          </p:spPr>
        </p:sp>
      </p:grpSp>
      <p:sp>
        <p:nvSpPr>
          <p:cNvPr id="220" name="220 path"/>
          <p:cNvSpPr/>
          <p:nvPr/>
        </p:nvSpPr>
        <p:spPr>
          <a:xfrm>
            <a:off x="13733463" y="4299744"/>
            <a:ext cx="95" cy="723900"/>
          </a:xfrm>
          <a:custGeom>
            <a:avLst/>
            <a:gdLst/>
            <a:ahLst/>
            <a:cxnLst/>
            <a:rect l="0" t="0" r="0" b="0"/>
            <a:pathLst>
              <a:path w="9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/>
          <a:ln w="9525">
            <a:solidFill>
              <a:srgbClr val="D5D9DD"/>
            </a:solidFill>
          </a:ln>
        </p:spPr>
      </p:sp>
      <p:sp>
        <p:nvSpPr>
          <p:cNvPr id="221" name="221 path"/>
          <p:cNvSpPr/>
          <p:nvPr/>
        </p:nvSpPr>
        <p:spPr>
          <a:xfrm>
            <a:off x="14590713" y="4299744"/>
            <a:ext cx="95" cy="723900"/>
          </a:xfrm>
          <a:custGeom>
            <a:avLst/>
            <a:gdLst/>
            <a:ahLst/>
            <a:cxnLst/>
            <a:rect l="0" t="0" r="0" b="0"/>
            <a:pathLst>
              <a:path w="9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/>
          <a:ln w="9525">
            <a:solidFill>
              <a:srgbClr val="D5D9DD"/>
            </a:solidFill>
          </a:ln>
        </p:spPr>
      </p:sp>
      <p:sp>
        <p:nvSpPr>
          <p:cNvPr id="222" name="222 path"/>
          <p:cNvSpPr/>
          <p:nvPr/>
        </p:nvSpPr>
        <p:spPr>
          <a:xfrm>
            <a:off x="15438438" y="4299744"/>
            <a:ext cx="95" cy="723900"/>
          </a:xfrm>
          <a:custGeom>
            <a:avLst/>
            <a:gdLst/>
            <a:ahLst/>
            <a:cxnLst/>
            <a:rect l="0" t="0" r="0" b="0"/>
            <a:pathLst>
              <a:path w="9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/>
          <a:ln w="9525">
            <a:solidFill>
              <a:srgbClr val="D5D9DD"/>
            </a:solidFill>
          </a:ln>
        </p:spPr>
      </p:sp>
      <p:sp>
        <p:nvSpPr>
          <p:cNvPr id="223" name="223 Code"/>
          <p:cNvSpPr/>
          <p:nvPr/>
        </p:nvSpPr>
        <p:spPr>
          <a:xfrm>
            <a:off x="12780963" y="4661694"/>
            <a:ext cx="876300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1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Code</a:t>
            </a:r>
          </a:p>
        </p:txBody>
      </p:sp>
      <p:sp>
        <p:nvSpPr>
          <p:cNvPr id="224" name="224 observations"/>
          <p:cNvSpPr/>
          <p:nvPr/>
        </p:nvSpPr>
        <p:spPr>
          <a:xfrm>
            <a:off x="12780963" y="4845050"/>
            <a:ext cx="876300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1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observations</a:t>
            </a:r>
          </a:p>
        </p:txBody>
      </p:sp>
      <p:sp>
        <p:nvSpPr>
          <p:cNvPr id="225" name="225 Test"/>
          <p:cNvSpPr/>
          <p:nvPr/>
        </p:nvSpPr>
        <p:spPr>
          <a:xfrm>
            <a:off x="13733463" y="4661694"/>
            <a:ext cx="876300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1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Test</a:t>
            </a:r>
          </a:p>
        </p:txBody>
      </p:sp>
      <p:sp>
        <p:nvSpPr>
          <p:cNvPr id="226" name="226 results"/>
          <p:cNvSpPr/>
          <p:nvPr/>
        </p:nvSpPr>
        <p:spPr>
          <a:xfrm>
            <a:off x="13733463" y="4845050"/>
            <a:ext cx="876300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1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results</a:t>
            </a:r>
          </a:p>
        </p:txBody>
      </p:sp>
      <p:sp>
        <p:nvSpPr>
          <p:cNvPr id="227" name="227 Locations"/>
          <p:cNvSpPr/>
          <p:nvPr/>
        </p:nvSpPr>
        <p:spPr>
          <a:xfrm>
            <a:off x="14581188" y="4661694"/>
            <a:ext cx="876300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1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Locations</a:t>
            </a:r>
          </a:p>
        </p:txBody>
      </p:sp>
      <p:sp>
        <p:nvSpPr>
          <p:cNvPr id="228" name="228 Hypotheses"/>
          <p:cNvSpPr/>
          <p:nvPr/>
        </p:nvSpPr>
        <p:spPr>
          <a:xfrm>
            <a:off x="15428913" y="4661694"/>
            <a:ext cx="876300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1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Hypotheses</a:t>
            </a:r>
          </a:p>
        </p:txBody>
      </p:sp>
      <p:sp>
        <p:nvSpPr>
          <p:cNvPr id="229" name="229 rect"/>
          <p:cNvSpPr/>
          <p:nvPr/>
        </p:nvSpPr>
        <p:spPr>
          <a:xfrm>
            <a:off x="12761912" y="5557044"/>
            <a:ext cx="3619500" cy="1752600"/>
          </a:xfrm>
          <a:prstGeom prst="roundRect">
            <a:avLst>
              <a:gd name="adj" fmla="val 9239"/>
            </a:avLst>
          </a:prstGeom>
          <a:gradFill>
            <a:gsLst>
              <a:gs pos="0">
                <a:srgbClr val="E1F6EB"/>
              </a:gs>
              <a:gs pos="100000">
                <a:srgbClr val="F0FCF7"/>
              </a:gs>
            </a:gsLst>
            <a:lin ang="5400000"/>
          </a:gradFill>
          <a:ln w="14288">
            <a:solidFill>
              <a:srgbClr val="00974C"/>
            </a:solidFill>
          </a:ln>
        </p:spPr>
      </p:sp>
      <p:grpSp>
        <p:nvGrpSpPr>
          <p:cNvPr id="486" name="icon-robot-229"/>
          <p:cNvGrpSpPr/>
          <p:nvPr/>
        </p:nvGrpSpPr>
        <p:grpSpPr>
          <a:xfrm>
            <a:off x="12923837" y="5694204"/>
            <a:ext cx="609600" cy="480060"/>
            <a:chOff x="10086975" y="2975610"/>
            <a:chExt cx="609600" cy="480060"/>
          </a:xfrm>
        </p:grpSpPr>
        <p:sp>
          <p:nvSpPr>
            <p:cNvPr id="230" name="230 path"/>
            <p:cNvSpPr/>
            <p:nvPr/>
          </p:nvSpPr>
          <p:spPr>
            <a:xfrm>
              <a:off x="10391775" y="3028950"/>
              <a:ext cx="95" cy="106680"/>
            </a:xfrm>
            <a:custGeom>
              <a:avLst/>
              <a:gdLst/>
              <a:ahLst/>
              <a:cxnLst/>
              <a:rect l="0" t="0" r="0" b="0"/>
              <a:pathLst>
                <a:path w="9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30670">
              <a:solidFill>
                <a:srgbClr val="071A47"/>
              </a:solidFill>
            </a:ln>
          </p:spPr>
        </p:sp>
        <p:sp>
          <p:nvSpPr>
            <p:cNvPr id="231" name="231 ellipse"/>
            <p:cNvSpPr/>
            <p:nvPr/>
          </p:nvSpPr>
          <p:spPr>
            <a:xfrm>
              <a:off x="10353675" y="2975610"/>
              <a:ext cx="76200" cy="66675"/>
            </a:xfrm>
            <a:prstGeom prst="ellipse">
              <a:avLst/>
            </a:prstGeom>
            <a:solidFill>
              <a:srgbClr val="FFFFFF"/>
            </a:solidFill>
            <a:ln w="24003">
              <a:solidFill>
                <a:srgbClr val="071A47"/>
              </a:solidFill>
            </a:ln>
          </p:spPr>
        </p:sp>
        <p:sp>
          <p:nvSpPr>
            <p:cNvPr id="232" name="232 rect"/>
            <p:cNvSpPr/>
            <p:nvPr/>
          </p:nvSpPr>
          <p:spPr>
            <a:xfrm>
              <a:off x="10086975" y="3228975"/>
              <a:ext cx="76200" cy="146685"/>
            </a:xfrm>
            <a:prstGeom prst="roundRect">
              <a:avLst>
                <a:gd name="adj" fmla="val 35000"/>
              </a:avLst>
            </a:prstGeom>
            <a:solidFill>
              <a:srgbClr val="9CE3AF"/>
            </a:solidFill>
            <a:ln w="26670">
              <a:solidFill>
                <a:srgbClr val="071A47"/>
              </a:solidFill>
            </a:ln>
          </p:spPr>
        </p:sp>
        <p:sp>
          <p:nvSpPr>
            <p:cNvPr id="233" name="233 rect"/>
            <p:cNvSpPr/>
            <p:nvPr/>
          </p:nvSpPr>
          <p:spPr>
            <a:xfrm>
              <a:off x="10620375" y="3228975"/>
              <a:ext cx="76200" cy="146685"/>
            </a:xfrm>
            <a:prstGeom prst="roundRect">
              <a:avLst>
                <a:gd name="adj" fmla="val 35000"/>
              </a:avLst>
            </a:prstGeom>
            <a:solidFill>
              <a:srgbClr val="9CE3AF"/>
            </a:solidFill>
            <a:ln w="26670">
              <a:solidFill>
                <a:srgbClr val="071A47"/>
              </a:solidFill>
            </a:ln>
          </p:spPr>
        </p:sp>
        <p:sp>
          <p:nvSpPr>
            <p:cNvPr id="234" name="234 rect"/>
            <p:cNvSpPr/>
            <p:nvPr/>
          </p:nvSpPr>
          <p:spPr>
            <a:xfrm>
              <a:off x="10163175" y="3122295"/>
              <a:ext cx="457200" cy="333375"/>
            </a:xfrm>
            <a:prstGeom prst="roundRect">
              <a:avLst>
                <a:gd name="adj" fmla="val 28000"/>
              </a:avLst>
            </a:prstGeom>
            <a:gradFill>
              <a:gsLst>
                <a:gs pos="0">
                  <a:srgbClr val="FFFFFF"/>
                </a:gs>
                <a:gs pos="100000">
                  <a:srgbClr val="9CE3AF"/>
                </a:gs>
              </a:gsLst>
              <a:lin ang="5400000"/>
            </a:gradFill>
            <a:ln w="29337">
              <a:solidFill>
                <a:srgbClr val="071A47"/>
              </a:solidFill>
            </a:ln>
          </p:spPr>
        </p:sp>
        <p:sp>
          <p:nvSpPr>
            <p:cNvPr id="235" name="235 rect"/>
            <p:cNvSpPr/>
            <p:nvPr/>
          </p:nvSpPr>
          <p:spPr>
            <a:xfrm>
              <a:off x="10239375" y="3202305"/>
              <a:ext cx="304800" cy="160020"/>
            </a:xfrm>
            <a:prstGeom prst="roundRect">
              <a:avLst>
                <a:gd name="adj" fmla="val 33333"/>
              </a:avLst>
            </a:prstGeom>
            <a:solidFill>
              <a:srgbClr val="15154A"/>
            </a:solidFill>
            <a:ln w="13335">
              <a:solidFill>
                <a:srgbClr val="071A47"/>
              </a:solidFill>
            </a:ln>
          </p:spPr>
        </p:sp>
        <p:sp>
          <p:nvSpPr>
            <p:cNvPr id="236" name="236 ellipse"/>
            <p:cNvSpPr/>
            <p:nvPr/>
          </p:nvSpPr>
          <p:spPr>
            <a:xfrm>
              <a:off x="10300335" y="3242310"/>
              <a:ext cx="60960" cy="66675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237" name="237 ellipse"/>
            <p:cNvSpPr/>
            <p:nvPr/>
          </p:nvSpPr>
          <p:spPr>
            <a:xfrm>
              <a:off x="10437495" y="3242310"/>
              <a:ext cx="60960" cy="66675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238" name="238 Repair Agent"/>
          <p:cNvSpPr/>
          <p:nvPr/>
        </p:nvSpPr>
        <p:spPr>
          <a:xfrm>
            <a:off x="13733462" y="5671344"/>
            <a:ext cx="2476500" cy="3425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92B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75" b="1">
                <a:solidFill>
                  <a:srgbClr val="092B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Repair Agent</a:t>
            </a:r>
          </a:p>
        </p:txBody>
      </p:sp>
      <p:sp>
        <p:nvSpPr>
          <p:cNvPr id="239" name="239 Patch and Validate"/>
          <p:cNvSpPr/>
          <p:nvPr/>
        </p:nvSpPr>
        <p:spPr>
          <a:xfrm>
            <a:off x="13733462" y="6023769"/>
            <a:ext cx="2466975" cy="2716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1233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>
                <a:solidFill>
                  <a:srgbClr val="1233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Patch and Validate</a:t>
            </a:r>
          </a:p>
        </p:txBody>
      </p:sp>
      <p:sp>
        <p:nvSpPr>
          <p:cNvPr id="240" name="240 rect"/>
          <p:cNvSpPr/>
          <p:nvPr/>
        </p:nvSpPr>
        <p:spPr>
          <a:xfrm>
            <a:off x="12914312" y="6347619"/>
            <a:ext cx="3314700" cy="828675"/>
          </a:xfrm>
          <a:prstGeom prst="roundRect">
            <a:avLst>
              <a:gd name="adj" fmla="val 11494"/>
            </a:avLst>
          </a:prstGeom>
          <a:solidFill>
            <a:srgbClr val="FDFFFE"/>
          </a:solidFill>
          <a:ln w="9525">
            <a:solidFill>
              <a:srgbClr val="CBE7DC"/>
            </a:solidFill>
          </a:ln>
        </p:spPr>
      </p:sp>
      <p:sp>
        <p:nvSpPr>
          <p:cNvPr id="241" name="241 rect"/>
          <p:cNvSpPr/>
          <p:nvPr/>
        </p:nvSpPr>
        <p:spPr>
          <a:xfrm>
            <a:off x="13028612" y="6461919"/>
            <a:ext cx="3095625" cy="247650"/>
          </a:xfrm>
          <a:prstGeom prst="roundRect">
            <a:avLst>
              <a:gd name="adj" fmla="val 7692"/>
            </a:avLst>
          </a:prstGeom>
          <a:solidFill>
            <a:srgbClr val="FFE7E9"/>
          </a:solidFill>
          <a:ln w="0">
            <a:noFill/>
          </a:ln>
        </p:spPr>
      </p:sp>
      <p:sp>
        <p:nvSpPr>
          <p:cNvPr id="242" name="242 rect"/>
          <p:cNvSpPr/>
          <p:nvPr/>
        </p:nvSpPr>
        <p:spPr>
          <a:xfrm>
            <a:off x="13028612" y="6709569"/>
            <a:ext cx="3095625" cy="257175"/>
          </a:xfrm>
          <a:prstGeom prst="roundRect">
            <a:avLst>
              <a:gd name="adj" fmla="val 7407"/>
            </a:avLst>
          </a:prstGeom>
          <a:solidFill>
            <a:srgbClr val="D5F3E5"/>
          </a:solidFill>
          <a:ln w="0">
            <a:noFill/>
          </a:ln>
        </p:spPr>
      </p:sp>
      <p:sp>
        <p:nvSpPr>
          <p:cNvPr id="243" name="243 -  loss = x.sum()"/>
          <p:cNvSpPr/>
          <p:nvPr/>
        </p:nvSpPr>
        <p:spPr>
          <a:xfrm>
            <a:off x="13104812" y="6480969"/>
            <a:ext cx="286702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AD061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AD061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  loss = x.sum()</a:t>
            </a:r>
          </a:p>
        </p:txBody>
      </p:sp>
      <p:sp>
        <p:nvSpPr>
          <p:cNvPr id="244" name="244 +  loss = x.mean()"/>
          <p:cNvSpPr/>
          <p:nvPr/>
        </p:nvSpPr>
        <p:spPr>
          <a:xfrm>
            <a:off x="13104812" y="6728619"/>
            <a:ext cx="286702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12483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12483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  loss = x.mean()</a:t>
            </a:r>
          </a:p>
        </p:txBody>
      </p:sp>
      <p:sp>
        <p:nvSpPr>
          <p:cNvPr id="245" name="245 …"/>
          <p:cNvSpPr/>
          <p:nvPr/>
        </p:nvSpPr>
        <p:spPr>
          <a:xfrm>
            <a:off x="13352462" y="6919119"/>
            <a:ext cx="219075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</a:t>
            </a:r>
          </a:p>
        </p:txBody>
      </p:sp>
      <p:sp>
        <p:nvSpPr>
          <p:cNvPr id="246" name="246 rect"/>
          <p:cNvSpPr/>
          <p:nvPr/>
        </p:nvSpPr>
        <p:spPr>
          <a:xfrm>
            <a:off x="10688639" y="2010574"/>
            <a:ext cx="8677275" cy="733425"/>
          </a:xfrm>
          <a:prstGeom prst="roundRect">
            <a:avLst>
              <a:gd name="adj" fmla="val 20779"/>
            </a:avLst>
          </a:prstGeom>
          <a:gradFill>
            <a:gsLst>
              <a:gs pos="0">
                <a:srgbClr val="C3E4FF"/>
              </a:gs>
              <a:gs pos="100000">
                <a:srgbClr val="E0F2FF"/>
              </a:gs>
            </a:gsLst>
            <a:lin ang="5400000"/>
          </a:gradFill>
          <a:ln w="14288">
            <a:solidFill>
              <a:srgbClr val="168FFF"/>
            </a:solidFill>
          </a:ln>
        </p:spPr>
      </p:sp>
      <p:grpSp>
        <p:nvGrpSpPr>
          <p:cNvPr id="488" name="icon-orchestrator-246"/>
          <p:cNvGrpSpPr/>
          <p:nvPr/>
        </p:nvGrpSpPr>
        <p:grpSpPr>
          <a:xfrm>
            <a:off x="8118477" y="8090221"/>
            <a:ext cx="428625" cy="325040"/>
            <a:chOff x="5281613" y="5371624"/>
            <a:chExt cx="428625" cy="325040"/>
          </a:xfrm>
        </p:grpSpPr>
        <p:sp>
          <p:nvSpPr>
            <p:cNvPr id="247" name="247 path"/>
            <p:cNvSpPr/>
            <p:nvPr/>
          </p:nvSpPr>
          <p:spPr>
            <a:xfrm>
              <a:off x="5329238" y="5427345"/>
              <a:ext cx="166688" cy="213598"/>
            </a:xfrm>
            <a:custGeom>
              <a:avLst/>
              <a:gdLst/>
              <a:ahLst/>
              <a:cxnLst/>
              <a:rect l="0" t="0" r="0" b="0"/>
              <a:pathLst>
                <a:path w="166688" h="213598">
                  <a:moveTo>
                    <a:pt x="166688" y="0"/>
                  </a:moveTo>
                  <a:lnTo>
                    <a:pt x="166688" y="102156"/>
                  </a:lnTo>
                  <a:lnTo>
                    <a:pt x="0" y="102156"/>
                  </a:lnTo>
                  <a:lnTo>
                    <a:pt x="0" y="213598"/>
                  </a:lnTo>
                </a:path>
              </a:pathLst>
            </a:custGeom>
            <a:noFill/>
            <a:ln w="23217">
              <a:solidFill>
                <a:srgbClr val="003496"/>
              </a:solidFill>
            </a:ln>
          </p:spPr>
        </p:sp>
        <p:sp>
          <p:nvSpPr>
            <p:cNvPr id="248" name="248 path"/>
            <p:cNvSpPr/>
            <p:nvPr/>
          </p:nvSpPr>
          <p:spPr>
            <a:xfrm>
              <a:off x="5495925" y="5529501"/>
              <a:ext cx="166688" cy="111443"/>
            </a:xfrm>
            <a:custGeom>
              <a:avLst/>
              <a:gdLst/>
              <a:ahLst/>
              <a:cxnLst/>
              <a:rect l="0" t="0" r="0" b="0"/>
              <a:pathLst>
                <a:path w="166688" h="111443">
                  <a:moveTo>
                    <a:pt x="0" y="0"/>
                  </a:moveTo>
                  <a:lnTo>
                    <a:pt x="166688" y="0"/>
                  </a:lnTo>
                  <a:lnTo>
                    <a:pt x="166688" y="111443"/>
                  </a:lnTo>
                </a:path>
              </a:pathLst>
            </a:custGeom>
            <a:noFill/>
            <a:ln w="23217">
              <a:solidFill>
                <a:srgbClr val="003496"/>
              </a:solidFill>
            </a:ln>
          </p:spPr>
        </p:sp>
        <p:sp>
          <p:nvSpPr>
            <p:cNvPr id="249" name="249 path"/>
            <p:cNvSpPr/>
            <p:nvPr/>
          </p:nvSpPr>
          <p:spPr>
            <a:xfrm>
              <a:off x="5495925" y="5529501"/>
              <a:ext cx="95" cy="111443"/>
            </a:xfrm>
            <a:custGeom>
              <a:avLst/>
              <a:gdLst/>
              <a:ahLst/>
              <a:cxnLst/>
              <a:rect l="0" t="0" r="0" b="0"/>
              <a:pathLst>
                <a:path w="95" h="111443">
                  <a:moveTo>
                    <a:pt x="0" y="0"/>
                  </a:moveTo>
                  <a:lnTo>
                    <a:pt x="0" y="111443"/>
                  </a:lnTo>
                </a:path>
              </a:pathLst>
            </a:custGeom>
            <a:noFill/>
            <a:ln w="23217">
              <a:solidFill>
                <a:srgbClr val="003496"/>
              </a:solidFill>
            </a:ln>
          </p:spPr>
        </p:sp>
        <p:sp>
          <p:nvSpPr>
            <p:cNvPr id="250" name="250 ellipse"/>
            <p:cNvSpPr/>
            <p:nvPr/>
          </p:nvSpPr>
          <p:spPr>
            <a:xfrm>
              <a:off x="5448300" y="5371624"/>
              <a:ext cx="95250" cy="74295"/>
            </a:xfrm>
            <a:prstGeom prst="ellipse">
              <a:avLst/>
            </a:prstGeom>
            <a:solidFill>
              <a:srgbClr val="77C8FF"/>
            </a:solidFill>
            <a:ln w="23217">
              <a:solidFill>
                <a:srgbClr val="003496"/>
              </a:solidFill>
            </a:ln>
          </p:spPr>
        </p:sp>
        <p:sp>
          <p:nvSpPr>
            <p:cNvPr id="251" name="251 ellipse"/>
            <p:cNvSpPr/>
            <p:nvPr/>
          </p:nvSpPr>
          <p:spPr>
            <a:xfrm>
              <a:off x="5281613" y="5622369"/>
              <a:ext cx="95250" cy="74295"/>
            </a:xfrm>
            <a:prstGeom prst="ellipse">
              <a:avLst/>
            </a:prstGeom>
            <a:solidFill>
              <a:srgbClr val="77C8FF"/>
            </a:solidFill>
            <a:ln w="23217">
              <a:solidFill>
                <a:srgbClr val="003496"/>
              </a:solidFill>
            </a:ln>
          </p:spPr>
        </p:sp>
        <p:sp>
          <p:nvSpPr>
            <p:cNvPr id="252" name="252 ellipse"/>
            <p:cNvSpPr/>
            <p:nvPr/>
          </p:nvSpPr>
          <p:spPr>
            <a:xfrm>
              <a:off x="5448300" y="5622369"/>
              <a:ext cx="95250" cy="74295"/>
            </a:xfrm>
            <a:prstGeom prst="ellipse">
              <a:avLst/>
            </a:prstGeom>
            <a:solidFill>
              <a:srgbClr val="77C8FF"/>
            </a:solidFill>
            <a:ln w="23217">
              <a:solidFill>
                <a:srgbClr val="003496"/>
              </a:solidFill>
            </a:ln>
          </p:spPr>
        </p:sp>
        <p:sp>
          <p:nvSpPr>
            <p:cNvPr id="253" name="253 ellipse"/>
            <p:cNvSpPr/>
            <p:nvPr/>
          </p:nvSpPr>
          <p:spPr>
            <a:xfrm>
              <a:off x="5614988" y="5622369"/>
              <a:ext cx="95250" cy="74295"/>
            </a:xfrm>
            <a:prstGeom prst="ellipse">
              <a:avLst/>
            </a:prstGeom>
            <a:solidFill>
              <a:srgbClr val="77C8FF"/>
            </a:solidFill>
            <a:ln w="23217">
              <a:solidFill>
                <a:srgbClr val="003496"/>
              </a:solidFill>
            </a:ln>
          </p:spPr>
        </p:sp>
      </p:grpSp>
      <p:sp>
        <p:nvSpPr>
          <p:cNvPr id="254" name="254 Orchestrator"/>
          <p:cNvSpPr/>
          <p:nvPr/>
        </p:nvSpPr>
        <p:spPr>
          <a:xfrm>
            <a:off x="8751889" y="8043072"/>
            <a:ext cx="1943100" cy="37795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Orchestrator</a:t>
            </a:r>
          </a:p>
        </p:txBody>
      </p:sp>
      <p:sp>
        <p:nvSpPr>
          <p:cNvPr id="255" name="255 path"/>
          <p:cNvSpPr/>
          <p:nvPr/>
        </p:nvSpPr>
        <p:spPr>
          <a:xfrm>
            <a:off x="10799764" y="8100222"/>
            <a:ext cx="95" cy="323850"/>
          </a:xfrm>
          <a:custGeom>
            <a:avLst/>
            <a:gdLst/>
            <a:ahLst/>
            <a:cxnLst/>
            <a:rect l="0" t="0" r="0" b="0"/>
            <a:pathLst>
              <a:path w="9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0478">
            <a:solidFill>
              <a:srgbClr val="3097F1"/>
            </a:solidFill>
          </a:ln>
        </p:spPr>
      </p:sp>
      <p:sp>
        <p:nvSpPr>
          <p:cNvPr id="256" name="256 path"/>
          <p:cNvSpPr/>
          <p:nvPr/>
        </p:nvSpPr>
        <p:spPr>
          <a:xfrm>
            <a:off x="12190414" y="8100222"/>
            <a:ext cx="95" cy="323850"/>
          </a:xfrm>
          <a:custGeom>
            <a:avLst/>
            <a:gdLst/>
            <a:ahLst/>
            <a:cxnLst/>
            <a:rect l="0" t="0" r="0" b="0"/>
            <a:pathLst>
              <a:path w="9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0478">
            <a:solidFill>
              <a:srgbClr val="3097F1"/>
            </a:solidFill>
          </a:ln>
        </p:spPr>
      </p:sp>
      <p:sp>
        <p:nvSpPr>
          <p:cNvPr id="257" name="257 path"/>
          <p:cNvSpPr/>
          <p:nvPr/>
        </p:nvSpPr>
        <p:spPr>
          <a:xfrm>
            <a:off x="14057314" y="8100222"/>
            <a:ext cx="95" cy="323850"/>
          </a:xfrm>
          <a:custGeom>
            <a:avLst/>
            <a:gdLst/>
            <a:ahLst/>
            <a:cxnLst/>
            <a:rect l="0" t="0" r="0" b="0"/>
            <a:pathLst>
              <a:path w="9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0478">
            <a:solidFill>
              <a:srgbClr val="3097F1"/>
            </a:solidFill>
          </a:ln>
        </p:spPr>
      </p:sp>
      <p:sp>
        <p:nvSpPr>
          <p:cNvPr id="258" name="258 Execute"/>
          <p:cNvSpPr/>
          <p:nvPr/>
        </p:nvSpPr>
        <p:spPr>
          <a:xfrm>
            <a:off x="10980739" y="8119272"/>
            <a:ext cx="104775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Execute</a:t>
            </a:r>
          </a:p>
        </p:txBody>
      </p:sp>
      <p:sp>
        <p:nvSpPr>
          <p:cNvPr id="259" name="259 Manage State"/>
          <p:cNvSpPr/>
          <p:nvPr/>
        </p:nvSpPr>
        <p:spPr>
          <a:xfrm>
            <a:off x="12361864" y="8119272"/>
            <a:ext cx="1533525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Manage State</a:t>
            </a:r>
          </a:p>
        </p:txBody>
      </p:sp>
      <p:sp>
        <p:nvSpPr>
          <p:cNvPr id="260" name="260 Coordinate Agents"/>
          <p:cNvSpPr/>
          <p:nvPr/>
        </p:nvSpPr>
        <p:spPr>
          <a:xfrm>
            <a:off x="14171614" y="8119272"/>
            <a:ext cx="207645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Coordinate Agents</a:t>
            </a:r>
          </a:p>
        </p:txBody>
      </p:sp>
      <p:sp>
        <p:nvSpPr>
          <p:cNvPr id="261" name="261 path"/>
          <p:cNvSpPr/>
          <p:nvPr/>
        </p:nvSpPr>
        <p:spPr>
          <a:xfrm>
            <a:off x="5484812" y="5566569"/>
            <a:ext cx="333375" cy="95"/>
          </a:xfrm>
          <a:custGeom>
            <a:avLst/>
            <a:gdLst/>
            <a:ahLst/>
            <a:cxnLst/>
            <a:rect l="0" t="0" r="0" b="0"/>
            <a:pathLst>
              <a:path w="333375" h="9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9050">
            <a:solidFill>
              <a:srgbClr val="1C4976"/>
            </a:solidFill>
          </a:ln>
        </p:spPr>
      </p:sp>
      <p:sp>
        <p:nvSpPr>
          <p:cNvPr id="262" name="262 arrow head"/>
          <p:cNvSpPr/>
          <p:nvPr/>
        </p:nvSpPr>
        <p:spPr>
          <a:xfrm>
            <a:off x="5675312" y="5497989"/>
            <a:ext cx="142875" cy="137160"/>
          </a:xfrm>
          <a:custGeom>
            <a:avLst/>
            <a:gdLst/>
            <a:ahLst/>
            <a:cxnLst/>
            <a:rect l="0" t="0" r="0" b="0"/>
            <a:pathLst>
              <a:path w="142875" h="137160">
                <a:moveTo>
                  <a:pt x="142875" y="68580"/>
                </a:moveTo>
                <a:lnTo>
                  <a:pt x="0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1C4976"/>
          </a:solidFill>
          <a:ln w="4763">
            <a:solidFill>
              <a:srgbClr val="1C4976"/>
            </a:solidFill>
          </a:ln>
        </p:spPr>
      </p:sp>
      <p:sp>
        <p:nvSpPr>
          <p:cNvPr id="263" name="263 path"/>
          <p:cNvSpPr/>
          <p:nvPr/>
        </p:nvSpPr>
        <p:spPr>
          <a:xfrm>
            <a:off x="6951662" y="8204994"/>
            <a:ext cx="695325" cy="95"/>
          </a:xfrm>
          <a:custGeom>
            <a:avLst/>
            <a:gdLst/>
            <a:ahLst/>
            <a:cxnLst/>
            <a:rect l="0" t="0" r="0" b="0"/>
            <a:pathLst>
              <a:path w="695325" h="95">
                <a:moveTo>
                  <a:pt x="0" y="0"/>
                </a:moveTo>
                <a:lnTo>
                  <a:pt x="695325" y="0"/>
                </a:lnTo>
              </a:path>
            </a:pathLst>
          </a:custGeom>
          <a:noFill/>
          <a:ln w="20955">
            <a:solidFill>
              <a:srgbClr val="0084EF"/>
            </a:solidFill>
          </a:ln>
        </p:spPr>
      </p:sp>
      <p:sp>
        <p:nvSpPr>
          <p:cNvPr id="264" name="264 arrow head"/>
          <p:cNvSpPr/>
          <p:nvPr/>
        </p:nvSpPr>
        <p:spPr>
          <a:xfrm>
            <a:off x="7504112" y="8136414"/>
            <a:ext cx="142875" cy="137160"/>
          </a:xfrm>
          <a:custGeom>
            <a:avLst/>
            <a:gdLst/>
            <a:ahLst/>
            <a:cxnLst/>
            <a:rect l="0" t="0" r="0" b="0"/>
            <a:pathLst>
              <a:path w="142875" h="137160">
                <a:moveTo>
                  <a:pt x="142875" y="68580"/>
                </a:moveTo>
                <a:lnTo>
                  <a:pt x="0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0084EF"/>
          </a:solidFill>
          <a:ln w="4763">
            <a:solidFill>
              <a:srgbClr val="0084EF"/>
            </a:solidFill>
          </a:ln>
        </p:spPr>
      </p:sp>
      <p:sp>
        <p:nvSpPr>
          <p:cNvPr id="265" name="265 path"/>
          <p:cNvSpPr/>
          <p:nvPr/>
        </p:nvSpPr>
        <p:spPr>
          <a:xfrm>
            <a:off x="9780587" y="7233444"/>
            <a:ext cx="95" cy="657225"/>
          </a:xfrm>
          <a:custGeom>
            <a:avLst/>
            <a:gdLst/>
            <a:ahLst/>
            <a:cxnLst/>
            <a:rect l="0" t="0" r="0" b="0"/>
            <a:pathLst>
              <a:path w="95" h="657225">
                <a:moveTo>
                  <a:pt x="0" y="657225"/>
                </a:moveTo>
                <a:lnTo>
                  <a:pt x="0" y="0"/>
                </a:lnTo>
              </a:path>
            </a:pathLst>
          </a:custGeom>
          <a:noFill/>
          <a:ln w="26670">
            <a:solidFill>
              <a:srgbClr val="0088F9"/>
            </a:solidFill>
          </a:ln>
        </p:spPr>
      </p:sp>
      <p:sp>
        <p:nvSpPr>
          <p:cNvPr id="266" name="266 arrow head"/>
          <p:cNvSpPr/>
          <p:nvPr/>
        </p:nvSpPr>
        <p:spPr>
          <a:xfrm>
            <a:off x="9712007" y="7233444"/>
            <a:ext cx="137160" cy="142875"/>
          </a:xfrm>
          <a:custGeom>
            <a:avLst/>
            <a:gdLst/>
            <a:ahLst/>
            <a:cxnLst/>
            <a:rect l="0" t="0" r="0" b="0"/>
            <a:pathLst>
              <a:path w="137160" h="142875">
                <a:moveTo>
                  <a:pt x="68580" y="0"/>
                </a:moveTo>
                <a:lnTo>
                  <a:pt x="0" y="142875"/>
                </a:lnTo>
                <a:lnTo>
                  <a:pt x="137160" y="142875"/>
                </a:lnTo>
                <a:close/>
              </a:path>
            </a:pathLst>
          </a:custGeom>
          <a:solidFill>
            <a:srgbClr val="0088F9"/>
          </a:solidFill>
          <a:ln w="4763">
            <a:solidFill>
              <a:srgbClr val="0088F9"/>
            </a:solidFill>
          </a:ln>
        </p:spPr>
      </p:sp>
      <p:sp>
        <p:nvSpPr>
          <p:cNvPr id="267" name="267 execution"/>
          <p:cNvSpPr/>
          <p:nvPr/>
        </p:nvSpPr>
        <p:spPr>
          <a:xfrm>
            <a:off x="8780462" y="7366794"/>
            <a:ext cx="9048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execution</a:t>
            </a:r>
          </a:p>
        </p:txBody>
      </p:sp>
      <p:sp>
        <p:nvSpPr>
          <p:cNvPr id="268" name="268 results"/>
          <p:cNvSpPr/>
          <p:nvPr/>
        </p:nvSpPr>
        <p:spPr>
          <a:xfrm>
            <a:off x="8780462" y="7565867"/>
            <a:ext cx="9048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results</a:t>
            </a:r>
          </a:p>
        </p:txBody>
      </p:sp>
      <p:sp>
        <p:nvSpPr>
          <p:cNvPr id="269" name="269 path"/>
          <p:cNvSpPr/>
          <p:nvPr/>
        </p:nvSpPr>
        <p:spPr>
          <a:xfrm>
            <a:off x="10437812" y="7233444"/>
            <a:ext cx="95" cy="638175"/>
          </a:xfrm>
          <a:custGeom>
            <a:avLst/>
            <a:gdLst/>
            <a:ahLst/>
            <a:cxnLst/>
            <a:rect l="0" t="0" r="0" b="0"/>
            <a:pathLst>
              <a:path w="95" h="638175">
                <a:moveTo>
                  <a:pt x="0" y="0"/>
                </a:moveTo>
                <a:lnTo>
                  <a:pt x="0" y="638175"/>
                </a:lnTo>
              </a:path>
            </a:pathLst>
          </a:custGeom>
          <a:noFill/>
          <a:ln w="26670">
            <a:solidFill>
              <a:srgbClr val="0088F9"/>
            </a:solidFill>
          </a:ln>
        </p:spPr>
      </p:sp>
      <p:sp>
        <p:nvSpPr>
          <p:cNvPr id="270" name="270 arrow head"/>
          <p:cNvSpPr/>
          <p:nvPr/>
        </p:nvSpPr>
        <p:spPr>
          <a:xfrm>
            <a:off x="10369232" y="7728744"/>
            <a:ext cx="137160" cy="142875"/>
          </a:xfrm>
          <a:custGeom>
            <a:avLst/>
            <a:gdLst/>
            <a:ahLst/>
            <a:cxnLst/>
            <a:rect l="0" t="0" r="0" b="0"/>
            <a:pathLst>
              <a:path w="137160" h="142875">
                <a:moveTo>
                  <a:pt x="68580" y="142875"/>
                </a:moveTo>
                <a:lnTo>
                  <a:pt x="137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88F9"/>
          </a:solidFill>
          <a:ln w="4763">
            <a:solidFill>
              <a:srgbClr val="0088F9"/>
            </a:solidFill>
          </a:ln>
        </p:spPr>
      </p:sp>
      <p:sp>
        <p:nvSpPr>
          <p:cNvPr id="271" name="271 diagnosis"/>
          <p:cNvSpPr/>
          <p:nvPr/>
        </p:nvSpPr>
        <p:spPr>
          <a:xfrm>
            <a:off x="10656887" y="7366794"/>
            <a:ext cx="114300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diagnosis</a:t>
            </a:r>
          </a:p>
        </p:txBody>
      </p:sp>
      <p:sp>
        <p:nvSpPr>
          <p:cNvPr id="272" name="272 feedback"/>
          <p:cNvSpPr/>
          <p:nvPr/>
        </p:nvSpPr>
        <p:spPr>
          <a:xfrm>
            <a:off x="10656887" y="7565867"/>
            <a:ext cx="114300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feedback</a:t>
            </a:r>
          </a:p>
        </p:txBody>
      </p:sp>
      <p:sp>
        <p:nvSpPr>
          <p:cNvPr id="273" name="273 path"/>
          <p:cNvSpPr/>
          <p:nvPr/>
        </p:nvSpPr>
        <p:spPr>
          <a:xfrm>
            <a:off x="12218987" y="4194969"/>
            <a:ext cx="333375" cy="95"/>
          </a:xfrm>
          <a:custGeom>
            <a:avLst/>
            <a:gdLst/>
            <a:ahLst/>
            <a:cxnLst/>
            <a:rect l="0" t="0" r="0" b="0"/>
            <a:pathLst>
              <a:path w="333375" h="9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2860">
            <a:solidFill>
              <a:srgbClr val="FF8B00"/>
            </a:solidFill>
          </a:ln>
        </p:spPr>
      </p:sp>
      <p:sp>
        <p:nvSpPr>
          <p:cNvPr id="274" name="274 arrow head"/>
          <p:cNvSpPr/>
          <p:nvPr/>
        </p:nvSpPr>
        <p:spPr>
          <a:xfrm>
            <a:off x="12419012" y="4130961"/>
            <a:ext cx="133350" cy="128016"/>
          </a:xfrm>
          <a:custGeom>
            <a:avLst/>
            <a:gdLst/>
            <a:ahLst/>
            <a:cxnLst/>
            <a:rect l="0" t="0" r="0" b="0"/>
            <a:pathLst>
              <a:path w="133350" h="128016">
                <a:moveTo>
                  <a:pt x="133350" y="64008"/>
                </a:move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8B00"/>
          </a:solidFill>
          <a:ln w="4763">
            <a:solidFill>
              <a:srgbClr val="FF8B00"/>
            </a:solidFill>
          </a:ln>
        </p:spPr>
      </p:sp>
      <p:sp>
        <p:nvSpPr>
          <p:cNvPr id="275" name="275 path"/>
          <p:cNvSpPr/>
          <p:nvPr/>
        </p:nvSpPr>
        <p:spPr>
          <a:xfrm>
            <a:off x="14533562" y="5280819"/>
            <a:ext cx="95" cy="257175"/>
          </a:xfrm>
          <a:custGeom>
            <a:avLst/>
            <a:gdLst/>
            <a:ahLst/>
            <a:cxnLst/>
            <a:rect l="0" t="0" r="0" b="0"/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23813">
            <a:solidFill>
              <a:srgbClr val="FF8B00"/>
            </a:solidFill>
          </a:ln>
        </p:spPr>
      </p:sp>
      <p:sp>
        <p:nvSpPr>
          <p:cNvPr id="276" name="276 arrow head"/>
          <p:cNvSpPr/>
          <p:nvPr/>
        </p:nvSpPr>
        <p:spPr>
          <a:xfrm>
            <a:off x="14469554" y="5404644"/>
            <a:ext cx="128016" cy="133350"/>
          </a:xfrm>
          <a:custGeom>
            <a:avLst/>
            <a:gdLst/>
            <a:ahLst/>
            <a:cxnLst/>
            <a:rect l="0" t="0" r="0" b="0"/>
            <a:pathLst>
              <a:path w="128016" h="133350">
                <a:moveTo>
                  <a:pt x="64008" y="133350"/>
                </a:moveTo>
                <a:lnTo>
                  <a:pt x="12801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B00"/>
          </a:solidFill>
          <a:ln w="4763">
            <a:solidFill>
              <a:srgbClr val="FF8B00"/>
            </a:solidFill>
          </a:ln>
        </p:spPr>
      </p:sp>
      <p:sp>
        <p:nvSpPr>
          <p:cNvPr id="277" name="277 path"/>
          <p:cNvSpPr/>
          <p:nvPr/>
        </p:nvSpPr>
        <p:spPr>
          <a:xfrm>
            <a:off x="13352462" y="7319169"/>
            <a:ext cx="95" cy="561975"/>
          </a:xfrm>
          <a:custGeom>
            <a:avLst/>
            <a:gdLst/>
            <a:ahLst/>
            <a:cxnLst/>
            <a:rect l="0" t="0" r="0" b="0"/>
            <a:pathLst>
              <a:path w="95" h="561975">
                <a:moveTo>
                  <a:pt x="0" y="561975"/>
                </a:moveTo>
                <a:lnTo>
                  <a:pt x="0" y="0"/>
                </a:lnTo>
              </a:path>
            </a:pathLst>
          </a:custGeom>
          <a:noFill/>
          <a:ln w="25718">
            <a:solidFill>
              <a:srgbClr val="0CAF69"/>
            </a:solidFill>
          </a:ln>
        </p:spPr>
      </p:sp>
      <p:sp>
        <p:nvSpPr>
          <p:cNvPr id="278" name="278 arrow head"/>
          <p:cNvSpPr/>
          <p:nvPr/>
        </p:nvSpPr>
        <p:spPr>
          <a:xfrm>
            <a:off x="13288454" y="7319169"/>
            <a:ext cx="128016" cy="133350"/>
          </a:xfrm>
          <a:custGeom>
            <a:avLst/>
            <a:gdLst/>
            <a:ahLst/>
            <a:cxnLst/>
            <a:rect l="0" t="0" r="0" b="0"/>
            <a:pathLst>
              <a:path w="128016" h="133350">
                <a:moveTo>
                  <a:pt x="64008" y="0"/>
                </a:moveTo>
                <a:lnTo>
                  <a:pt x="0" y="133350"/>
                </a:lnTo>
                <a:lnTo>
                  <a:pt x="128016" y="133350"/>
                </a:lnTo>
                <a:close/>
              </a:path>
            </a:pathLst>
          </a:custGeom>
          <a:solidFill>
            <a:srgbClr val="0CAF69"/>
          </a:solidFill>
          <a:ln w="4763">
            <a:solidFill>
              <a:srgbClr val="0CAF69"/>
            </a:solidFill>
          </a:ln>
        </p:spPr>
      </p:sp>
      <p:sp>
        <p:nvSpPr>
          <p:cNvPr id="279" name="279 revised"/>
          <p:cNvSpPr/>
          <p:nvPr/>
        </p:nvSpPr>
        <p:spPr>
          <a:xfrm>
            <a:off x="13542962" y="7366794"/>
            <a:ext cx="11334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revised</a:t>
            </a:r>
          </a:p>
        </p:txBody>
      </p:sp>
      <p:sp>
        <p:nvSpPr>
          <p:cNvPr id="280" name="280 program"/>
          <p:cNvSpPr/>
          <p:nvPr/>
        </p:nvSpPr>
        <p:spPr>
          <a:xfrm>
            <a:off x="13542962" y="7565867"/>
            <a:ext cx="11334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program</a:t>
            </a:r>
          </a:p>
        </p:txBody>
      </p:sp>
      <p:sp>
        <p:nvSpPr>
          <p:cNvPr id="281" name="281 path"/>
          <p:cNvSpPr/>
          <p:nvPr/>
        </p:nvSpPr>
        <p:spPr>
          <a:xfrm>
            <a:off x="14790737" y="7319169"/>
            <a:ext cx="95" cy="552450"/>
          </a:xfrm>
          <a:custGeom>
            <a:avLst/>
            <a:gdLst/>
            <a:ahLst/>
            <a:cxnLst/>
            <a:rect l="0" t="0" r="0" b="0"/>
            <a:pathLst>
              <a:path w="9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/>
          <a:ln w="25718">
            <a:solidFill>
              <a:srgbClr val="0CAF69"/>
            </a:solidFill>
          </a:ln>
        </p:spPr>
      </p:sp>
      <p:sp>
        <p:nvSpPr>
          <p:cNvPr id="282" name="282 arrow head"/>
          <p:cNvSpPr/>
          <p:nvPr/>
        </p:nvSpPr>
        <p:spPr>
          <a:xfrm>
            <a:off x="14726729" y="7738269"/>
            <a:ext cx="128016" cy="133350"/>
          </a:xfrm>
          <a:custGeom>
            <a:avLst/>
            <a:gdLst/>
            <a:ahLst/>
            <a:cxnLst/>
            <a:rect l="0" t="0" r="0" b="0"/>
            <a:pathLst>
              <a:path w="128016" h="133350">
                <a:moveTo>
                  <a:pt x="64008" y="133350"/>
                </a:moveTo>
                <a:lnTo>
                  <a:pt x="128016" y="0"/>
                </a:lnTo>
                <a:lnTo>
                  <a:pt x="0" y="0"/>
                </a:lnTo>
                <a:close/>
              </a:path>
            </a:pathLst>
          </a:custGeom>
          <a:solidFill>
            <a:srgbClr val="0CAF69"/>
          </a:solidFill>
          <a:ln w="4763">
            <a:solidFill>
              <a:srgbClr val="0CAF69"/>
            </a:solidFill>
          </a:ln>
        </p:spPr>
      </p:sp>
      <p:sp>
        <p:nvSpPr>
          <p:cNvPr id="283" name="283 execute"/>
          <p:cNvSpPr/>
          <p:nvPr/>
        </p:nvSpPr>
        <p:spPr>
          <a:xfrm>
            <a:off x="14990762" y="7366794"/>
            <a:ext cx="123825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execute</a:t>
            </a:r>
          </a:p>
        </p:txBody>
      </p:sp>
      <p:sp>
        <p:nvSpPr>
          <p:cNvPr id="284" name="284 &amp; validate"/>
          <p:cNvSpPr/>
          <p:nvPr/>
        </p:nvSpPr>
        <p:spPr>
          <a:xfrm>
            <a:off x="14990762" y="7565867"/>
            <a:ext cx="123825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 validate</a:t>
            </a:r>
          </a:p>
        </p:txBody>
      </p:sp>
      <p:sp>
        <p:nvSpPr>
          <p:cNvPr id="285" name="285 Context link diamond"/>
          <p:cNvSpPr/>
          <p:nvPr/>
        </p:nvSpPr>
        <p:spPr>
          <a:xfrm>
            <a:off x="10733087" y="8843169"/>
            <a:ext cx="133350" cy="171450"/>
          </a:xfrm>
          <a:custGeom>
            <a:avLst/>
            <a:gdLst/>
            <a:ahLst/>
            <a:cxnLst/>
            <a:rect l="0" t="0" r="0" b="0"/>
            <a:pathLst>
              <a:path w="133350" h="171450">
                <a:moveTo>
                  <a:pt x="66675" y="0"/>
                </a:moveTo>
                <a:lnTo>
                  <a:pt x="133350" y="85725"/>
                </a:lnTo>
                <a:lnTo>
                  <a:pt x="66675" y="171450"/>
                </a:lnTo>
                <a:lnTo>
                  <a:pt x="0" y="85725"/>
                </a:lnTo>
                <a:close/>
              </a:path>
            </a:pathLst>
          </a:custGeom>
          <a:solidFill>
            <a:srgbClr val="8460D9"/>
          </a:solidFill>
          <a:ln w="4763">
            <a:solidFill>
              <a:srgbClr val="8460D9"/>
            </a:solidFill>
          </a:ln>
        </p:spPr>
      </p:sp>
      <p:sp>
        <p:nvSpPr>
          <p:cNvPr id="286" name="286 rect"/>
          <p:cNvSpPr/>
          <p:nvPr/>
        </p:nvSpPr>
        <p:spPr>
          <a:xfrm>
            <a:off x="16800515" y="3185320"/>
            <a:ext cx="1800225" cy="5467350"/>
          </a:xfrm>
          <a:prstGeom prst="roundRect">
            <a:avLst>
              <a:gd name="adj" fmla="val 7407"/>
            </a:avLst>
          </a:prstGeom>
          <a:gradFill>
            <a:gsLst>
              <a:gs pos="0">
                <a:srgbClr val="ECFAF3"/>
              </a:gs>
              <a:gs pos="100000">
                <a:srgbClr val="F7FDF9"/>
              </a:gs>
            </a:gsLst>
            <a:lin ang="5400000"/>
          </a:gradFill>
          <a:ln w="13335">
            <a:solidFill>
              <a:srgbClr val="16866C"/>
            </a:solidFill>
          </a:ln>
        </p:spPr>
      </p:sp>
      <p:sp>
        <p:nvSpPr>
          <p:cNvPr id="287" name="287 rect"/>
          <p:cNvSpPr/>
          <p:nvPr/>
        </p:nvSpPr>
        <p:spPr>
          <a:xfrm>
            <a:off x="16810040" y="3194845"/>
            <a:ext cx="1781175" cy="638175"/>
          </a:xfrm>
          <a:prstGeom prst="roundRect">
            <a:avLst>
              <a:gd name="adj" fmla="val 17910"/>
            </a:avLst>
          </a:prstGeom>
          <a:gradFill>
            <a:gsLst>
              <a:gs pos="0">
                <a:srgbClr val="DEF6EC"/>
              </a:gs>
              <a:gs pos="100000">
                <a:srgbClr val="E8F9F1"/>
              </a:gs>
            </a:gsLst>
            <a:lin ang="5400000"/>
          </a:gradFill>
          <a:ln w="0">
            <a:noFill/>
          </a:ln>
        </p:spPr>
      </p:sp>
      <p:sp>
        <p:nvSpPr>
          <p:cNvPr id="288" name="288 Verified Output"/>
          <p:cNvSpPr/>
          <p:nvPr/>
        </p:nvSpPr>
        <p:spPr>
          <a:xfrm>
            <a:off x="16914815" y="3366295"/>
            <a:ext cx="1600200" cy="2811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85" b="1">
                <a:solidFill>
                  <a:srgbClr val="082A3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85" b="1">
                <a:solidFill>
                  <a:srgbClr val="082A3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Verified Output</a:t>
            </a:r>
          </a:p>
        </p:txBody>
      </p:sp>
      <p:grpSp>
        <p:nvGrpSpPr>
          <p:cNvPr id="491" name="icon-check-288"/>
          <p:cNvGrpSpPr/>
          <p:nvPr/>
        </p:nvGrpSpPr>
        <p:grpSpPr>
          <a:xfrm>
            <a:off x="17002683" y="4054238"/>
            <a:ext cx="443389" cy="443389"/>
            <a:chOff x="14165818" y="1335643"/>
            <a:chExt cx="443389" cy="443389"/>
          </a:xfrm>
        </p:grpSpPr>
        <p:sp>
          <p:nvSpPr>
            <p:cNvPr id="289" name="289 ellipse"/>
            <p:cNvSpPr/>
            <p:nvPr/>
          </p:nvSpPr>
          <p:spPr>
            <a:xfrm>
              <a:off x="14165818" y="1335643"/>
              <a:ext cx="443389" cy="443389"/>
            </a:xfrm>
            <a:prstGeom prst="ellipse">
              <a:avLst/>
            </a:prstGeom>
            <a:gradFill>
              <a:gsLst>
                <a:gs pos="0">
                  <a:srgbClr val="27B35B"/>
                </a:gs>
                <a:gs pos="100000">
                  <a:srgbClr val="0C974A"/>
                </a:gs>
              </a:gsLst>
              <a:lin ang="5400000"/>
            </a:gradFill>
            <a:ln w="7001">
              <a:solidFill>
                <a:srgbClr val="198D48"/>
              </a:solidFill>
            </a:ln>
          </p:spPr>
        </p:sp>
        <p:sp>
          <p:nvSpPr>
            <p:cNvPr id="290" name="290 path"/>
            <p:cNvSpPr/>
            <p:nvPr/>
          </p:nvSpPr>
          <p:spPr>
            <a:xfrm>
              <a:off x="14270831" y="1463993"/>
              <a:ext cx="221694" cy="175022"/>
            </a:xfrm>
            <a:custGeom>
              <a:avLst/>
              <a:gdLst/>
              <a:ahLst/>
              <a:cxnLst/>
              <a:rect l="0" t="0" r="0" b="0"/>
              <a:pathLst>
                <a:path w="221694" h="175022">
                  <a:moveTo>
                    <a:pt x="0" y="93345"/>
                  </a:moveTo>
                  <a:lnTo>
                    <a:pt x="81677" y="175022"/>
                  </a:lnTo>
                  <a:lnTo>
                    <a:pt x="221694" y="0"/>
                  </a:lnTo>
                </a:path>
              </a:pathLst>
            </a:custGeom>
            <a:noFill/>
            <a:ln w="46673">
              <a:solidFill>
                <a:srgbClr val="FFFFFF"/>
              </a:solidFill>
            </a:ln>
          </p:spPr>
        </p:sp>
      </p:grpSp>
      <p:sp>
        <p:nvSpPr>
          <p:cNvPr id="291" name="291 Migrated"/>
          <p:cNvSpPr/>
          <p:nvPr/>
        </p:nvSpPr>
        <p:spPr>
          <a:xfrm>
            <a:off x="17562515" y="4033045"/>
            <a:ext cx="95250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Migrated</a:t>
            </a:r>
          </a:p>
        </p:txBody>
      </p:sp>
      <p:sp>
        <p:nvSpPr>
          <p:cNvPr id="292" name="292 Program"/>
          <p:cNvSpPr/>
          <p:nvPr/>
        </p:nvSpPr>
        <p:spPr>
          <a:xfrm>
            <a:off x="17562515" y="4263550"/>
            <a:ext cx="95250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Program</a:t>
            </a:r>
          </a:p>
        </p:txBody>
      </p:sp>
      <p:sp>
        <p:nvSpPr>
          <p:cNvPr id="293" name="293 rect"/>
          <p:cNvSpPr/>
          <p:nvPr/>
        </p:nvSpPr>
        <p:spPr>
          <a:xfrm>
            <a:off x="16914815" y="4766470"/>
            <a:ext cx="1571625" cy="790575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D8EDE9"/>
            </a:solidFill>
          </a:ln>
        </p:spPr>
      </p:sp>
      <p:grpSp>
        <p:nvGrpSpPr>
          <p:cNvPr id="492" name="icon-java-293"/>
          <p:cNvGrpSpPr/>
          <p:nvPr/>
        </p:nvGrpSpPr>
        <p:grpSpPr>
          <a:xfrm>
            <a:off x="17238665" y="4891496"/>
            <a:ext cx="419100" cy="530998"/>
            <a:chOff x="14401800" y="2172901"/>
            <a:chExt cx="419100" cy="530998"/>
          </a:xfrm>
        </p:grpSpPr>
        <p:sp>
          <p:nvSpPr>
            <p:cNvPr id="294" name="294 java vector path"/>
            <p:cNvSpPr/>
            <p:nvPr/>
          </p:nvSpPr>
          <p:spPr>
            <a:xfrm>
              <a:off x="14401800" y="2172901"/>
              <a:ext cx="419100" cy="530998"/>
            </a:xfrm>
            <a:custGeom>
              <a:avLst/>
              <a:gdLst/>
              <a:ahLst/>
              <a:cxnLst/>
              <a:rect l="0" t="0" r="0" b="0"/>
              <a:pathLst>
                <a:path w="419100" h="530998">
                  <a:moveTo>
                    <a:pt x="330784" y="91278"/>
                  </a:moveTo>
                  <a:lnTo>
                    <a:pt x="324938" y="95283"/>
                  </a:lnTo>
                  <a:lnTo>
                    <a:pt x="319146" y="99244"/>
                  </a:lnTo>
                  <a:lnTo>
                    <a:pt x="313375" y="103208"/>
                  </a:lnTo>
                  <a:lnTo>
                    <a:pt x="307592" y="107220"/>
                  </a:lnTo>
                  <a:lnTo>
                    <a:pt x="301762" y="111325"/>
                  </a:lnTo>
                  <a:lnTo>
                    <a:pt x="295851" y="115570"/>
                  </a:lnTo>
                  <a:lnTo>
                    <a:pt x="289827" y="120002"/>
                  </a:lnTo>
                  <a:lnTo>
                    <a:pt x="283655" y="124664"/>
                  </a:lnTo>
                  <a:lnTo>
                    <a:pt x="278476" y="128563"/>
                  </a:lnTo>
                  <a:lnTo>
                    <a:pt x="272743" y="132903"/>
                  </a:lnTo>
                  <a:lnTo>
                    <a:pt x="266825" y="137660"/>
                  </a:lnTo>
                  <a:lnTo>
                    <a:pt x="261091" y="142810"/>
                  </a:lnTo>
                  <a:lnTo>
                    <a:pt x="255907" y="148327"/>
                  </a:lnTo>
                  <a:lnTo>
                    <a:pt x="251643" y="154188"/>
                  </a:lnTo>
                  <a:lnTo>
                    <a:pt x="248665" y="160369"/>
                  </a:lnTo>
                  <a:lnTo>
                    <a:pt x="247343" y="166846"/>
                  </a:lnTo>
                  <a:lnTo>
                    <a:pt x="247747" y="173934"/>
                  </a:lnTo>
                  <a:lnTo>
                    <a:pt x="249678" y="180979"/>
                  </a:lnTo>
                  <a:lnTo>
                    <a:pt x="252741" y="188022"/>
                  </a:lnTo>
                  <a:lnTo>
                    <a:pt x="256541" y="195104"/>
                  </a:lnTo>
                  <a:lnTo>
                    <a:pt x="260681" y="202267"/>
                  </a:lnTo>
                  <a:lnTo>
                    <a:pt x="264768" y="209552"/>
                  </a:lnTo>
                  <a:lnTo>
                    <a:pt x="268404" y="217000"/>
                  </a:lnTo>
                  <a:lnTo>
                    <a:pt x="271195" y="224652"/>
                  </a:lnTo>
                  <a:lnTo>
                    <a:pt x="272745" y="232549"/>
                  </a:lnTo>
                  <a:lnTo>
                    <a:pt x="272659" y="240732"/>
                  </a:lnTo>
                  <a:lnTo>
                    <a:pt x="270541" y="249243"/>
                  </a:lnTo>
                  <a:lnTo>
                    <a:pt x="265996" y="258123"/>
                  </a:lnTo>
                  <a:lnTo>
                    <a:pt x="262412" y="262931"/>
                  </a:lnTo>
                  <a:lnTo>
                    <a:pt x="258298" y="267131"/>
                  </a:lnTo>
                  <a:lnTo>
                    <a:pt x="253678" y="270849"/>
                  </a:lnTo>
                  <a:lnTo>
                    <a:pt x="248575" y="274212"/>
                  </a:lnTo>
                  <a:lnTo>
                    <a:pt x="243014" y="277344"/>
                  </a:lnTo>
                  <a:lnTo>
                    <a:pt x="237018" y="280372"/>
                  </a:lnTo>
                  <a:lnTo>
                    <a:pt x="230610" y="283421"/>
                  </a:lnTo>
                  <a:lnTo>
                    <a:pt x="223814" y="286616"/>
                  </a:lnTo>
                  <a:lnTo>
                    <a:pt x="223454" y="285145"/>
                  </a:lnTo>
                  <a:lnTo>
                    <a:pt x="223777" y="283672"/>
                  </a:lnTo>
                  <a:lnTo>
                    <a:pt x="224632" y="282197"/>
                  </a:lnTo>
                  <a:lnTo>
                    <a:pt x="225869" y="280721"/>
                  </a:lnTo>
                  <a:lnTo>
                    <a:pt x="227338" y="279245"/>
                  </a:lnTo>
                  <a:lnTo>
                    <a:pt x="228888" y="277770"/>
                  </a:lnTo>
                  <a:lnTo>
                    <a:pt x="230370" y="276296"/>
                  </a:lnTo>
                  <a:lnTo>
                    <a:pt x="231634" y="274825"/>
                  </a:lnTo>
                  <a:lnTo>
                    <a:pt x="236147" y="267227"/>
                  </a:lnTo>
                  <a:lnTo>
                    <a:pt x="238797" y="260199"/>
                  </a:lnTo>
                  <a:lnTo>
                    <a:pt x="239814" y="253642"/>
                  </a:lnTo>
                  <a:lnTo>
                    <a:pt x="239427" y="247459"/>
                  </a:lnTo>
                  <a:lnTo>
                    <a:pt x="237867" y="241552"/>
                  </a:lnTo>
                  <a:lnTo>
                    <a:pt x="235363" y="235824"/>
                  </a:lnTo>
                  <a:lnTo>
                    <a:pt x="232146" y="230177"/>
                  </a:lnTo>
                  <a:lnTo>
                    <a:pt x="228446" y="224512"/>
                  </a:lnTo>
                  <a:lnTo>
                    <a:pt x="224494" y="218733"/>
                  </a:lnTo>
                  <a:lnTo>
                    <a:pt x="220518" y="212741"/>
                  </a:lnTo>
                  <a:lnTo>
                    <a:pt x="216749" y="206438"/>
                  </a:lnTo>
                  <a:lnTo>
                    <a:pt x="213417" y="199727"/>
                  </a:lnTo>
                  <a:lnTo>
                    <a:pt x="210752" y="192511"/>
                  </a:lnTo>
                  <a:lnTo>
                    <a:pt x="208985" y="184690"/>
                  </a:lnTo>
                  <a:lnTo>
                    <a:pt x="208345" y="176167"/>
                  </a:lnTo>
                  <a:lnTo>
                    <a:pt x="209062" y="166846"/>
                  </a:lnTo>
                  <a:lnTo>
                    <a:pt x="211123" y="157502"/>
                  </a:lnTo>
                  <a:lnTo>
                    <a:pt x="214298" y="148949"/>
                  </a:lnTo>
                  <a:lnTo>
                    <a:pt x="218509" y="141149"/>
                  </a:lnTo>
                  <a:lnTo>
                    <a:pt x="223673" y="134064"/>
                  </a:lnTo>
                  <a:lnTo>
                    <a:pt x="229711" y="127657"/>
                  </a:lnTo>
                  <a:lnTo>
                    <a:pt x="236543" y="121891"/>
                  </a:lnTo>
                  <a:lnTo>
                    <a:pt x="244087" y="116729"/>
                  </a:lnTo>
                  <a:lnTo>
                    <a:pt x="252263" y="112133"/>
                  </a:lnTo>
                  <a:lnTo>
                    <a:pt x="260992" y="108066"/>
                  </a:lnTo>
                  <a:lnTo>
                    <a:pt x="270191" y="104491"/>
                  </a:lnTo>
                  <a:lnTo>
                    <a:pt x="279782" y="101370"/>
                  </a:lnTo>
                  <a:lnTo>
                    <a:pt x="289683" y="98667"/>
                  </a:lnTo>
                  <a:lnTo>
                    <a:pt x="299814" y="96343"/>
                  </a:lnTo>
                  <a:lnTo>
                    <a:pt x="310095" y="94362"/>
                  </a:lnTo>
                  <a:lnTo>
                    <a:pt x="320445" y="92686"/>
                  </a:lnTo>
                  <a:lnTo>
                    <a:pt x="330784" y="91278"/>
                  </a:lnTo>
                  <a:close/>
                </a:path>
              </a:pathLst>
            </a:custGeom>
            <a:solidFill>
              <a:srgbClr val="FF1515"/>
            </a:solidFill>
            <a:ln w="0">
              <a:noFill/>
            </a:ln>
          </p:spPr>
        </p:sp>
        <p:sp>
          <p:nvSpPr>
            <p:cNvPr id="295" name="295 java vector path"/>
            <p:cNvSpPr/>
            <p:nvPr/>
          </p:nvSpPr>
          <p:spPr>
            <a:xfrm>
              <a:off x="14401800" y="2172901"/>
              <a:ext cx="419100" cy="530998"/>
            </a:xfrm>
            <a:custGeom>
              <a:avLst/>
              <a:gdLst/>
              <a:ahLst/>
              <a:cxnLst/>
              <a:rect l="0" t="0" r="0" b="0"/>
              <a:pathLst>
                <a:path w="419100" h="530998">
                  <a:moveTo>
                    <a:pt x="243424" y="0"/>
                  </a:moveTo>
                  <a:lnTo>
                    <a:pt x="246634" y="3665"/>
                  </a:lnTo>
                  <a:lnTo>
                    <a:pt x="249601" y="7975"/>
                  </a:lnTo>
                  <a:lnTo>
                    <a:pt x="252270" y="12839"/>
                  </a:lnTo>
                  <a:lnTo>
                    <a:pt x="254581" y="18163"/>
                  </a:lnTo>
                  <a:lnTo>
                    <a:pt x="256479" y="23855"/>
                  </a:lnTo>
                  <a:lnTo>
                    <a:pt x="257906" y="29823"/>
                  </a:lnTo>
                  <a:lnTo>
                    <a:pt x="258804" y="35975"/>
                  </a:lnTo>
                  <a:lnTo>
                    <a:pt x="259116" y="42217"/>
                  </a:lnTo>
                  <a:lnTo>
                    <a:pt x="258408" y="52328"/>
                  </a:lnTo>
                  <a:lnTo>
                    <a:pt x="256382" y="61886"/>
                  </a:lnTo>
                  <a:lnTo>
                    <a:pt x="253188" y="70939"/>
                  </a:lnTo>
                  <a:lnTo>
                    <a:pt x="248973" y="79537"/>
                  </a:lnTo>
                  <a:lnTo>
                    <a:pt x="243885" y="87728"/>
                  </a:lnTo>
                  <a:lnTo>
                    <a:pt x="238074" y="95561"/>
                  </a:lnTo>
                  <a:lnTo>
                    <a:pt x="231687" y="103086"/>
                  </a:lnTo>
                  <a:lnTo>
                    <a:pt x="224873" y="110350"/>
                  </a:lnTo>
                  <a:lnTo>
                    <a:pt x="217781" y="117404"/>
                  </a:lnTo>
                  <a:lnTo>
                    <a:pt x="210558" y="124295"/>
                  </a:lnTo>
                  <a:lnTo>
                    <a:pt x="203353" y="131074"/>
                  </a:lnTo>
                  <a:lnTo>
                    <a:pt x="196314" y="137788"/>
                  </a:lnTo>
                  <a:lnTo>
                    <a:pt x="189590" y="144486"/>
                  </a:lnTo>
                  <a:lnTo>
                    <a:pt x="183329" y="151219"/>
                  </a:lnTo>
                  <a:lnTo>
                    <a:pt x="177679" y="158034"/>
                  </a:lnTo>
                  <a:lnTo>
                    <a:pt x="175388" y="161156"/>
                  </a:lnTo>
                  <a:lnTo>
                    <a:pt x="173034" y="164611"/>
                  </a:lnTo>
                  <a:lnTo>
                    <a:pt x="170729" y="168364"/>
                  </a:lnTo>
                  <a:lnTo>
                    <a:pt x="168588" y="172382"/>
                  </a:lnTo>
                  <a:lnTo>
                    <a:pt x="166724" y="176631"/>
                  </a:lnTo>
                  <a:lnTo>
                    <a:pt x="165252" y="181077"/>
                  </a:lnTo>
                  <a:lnTo>
                    <a:pt x="164285" y="185687"/>
                  </a:lnTo>
                  <a:lnTo>
                    <a:pt x="163938" y="190427"/>
                  </a:lnTo>
                  <a:lnTo>
                    <a:pt x="164773" y="199037"/>
                  </a:lnTo>
                  <a:lnTo>
                    <a:pt x="167085" y="207756"/>
                  </a:lnTo>
                  <a:lnTo>
                    <a:pt x="170586" y="216512"/>
                  </a:lnTo>
                  <a:lnTo>
                    <a:pt x="174988" y="225235"/>
                  </a:lnTo>
                  <a:lnTo>
                    <a:pt x="180002" y="233852"/>
                  </a:lnTo>
                  <a:lnTo>
                    <a:pt x="185339" y="242294"/>
                  </a:lnTo>
                  <a:lnTo>
                    <a:pt x="190711" y="250488"/>
                  </a:lnTo>
                  <a:lnTo>
                    <a:pt x="195829" y="258363"/>
                  </a:lnTo>
                  <a:lnTo>
                    <a:pt x="200405" y="265850"/>
                  </a:lnTo>
                  <a:lnTo>
                    <a:pt x="204151" y="272875"/>
                  </a:lnTo>
                  <a:lnTo>
                    <a:pt x="197325" y="268229"/>
                  </a:lnTo>
                  <a:lnTo>
                    <a:pt x="190164" y="263157"/>
                  </a:lnTo>
                  <a:lnTo>
                    <a:pt x="182794" y="257693"/>
                  </a:lnTo>
                  <a:lnTo>
                    <a:pt x="175341" y="251871"/>
                  </a:lnTo>
                  <a:lnTo>
                    <a:pt x="167932" y="245726"/>
                  </a:lnTo>
                  <a:lnTo>
                    <a:pt x="160694" y="239292"/>
                  </a:lnTo>
                  <a:lnTo>
                    <a:pt x="153753" y="232603"/>
                  </a:lnTo>
                  <a:lnTo>
                    <a:pt x="147236" y="225694"/>
                  </a:lnTo>
                  <a:lnTo>
                    <a:pt x="142012" y="218785"/>
                  </a:lnTo>
                  <a:lnTo>
                    <a:pt x="136981" y="211186"/>
                  </a:lnTo>
                  <a:lnTo>
                    <a:pt x="132409" y="203008"/>
                  </a:lnTo>
                  <a:lnTo>
                    <a:pt x="128563" y="194368"/>
                  </a:lnTo>
                  <a:lnTo>
                    <a:pt x="125711" y="185377"/>
                  </a:lnTo>
                  <a:lnTo>
                    <a:pt x="124119" y="176150"/>
                  </a:lnTo>
                  <a:lnTo>
                    <a:pt x="124054" y="166802"/>
                  </a:lnTo>
                  <a:lnTo>
                    <a:pt x="125784" y="157445"/>
                  </a:lnTo>
                  <a:lnTo>
                    <a:pt x="129576" y="148193"/>
                  </a:lnTo>
                  <a:lnTo>
                    <a:pt x="134118" y="140828"/>
                  </a:lnTo>
                  <a:lnTo>
                    <a:pt x="139569" y="133781"/>
                  </a:lnTo>
                  <a:lnTo>
                    <a:pt x="145803" y="127000"/>
                  </a:lnTo>
                  <a:lnTo>
                    <a:pt x="152692" y="120435"/>
                  </a:lnTo>
                  <a:lnTo>
                    <a:pt x="160110" y="114037"/>
                  </a:lnTo>
                  <a:lnTo>
                    <a:pt x="167931" y="107754"/>
                  </a:lnTo>
                  <a:lnTo>
                    <a:pt x="176028" y="101537"/>
                  </a:lnTo>
                  <a:lnTo>
                    <a:pt x="184275" y="95336"/>
                  </a:lnTo>
                  <a:lnTo>
                    <a:pt x="192545" y="89099"/>
                  </a:lnTo>
                  <a:lnTo>
                    <a:pt x="200712" y="82776"/>
                  </a:lnTo>
                  <a:lnTo>
                    <a:pt x="208649" y="76318"/>
                  </a:lnTo>
                  <a:lnTo>
                    <a:pt x="216231" y="69674"/>
                  </a:lnTo>
                  <a:lnTo>
                    <a:pt x="223329" y="62794"/>
                  </a:lnTo>
                  <a:lnTo>
                    <a:pt x="229818" y="55626"/>
                  </a:lnTo>
                  <a:lnTo>
                    <a:pt x="235572" y="48122"/>
                  </a:lnTo>
                  <a:lnTo>
                    <a:pt x="240463" y="40231"/>
                  </a:lnTo>
                  <a:lnTo>
                    <a:pt x="242612" y="35925"/>
                  </a:lnTo>
                  <a:lnTo>
                    <a:pt x="244527" y="31182"/>
                  </a:lnTo>
                  <a:lnTo>
                    <a:pt x="246069" y="26118"/>
                  </a:lnTo>
                  <a:lnTo>
                    <a:pt x="247104" y="20847"/>
                  </a:lnTo>
                  <a:lnTo>
                    <a:pt x="247493" y="15484"/>
                  </a:lnTo>
                  <a:lnTo>
                    <a:pt x="247101" y="10146"/>
                  </a:lnTo>
                  <a:lnTo>
                    <a:pt x="245790" y="4946"/>
                  </a:lnTo>
                  <a:lnTo>
                    <a:pt x="243424" y="0"/>
                  </a:lnTo>
                  <a:close/>
                </a:path>
              </a:pathLst>
            </a:custGeom>
            <a:solidFill>
              <a:srgbClr val="FF1515"/>
            </a:solidFill>
            <a:ln w="0">
              <a:noFill/>
            </a:ln>
          </p:spPr>
        </p:sp>
        <p:sp>
          <p:nvSpPr>
            <p:cNvPr id="296" name="296 java vector path"/>
            <p:cNvSpPr/>
            <p:nvPr/>
          </p:nvSpPr>
          <p:spPr>
            <a:xfrm>
              <a:off x="14401800" y="2172901"/>
              <a:ext cx="419100" cy="530998"/>
            </a:xfrm>
            <a:custGeom>
              <a:avLst/>
              <a:gdLst/>
              <a:ahLst/>
              <a:cxnLst/>
              <a:rect l="0" t="0" r="0" b="0"/>
              <a:pathLst>
                <a:path w="419100" h="530998">
                  <a:moveTo>
                    <a:pt x="130923" y="268673"/>
                  </a:moveTo>
                  <a:lnTo>
                    <a:pt x="132868" y="268123"/>
                  </a:lnTo>
                  <a:lnTo>
                    <a:pt x="134786" y="267573"/>
                  </a:lnTo>
                  <a:lnTo>
                    <a:pt x="136669" y="267020"/>
                  </a:lnTo>
                  <a:lnTo>
                    <a:pt x="138510" y="266459"/>
                  </a:lnTo>
                  <a:lnTo>
                    <a:pt x="140300" y="265885"/>
                  </a:lnTo>
                  <a:lnTo>
                    <a:pt x="142031" y="265294"/>
                  </a:lnTo>
                  <a:lnTo>
                    <a:pt x="143696" y="264683"/>
                  </a:lnTo>
                  <a:lnTo>
                    <a:pt x="145285" y="264045"/>
                  </a:lnTo>
                  <a:lnTo>
                    <a:pt x="143383" y="263907"/>
                  </a:lnTo>
                  <a:lnTo>
                    <a:pt x="141480" y="263825"/>
                  </a:lnTo>
                  <a:lnTo>
                    <a:pt x="139577" y="263799"/>
                  </a:lnTo>
                  <a:lnTo>
                    <a:pt x="137674" y="263828"/>
                  </a:lnTo>
                  <a:lnTo>
                    <a:pt x="135774" y="263912"/>
                  </a:lnTo>
                  <a:lnTo>
                    <a:pt x="133875" y="264050"/>
                  </a:lnTo>
                  <a:lnTo>
                    <a:pt x="131981" y="264243"/>
                  </a:lnTo>
                  <a:lnTo>
                    <a:pt x="130090" y="264489"/>
                  </a:lnTo>
                  <a:lnTo>
                    <a:pt x="129167" y="264587"/>
                  </a:lnTo>
                  <a:lnTo>
                    <a:pt x="128274" y="264681"/>
                  </a:lnTo>
                  <a:lnTo>
                    <a:pt x="127414" y="264768"/>
                  </a:lnTo>
                  <a:lnTo>
                    <a:pt x="126588" y="264845"/>
                  </a:lnTo>
                  <a:lnTo>
                    <a:pt x="125799" y="264910"/>
                  </a:lnTo>
                  <a:lnTo>
                    <a:pt x="125048" y="264960"/>
                  </a:lnTo>
                  <a:lnTo>
                    <a:pt x="124339" y="264992"/>
                  </a:lnTo>
                  <a:lnTo>
                    <a:pt x="123671" y="265003"/>
                  </a:lnTo>
                  <a:lnTo>
                    <a:pt x="118281" y="265410"/>
                  </a:lnTo>
                  <a:lnTo>
                    <a:pt x="109420" y="266103"/>
                  </a:lnTo>
                  <a:lnTo>
                    <a:pt x="99450" y="267009"/>
                  </a:lnTo>
                  <a:lnTo>
                    <a:pt x="88859" y="268225"/>
                  </a:lnTo>
                  <a:lnTo>
                    <a:pt x="78133" y="269847"/>
                  </a:lnTo>
                  <a:lnTo>
                    <a:pt x="67760" y="271971"/>
                  </a:lnTo>
                  <a:lnTo>
                    <a:pt x="58228" y="274693"/>
                  </a:lnTo>
                  <a:lnTo>
                    <a:pt x="50025" y="278108"/>
                  </a:lnTo>
                  <a:lnTo>
                    <a:pt x="43638" y="282314"/>
                  </a:lnTo>
                  <a:lnTo>
                    <a:pt x="39555" y="287405"/>
                  </a:lnTo>
                  <a:lnTo>
                    <a:pt x="38263" y="293478"/>
                  </a:lnTo>
                  <a:lnTo>
                    <a:pt x="40010" y="299487"/>
                  </a:lnTo>
                  <a:lnTo>
                    <a:pt x="44821" y="304503"/>
                  </a:lnTo>
                  <a:lnTo>
                    <a:pt x="52048" y="308624"/>
                  </a:lnTo>
                  <a:lnTo>
                    <a:pt x="61045" y="311947"/>
                  </a:lnTo>
                  <a:lnTo>
                    <a:pt x="71164" y="314567"/>
                  </a:lnTo>
                  <a:lnTo>
                    <a:pt x="81759" y="316583"/>
                  </a:lnTo>
                  <a:lnTo>
                    <a:pt x="92183" y="318091"/>
                  </a:lnTo>
                  <a:lnTo>
                    <a:pt x="101789" y="319187"/>
                  </a:lnTo>
                  <a:lnTo>
                    <a:pt x="109930" y="319968"/>
                  </a:lnTo>
                  <a:lnTo>
                    <a:pt x="120391" y="320509"/>
                  </a:lnTo>
                  <a:lnTo>
                    <a:pt x="131260" y="320880"/>
                  </a:lnTo>
                  <a:lnTo>
                    <a:pt x="142455" y="321075"/>
                  </a:lnTo>
                  <a:lnTo>
                    <a:pt x="153894" y="321089"/>
                  </a:lnTo>
                  <a:lnTo>
                    <a:pt x="165497" y="320914"/>
                  </a:lnTo>
                  <a:lnTo>
                    <a:pt x="177181" y="320546"/>
                  </a:lnTo>
                  <a:lnTo>
                    <a:pt x="188865" y="319979"/>
                  </a:lnTo>
                  <a:lnTo>
                    <a:pt x="200467" y="319205"/>
                  </a:lnTo>
                  <a:lnTo>
                    <a:pt x="211905" y="318221"/>
                  </a:lnTo>
                  <a:lnTo>
                    <a:pt x="223099" y="317019"/>
                  </a:lnTo>
                  <a:lnTo>
                    <a:pt x="233966" y="315594"/>
                  </a:lnTo>
                  <a:lnTo>
                    <a:pt x="244424" y="313939"/>
                  </a:lnTo>
                  <a:lnTo>
                    <a:pt x="254393" y="312050"/>
                  </a:lnTo>
                  <a:lnTo>
                    <a:pt x="263790" y="309919"/>
                  </a:lnTo>
                  <a:lnTo>
                    <a:pt x="272534" y="307542"/>
                  </a:lnTo>
                  <a:lnTo>
                    <a:pt x="280543" y="304912"/>
                  </a:lnTo>
                  <a:lnTo>
                    <a:pt x="287736" y="302023"/>
                  </a:lnTo>
                  <a:lnTo>
                    <a:pt x="294032" y="298870"/>
                  </a:lnTo>
                  <a:lnTo>
                    <a:pt x="299347" y="295446"/>
                  </a:lnTo>
                  <a:lnTo>
                    <a:pt x="301344" y="294209"/>
                  </a:lnTo>
                  <a:lnTo>
                    <a:pt x="303536" y="292756"/>
                  </a:lnTo>
                  <a:lnTo>
                    <a:pt x="305750" y="291145"/>
                  </a:lnTo>
                  <a:lnTo>
                    <a:pt x="307816" y="289431"/>
                  </a:lnTo>
                  <a:lnTo>
                    <a:pt x="309559" y="287673"/>
                  </a:lnTo>
                  <a:lnTo>
                    <a:pt x="310809" y="285927"/>
                  </a:lnTo>
                  <a:lnTo>
                    <a:pt x="311393" y="284249"/>
                  </a:lnTo>
                  <a:lnTo>
                    <a:pt x="311138" y="282698"/>
                  </a:lnTo>
                  <a:lnTo>
                    <a:pt x="302432" y="284215"/>
                  </a:lnTo>
                  <a:lnTo>
                    <a:pt x="293321" y="285645"/>
                  </a:lnTo>
                  <a:lnTo>
                    <a:pt x="283846" y="286985"/>
                  </a:lnTo>
                  <a:lnTo>
                    <a:pt x="274049" y="288228"/>
                  </a:lnTo>
                  <a:lnTo>
                    <a:pt x="263971" y="289371"/>
                  </a:lnTo>
                  <a:lnTo>
                    <a:pt x="253656" y="290409"/>
                  </a:lnTo>
                  <a:lnTo>
                    <a:pt x="243145" y="291336"/>
                  </a:lnTo>
                  <a:lnTo>
                    <a:pt x="232479" y="292148"/>
                  </a:lnTo>
                  <a:lnTo>
                    <a:pt x="221701" y="292840"/>
                  </a:lnTo>
                  <a:lnTo>
                    <a:pt x="210852" y="293408"/>
                  </a:lnTo>
                  <a:lnTo>
                    <a:pt x="199974" y="293845"/>
                  </a:lnTo>
                  <a:lnTo>
                    <a:pt x="189110" y="294148"/>
                  </a:lnTo>
                  <a:lnTo>
                    <a:pt x="178301" y="294312"/>
                  </a:lnTo>
                  <a:lnTo>
                    <a:pt x="167589" y="294332"/>
                  </a:lnTo>
                  <a:lnTo>
                    <a:pt x="157017" y="294203"/>
                  </a:lnTo>
                  <a:lnTo>
                    <a:pt x="146625" y="293920"/>
                  </a:lnTo>
                  <a:lnTo>
                    <a:pt x="136455" y="293478"/>
                  </a:lnTo>
                  <a:lnTo>
                    <a:pt x="131267" y="293463"/>
                  </a:lnTo>
                  <a:lnTo>
                    <a:pt x="126053" y="293355"/>
                  </a:lnTo>
                  <a:lnTo>
                    <a:pt x="120883" y="293063"/>
                  </a:lnTo>
                  <a:lnTo>
                    <a:pt x="115828" y="292494"/>
                  </a:lnTo>
                  <a:lnTo>
                    <a:pt x="110956" y="291556"/>
                  </a:lnTo>
                  <a:lnTo>
                    <a:pt x="106338" y="290157"/>
                  </a:lnTo>
                  <a:lnTo>
                    <a:pt x="102042" y="288204"/>
                  </a:lnTo>
                  <a:lnTo>
                    <a:pt x="98139" y="285606"/>
                  </a:lnTo>
                  <a:lnTo>
                    <a:pt x="101020" y="282262"/>
                  </a:lnTo>
                  <a:lnTo>
                    <a:pt x="104439" y="279394"/>
                  </a:lnTo>
                  <a:lnTo>
                    <a:pt x="108300" y="276941"/>
                  </a:lnTo>
                  <a:lnTo>
                    <a:pt x="112510" y="274839"/>
                  </a:lnTo>
                  <a:lnTo>
                    <a:pt x="116972" y="273024"/>
                  </a:lnTo>
                  <a:lnTo>
                    <a:pt x="121592" y="271433"/>
                  </a:lnTo>
                  <a:lnTo>
                    <a:pt x="126274" y="270004"/>
                  </a:lnTo>
                  <a:lnTo>
                    <a:pt x="130923" y="268673"/>
                  </a:lnTo>
                  <a:close/>
                  <a:moveTo>
                    <a:pt x="116668" y="327344"/>
                  </a:moveTo>
                  <a:lnTo>
                    <a:pt x="117307" y="326743"/>
                  </a:lnTo>
                  <a:lnTo>
                    <a:pt x="117862" y="326181"/>
                  </a:lnTo>
                  <a:lnTo>
                    <a:pt x="118286" y="325663"/>
                  </a:lnTo>
                  <a:lnTo>
                    <a:pt x="118532" y="325194"/>
                  </a:lnTo>
                  <a:lnTo>
                    <a:pt x="118553" y="324780"/>
                  </a:lnTo>
                  <a:lnTo>
                    <a:pt x="118301" y="324426"/>
                  </a:lnTo>
                  <a:lnTo>
                    <a:pt x="117730" y="324139"/>
                  </a:lnTo>
                  <a:lnTo>
                    <a:pt x="116792" y="323922"/>
                  </a:lnTo>
                  <a:lnTo>
                    <a:pt x="111770" y="325206"/>
                  </a:lnTo>
                  <a:lnTo>
                    <a:pt x="105862" y="326908"/>
                  </a:lnTo>
                  <a:lnTo>
                    <a:pt x="99562" y="329073"/>
                  </a:lnTo>
                  <a:lnTo>
                    <a:pt x="93365" y="331748"/>
                  </a:lnTo>
                  <a:lnTo>
                    <a:pt x="87765" y="334976"/>
                  </a:lnTo>
                  <a:lnTo>
                    <a:pt x="83256" y="338805"/>
                  </a:lnTo>
                  <a:lnTo>
                    <a:pt x="80332" y="343279"/>
                  </a:lnTo>
                  <a:lnTo>
                    <a:pt x="79487" y="348443"/>
                  </a:lnTo>
                  <a:lnTo>
                    <a:pt x="80940" y="352677"/>
                  </a:lnTo>
                  <a:lnTo>
                    <a:pt x="84280" y="356528"/>
                  </a:lnTo>
                  <a:lnTo>
                    <a:pt x="89091" y="359986"/>
                  </a:lnTo>
                  <a:lnTo>
                    <a:pt x="94959" y="363040"/>
                  </a:lnTo>
                  <a:lnTo>
                    <a:pt x="101469" y="365680"/>
                  </a:lnTo>
                  <a:lnTo>
                    <a:pt x="108208" y="367897"/>
                  </a:lnTo>
                  <a:lnTo>
                    <a:pt x="114760" y="369678"/>
                  </a:lnTo>
                  <a:lnTo>
                    <a:pt x="120710" y="371014"/>
                  </a:lnTo>
                  <a:lnTo>
                    <a:pt x="130545" y="372790"/>
                  </a:lnTo>
                  <a:lnTo>
                    <a:pt x="140701" y="374196"/>
                  </a:lnTo>
                  <a:lnTo>
                    <a:pt x="151118" y="375241"/>
                  </a:lnTo>
                  <a:lnTo>
                    <a:pt x="161734" y="375939"/>
                  </a:lnTo>
                  <a:lnTo>
                    <a:pt x="172489" y="376298"/>
                  </a:lnTo>
                  <a:lnTo>
                    <a:pt x="183323" y="376332"/>
                  </a:lnTo>
                  <a:lnTo>
                    <a:pt x="194174" y="376050"/>
                  </a:lnTo>
                  <a:lnTo>
                    <a:pt x="204983" y="375464"/>
                  </a:lnTo>
                  <a:lnTo>
                    <a:pt x="215689" y="374585"/>
                  </a:lnTo>
                  <a:lnTo>
                    <a:pt x="226231" y="373424"/>
                  </a:lnTo>
                  <a:lnTo>
                    <a:pt x="236549" y="371993"/>
                  </a:lnTo>
                  <a:lnTo>
                    <a:pt x="246581" y="370301"/>
                  </a:lnTo>
                  <a:lnTo>
                    <a:pt x="256268" y="368361"/>
                  </a:lnTo>
                  <a:lnTo>
                    <a:pt x="265549" y="366184"/>
                  </a:lnTo>
                  <a:lnTo>
                    <a:pt x="274362" y="363781"/>
                  </a:lnTo>
                  <a:lnTo>
                    <a:pt x="282649" y="361162"/>
                  </a:lnTo>
                  <a:lnTo>
                    <a:pt x="290347" y="358339"/>
                  </a:lnTo>
                  <a:lnTo>
                    <a:pt x="297397" y="355323"/>
                  </a:lnTo>
                  <a:lnTo>
                    <a:pt x="295338" y="354832"/>
                  </a:lnTo>
                  <a:lnTo>
                    <a:pt x="293333" y="354089"/>
                  </a:lnTo>
                  <a:lnTo>
                    <a:pt x="291372" y="353129"/>
                  </a:lnTo>
                  <a:lnTo>
                    <a:pt x="289447" y="351985"/>
                  </a:lnTo>
                  <a:lnTo>
                    <a:pt x="287549" y="350693"/>
                  </a:lnTo>
                  <a:lnTo>
                    <a:pt x="285670" y="349289"/>
                  </a:lnTo>
                  <a:lnTo>
                    <a:pt x="283802" y="347806"/>
                  </a:lnTo>
                  <a:lnTo>
                    <a:pt x="281935" y="346280"/>
                  </a:lnTo>
                  <a:lnTo>
                    <a:pt x="279842" y="344595"/>
                  </a:lnTo>
                  <a:lnTo>
                    <a:pt x="277731" y="342951"/>
                  </a:lnTo>
                  <a:lnTo>
                    <a:pt x="275590" y="341395"/>
                  </a:lnTo>
                  <a:lnTo>
                    <a:pt x="273407" y="339977"/>
                  </a:lnTo>
                  <a:lnTo>
                    <a:pt x="271171" y="338745"/>
                  </a:lnTo>
                  <a:lnTo>
                    <a:pt x="268870" y="337748"/>
                  </a:lnTo>
                  <a:lnTo>
                    <a:pt x="266493" y="337034"/>
                  </a:lnTo>
                  <a:lnTo>
                    <a:pt x="264028" y="336652"/>
                  </a:lnTo>
                  <a:lnTo>
                    <a:pt x="262544" y="336510"/>
                  </a:lnTo>
                  <a:lnTo>
                    <a:pt x="261019" y="336545"/>
                  </a:lnTo>
                  <a:lnTo>
                    <a:pt x="259451" y="336736"/>
                  </a:lnTo>
                  <a:lnTo>
                    <a:pt x="257842" y="337058"/>
                  </a:lnTo>
                  <a:lnTo>
                    <a:pt x="256190" y="337489"/>
                  </a:lnTo>
                  <a:lnTo>
                    <a:pt x="254495" y="338006"/>
                  </a:lnTo>
                  <a:lnTo>
                    <a:pt x="252758" y="338586"/>
                  </a:lnTo>
                  <a:lnTo>
                    <a:pt x="250978" y="339206"/>
                  </a:lnTo>
                  <a:lnTo>
                    <a:pt x="250045" y="339539"/>
                  </a:lnTo>
                  <a:lnTo>
                    <a:pt x="249109" y="339861"/>
                  </a:lnTo>
                  <a:lnTo>
                    <a:pt x="248170" y="340172"/>
                  </a:lnTo>
                  <a:lnTo>
                    <a:pt x="247228" y="340473"/>
                  </a:lnTo>
                  <a:lnTo>
                    <a:pt x="246282" y="340764"/>
                  </a:lnTo>
                  <a:lnTo>
                    <a:pt x="245333" y="341046"/>
                  </a:lnTo>
                  <a:lnTo>
                    <a:pt x="244380" y="341318"/>
                  </a:lnTo>
                  <a:lnTo>
                    <a:pt x="243424" y="341581"/>
                  </a:lnTo>
                  <a:lnTo>
                    <a:pt x="235324" y="343041"/>
                  </a:lnTo>
                  <a:lnTo>
                    <a:pt x="226301" y="344437"/>
                  </a:lnTo>
                  <a:lnTo>
                    <a:pt x="216540" y="345705"/>
                  </a:lnTo>
                  <a:lnTo>
                    <a:pt x="206229" y="346780"/>
                  </a:lnTo>
                  <a:lnTo>
                    <a:pt x="195554" y="347598"/>
                  </a:lnTo>
                  <a:lnTo>
                    <a:pt x="184700" y="348094"/>
                  </a:lnTo>
                  <a:lnTo>
                    <a:pt x="173856" y="348204"/>
                  </a:lnTo>
                  <a:lnTo>
                    <a:pt x="163207" y="347863"/>
                  </a:lnTo>
                  <a:lnTo>
                    <a:pt x="152939" y="347008"/>
                  </a:lnTo>
                  <a:lnTo>
                    <a:pt x="143239" y="345573"/>
                  </a:lnTo>
                  <a:lnTo>
                    <a:pt x="134294" y="343495"/>
                  </a:lnTo>
                  <a:lnTo>
                    <a:pt x="126289" y="340708"/>
                  </a:lnTo>
                  <a:lnTo>
                    <a:pt x="119412" y="337148"/>
                  </a:lnTo>
                  <a:lnTo>
                    <a:pt x="113849" y="332752"/>
                  </a:lnTo>
                  <a:lnTo>
                    <a:pt x="113631" y="332030"/>
                  </a:lnTo>
                  <a:lnTo>
                    <a:pt x="113656" y="331316"/>
                  </a:lnTo>
                  <a:lnTo>
                    <a:pt x="113884" y="330612"/>
                  </a:lnTo>
                  <a:lnTo>
                    <a:pt x="114274" y="329921"/>
                  </a:lnTo>
                  <a:lnTo>
                    <a:pt x="114788" y="329247"/>
                  </a:lnTo>
                  <a:lnTo>
                    <a:pt x="115385" y="328590"/>
                  </a:lnTo>
                  <a:lnTo>
                    <a:pt x="116025" y="327955"/>
                  </a:lnTo>
                  <a:lnTo>
                    <a:pt x="116668" y="327344"/>
                  </a:lnTo>
                  <a:close/>
                  <a:moveTo>
                    <a:pt x="134452" y="382007"/>
                  </a:moveTo>
                  <a:lnTo>
                    <a:pt x="134876" y="381551"/>
                  </a:lnTo>
                  <a:lnTo>
                    <a:pt x="135270" y="381093"/>
                  </a:lnTo>
                  <a:lnTo>
                    <a:pt x="135586" y="380644"/>
                  </a:lnTo>
                  <a:lnTo>
                    <a:pt x="135782" y="380214"/>
                  </a:lnTo>
                  <a:lnTo>
                    <a:pt x="135811" y="379813"/>
                  </a:lnTo>
                  <a:lnTo>
                    <a:pt x="135629" y="379452"/>
                  </a:lnTo>
                  <a:lnTo>
                    <a:pt x="135191" y="379139"/>
                  </a:lnTo>
                  <a:lnTo>
                    <a:pt x="134452" y="378887"/>
                  </a:lnTo>
                  <a:lnTo>
                    <a:pt x="128689" y="380394"/>
                  </a:lnTo>
                  <a:lnTo>
                    <a:pt x="122797" y="381946"/>
                  </a:lnTo>
                  <a:lnTo>
                    <a:pt x="117160" y="383698"/>
                  </a:lnTo>
                  <a:lnTo>
                    <a:pt x="111980" y="385863"/>
                  </a:lnTo>
                  <a:lnTo>
                    <a:pt x="107463" y="388652"/>
                  </a:lnTo>
                  <a:lnTo>
                    <a:pt x="103813" y="392277"/>
                  </a:lnTo>
                  <a:lnTo>
                    <a:pt x="101235" y="396950"/>
                  </a:lnTo>
                  <a:lnTo>
                    <a:pt x="99931" y="402883"/>
                  </a:lnTo>
                  <a:lnTo>
                    <a:pt x="100107" y="410288"/>
                  </a:lnTo>
                  <a:lnTo>
                    <a:pt x="106881" y="414826"/>
                  </a:lnTo>
                  <a:lnTo>
                    <a:pt x="114477" y="418738"/>
                  </a:lnTo>
                  <a:lnTo>
                    <a:pt x="122804" y="422044"/>
                  </a:lnTo>
                  <a:lnTo>
                    <a:pt x="131772" y="424766"/>
                  </a:lnTo>
                  <a:lnTo>
                    <a:pt x="141290" y="426925"/>
                  </a:lnTo>
                  <a:lnTo>
                    <a:pt x="151269" y="428543"/>
                  </a:lnTo>
                  <a:lnTo>
                    <a:pt x="161617" y="429641"/>
                  </a:lnTo>
                  <a:lnTo>
                    <a:pt x="172243" y="430241"/>
                  </a:lnTo>
                  <a:lnTo>
                    <a:pt x="183059" y="430364"/>
                  </a:lnTo>
                  <a:lnTo>
                    <a:pt x="193971" y="430031"/>
                  </a:lnTo>
                  <a:lnTo>
                    <a:pt x="204892" y="429264"/>
                  </a:lnTo>
                  <a:lnTo>
                    <a:pt x="215729" y="428085"/>
                  </a:lnTo>
                  <a:lnTo>
                    <a:pt x="226392" y="426515"/>
                  </a:lnTo>
                  <a:lnTo>
                    <a:pt x="236791" y="424574"/>
                  </a:lnTo>
                  <a:lnTo>
                    <a:pt x="246835" y="422286"/>
                  </a:lnTo>
                  <a:lnTo>
                    <a:pt x="256434" y="419671"/>
                  </a:lnTo>
                  <a:lnTo>
                    <a:pt x="265497" y="416750"/>
                  </a:lnTo>
                  <a:lnTo>
                    <a:pt x="273934" y="413545"/>
                  </a:lnTo>
                  <a:lnTo>
                    <a:pt x="281654" y="410078"/>
                  </a:lnTo>
                  <a:lnTo>
                    <a:pt x="288567" y="406369"/>
                  </a:lnTo>
                  <a:lnTo>
                    <a:pt x="286488" y="405743"/>
                  </a:lnTo>
                  <a:lnTo>
                    <a:pt x="284520" y="404892"/>
                  </a:lnTo>
                  <a:lnTo>
                    <a:pt x="282647" y="403848"/>
                  </a:lnTo>
                  <a:lnTo>
                    <a:pt x="280849" y="402639"/>
                  </a:lnTo>
                  <a:lnTo>
                    <a:pt x="279110" y="401295"/>
                  </a:lnTo>
                  <a:lnTo>
                    <a:pt x="277411" y="399844"/>
                  </a:lnTo>
                  <a:lnTo>
                    <a:pt x="275735" y="398317"/>
                  </a:lnTo>
                  <a:lnTo>
                    <a:pt x="274063" y="396742"/>
                  </a:lnTo>
                  <a:lnTo>
                    <a:pt x="271989" y="394814"/>
                  </a:lnTo>
                  <a:lnTo>
                    <a:pt x="269866" y="392927"/>
                  </a:lnTo>
                  <a:lnTo>
                    <a:pt x="267660" y="391139"/>
                  </a:lnTo>
                  <a:lnTo>
                    <a:pt x="265337" y="389510"/>
                  </a:lnTo>
                  <a:lnTo>
                    <a:pt x="262865" y="388097"/>
                  </a:lnTo>
                  <a:lnTo>
                    <a:pt x="260207" y="386960"/>
                  </a:lnTo>
                  <a:lnTo>
                    <a:pt x="257332" y="386158"/>
                  </a:lnTo>
                  <a:lnTo>
                    <a:pt x="254205" y="385749"/>
                  </a:lnTo>
                  <a:lnTo>
                    <a:pt x="252634" y="385601"/>
                  </a:lnTo>
                  <a:lnTo>
                    <a:pt x="251061" y="385657"/>
                  </a:lnTo>
                  <a:lnTo>
                    <a:pt x="249485" y="385887"/>
                  </a:lnTo>
                  <a:lnTo>
                    <a:pt x="247908" y="386263"/>
                  </a:lnTo>
                  <a:lnTo>
                    <a:pt x="246330" y="386755"/>
                  </a:lnTo>
                  <a:lnTo>
                    <a:pt x="244752" y="387334"/>
                  </a:lnTo>
                  <a:lnTo>
                    <a:pt x="243175" y="387972"/>
                  </a:lnTo>
                  <a:lnTo>
                    <a:pt x="241598" y="388639"/>
                  </a:lnTo>
                  <a:lnTo>
                    <a:pt x="240956" y="388910"/>
                  </a:lnTo>
                  <a:lnTo>
                    <a:pt x="240320" y="389178"/>
                  </a:lnTo>
                  <a:lnTo>
                    <a:pt x="239689" y="389442"/>
                  </a:lnTo>
                  <a:lnTo>
                    <a:pt x="239060" y="389698"/>
                  </a:lnTo>
                  <a:lnTo>
                    <a:pt x="238435" y="389946"/>
                  </a:lnTo>
                  <a:lnTo>
                    <a:pt x="237811" y="390185"/>
                  </a:lnTo>
                  <a:lnTo>
                    <a:pt x="237187" y="390411"/>
                  </a:lnTo>
                  <a:lnTo>
                    <a:pt x="236563" y="390625"/>
                  </a:lnTo>
                  <a:lnTo>
                    <a:pt x="228365" y="392347"/>
                  </a:lnTo>
                  <a:lnTo>
                    <a:pt x="219176" y="394005"/>
                  </a:lnTo>
                  <a:lnTo>
                    <a:pt x="209273" y="395492"/>
                  </a:lnTo>
                  <a:lnTo>
                    <a:pt x="198931" y="396702"/>
                  </a:lnTo>
                  <a:lnTo>
                    <a:pt x="188426" y="397531"/>
                  </a:lnTo>
                  <a:lnTo>
                    <a:pt x="178034" y="397872"/>
                  </a:lnTo>
                  <a:lnTo>
                    <a:pt x="168030" y="397620"/>
                  </a:lnTo>
                  <a:lnTo>
                    <a:pt x="158691" y="396669"/>
                  </a:lnTo>
                  <a:lnTo>
                    <a:pt x="150292" y="394913"/>
                  </a:lnTo>
                  <a:lnTo>
                    <a:pt x="143109" y="392247"/>
                  </a:lnTo>
                  <a:lnTo>
                    <a:pt x="137418" y="388566"/>
                  </a:lnTo>
                  <a:lnTo>
                    <a:pt x="133494" y="383763"/>
                  </a:lnTo>
                  <a:lnTo>
                    <a:pt x="133401" y="383615"/>
                  </a:lnTo>
                  <a:lnTo>
                    <a:pt x="133392" y="383441"/>
                  </a:lnTo>
                  <a:lnTo>
                    <a:pt x="133456" y="383241"/>
                  </a:lnTo>
                  <a:lnTo>
                    <a:pt x="133581" y="383020"/>
                  </a:lnTo>
                  <a:lnTo>
                    <a:pt x="133755" y="382780"/>
                  </a:lnTo>
                  <a:lnTo>
                    <a:pt x="133966" y="382524"/>
                  </a:lnTo>
                  <a:lnTo>
                    <a:pt x="134202" y="382253"/>
                  </a:lnTo>
                  <a:lnTo>
                    <a:pt x="134452" y="381972"/>
                  </a:lnTo>
                  <a:lnTo>
                    <a:pt x="134452" y="382007"/>
                  </a:lnTo>
                  <a:close/>
                </a:path>
              </a:pathLst>
            </a:custGeom>
            <a:solidFill>
              <a:srgbClr val="2365C4"/>
            </a:solidFill>
            <a:ln w="0">
              <a:noFill/>
            </a:ln>
          </p:spPr>
        </p:sp>
        <p:sp>
          <p:nvSpPr>
            <p:cNvPr id="297" name="297 java vector path"/>
            <p:cNvSpPr/>
            <p:nvPr/>
          </p:nvSpPr>
          <p:spPr>
            <a:xfrm>
              <a:off x="14401800" y="2172901"/>
              <a:ext cx="419100" cy="530998"/>
            </a:xfrm>
            <a:custGeom>
              <a:avLst/>
              <a:gdLst/>
              <a:ahLst/>
              <a:cxnLst/>
              <a:rect l="0" t="0" r="0" b="0"/>
              <a:pathLst>
                <a:path w="419100" h="530998">
                  <a:moveTo>
                    <a:pt x="82855" y="420483"/>
                  </a:moveTo>
                  <a:lnTo>
                    <a:pt x="84792" y="420370"/>
                  </a:lnTo>
                  <a:lnTo>
                    <a:pt x="86672" y="420252"/>
                  </a:lnTo>
                  <a:lnTo>
                    <a:pt x="88485" y="420124"/>
                  </a:lnTo>
                  <a:lnTo>
                    <a:pt x="90220" y="419980"/>
                  </a:lnTo>
                  <a:lnTo>
                    <a:pt x="91869" y="419813"/>
                  </a:lnTo>
                  <a:lnTo>
                    <a:pt x="93420" y="419618"/>
                  </a:lnTo>
                  <a:lnTo>
                    <a:pt x="94863" y="419388"/>
                  </a:lnTo>
                  <a:lnTo>
                    <a:pt x="96189" y="419118"/>
                  </a:lnTo>
                  <a:lnTo>
                    <a:pt x="90147" y="415090"/>
                  </a:lnTo>
                  <a:lnTo>
                    <a:pt x="82660" y="412054"/>
                  </a:lnTo>
                  <a:lnTo>
                    <a:pt x="74061" y="409991"/>
                  </a:lnTo>
                  <a:lnTo>
                    <a:pt x="64682" y="408882"/>
                  </a:lnTo>
                  <a:lnTo>
                    <a:pt x="54856" y="408708"/>
                  </a:lnTo>
                  <a:lnTo>
                    <a:pt x="44913" y="409450"/>
                  </a:lnTo>
                  <a:lnTo>
                    <a:pt x="35188" y="411090"/>
                  </a:lnTo>
                  <a:lnTo>
                    <a:pt x="26012" y="413609"/>
                  </a:lnTo>
                  <a:lnTo>
                    <a:pt x="17717" y="416988"/>
                  </a:lnTo>
                  <a:lnTo>
                    <a:pt x="10636" y="421208"/>
                  </a:lnTo>
                  <a:lnTo>
                    <a:pt x="5101" y="426251"/>
                  </a:lnTo>
                  <a:lnTo>
                    <a:pt x="1445" y="432097"/>
                  </a:lnTo>
                  <a:lnTo>
                    <a:pt x="0" y="438728"/>
                  </a:lnTo>
                  <a:lnTo>
                    <a:pt x="690" y="445127"/>
                  </a:lnTo>
                  <a:lnTo>
                    <a:pt x="3265" y="451040"/>
                  </a:lnTo>
                  <a:lnTo>
                    <a:pt x="7402" y="456443"/>
                  </a:lnTo>
                  <a:lnTo>
                    <a:pt x="12779" y="461317"/>
                  </a:lnTo>
                  <a:lnTo>
                    <a:pt x="19076" y="465638"/>
                  </a:lnTo>
                  <a:lnTo>
                    <a:pt x="25971" y="469386"/>
                  </a:lnTo>
                  <a:lnTo>
                    <a:pt x="33142" y="472539"/>
                  </a:lnTo>
                  <a:lnTo>
                    <a:pt x="40266" y="475076"/>
                  </a:lnTo>
                  <a:lnTo>
                    <a:pt x="48366" y="477635"/>
                  </a:lnTo>
                  <a:lnTo>
                    <a:pt x="56864" y="479970"/>
                  </a:lnTo>
                  <a:lnTo>
                    <a:pt x="65729" y="482084"/>
                  </a:lnTo>
                  <a:lnTo>
                    <a:pt x="74932" y="483985"/>
                  </a:lnTo>
                  <a:lnTo>
                    <a:pt x="84444" y="485676"/>
                  </a:lnTo>
                  <a:lnTo>
                    <a:pt x="94237" y="487164"/>
                  </a:lnTo>
                  <a:lnTo>
                    <a:pt x="104280" y="488455"/>
                  </a:lnTo>
                  <a:lnTo>
                    <a:pt x="114543" y="489553"/>
                  </a:lnTo>
                  <a:lnTo>
                    <a:pt x="124999" y="490465"/>
                  </a:lnTo>
                  <a:lnTo>
                    <a:pt x="135618" y="491195"/>
                  </a:lnTo>
                  <a:lnTo>
                    <a:pt x="146369" y="491749"/>
                  </a:lnTo>
                  <a:lnTo>
                    <a:pt x="157224" y="492133"/>
                  </a:lnTo>
                  <a:lnTo>
                    <a:pt x="168154" y="492353"/>
                  </a:lnTo>
                  <a:lnTo>
                    <a:pt x="179129" y="492413"/>
                  </a:lnTo>
                  <a:lnTo>
                    <a:pt x="190120" y="492320"/>
                  </a:lnTo>
                  <a:lnTo>
                    <a:pt x="201098" y="492078"/>
                  </a:lnTo>
                  <a:lnTo>
                    <a:pt x="212032" y="491694"/>
                  </a:lnTo>
                  <a:lnTo>
                    <a:pt x="222895" y="491172"/>
                  </a:lnTo>
                  <a:lnTo>
                    <a:pt x="233656" y="490519"/>
                  </a:lnTo>
                  <a:lnTo>
                    <a:pt x="244287" y="489740"/>
                  </a:lnTo>
                  <a:lnTo>
                    <a:pt x="254757" y="488839"/>
                  </a:lnTo>
                  <a:lnTo>
                    <a:pt x="265038" y="487824"/>
                  </a:lnTo>
                  <a:lnTo>
                    <a:pt x="272534" y="486892"/>
                  </a:lnTo>
                  <a:lnTo>
                    <a:pt x="281118" y="485651"/>
                  </a:lnTo>
                  <a:lnTo>
                    <a:pt x="290546" y="484079"/>
                  </a:lnTo>
                  <a:lnTo>
                    <a:pt x="300570" y="482156"/>
                  </a:lnTo>
                  <a:lnTo>
                    <a:pt x="310946" y="479860"/>
                  </a:lnTo>
                  <a:lnTo>
                    <a:pt x="321425" y="477172"/>
                  </a:lnTo>
                  <a:lnTo>
                    <a:pt x="331764" y="474069"/>
                  </a:lnTo>
                  <a:lnTo>
                    <a:pt x="341715" y="470532"/>
                  </a:lnTo>
                  <a:lnTo>
                    <a:pt x="351032" y="466539"/>
                  </a:lnTo>
                  <a:lnTo>
                    <a:pt x="359469" y="462070"/>
                  </a:lnTo>
                  <a:lnTo>
                    <a:pt x="366780" y="457103"/>
                  </a:lnTo>
                  <a:lnTo>
                    <a:pt x="372720" y="451619"/>
                  </a:lnTo>
                  <a:lnTo>
                    <a:pt x="377041" y="445595"/>
                  </a:lnTo>
                  <a:lnTo>
                    <a:pt x="379498" y="439012"/>
                  </a:lnTo>
                  <a:lnTo>
                    <a:pt x="379844" y="431848"/>
                  </a:lnTo>
                  <a:lnTo>
                    <a:pt x="378796" y="428321"/>
                  </a:lnTo>
                  <a:lnTo>
                    <a:pt x="377173" y="425102"/>
                  </a:lnTo>
                  <a:lnTo>
                    <a:pt x="375045" y="422226"/>
                  </a:lnTo>
                  <a:lnTo>
                    <a:pt x="372479" y="419727"/>
                  </a:lnTo>
                  <a:lnTo>
                    <a:pt x="369546" y="417640"/>
                  </a:lnTo>
                  <a:lnTo>
                    <a:pt x="366313" y="415998"/>
                  </a:lnTo>
                  <a:lnTo>
                    <a:pt x="362849" y="414836"/>
                  </a:lnTo>
                  <a:lnTo>
                    <a:pt x="359224" y="414189"/>
                  </a:lnTo>
                  <a:lnTo>
                    <a:pt x="359831" y="421707"/>
                  </a:lnTo>
                  <a:lnTo>
                    <a:pt x="358201" y="428435"/>
                  </a:lnTo>
                  <a:lnTo>
                    <a:pt x="354608" y="434416"/>
                  </a:lnTo>
                  <a:lnTo>
                    <a:pt x="349326" y="439698"/>
                  </a:lnTo>
                  <a:lnTo>
                    <a:pt x="342628" y="444325"/>
                  </a:lnTo>
                  <a:lnTo>
                    <a:pt x="334787" y="448344"/>
                  </a:lnTo>
                  <a:lnTo>
                    <a:pt x="326078" y="451800"/>
                  </a:lnTo>
                  <a:lnTo>
                    <a:pt x="316774" y="454740"/>
                  </a:lnTo>
                  <a:lnTo>
                    <a:pt x="307149" y="457208"/>
                  </a:lnTo>
                  <a:lnTo>
                    <a:pt x="297476" y="459251"/>
                  </a:lnTo>
                  <a:lnTo>
                    <a:pt x="288029" y="460914"/>
                  </a:lnTo>
                  <a:lnTo>
                    <a:pt x="279081" y="462244"/>
                  </a:lnTo>
                  <a:lnTo>
                    <a:pt x="270907" y="463285"/>
                  </a:lnTo>
                  <a:lnTo>
                    <a:pt x="259910" y="464386"/>
                  </a:lnTo>
                  <a:lnTo>
                    <a:pt x="248736" y="465337"/>
                  </a:lnTo>
                  <a:lnTo>
                    <a:pt x="237430" y="466133"/>
                  </a:lnTo>
                  <a:lnTo>
                    <a:pt x="226035" y="466771"/>
                  </a:lnTo>
                  <a:lnTo>
                    <a:pt x="214596" y="467247"/>
                  </a:lnTo>
                  <a:lnTo>
                    <a:pt x="203157" y="467558"/>
                  </a:lnTo>
                  <a:lnTo>
                    <a:pt x="191762" y="467700"/>
                  </a:lnTo>
                  <a:lnTo>
                    <a:pt x="180456" y="467668"/>
                  </a:lnTo>
                  <a:lnTo>
                    <a:pt x="169281" y="467461"/>
                  </a:lnTo>
                  <a:lnTo>
                    <a:pt x="158284" y="467073"/>
                  </a:lnTo>
                  <a:lnTo>
                    <a:pt x="147507" y="466501"/>
                  </a:lnTo>
                  <a:lnTo>
                    <a:pt x="136996" y="465741"/>
                  </a:lnTo>
                  <a:lnTo>
                    <a:pt x="126794" y="464790"/>
                  </a:lnTo>
                  <a:lnTo>
                    <a:pt x="116945" y="463644"/>
                  </a:lnTo>
                  <a:lnTo>
                    <a:pt x="107494" y="462300"/>
                  </a:lnTo>
                  <a:lnTo>
                    <a:pt x="98484" y="460753"/>
                  </a:lnTo>
                  <a:lnTo>
                    <a:pt x="89961" y="459000"/>
                  </a:lnTo>
                  <a:lnTo>
                    <a:pt x="81968" y="457038"/>
                  </a:lnTo>
                  <a:lnTo>
                    <a:pt x="74549" y="454862"/>
                  </a:lnTo>
                  <a:lnTo>
                    <a:pt x="67749" y="452469"/>
                  </a:lnTo>
                  <a:lnTo>
                    <a:pt x="64646" y="451152"/>
                  </a:lnTo>
                  <a:lnTo>
                    <a:pt x="61371" y="449441"/>
                  </a:lnTo>
                  <a:lnTo>
                    <a:pt x="58121" y="447405"/>
                  </a:lnTo>
                  <a:lnTo>
                    <a:pt x="55091" y="445115"/>
                  </a:lnTo>
                  <a:lnTo>
                    <a:pt x="52478" y="442641"/>
                  </a:lnTo>
                  <a:lnTo>
                    <a:pt x="50477" y="440052"/>
                  </a:lnTo>
                  <a:lnTo>
                    <a:pt x="49285" y="437418"/>
                  </a:lnTo>
                  <a:lnTo>
                    <a:pt x="49096" y="434809"/>
                  </a:lnTo>
                  <a:lnTo>
                    <a:pt x="50367" y="430709"/>
                  </a:lnTo>
                  <a:lnTo>
                    <a:pt x="52947" y="427525"/>
                  </a:lnTo>
                  <a:lnTo>
                    <a:pt x="56603" y="425129"/>
                  </a:lnTo>
                  <a:lnTo>
                    <a:pt x="61102" y="423395"/>
                  </a:lnTo>
                  <a:lnTo>
                    <a:pt x="66210" y="422195"/>
                  </a:lnTo>
                  <a:lnTo>
                    <a:pt x="71694" y="421400"/>
                  </a:lnTo>
                  <a:lnTo>
                    <a:pt x="77320" y="420884"/>
                  </a:lnTo>
                  <a:lnTo>
                    <a:pt x="82855" y="420518"/>
                  </a:lnTo>
                  <a:lnTo>
                    <a:pt x="82855" y="420483"/>
                  </a:lnTo>
                  <a:close/>
                </a:path>
              </a:pathLst>
            </a:custGeom>
            <a:solidFill>
              <a:srgbClr val="2365C4"/>
            </a:solidFill>
            <a:ln w="0">
              <a:noFill/>
            </a:ln>
          </p:spPr>
        </p:sp>
        <p:sp>
          <p:nvSpPr>
            <p:cNvPr id="298" name="298 java vector path"/>
            <p:cNvSpPr/>
            <p:nvPr/>
          </p:nvSpPr>
          <p:spPr>
            <a:xfrm>
              <a:off x="14401800" y="2172901"/>
              <a:ext cx="419100" cy="530998"/>
            </a:xfrm>
            <a:custGeom>
              <a:avLst/>
              <a:gdLst/>
              <a:ahLst/>
              <a:cxnLst/>
              <a:rect l="0" t="0" r="0" b="0"/>
              <a:pathLst>
                <a:path w="419100" h="530998">
                  <a:moveTo>
                    <a:pt x="209062" y="530041"/>
                  </a:moveTo>
                  <a:lnTo>
                    <a:pt x="198372" y="528754"/>
                  </a:lnTo>
                  <a:lnTo>
                    <a:pt x="187754" y="527417"/>
                  </a:lnTo>
                  <a:lnTo>
                    <a:pt x="177221" y="526007"/>
                  </a:lnTo>
                  <a:lnTo>
                    <a:pt x="166785" y="524505"/>
                  </a:lnTo>
                  <a:lnTo>
                    <a:pt x="156461" y="522887"/>
                  </a:lnTo>
                  <a:lnTo>
                    <a:pt x="146260" y="521133"/>
                  </a:lnTo>
                  <a:lnTo>
                    <a:pt x="136196" y="519221"/>
                  </a:lnTo>
                  <a:lnTo>
                    <a:pt x="126281" y="517129"/>
                  </a:lnTo>
                  <a:lnTo>
                    <a:pt x="116529" y="514836"/>
                  </a:lnTo>
                  <a:lnTo>
                    <a:pt x="106952" y="512320"/>
                  </a:lnTo>
                  <a:lnTo>
                    <a:pt x="97564" y="509559"/>
                  </a:lnTo>
                  <a:lnTo>
                    <a:pt x="88376" y="506533"/>
                  </a:lnTo>
                  <a:lnTo>
                    <a:pt x="79403" y="503220"/>
                  </a:lnTo>
                  <a:lnTo>
                    <a:pt x="70657" y="499597"/>
                  </a:lnTo>
                  <a:lnTo>
                    <a:pt x="80135" y="501778"/>
                  </a:lnTo>
                  <a:lnTo>
                    <a:pt x="89848" y="503812"/>
                  </a:lnTo>
                  <a:lnTo>
                    <a:pt x="99776" y="505697"/>
                  </a:lnTo>
                  <a:lnTo>
                    <a:pt x="109899" y="507427"/>
                  </a:lnTo>
                  <a:lnTo>
                    <a:pt x="120198" y="508999"/>
                  </a:lnTo>
                  <a:lnTo>
                    <a:pt x="130652" y="510410"/>
                  </a:lnTo>
                  <a:lnTo>
                    <a:pt x="141243" y="511656"/>
                  </a:lnTo>
                  <a:lnTo>
                    <a:pt x="151950" y="512733"/>
                  </a:lnTo>
                  <a:lnTo>
                    <a:pt x="162753" y="513637"/>
                  </a:lnTo>
                  <a:lnTo>
                    <a:pt x="173634" y="514365"/>
                  </a:lnTo>
                  <a:lnTo>
                    <a:pt x="184571" y="514912"/>
                  </a:lnTo>
                  <a:lnTo>
                    <a:pt x="195545" y="515276"/>
                  </a:lnTo>
                  <a:lnTo>
                    <a:pt x="206537" y="515451"/>
                  </a:lnTo>
                  <a:lnTo>
                    <a:pt x="217526" y="515436"/>
                  </a:lnTo>
                  <a:lnTo>
                    <a:pt x="228493" y="515225"/>
                  </a:lnTo>
                  <a:lnTo>
                    <a:pt x="239418" y="514815"/>
                  </a:lnTo>
                  <a:lnTo>
                    <a:pt x="250282" y="514203"/>
                  </a:lnTo>
                  <a:lnTo>
                    <a:pt x="261064" y="513384"/>
                  </a:lnTo>
                  <a:lnTo>
                    <a:pt x="271745" y="512355"/>
                  </a:lnTo>
                  <a:lnTo>
                    <a:pt x="282305" y="511112"/>
                  </a:lnTo>
                  <a:lnTo>
                    <a:pt x="292724" y="509652"/>
                  </a:lnTo>
                  <a:lnTo>
                    <a:pt x="302983" y="507970"/>
                  </a:lnTo>
                  <a:lnTo>
                    <a:pt x="313061" y="506063"/>
                  </a:lnTo>
                  <a:lnTo>
                    <a:pt x="322939" y="503927"/>
                  </a:lnTo>
                  <a:lnTo>
                    <a:pt x="332598" y="501558"/>
                  </a:lnTo>
                  <a:lnTo>
                    <a:pt x="342017" y="498953"/>
                  </a:lnTo>
                  <a:lnTo>
                    <a:pt x="351176" y="496108"/>
                  </a:lnTo>
                  <a:lnTo>
                    <a:pt x="360056" y="493019"/>
                  </a:lnTo>
                  <a:lnTo>
                    <a:pt x="368638" y="489682"/>
                  </a:lnTo>
                  <a:lnTo>
                    <a:pt x="376901" y="486094"/>
                  </a:lnTo>
                  <a:lnTo>
                    <a:pt x="384825" y="482251"/>
                  </a:lnTo>
                  <a:lnTo>
                    <a:pt x="392391" y="478149"/>
                  </a:lnTo>
                  <a:lnTo>
                    <a:pt x="399579" y="473785"/>
                  </a:lnTo>
                  <a:lnTo>
                    <a:pt x="406369" y="469154"/>
                  </a:lnTo>
                  <a:lnTo>
                    <a:pt x="406770" y="468850"/>
                  </a:lnTo>
                  <a:lnTo>
                    <a:pt x="407173" y="468525"/>
                  </a:lnTo>
                  <a:lnTo>
                    <a:pt x="407577" y="468183"/>
                  </a:lnTo>
                  <a:lnTo>
                    <a:pt x="407983" y="467824"/>
                  </a:lnTo>
                  <a:lnTo>
                    <a:pt x="408388" y="467452"/>
                  </a:lnTo>
                  <a:lnTo>
                    <a:pt x="408793" y="467069"/>
                  </a:lnTo>
                  <a:lnTo>
                    <a:pt x="409196" y="466678"/>
                  </a:lnTo>
                  <a:lnTo>
                    <a:pt x="409596" y="466281"/>
                  </a:lnTo>
                  <a:lnTo>
                    <a:pt x="410695" y="465250"/>
                  </a:lnTo>
                  <a:lnTo>
                    <a:pt x="411812" y="464247"/>
                  </a:lnTo>
                  <a:lnTo>
                    <a:pt x="412951" y="463317"/>
                  </a:lnTo>
                  <a:lnTo>
                    <a:pt x="414115" y="462505"/>
                  </a:lnTo>
                  <a:lnTo>
                    <a:pt x="415309" y="461856"/>
                  </a:lnTo>
                  <a:lnTo>
                    <a:pt x="416535" y="461414"/>
                  </a:lnTo>
                  <a:lnTo>
                    <a:pt x="417798" y="461226"/>
                  </a:lnTo>
                  <a:lnTo>
                    <a:pt x="419100" y="461334"/>
                  </a:lnTo>
                  <a:lnTo>
                    <a:pt x="415509" y="470200"/>
                  </a:lnTo>
                  <a:lnTo>
                    <a:pt x="410996" y="478159"/>
                  </a:lnTo>
                  <a:lnTo>
                    <a:pt x="405627" y="485271"/>
                  </a:lnTo>
                  <a:lnTo>
                    <a:pt x="399465" y="491597"/>
                  </a:lnTo>
                  <a:lnTo>
                    <a:pt x="392578" y="497196"/>
                  </a:lnTo>
                  <a:lnTo>
                    <a:pt x="385029" y="502128"/>
                  </a:lnTo>
                  <a:lnTo>
                    <a:pt x="376884" y="506452"/>
                  </a:lnTo>
                  <a:lnTo>
                    <a:pt x="368209" y="510229"/>
                  </a:lnTo>
                  <a:lnTo>
                    <a:pt x="359067" y="513518"/>
                  </a:lnTo>
                  <a:lnTo>
                    <a:pt x="349524" y="516380"/>
                  </a:lnTo>
                  <a:lnTo>
                    <a:pt x="339646" y="518873"/>
                  </a:lnTo>
                  <a:lnTo>
                    <a:pt x="329498" y="521058"/>
                  </a:lnTo>
                  <a:lnTo>
                    <a:pt x="319144" y="522995"/>
                  </a:lnTo>
                  <a:lnTo>
                    <a:pt x="308650" y="524743"/>
                  </a:lnTo>
                  <a:lnTo>
                    <a:pt x="298082" y="526363"/>
                  </a:lnTo>
                  <a:lnTo>
                    <a:pt x="287503" y="527913"/>
                  </a:lnTo>
                  <a:lnTo>
                    <a:pt x="284924" y="528297"/>
                  </a:lnTo>
                  <a:lnTo>
                    <a:pt x="282348" y="528679"/>
                  </a:lnTo>
                  <a:lnTo>
                    <a:pt x="279775" y="529061"/>
                  </a:lnTo>
                  <a:lnTo>
                    <a:pt x="277206" y="529442"/>
                  </a:lnTo>
                  <a:lnTo>
                    <a:pt x="274642" y="529826"/>
                  </a:lnTo>
                  <a:lnTo>
                    <a:pt x="272084" y="530212"/>
                  </a:lnTo>
                  <a:lnTo>
                    <a:pt x="269532" y="530602"/>
                  </a:lnTo>
                  <a:lnTo>
                    <a:pt x="266989" y="530998"/>
                  </a:lnTo>
                  <a:lnTo>
                    <a:pt x="264500" y="530682"/>
                  </a:lnTo>
                  <a:lnTo>
                    <a:pt x="257938" y="530445"/>
                  </a:lnTo>
                  <a:lnTo>
                    <a:pt x="248660" y="530275"/>
                  </a:lnTo>
                  <a:lnTo>
                    <a:pt x="238025" y="530161"/>
                  </a:lnTo>
                  <a:lnTo>
                    <a:pt x="227391" y="530091"/>
                  </a:lnTo>
                  <a:lnTo>
                    <a:pt x="218113" y="530056"/>
                  </a:lnTo>
                  <a:lnTo>
                    <a:pt x="211551" y="530043"/>
                  </a:lnTo>
                  <a:lnTo>
                    <a:pt x="209062" y="530041"/>
                  </a:lnTo>
                  <a:close/>
                  <a:moveTo>
                    <a:pt x="398497" y="303301"/>
                  </a:moveTo>
                  <a:lnTo>
                    <a:pt x="397333" y="293890"/>
                  </a:lnTo>
                  <a:lnTo>
                    <a:pt x="394474" y="285792"/>
                  </a:lnTo>
                  <a:lnTo>
                    <a:pt x="390147" y="279011"/>
                  </a:lnTo>
                  <a:lnTo>
                    <a:pt x="384582" y="273550"/>
                  </a:lnTo>
                  <a:lnTo>
                    <a:pt x="378007" y="269412"/>
                  </a:lnTo>
                  <a:lnTo>
                    <a:pt x="370651" y="266601"/>
                  </a:lnTo>
                  <a:lnTo>
                    <a:pt x="362742" y="265120"/>
                  </a:lnTo>
                  <a:lnTo>
                    <a:pt x="354509" y="264972"/>
                  </a:lnTo>
                  <a:lnTo>
                    <a:pt x="346181" y="266162"/>
                  </a:lnTo>
                  <a:lnTo>
                    <a:pt x="337986" y="268692"/>
                  </a:lnTo>
                  <a:lnTo>
                    <a:pt x="330153" y="272566"/>
                  </a:lnTo>
                  <a:lnTo>
                    <a:pt x="322911" y="277787"/>
                  </a:lnTo>
                  <a:lnTo>
                    <a:pt x="330854" y="276616"/>
                  </a:lnTo>
                  <a:lnTo>
                    <a:pt x="338382" y="276712"/>
                  </a:lnTo>
                  <a:lnTo>
                    <a:pt x="345356" y="277957"/>
                  </a:lnTo>
                  <a:lnTo>
                    <a:pt x="351639" y="280238"/>
                  </a:lnTo>
                  <a:lnTo>
                    <a:pt x="357092" y="283437"/>
                  </a:lnTo>
                  <a:lnTo>
                    <a:pt x="361578" y="287441"/>
                  </a:lnTo>
                  <a:lnTo>
                    <a:pt x="364959" y="292132"/>
                  </a:lnTo>
                  <a:lnTo>
                    <a:pt x="367096" y="297397"/>
                  </a:lnTo>
                  <a:lnTo>
                    <a:pt x="367985" y="307537"/>
                  </a:lnTo>
                  <a:lnTo>
                    <a:pt x="366617" y="317099"/>
                  </a:lnTo>
                  <a:lnTo>
                    <a:pt x="363359" y="326087"/>
                  </a:lnTo>
                  <a:lnTo>
                    <a:pt x="358575" y="334504"/>
                  </a:lnTo>
                  <a:lnTo>
                    <a:pt x="352633" y="342356"/>
                  </a:lnTo>
                  <a:lnTo>
                    <a:pt x="345898" y="349647"/>
                  </a:lnTo>
                  <a:lnTo>
                    <a:pt x="338736" y="356381"/>
                  </a:lnTo>
                  <a:lnTo>
                    <a:pt x="331513" y="362562"/>
                  </a:lnTo>
                  <a:lnTo>
                    <a:pt x="324595" y="368195"/>
                  </a:lnTo>
                  <a:lnTo>
                    <a:pt x="322944" y="369532"/>
                  </a:lnTo>
                  <a:lnTo>
                    <a:pt x="321344" y="370830"/>
                  </a:lnTo>
                  <a:lnTo>
                    <a:pt x="319802" y="372091"/>
                  </a:lnTo>
                  <a:lnTo>
                    <a:pt x="318321" y="373315"/>
                  </a:lnTo>
                  <a:lnTo>
                    <a:pt x="316908" y="374505"/>
                  </a:lnTo>
                  <a:lnTo>
                    <a:pt x="315567" y="375660"/>
                  </a:lnTo>
                  <a:lnTo>
                    <a:pt x="314304" y="376784"/>
                  </a:lnTo>
                  <a:lnTo>
                    <a:pt x="313124" y="377876"/>
                  </a:lnTo>
                  <a:lnTo>
                    <a:pt x="321282" y="377084"/>
                  </a:lnTo>
                  <a:lnTo>
                    <a:pt x="329690" y="375550"/>
                  </a:lnTo>
                  <a:lnTo>
                    <a:pt x="338207" y="373286"/>
                  </a:lnTo>
                  <a:lnTo>
                    <a:pt x="346689" y="370303"/>
                  </a:lnTo>
                  <a:lnTo>
                    <a:pt x="354996" y="366611"/>
                  </a:lnTo>
                  <a:lnTo>
                    <a:pt x="362986" y="362221"/>
                  </a:lnTo>
                  <a:lnTo>
                    <a:pt x="370518" y="357145"/>
                  </a:lnTo>
                  <a:lnTo>
                    <a:pt x="377449" y="351392"/>
                  </a:lnTo>
                  <a:lnTo>
                    <a:pt x="383638" y="344975"/>
                  </a:lnTo>
                  <a:lnTo>
                    <a:pt x="388944" y="337905"/>
                  </a:lnTo>
                  <a:lnTo>
                    <a:pt x="393224" y="330191"/>
                  </a:lnTo>
                  <a:lnTo>
                    <a:pt x="396338" y="321845"/>
                  </a:lnTo>
                  <a:lnTo>
                    <a:pt x="398143" y="312878"/>
                  </a:lnTo>
                  <a:lnTo>
                    <a:pt x="398497" y="303301"/>
                  </a:lnTo>
                  <a:close/>
                </a:path>
              </a:pathLst>
            </a:custGeom>
            <a:solidFill>
              <a:srgbClr val="2365C4"/>
            </a:solidFill>
            <a:ln w="0">
              <a:noFill/>
            </a:ln>
          </p:spPr>
        </p:sp>
      </p:grpSp>
      <p:sp>
        <p:nvSpPr>
          <p:cNvPr id="299" name="299 Java"/>
          <p:cNvSpPr/>
          <p:nvPr/>
        </p:nvSpPr>
        <p:spPr>
          <a:xfrm>
            <a:off x="17762540" y="4937920"/>
            <a:ext cx="638175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Java</a:t>
            </a:r>
          </a:p>
        </p:txBody>
      </p:sp>
      <p:sp>
        <p:nvSpPr>
          <p:cNvPr id="300" name="300 (target)"/>
          <p:cNvSpPr/>
          <p:nvPr/>
        </p:nvSpPr>
        <p:spPr>
          <a:xfrm>
            <a:off x="17762540" y="5185570"/>
            <a:ext cx="63817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(target)</a:t>
            </a:r>
          </a:p>
        </p:txBody>
      </p:sp>
      <p:sp>
        <p:nvSpPr>
          <p:cNvPr id="301" name="301 rect"/>
          <p:cNvSpPr/>
          <p:nvPr/>
        </p:nvSpPr>
        <p:spPr>
          <a:xfrm>
            <a:off x="16914815" y="5709445"/>
            <a:ext cx="1571625" cy="19621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DE9"/>
            </a:solidFill>
          </a:ln>
        </p:spPr>
      </p:sp>
      <p:grpSp>
        <p:nvGrpSpPr>
          <p:cNvPr id="493" name="folder-301"/>
          <p:cNvGrpSpPr/>
          <p:nvPr/>
        </p:nvGrpSpPr>
        <p:grpSpPr>
          <a:xfrm>
            <a:off x="17010065" y="5902612"/>
            <a:ext cx="190500" cy="123063"/>
            <a:chOff x="14173200" y="3184017"/>
            <a:chExt cx="190500" cy="123063"/>
          </a:xfrm>
        </p:grpSpPr>
        <p:sp>
          <p:nvSpPr>
            <p:cNvPr id="302" name="302 folder"/>
            <p:cNvSpPr/>
            <p:nvPr/>
          </p:nvSpPr>
          <p:spPr>
            <a:xfrm>
              <a:off x="14173200" y="3184017"/>
              <a:ext cx="190500" cy="123063"/>
            </a:xfrm>
            <a:custGeom>
              <a:avLst/>
              <a:gdLst/>
              <a:ahLst/>
              <a:cxnLst/>
              <a:rect l="0" t="0" r="0" b="0"/>
              <a:pathLst>
                <a:path w="190500" h="123063">
                  <a:moveTo>
                    <a:pt x="0" y="0"/>
                  </a:moveTo>
                  <a:lnTo>
                    <a:pt x="76200" y="0"/>
                  </a:lnTo>
                  <a:lnTo>
                    <a:pt x="99060" y="20269"/>
                  </a:lnTo>
                  <a:lnTo>
                    <a:pt x="190500" y="20269"/>
                  </a:lnTo>
                  <a:lnTo>
                    <a:pt x="190500" y="123063"/>
                  </a:lnTo>
                  <a:lnTo>
                    <a:pt x="0" y="123063"/>
                  </a:lnTo>
                  <a:close/>
                </a:path>
              </a:pathLst>
            </a:custGeom>
            <a:solidFill>
              <a:srgbClr val="B5E4FF"/>
            </a:solidFill>
            <a:ln w="15240">
              <a:solidFill>
                <a:srgbClr val="003496"/>
              </a:solidFill>
            </a:ln>
          </p:spPr>
        </p:sp>
        <p:sp>
          <p:nvSpPr>
            <p:cNvPr id="303" name="303 path"/>
            <p:cNvSpPr/>
            <p:nvPr/>
          </p:nvSpPr>
          <p:spPr>
            <a:xfrm>
              <a:off x="14182725" y="3215869"/>
              <a:ext cx="171450" cy="95"/>
            </a:xfrm>
            <a:custGeom>
              <a:avLst/>
              <a:gdLst/>
              <a:ahLst/>
              <a:cxnLst/>
              <a:rect l="0" t="0" r="0" b="0"/>
              <a:pathLst>
                <a:path w="171450" h="9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9525">
              <a:solidFill>
                <a:srgbClr val="56B3EC"/>
              </a:solidFill>
            </a:ln>
          </p:spPr>
        </p:sp>
      </p:grpSp>
      <p:sp>
        <p:nvSpPr>
          <p:cNvPr id="304" name="304 my_project/"/>
          <p:cNvSpPr/>
          <p:nvPr/>
        </p:nvSpPr>
        <p:spPr>
          <a:xfrm>
            <a:off x="17295815" y="5833270"/>
            <a:ext cx="114300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my_project/</a:t>
            </a:r>
          </a:p>
        </p:txBody>
      </p:sp>
      <p:sp>
        <p:nvSpPr>
          <p:cNvPr id="305" name="305 path"/>
          <p:cNvSpPr/>
          <p:nvPr/>
        </p:nvSpPr>
        <p:spPr>
          <a:xfrm>
            <a:off x="17095790" y="6147595"/>
            <a:ext cx="95" cy="1352550"/>
          </a:xfrm>
          <a:custGeom>
            <a:avLst/>
            <a:gdLst/>
            <a:ahLst/>
            <a:cxnLst/>
            <a:rect l="0" t="0" r="0" b="0"/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11430">
            <a:solidFill>
              <a:srgbClr val="587394"/>
            </a:solidFill>
          </a:ln>
        </p:spPr>
      </p:sp>
      <p:sp>
        <p:nvSpPr>
          <p:cNvPr id="306" name="306 path"/>
          <p:cNvSpPr/>
          <p:nvPr/>
        </p:nvSpPr>
        <p:spPr>
          <a:xfrm>
            <a:off x="17095790" y="6376195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1430">
            <a:solidFill>
              <a:srgbClr val="587394"/>
            </a:solidFill>
          </a:ln>
        </p:spPr>
      </p:sp>
      <p:grpSp>
        <p:nvGrpSpPr>
          <p:cNvPr id="494" name="icon-document-306"/>
          <p:cNvGrpSpPr/>
          <p:nvPr/>
        </p:nvGrpSpPr>
        <p:grpSpPr>
          <a:xfrm>
            <a:off x="17282480" y="6266181"/>
            <a:ext cx="142399" cy="248603"/>
            <a:chOff x="14445615" y="3547586"/>
            <a:chExt cx="142399" cy="248603"/>
          </a:xfrm>
        </p:grpSpPr>
        <p:sp>
          <p:nvSpPr>
            <p:cNvPr id="307" name="307 path"/>
            <p:cNvSpPr/>
            <p:nvPr/>
          </p:nvSpPr>
          <p:spPr>
            <a:xfrm>
              <a:off x="14445615" y="3547586"/>
              <a:ext cx="142399" cy="248603"/>
            </a:xfrm>
            <a:custGeom>
              <a:avLst/>
              <a:gdLst/>
              <a:ahLst/>
              <a:cxnLst/>
              <a:rect l="0" t="0" r="0" b="0"/>
              <a:pathLst>
                <a:path w="142399" h="248603">
                  <a:moveTo>
                    <a:pt x="0" y="0"/>
                  </a:moveTo>
                  <a:lnTo>
                    <a:pt x="93107" y="0"/>
                  </a:lnTo>
                  <a:lnTo>
                    <a:pt x="142399" y="62151"/>
                  </a:lnTo>
                  <a:lnTo>
                    <a:pt x="142399" y="248603"/>
                  </a:lnTo>
                  <a:lnTo>
                    <a:pt x="0" y="248603"/>
                  </a:lnTo>
                  <a:close/>
                </a:path>
              </a:pathLst>
            </a:custGeom>
            <a:solidFill>
              <a:srgbClr val="F9FCFF"/>
            </a:solidFill>
            <a:ln w="10954">
              <a:solidFill>
                <a:srgbClr val="003496"/>
              </a:solidFill>
            </a:ln>
          </p:spPr>
        </p:sp>
        <p:sp>
          <p:nvSpPr>
            <p:cNvPr id="308" name="308 path"/>
            <p:cNvSpPr/>
            <p:nvPr/>
          </p:nvSpPr>
          <p:spPr>
            <a:xfrm>
              <a:off x="14538722" y="3547586"/>
              <a:ext cx="49292" cy="69056"/>
            </a:xfrm>
            <a:custGeom>
              <a:avLst/>
              <a:gdLst/>
              <a:ahLst/>
              <a:cxnLst/>
              <a:rect l="0" t="0" r="0" b="0"/>
              <a:pathLst>
                <a:path w="49292" h="69056">
                  <a:moveTo>
                    <a:pt x="0" y="0"/>
                  </a:moveTo>
                  <a:lnTo>
                    <a:pt x="0" y="69056"/>
                  </a:lnTo>
                  <a:lnTo>
                    <a:pt x="49292" y="69056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09" name="309 path"/>
            <p:cNvSpPr/>
            <p:nvPr/>
          </p:nvSpPr>
          <p:spPr>
            <a:xfrm>
              <a:off x="14472999" y="3658076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10" name="310 path"/>
            <p:cNvSpPr/>
            <p:nvPr/>
          </p:nvSpPr>
          <p:spPr>
            <a:xfrm>
              <a:off x="14472999" y="3692604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11" name="311 path"/>
            <p:cNvSpPr/>
            <p:nvPr/>
          </p:nvSpPr>
          <p:spPr>
            <a:xfrm>
              <a:off x="14472999" y="3727133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12" name="312 path"/>
            <p:cNvSpPr/>
            <p:nvPr/>
          </p:nvSpPr>
          <p:spPr>
            <a:xfrm>
              <a:off x="14472999" y="3761661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</p:grpSp>
      <p:sp>
        <p:nvSpPr>
          <p:cNvPr id="313" name="313 rect"/>
          <p:cNvSpPr/>
          <p:nvPr/>
        </p:nvSpPr>
        <p:spPr>
          <a:xfrm>
            <a:off x="17495840" y="6223795"/>
            <a:ext cx="904875" cy="323850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0">
            <a:noFill/>
          </a:ln>
        </p:spPr>
      </p:sp>
      <p:sp>
        <p:nvSpPr>
          <p:cNvPr id="314" name="314 Main.java"/>
          <p:cNvSpPr/>
          <p:nvPr/>
        </p:nvSpPr>
        <p:spPr>
          <a:xfrm>
            <a:off x="17562515" y="6271420"/>
            <a:ext cx="819150" cy="230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6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6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Main.java</a:t>
            </a:r>
          </a:p>
        </p:txBody>
      </p:sp>
      <p:sp>
        <p:nvSpPr>
          <p:cNvPr id="315" name="315 path"/>
          <p:cNvSpPr/>
          <p:nvPr/>
        </p:nvSpPr>
        <p:spPr>
          <a:xfrm>
            <a:off x="17095790" y="6738145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1430">
            <a:solidFill>
              <a:srgbClr val="587394"/>
            </a:solidFill>
          </a:ln>
        </p:spPr>
      </p:sp>
      <p:grpSp>
        <p:nvGrpSpPr>
          <p:cNvPr id="495" name="icon-document-315"/>
          <p:cNvGrpSpPr/>
          <p:nvPr/>
        </p:nvGrpSpPr>
        <p:grpSpPr>
          <a:xfrm>
            <a:off x="17282480" y="6628131"/>
            <a:ext cx="142399" cy="248603"/>
            <a:chOff x="14445615" y="3909536"/>
            <a:chExt cx="142399" cy="248603"/>
          </a:xfrm>
        </p:grpSpPr>
        <p:sp>
          <p:nvSpPr>
            <p:cNvPr id="316" name="316 path"/>
            <p:cNvSpPr/>
            <p:nvPr/>
          </p:nvSpPr>
          <p:spPr>
            <a:xfrm>
              <a:off x="14445615" y="3909536"/>
              <a:ext cx="142399" cy="248603"/>
            </a:xfrm>
            <a:custGeom>
              <a:avLst/>
              <a:gdLst/>
              <a:ahLst/>
              <a:cxnLst/>
              <a:rect l="0" t="0" r="0" b="0"/>
              <a:pathLst>
                <a:path w="142399" h="248603">
                  <a:moveTo>
                    <a:pt x="0" y="0"/>
                  </a:moveTo>
                  <a:lnTo>
                    <a:pt x="93107" y="0"/>
                  </a:lnTo>
                  <a:lnTo>
                    <a:pt x="142399" y="62151"/>
                  </a:lnTo>
                  <a:lnTo>
                    <a:pt x="142399" y="248603"/>
                  </a:lnTo>
                  <a:lnTo>
                    <a:pt x="0" y="248603"/>
                  </a:lnTo>
                  <a:close/>
                </a:path>
              </a:pathLst>
            </a:custGeom>
            <a:solidFill>
              <a:srgbClr val="F9FCFF"/>
            </a:solidFill>
            <a:ln w="10954">
              <a:solidFill>
                <a:srgbClr val="003496"/>
              </a:solidFill>
            </a:ln>
          </p:spPr>
        </p:sp>
        <p:sp>
          <p:nvSpPr>
            <p:cNvPr id="317" name="317 path"/>
            <p:cNvSpPr/>
            <p:nvPr/>
          </p:nvSpPr>
          <p:spPr>
            <a:xfrm>
              <a:off x="14538722" y="3909536"/>
              <a:ext cx="49292" cy="69056"/>
            </a:xfrm>
            <a:custGeom>
              <a:avLst/>
              <a:gdLst/>
              <a:ahLst/>
              <a:cxnLst/>
              <a:rect l="0" t="0" r="0" b="0"/>
              <a:pathLst>
                <a:path w="49292" h="69056">
                  <a:moveTo>
                    <a:pt x="0" y="0"/>
                  </a:moveTo>
                  <a:lnTo>
                    <a:pt x="0" y="69056"/>
                  </a:lnTo>
                  <a:lnTo>
                    <a:pt x="49292" y="69056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18" name="318 path"/>
            <p:cNvSpPr/>
            <p:nvPr/>
          </p:nvSpPr>
          <p:spPr>
            <a:xfrm>
              <a:off x="14472999" y="4020026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19" name="319 path"/>
            <p:cNvSpPr/>
            <p:nvPr/>
          </p:nvSpPr>
          <p:spPr>
            <a:xfrm>
              <a:off x="14472999" y="4054554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20" name="320 path"/>
            <p:cNvSpPr/>
            <p:nvPr/>
          </p:nvSpPr>
          <p:spPr>
            <a:xfrm>
              <a:off x="14472999" y="4089083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21" name="321 path"/>
            <p:cNvSpPr/>
            <p:nvPr/>
          </p:nvSpPr>
          <p:spPr>
            <a:xfrm>
              <a:off x="14472999" y="4123611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</p:grpSp>
      <p:sp>
        <p:nvSpPr>
          <p:cNvPr id="322" name="322 rect"/>
          <p:cNvSpPr/>
          <p:nvPr/>
        </p:nvSpPr>
        <p:spPr>
          <a:xfrm>
            <a:off x="17495840" y="6585745"/>
            <a:ext cx="904875" cy="323850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0">
            <a:noFill/>
          </a:ln>
        </p:spPr>
      </p:sp>
      <p:sp>
        <p:nvSpPr>
          <p:cNvPr id="323" name="323 Model.java"/>
          <p:cNvSpPr/>
          <p:nvPr/>
        </p:nvSpPr>
        <p:spPr>
          <a:xfrm>
            <a:off x="17562515" y="6633370"/>
            <a:ext cx="819150" cy="217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8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Model.java</a:t>
            </a:r>
          </a:p>
        </p:txBody>
      </p:sp>
      <p:sp>
        <p:nvSpPr>
          <p:cNvPr id="324" name="324 path"/>
          <p:cNvSpPr/>
          <p:nvPr/>
        </p:nvSpPr>
        <p:spPr>
          <a:xfrm>
            <a:off x="17095790" y="7100095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1430">
            <a:solidFill>
              <a:srgbClr val="587394"/>
            </a:solidFill>
          </a:ln>
        </p:spPr>
      </p:sp>
      <p:grpSp>
        <p:nvGrpSpPr>
          <p:cNvPr id="496" name="icon-document-324"/>
          <p:cNvGrpSpPr/>
          <p:nvPr/>
        </p:nvGrpSpPr>
        <p:grpSpPr>
          <a:xfrm>
            <a:off x="17282480" y="6990081"/>
            <a:ext cx="142399" cy="248603"/>
            <a:chOff x="14445615" y="4271486"/>
            <a:chExt cx="142399" cy="248603"/>
          </a:xfrm>
        </p:grpSpPr>
        <p:sp>
          <p:nvSpPr>
            <p:cNvPr id="325" name="325 path"/>
            <p:cNvSpPr/>
            <p:nvPr/>
          </p:nvSpPr>
          <p:spPr>
            <a:xfrm>
              <a:off x="14445615" y="4271486"/>
              <a:ext cx="142399" cy="248603"/>
            </a:xfrm>
            <a:custGeom>
              <a:avLst/>
              <a:gdLst/>
              <a:ahLst/>
              <a:cxnLst/>
              <a:rect l="0" t="0" r="0" b="0"/>
              <a:pathLst>
                <a:path w="142399" h="248603">
                  <a:moveTo>
                    <a:pt x="0" y="0"/>
                  </a:moveTo>
                  <a:lnTo>
                    <a:pt x="93107" y="0"/>
                  </a:lnTo>
                  <a:lnTo>
                    <a:pt x="142399" y="62151"/>
                  </a:lnTo>
                  <a:lnTo>
                    <a:pt x="142399" y="248603"/>
                  </a:lnTo>
                  <a:lnTo>
                    <a:pt x="0" y="248603"/>
                  </a:lnTo>
                  <a:close/>
                </a:path>
              </a:pathLst>
            </a:custGeom>
            <a:solidFill>
              <a:srgbClr val="F9FCFF"/>
            </a:solidFill>
            <a:ln w="10954">
              <a:solidFill>
                <a:srgbClr val="003496"/>
              </a:solidFill>
            </a:ln>
          </p:spPr>
        </p:sp>
        <p:sp>
          <p:nvSpPr>
            <p:cNvPr id="326" name="326 path"/>
            <p:cNvSpPr/>
            <p:nvPr/>
          </p:nvSpPr>
          <p:spPr>
            <a:xfrm>
              <a:off x="14538722" y="4271486"/>
              <a:ext cx="49292" cy="69056"/>
            </a:xfrm>
            <a:custGeom>
              <a:avLst/>
              <a:gdLst/>
              <a:ahLst/>
              <a:cxnLst/>
              <a:rect l="0" t="0" r="0" b="0"/>
              <a:pathLst>
                <a:path w="49292" h="69056">
                  <a:moveTo>
                    <a:pt x="0" y="0"/>
                  </a:moveTo>
                  <a:lnTo>
                    <a:pt x="0" y="69056"/>
                  </a:lnTo>
                  <a:lnTo>
                    <a:pt x="49292" y="69056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27" name="327 path"/>
            <p:cNvSpPr/>
            <p:nvPr/>
          </p:nvSpPr>
          <p:spPr>
            <a:xfrm>
              <a:off x="14472999" y="4381976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28" name="328 path"/>
            <p:cNvSpPr/>
            <p:nvPr/>
          </p:nvSpPr>
          <p:spPr>
            <a:xfrm>
              <a:off x="14472999" y="4416504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29" name="329 path"/>
            <p:cNvSpPr/>
            <p:nvPr/>
          </p:nvSpPr>
          <p:spPr>
            <a:xfrm>
              <a:off x="14472999" y="4451033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  <p:sp>
          <p:nvSpPr>
            <p:cNvPr id="330" name="330 path"/>
            <p:cNvSpPr/>
            <p:nvPr/>
          </p:nvSpPr>
          <p:spPr>
            <a:xfrm>
              <a:off x="14472999" y="4485561"/>
              <a:ext cx="76676" cy="95"/>
            </a:xfrm>
            <a:custGeom>
              <a:avLst/>
              <a:gdLst/>
              <a:ahLst/>
              <a:cxnLst/>
              <a:rect l="0" t="0" r="0" b="0"/>
              <a:pathLst>
                <a:path w="76676" h="95">
                  <a:moveTo>
                    <a:pt x="0" y="0"/>
                  </a:moveTo>
                  <a:lnTo>
                    <a:pt x="76676" y="0"/>
                  </a:lnTo>
                </a:path>
              </a:pathLst>
            </a:custGeom>
            <a:noFill/>
            <a:ln w="8215">
              <a:solidFill>
                <a:srgbClr val="003496"/>
              </a:solidFill>
            </a:ln>
          </p:spPr>
        </p:sp>
      </p:grpSp>
      <p:sp>
        <p:nvSpPr>
          <p:cNvPr id="331" name="331 rect"/>
          <p:cNvSpPr/>
          <p:nvPr/>
        </p:nvSpPr>
        <p:spPr>
          <a:xfrm>
            <a:off x="17495840" y="6947695"/>
            <a:ext cx="904875" cy="323850"/>
          </a:xfrm>
          <a:prstGeom prst="roundRect">
            <a:avLst>
              <a:gd name="adj" fmla="val 17647"/>
            </a:avLst>
          </a:prstGeom>
          <a:solidFill>
            <a:srgbClr val="F3F5F8"/>
          </a:solidFill>
          <a:ln w="0">
            <a:noFill/>
          </a:ln>
        </p:spPr>
      </p:sp>
      <p:sp>
        <p:nvSpPr>
          <p:cNvPr id="332" name="332 Data.java"/>
          <p:cNvSpPr/>
          <p:nvPr/>
        </p:nvSpPr>
        <p:spPr>
          <a:xfrm>
            <a:off x="17562515" y="6995320"/>
            <a:ext cx="819150" cy="2303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6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6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Data.java</a:t>
            </a:r>
          </a:p>
        </p:txBody>
      </p:sp>
      <p:sp>
        <p:nvSpPr>
          <p:cNvPr id="333" name="333 path"/>
          <p:cNvSpPr/>
          <p:nvPr/>
        </p:nvSpPr>
        <p:spPr>
          <a:xfrm>
            <a:off x="17095790" y="7404895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11430">
            <a:solidFill>
              <a:srgbClr val="587394"/>
            </a:solidFill>
          </a:ln>
        </p:spPr>
      </p:sp>
      <p:sp>
        <p:nvSpPr>
          <p:cNvPr id="334" name="334 …  …"/>
          <p:cNvSpPr/>
          <p:nvPr/>
        </p:nvSpPr>
        <p:spPr>
          <a:xfrm>
            <a:off x="17267240" y="7281070"/>
            <a:ext cx="1152525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  …</a:t>
            </a:r>
          </a:p>
        </p:txBody>
      </p:sp>
      <p:sp>
        <p:nvSpPr>
          <p:cNvPr id="335" name="335 rect"/>
          <p:cNvSpPr/>
          <p:nvPr/>
        </p:nvSpPr>
        <p:spPr>
          <a:xfrm>
            <a:off x="3084512" y="9014619"/>
            <a:ext cx="15506700" cy="2476500"/>
          </a:xfrm>
          <a:prstGeom prst="roundRect">
            <a:avLst>
              <a:gd name="adj" fmla="val 5385"/>
            </a:avLst>
          </a:prstGeom>
          <a:gradFill>
            <a:gsLst>
              <a:gs pos="0">
                <a:srgbClr val="EEE9FF"/>
              </a:gs>
              <a:gs pos="100000">
                <a:srgbClr val="F6F3FF"/>
              </a:gs>
            </a:gsLst>
            <a:lin ang="5400000"/>
          </a:gradFill>
          <a:ln w="14288">
            <a:solidFill>
              <a:srgbClr val="947AFF"/>
            </a:solidFill>
          </a:ln>
        </p:spPr>
      </p:sp>
      <p:grpSp>
        <p:nvGrpSpPr>
          <p:cNvPr id="498" name="database-335"/>
          <p:cNvGrpSpPr/>
          <p:nvPr/>
        </p:nvGrpSpPr>
        <p:grpSpPr>
          <a:xfrm>
            <a:off x="3246437" y="9128919"/>
            <a:ext cx="266795" cy="285751"/>
            <a:chOff x="409575" y="6410325"/>
            <a:chExt cx="266795" cy="285751"/>
          </a:xfrm>
        </p:grpSpPr>
        <p:sp>
          <p:nvSpPr>
            <p:cNvPr id="336" name="336 rect"/>
            <p:cNvSpPr/>
            <p:nvPr/>
          </p:nvSpPr>
          <p:spPr>
            <a:xfrm>
              <a:off x="409575" y="6447473"/>
              <a:ext cx="266700" cy="208598"/>
            </a:xfrm>
            <a:prstGeom prst="rect">
              <a:avLst/>
            </a:prstGeom>
            <a:gradFill>
              <a:gsLst>
                <a:gs pos="0">
                  <a:srgbClr val="B4A0EB"/>
                </a:gs>
                <a:gs pos="100000">
                  <a:srgbClr val="7551CB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337" name="337 ellipse"/>
            <p:cNvSpPr/>
            <p:nvPr/>
          </p:nvSpPr>
          <p:spPr>
            <a:xfrm>
              <a:off x="409575" y="6618923"/>
              <a:ext cx="266700" cy="77153"/>
            </a:xfrm>
            <a:prstGeom prst="ellipse">
              <a:avLst/>
            </a:prstGeom>
            <a:solidFill>
              <a:srgbClr val="7958CA"/>
            </a:solidFill>
            <a:ln w="13335">
              <a:solidFill>
                <a:srgbClr val="6944BD"/>
              </a:solidFill>
            </a:ln>
          </p:spPr>
        </p:sp>
        <p:sp>
          <p:nvSpPr>
            <p:cNvPr id="338" name="338 path"/>
            <p:cNvSpPr/>
            <p:nvPr/>
          </p:nvSpPr>
          <p:spPr>
            <a:xfrm>
              <a:off x="409575" y="6518910"/>
              <a:ext cx="266700" cy="42862"/>
            </a:xfrm>
            <a:custGeom>
              <a:avLst/>
              <a:gdLst/>
              <a:ahLst/>
              <a:cxnLst/>
              <a:rect l="0" t="0" r="0" b="0"/>
              <a:pathLst>
                <a:path w="266700" h="42862">
                  <a:moveTo>
                    <a:pt x="0" y="0"/>
                  </a:moveTo>
                  <a:lnTo>
                    <a:pt x="4238" y="5525"/>
                  </a:lnTo>
                  <a:lnTo>
                    <a:pt x="9438" y="10668"/>
                  </a:lnTo>
                  <a:lnTo>
                    <a:pt x="15533" y="15431"/>
                  </a:lnTo>
                  <a:lnTo>
                    <a:pt x="22452" y="19812"/>
                  </a:lnTo>
                  <a:lnTo>
                    <a:pt x="30127" y="23813"/>
                  </a:lnTo>
                  <a:lnTo>
                    <a:pt x="38490" y="27432"/>
                  </a:lnTo>
                  <a:lnTo>
                    <a:pt x="47472" y="30670"/>
                  </a:lnTo>
                  <a:lnTo>
                    <a:pt x="57003" y="33528"/>
                  </a:lnTo>
                  <a:lnTo>
                    <a:pt x="67016" y="36004"/>
                  </a:lnTo>
                  <a:lnTo>
                    <a:pt x="77442" y="38100"/>
                  </a:lnTo>
                  <a:lnTo>
                    <a:pt x="88211" y="39814"/>
                  </a:lnTo>
                  <a:lnTo>
                    <a:pt x="99255" y="41148"/>
                  </a:lnTo>
                  <a:lnTo>
                    <a:pt x="110505" y="42100"/>
                  </a:lnTo>
                  <a:lnTo>
                    <a:pt x="121893" y="42672"/>
                  </a:lnTo>
                  <a:lnTo>
                    <a:pt x="133350" y="42862"/>
                  </a:lnTo>
                  <a:lnTo>
                    <a:pt x="144807" y="42672"/>
                  </a:lnTo>
                  <a:lnTo>
                    <a:pt x="156195" y="42100"/>
                  </a:lnTo>
                  <a:lnTo>
                    <a:pt x="167445" y="41148"/>
                  </a:lnTo>
                  <a:lnTo>
                    <a:pt x="178489" y="39814"/>
                  </a:lnTo>
                  <a:lnTo>
                    <a:pt x="189258" y="38100"/>
                  </a:lnTo>
                  <a:lnTo>
                    <a:pt x="199684" y="36004"/>
                  </a:lnTo>
                  <a:lnTo>
                    <a:pt x="209697" y="33528"/>
                  </a:lnTo>
                  <a:lnTo>
                    <a:pt x="219228" y="30670"/>
                  </a:lnTo>
                  <a:lnTo>
                    <a:pt x="228210" y="27432"/>
                  </a:lnTo>
                  <a:lnTo>
                    <a:pt x="236573" y="23813"/>
                  </a:lnTo>
                  <a:lnTo>
                    <a:pt x="244248" y="19812"/>
                  </a:lnTo>
                  <a:lnTo>
                    <a:pt x="251167" y="15431"/>
                  </a:lnTo>
                  <a:lnTo>
                    <a:pt x="257262" y="10668"/>
                  </a:lnTo>
                  <a:lnTo>
                    <a:pt x="262462" y="5524"/>
                  </a:lnTo>
                  <a:lnTo>
                    <a:pt x="266700" y="0"/>
                  </a:lnTo>
                </a:path>
              </a:pathLst>
            </a:custGeom>
            <a:noFill/>
            <a:ln w="15240">
              <a:solidFill>
                <a:srgbClr val="FFFFFF"/>
              </a:solidFill>
            </a:ln>
          </p:spPr>
        </p:sp>
        <p:sp>
          <p:nvSpPr>
            <p:cNvPr id="339" name="339 path"/>
            <p:cNvSpPr/>
            <p:nvPr/>
          </p:nvSpPr>
          <p:spPr>
            <a:xfrm>
              <a:off x="409575" y="6593205"/>
              <a:ext cx="266700" cy="42863"/>
            </a:xfrm>
            <a:custGeom>
              <a:avLst/>
              <a:gdLst/>
              <a:ahLst/>
              <a:cxnLst/>
              <a:rect l="0" t="0" r="0" b="0"/>
              <a:pathLst>
                <a:path w="266700" h="42863">
                  <a:moveTo>
                    <a:pt x="0" y="0"/>
                  </a:moveTo>
                  <a:lnTo>
                    <a:pt x="4238" y="5525"/>
                  </a:lnTo>
                  <a:lnTo>
                    <a:pt x="9438" y="10668"/>
                  </a:lnTo>
                  <a:lnTo>
                    <a:pt x="15533" y="15431"/>
                  </a:lnTo>
                  <a:lnTo>
                    <a:pt x="22452" y="19812"/>
                  </a:lnTo>
                  <a:lnTo>
                    <a:pt x="30127" y="23813"/>
                  </a:lnTo>
                  <a:lnTo>
                    <a:pt x="38490" y="27432"/>
                  </a:lnTo>
                  <a:lnTo>
                    <a:pt x="47472" y="30670"/>
                  </a:lnTo>
                  <a:lnTo>
                    <a:pt x="57003" y="33528"/>
                  </a:lnTo>
                  <a:lnTo>
                    <a:pt x="67016" y="36004"/>
                  </a:lnTo>
                  <a:lnTo>
                    <a:pt x="77442" y="38100"/>
                  </a:lnTo>
                  <a:lnTo>
                    <a:pt x="88211" y="39814"/>
                  </a:lnTo>
                  <a:lnTo>
                    <a:pt x="99255" y="41148"/>
                  </a:lnTo>
                  <a:lnTo>
                    <a:pt x="110505" y="42100"/>
                  </a:lnTo>
                  <a:lnTo>
                    <a:pt x="121893" y="42672"/>
                  </a:lnTo>
                  <a:lnTo>
                    <a:pt x="133350" y="42863"/>
                  </a:lnTo>
                  <a:lnTo>
                    <a:pt x="144807" y="42672"/>
                  </a:lnTo>
                  <a:lnTo>
                    <a:pt x="156195" y="42100"/>
                  </a:lnTo>
                  <a:lnTo>
                    <a:pt x="167445" y="41148"/>
                  </a:lnTo>
                  <a:lnTo>
                    <a:pt x="178489" y="39815"/>
                  </a:lnTo>
                  <a:lnTo>
                    <a:pt x="189258" y="38100"/>
                  </a:lnTo>
                  <a:lnTo>
                    <a:pt x="199684" y="36004"/>
                  </a:lnTo>
                  <a:lnTo>
                    <a:pt x="209697" y="33528"/>
                  </a:lnTo>
                  <a:lnTo>
                    <a:pt x="219228" y="30671"/>
                  </a:lnTo>
                  <a:lnTo>
                    <a:pt x="228210" y="27432"/>
                  </a:lnTo>
                  <a:lnTo>
                    <a:pt x="236573" y="23813"/>
                  </a:lnTo>
                  <a:lnTo>
                    <a:pt x="244248" y="19812"/>
                  </a:lnTo>
                  <a:lnTo>
                    <a:pt x="251167" y="15431"/>
                  </a:lnTo>
                  <a:lnTo>
                    <a:pt x="257262" y="10668"/>
                  </a:lnTo>
                  <a:lnTo>
                    <a:pt x="262462" y="5525"/>
                  </a:lnTo>
                  <a:lnTo>
                    <a:pt x="266700" y="0"/>
                  </a:lnTo>
                </a:path>
              </a:pathLst>
            </a:custGeom>
            <a:noFill/>
            <a:ln w="15240">
              <a:solidFill>
                <a:srgbClr val="FFFFFF"/>
              </a:solidFill>
            </a:ln>
          </p:spPr>
        </p:sp>
        <p:sp>
          <p:nvSpPr>
            <p:cNvPr id="340" name="340 ellipse"/>
            <p:cNvSpPr/>
            <p:nvPr/>
          </p:nvSpPr>
          <p:spPr>
            <a:xfrm>
              <a:off x="409575" y="6410325"/>
              <a:ext cx="266700" cy="80010"/>
            </a:xfrm>
            <a:prstGeom prst="ellipse">
              <a:avLst/>
            </a:prstGeom>
            <a:solidFill>
              <a:srgbClr val="BBA9EF"/>
            </a:solidFill>
            <a:ln w="13335">
              <a:solidFill>
                <a:srgbClr val="8963D6"/>
              </a:solidFill>
            </a:ln>
          </p:spPr>
        </p:sp>
        <p:sp>
          <p:nvSpPr>
            <p:cNvPr id="341" name="341 path"/>
            <p:cNvSpPr/>
            <p:nvPr/>
          </p:nvSpPr>
          <p:spPr>
            <a:xfrm>
              <a:off x="409575" y="6450330"/>
              <a:ext cx="95" cy="202882"/>
            </a:xfrm>
            <a:custGeom>
              <a:avLst/>
              <a:gdLst/>
              <a:ahLst/>
              <a:cxnLst/>
              <a:rect l="0" t="0" r="0" b="0"/>
              <a:pathLst>
                <a:path w="95" h="202882">
                  <a:moveTo>
                    <a:pt x="0" y="0"/>
                  </a:moveTo>
                  <a:lnTo>
                    <a:pt x="0" y="202882"/>
                  </a:lnTo>
                </a:path>
              </a:pathLst>
            </a:custGeom>
            <a:noFill/>
            <a:ln w="11430">
              <a:solidFill>
                <a:srgbClr val="8963D6"/>
              </a:solidFill>
            </a:ln>
          </p:spPr>
        </p:sp>
        <p:sp>
          <p:nvSpPr>
            <p:cNvPr id="342" name="342 path"/>
            <p:cNvSpPr/>
            <p:nvPr/>
          </p:nvSpPr>
          <p:spPr>
            <a:xfrm>
              <a:off x="676275" y="6450330"/>
              <a:ext cx="95" cy="202882"/>
            </a:xfrm>
            <a:custGeom>
              <a:avLst/>
              <a:gdLst/>
              <a:ahLst/>
              <a:cxnLst/>
              <a:rect l="0" t="0" r="0" b="0"/>
              <a:pathLst>
                <a:path w="95" h="202882">
                  <a:moveTo>
                    <a:pt x="0" y="0"/>
                  </a:moveTo>
                  <a:lnTo>
                    <a:pt x="0" y="202882"/>
                  </a:lnTo>
                </a:path>
              </a:pathLst>
            </a:custGeom>
            <a:noFill/>
            <a:ln w="11430">
              <a:solidFill>
                <a:srgbClr val="8963D6"/>
              </a:solidFill>
            </a:ln>
          </p:spPr>
        </p:sp>
      </p:grpSp>
      <p:sp>
        <p:nvSpPr>
          <p:cNvPr id="343" name="343 Repository Context Management"/>
          <p:cNvSpPr/>
          <p:nvPr/>
        </p:nvSpPr>
        <p:spPr>
          <a:xfrm>
            <a:off x="3665537" y="9090819"/>
            <a:ext cx="8572500" cy="3425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10F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75" b="1">
                <a:solidFill>
                  <a:srgbClr val="110F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Repository Context Management</a:t>
            </a:r>
          </a:p>
        </p:txBody>
      </p:sp>
      <p:sp>
        <p:nvSpPr>
          <p:cNvPr id="344" name="344 rect"/>
          <p:cNvSpPr/>
          <p:nvPr/>
        </p:nvSpPr>
        <p:spPr>
          <a:xfrm>
            <a:off x="3227387" y="9538494"/>
            <a:ext cx="5086350" cy="1828800"/>
          </a:xfrm>
          <a:prstGeom prst="roundRect">
            <a:avLst>
              <a:gd name="adj" fmla="val 5208"/>
            </a:avLst>
          </a:prstGeom>
          <a:solidFill>
            <a:srgbClr val="FCFBFF"/>
          </a:solidFill>
          <a:ln w="10478">
            <a:solidFill>
              <a:srgbClr val="C7B9FF"/>
            </a:solidFill>
          </a:ln>
        </p:spPr>
      </p:sp>
      <p:sp>
        <p:nvSpPr>
          <p:cNvPr id="345" name="345 rect"/>
          <p:cNvSpPr/>
          <p:nvPr/>
        </p:nvSpPr>
        <p:spPr>
          <a:xfrm>
            <a:off x="8548052" y="9538494"/>
            <a:ext cx="4003675" cy="1828800"/>
          </a:xfrm>
          <a:prstGeom prst="roundRect">
            <a:avLst>
              <a:gd name="adj" fmla="val 5208"/>
            </a:avLst>
          </a:prstGeom>
          <a:solidFill>
            <a:srgbClr val="FCFBFF"/>
          </a:solidFill>
          <a:ln w="10478">
            <a:solidFill>
              <a:srgbClr val="C7B9FF"/>
            </a:solidFill>
          </a:ln>
        </p:spPr>
      </p:sp>
      <p:sp>
        <p:nvSpPr>
          <p:cNvPr id="346" name="346 rect"/>
          <p:cNvSpPr/>
          <p:nvPr/>
        </p:nvSpPr>
        <p:spPr>
          <a:xfrm>
            <a:off x="13076237" y="9538494"/>
            <a:ext cx="5391150" cy="1828800"/>
          </a:xfrm>
          <a:prstGeom prst="roundRect">
            <a:avLst>
              <a:gd name="adj" fmla="val 5208"/>
            </a:avLst>
          </a:prstGeom>
          <a:solidFill>
            <a:srgbClr val="FCFBFF"/>
          </a:solidFill>
          <a:ln w="10478">
            <a:solidFill>
              <a:srgbClr val="C7B9FF"/>
            </a:solidFill>
          </a:ln>
        </p:spPr>
      </p:sp>
      <p:sp>
        <p:nvSpPr>
          <p:cNvPr id="347" name="347 Repository Structural Analysis"/>
          <p:cNvSpPr/>
          <p:nvPr/>
        </p:nvSpPr>
        <p:spPr>
          <a:xfrm>
            <a:off x="3408362" y="9586119"/>
            <a:ext cx="474345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100C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00C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Repository Structural Analysis</a:t>
            </a:r>
          </a:p>
        </p:txBody>
      </p:sp>
      <p:sp>
        <p:nvSpPr>
          <p:cNvPr id="348" name="348 folder"/>
          <p:cNvSpPr/>
          <p:nvPr/>
        </p:nvSpPr>
        <p:spPr>
          <a:xfrm>
            <a:off x="3636962" y="9958089"/>
            <a:ext cx="171450" cy="110757"/>
          </a:xfrm>
          <a:custGeom>
            <a:avLst/>
            <a:gdLst/>
            <a:ahLst/>
            <a:cxnLst/>
            <a:rect l="0" t="0" r="0" b="0"/>
            <a:pathLst>
              <a:path w="171450" h="110757">
                <a:moveTo>
                  <a:pt x="0" y="0"/>
                </a:moveTo>
                <a:lnTo>
                  <a:pt x="68580" y="0"/>
                </a:lnTo>
                <a:lnTo>
                  <a:pt x="89154" y="18242"/>
                </a:lnTo>
                <a:lnTo>
                  <a:pt x="171450" y="18242"/>
                </a:lnTo>
                <a:lnTo>
                  <a:pt x="171450" y="110757"/>
                </a:lnTo>
                <a:lnTo>
                  <a:pt x="0" y="110757"/>
                </a:lnTo>
                <a:close/>
              </a:path>
            </a:pathLst>
          </a:custGeom>
          <a:solidFill>
            <a:srgbClr val="B5E4FF"/>
          </a:solidFill>
          <a:ln w="15240">
            <a:solidFill>
              <a:srgbClr val="003496"/>
            </a:solidFill>
          </a:ln>
        </p:spPr>
      </p:sp>
      <p:sp>
        <p:nvSpPr>
          <p:cNvPr id="349" name="349 path"/>
          <p:cNvSpPr/>
          <p:nvPr/>
        </p:nvSpPr>
        <p:spPr>
          <a:xfrm>
            <a:off x="3646487" y="9986756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9525">
            <a:solidFill>
              <a:srgbClr val="56B3EC"/>
            </a:solidFill>
          </a:ln>
        </p:spPr>
      </p:sp>
      <p:sp>
        <p:nvSpPr>
          <p:cNvPr id="350" name="350 src/"/>
          <p:cNvSpPr/>
          <p:nvPr/>
        </p:nvSpPr>
        <p:spPr>
          <a:xfrm>
            <a:off x="3894137" y="9890919"/>
            <a:ext cx="1562100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src/</a:t>
            </a:r>
          </a:p>
        </p:txBody>
      </p:sp>
      <p:sp>
        <p:nvSpPr>
          <p:cNvPr id="351" name="351 path"/>
          <p:cNvSpPr/>
          <p:nvPr/>
        </p:nvSpPr>
        <p:spPr>
          <a:xfrm>
            <a:off x="3722687" y="10148094"/>
            <a:ext cx="95" cy="1076325"/>
          </a:xfrm>
          <a:custGeom>
            <a:avLst/>
            <a:gdLst/>
            <a:ahLst/>
            <a:cxnLst/>
            <a:rect l="0" t="0" r="0" b="0"/>
            <a:pathLst>
              <a:path w="95" h="1076325">
                <a:moveTo>
                  <a:pt x="0" y="0"/>
                </a:moveTo>
                <a:lnTo>
                  <a:pt x="0" y="1076325"/>
                </a:lnTo>
              </a:path>
            </a:pathLst>
          </a:custGeom>
          <a:noFill/>
          <a:ln w="14288">
            <a:solidFill>
              <a:srgbClr val="587394"/>
            </a:solidFill>
          </a:ln>
        </p:spPr>
      </p:sp>
      <p:sp>
        <p:nvSpPr>
          <p:cNvPr id="352" name="352 path"/>
          <p:cNvSpPr/>
          <p:nvPr/>
        </p:nvSpPr>
        <p:spPr>
          <a:xfrm>
            <a:off x="3722687" y="10310019"/>
            <a:ext cx="133350" cy="95"/>
          </a:xfrm>
          <a:custGeom>
            <a:avLst/>
            <a:gdLst/>
            <a:ahLst/>
            <a:cxnLst/>
            <a:rect l="0" t="0" r="0" b="0"/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3335">
            <a:solidFill>
              <a:srgbClr val="587394"/>
            </a:solidFill>
          </a:ln>
        </p:spPr>
      </p:sp>
      <p:sp>
        <p:nvSpPr>
          <p:cNvPr id="353" name="353 folder"/>
          <p:cNvSpPr/>
          <p:nvPr/>
        </p:nvSpPr>
        <p:spPr>
          <a:xfrm>
            <a:off x="3960812" y="10243839"/>
            <a:ext cx="171450" cy="110757"/>
          </a:xfrm>
          <a:custGeom>
            <a:avLst/>
            <a:gdLst/>
            <a:ahLst/>
            <a:cxnLst/>
            <a:rect l="0" t="0" r="0" b="0"/>
            <a:pathLst>
              <a:path w="171450" h="110757">
                <a:moveTo>
                  <a:pt x="0" y="0"/>
                </a:moveTo>
                <a:lnTo>
                  <a:pt x="68580" y="0"/>
                </a:lnTo>
                <a:lnTo>
                  <a:pt x="89154" y="18242"/>
                </a:lnTo>
                <a:lnTo>
                  <a:pt x="171450" y="18242"/>
                </a:lnTo>
                <a:lnTo>
                  <a:pt x="171450" y="110757"/>
                </a:lnTo>
                <a:lnTo>
                  <a:pt x="0" y="110757"/>
                </a:lnTo>
                <a:close/>
              </a:path>
            </a:pathLst>
          </a:custGeom>
          <a:solidFill>
            <a:srgbClr val="B5E4FF"/>
          </a:solidFill>
          <a:ln w="15240">
            <a:solidFill>
              <a:srgbClr val="003496"/>
            </a:solidFill>
          </a:ln>
        </p:spPr>
      </p:sp>
      <p:sp>
        <p:nvSpPr>
          <p:cNvPr id="354" name="354 path"/>
          <p:cNvSpPr/>
          <p:nvPr/>
        </p:nvSpPr>
        <p:spPr>
          <a:xfrm>
            <a:off x="3970337" y="10272506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9525">
            <a:solidFill>
              <a:srgbClr val="56B3EC"/>
            </a:solidFill>
          </a:ln>
        </p:spPr>
      </p:sp>
      <p:sp>
        <p:nvSpPr>
          <p:cNvPr id="355" name="355 models/"/>
          <p:cNvSpPr/>
          <p:nvPr/>
        </p:nvSpPr>
        <p:spPr>
          <a:xfrm>
            <a:off x="4227512" y="10176669"/>
            <a:ext cx="139065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models/</a:t>
            </a:r>
          </a:p>
        </p:txBody>
      </p:sp>
      <p:sp>
        <p:nvSpPr>
          <p:cNvPr id="356" name="356 path"/>
          <p:cNvSpPr/>
          <p:nvPr/>
        </p:nvSpPr>
        <p:spPr>
          <a:xfrm>
            <a:off x="3722687" y="10576719"/>
            <a:ext cx="133350" cy="95"/>
          </a:xfrm>
          <a:custGeom>
            <a:avLst/>
            <a:gdLst/>
            <a:ahLst/>
            <a:cxnLst/>
            <a:rect l="0" t="0" r="0" b="0"/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3335">
            <a:solidFill>
              <a:srgbClr val="587394"/>
            </a:solidFill>
          </a:ln>
        </p:spPr>
      </p:sp>
      <p:sp>
        <p:nvSpPr>
          <p:cNvPr id="357" name="357 folder"/>
          <p:cNvSpPr/>
          <p:nvPr/>
        </p:nvSpPr>
        <p:spPr>
          <a:xfrm>
            <a:off x="3960812" y="10510539"/>
            <a:ext cx="171450" cy="110757"/>
          </a:xfrm>
          <a:custGeom>
            <a:avLst/>
            <a:gdLst/>
            <a:ahLst/>
            <a:cxnLst/>
            <a:rect l="0" t="0" r="0" b="0"/>
            <a:pathLst>
              <a:path w="171450" h="110757">
                <a:moveTo>
                  <a:pt x="0" y="0"/>
                </a:moveTo>
                <a:lnTo>
                  <a:pt x="68580" y="0"/>
                </a:lnTo>
                <a:lnTo>
                  <a:pt x="89154" y="18242"/>
                </a:lnTo>
                <a:lnTo>
                  <a:pt x="171450" y="18242"/>
                </a:lnTo>
                <a:lnTo>
                  <a:pt x="171450" y="110757"/>
                </a:lnTo>
                <a:lnTo>
                  <a:pt x="0" y="110757"/>
                </a:lnTo>
                <a:close/>
              </a:path>
            </a:pathLst>
          </a:custGeom>
          <a:solidFill>
            <a:srgbClr val="B5E4FF"/>
          </a:solidFill>
          <a:ln w="15240">
            <a:solidFill>
              <a:srgbClr val="003496"/>
            </a:solidFill>
          </a:ln>
        </p:spPr>
      </p:sp>
      <p:sp>
        <p:nvSpPr>
          <p:cNvPr id="358" name="358 path"/>
          <p:cNvSpPr/>
          <p:nvPr/>
        </p:nvSpPr>
        <p:spPr>
          <a:xfrm>
            <a:off x="3970337" y="10539206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9525">
            <a:solidFill>
              <a:srgbClr val="56B3EC"/>
            </a:solidFill>
          </a:ln>
        </p:spPr>
      </p:sp>
      <p:sp>
        <p:nvSpPr>
          <p:cNvPr id="359" name="359 data/"/>
          <p:cNvSpPr/>
          <p:nvPr/>
        </p:nvSpPr>
        <p:spPr>
          <a:xfrm>
            <a:off x="4227512" y="10443369"/>
            <a:ext cx="139065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data/</a:t>
            </a:r>
          </a:p>
        </p:txBody>
      </p:sp>
      <p:sp>
        <p:nvSpPr>
          <p:cNvPr id="360" name="360 path"/>
          <p:cNvSpPr/>
          <p:nvPr/>
        </p:nvSpPr>
        <p:spPr>
          <a:xfrm>
            <a:off x="3722687" y="10843419"/>
            <a:ext cx="133350" cy="95"/>
          </a:xfrm>
          <a:custGeom>
            <a:avLst/>
            <a:gdLst/>
            <a:ahLst/>
            <a:cxnLst/>
            <a:rect l="0" t="0" r="0" b="0"/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3335">
            <a:solidFill>
              <a:srgbClr val="587394"/>
            </a:solidFill>
          </a:ln>
        </p:spPr>
      </p:sp>
      <p:sp>
        <p:nvSpPr>
          <p:cNvPr id="361" name="361 folder"/>
          <p:cNvSpPr/>
          <p:nvPr/>
        </p:nvSpPr>
        <p:spPr>
          <a:xfrm>
            <a:off x="3960812" y="10777239"/>
            <a:ext cx="171450" cy="110757"/>
          </a:xfrm>
          <a:custGeom>
            <a:avLst/>
            <a:gdLst/>
            <a:ahLst/>
            <a:cxnLst/>
            <a:rect l="0" t="0" r="0" b="0"/>
            <a:pathLst>
              <a:path w="171450" h="110757">
                <a:moveTo>
                  <a:pt x="0" y="0"/>
                </a:moveTo>
                <a:lnTo>
                  <a:pt x="68580" y="0"/>
                </a:lnTo>
                <a:lnTo>
                  <a:pt x="89154" y="18242"/>
                </a:lnTo>
                <a:lnTo>
                  <a:pt x="171450" y="18242"/>
                </a:lnTo>
                <a:lnTo>
                  <a:pt x="171450" y="110757"/>
                </a:lnTo>
                <a:lnTo>
                  <a:pt x="0" y="110757"/>
                </a:lnTo>
                <a:close/>
              </a:path>
            </a:pathLst>
          </a:custGeom>
          <a:solidFill>
            <a:srgbClr val="B5E4FF"/>
          </a:solidFill>
          <a:ln w="15240">
            <a:solidFill>
              <a:srgbClr val="003496"/>
            </a:solidFill>
          </a:ln>
        </p:spPr>
      </p:sp>
      <p:sp>
        <p:nvSpPr>
          <p:cNvPr id="362" name="362 path"/>
          <p:cNvSpPr/>
          <p:nvPr/>
        </p:nvSpPr>
        <p:spPr>
          <a:xfrm>
            <a:off x="3970337" y="10805906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9525">
            <a:solidFill>
              <a:srgbClr val="56B3EC"/>
            </a:solidFill>
          </a:ln>
        </p:spPr>
      </p:sp>
      <p:sp>
        <p:nvSpPr>
          <p:cNvPr id="363" name="363 utils/"/>
          <p:cNvSpPr/>
          <p:nvPr/>
        </p:nvSpPr>
        <p:spPr>
          <a:xfrm>
            <a:off x="4227512" y="10710069"/>
            <a:ext cx="139065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utils/</a:t>
            </a:r>
          </a:p>
        </p:txBody>
      </p:sp>
      <p:sp>
        <p:nvSpPr>
          <p:cNvPr id="364" name="364 path"/>
          <p:cNvSpPr/>
          <p:nvPr/>
        </p:nvSpPr>
        <p:spPr>
          <a:xfrm>
            <a:off x="3722687" y="11110119"/>
            <a:ext cx="133350" cy="95"/>
          </a:xfrm>
          <a:custGeom>
            <a:avLst/>
            <a:gdLst/>
            <a:ahLst/>
            <a:cxnLst/>
            <a:rect l="0" t="0" r="0" b="0"/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3335">
            <a:solidFill>
              <a:srgbClr val="587394"/>
            </a:solidFill>
          </a:ln>
        </p:spPr>
      </p:sp>
      <p:sp>
        <p:nvSpPr>
          <p:cNvPr id="365" name="365 folder"/>
          <p:cNvSpPr/>
          <p:nvPr/>
        </p:nvSpPr>
        <p:spPr>
          <a:xfrm>
            <a:off x="3960812" y="11043939"/>
            <a:ext cx="171450" cy="110757"/>
          </a:xfrm>
          <a:custGeom>
            <a:avLst/>
            <a:gdLst/>
            <a:ahLst/>
            <a:cxnLst/>
            <a:rect l="0" t="0" r="0" b="0"/>
            <a:pathLst>
              <a:path w="171450" h="110757">
                <a:moveTo>
                  <a:pt x="0" y="0"/>
                </a:moveTo>
                <a:lnTo>
                  <a:pt x="68580" y="0"/>
                </a:lnTo>
                <a:lnTo>
                  <a:pt x="89154" y="18242"/>
                </a:lnTo>
                <a:lnTo>
                  <a:pt x="171450" y="18242"/>
                </a:lnTo>
                <a:lnTo>
                  <a:pt x="171450" y="110757"/>
                </a:lnTo>
                <a:lnTo>
                  <a:pt x="0" y="110757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003496"/>
            </a:solidFill>
          </a:ln>
        </p:spPr>
      </p:sp>
      <p:sp>
        <p:nvSpPr>
          <p:cNvPr id="366" name="366 path"/>
          <p:cNvSpPr/>
          <p:nvPr/>
        </p:nvSpPr>
        <p:spPr>
          <a:xfrm>
            <a:off x="3970337" y="11072606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9525">
            <a:solidFill>
              <a:srgbClr val="56B3EC"/>
            </a:solidFill>
          </a:ln>
        </p:spPr>
      </p:sp>
      <p:sp>
        <p:nvSpPr>
          <p:cNvPr id="367" name="367 …"/>
          <p:cNvSpPr/>
          <p:nvPr/>
        </p:nvSpPr>
        <p:spPr>
          <a:xfrm>
            <a:off x="4227512" y="10976769"/>
            <a:ext cx="139065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</a:t>
            </a:r>
          </a:p>
        </p:txBody>
      </p:sp>
      <p:sp>
        <p:nvSpPr>
          <p:cNvPr id="368" name="368 path"/>
          <p:cNvSpPr/>
          <p:nvPr/>
        </p:nvSpPr>
        <p:spPr>
          <a:xfrm>
            <a:off x="5827712" y="9929019"/>
            <a:ext cx="95" cy="1295400"/>
          </a:xfrm>
          <a:custGeom>
            <a:avLst/>
            <a:gdLst/>
            <a:ahLst/>
            <a:cxnLst/>
            <a:rect l="0" t="0" r="0" b="0"/>
            <a:pathLst>
              <a:path w="95"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noFill/>
          <a:ln w="14288">
            <a:solidFill>
              <a:srgbClr val="3C70B6"/>
            </a:solidFill>
          </a:ln>
        </p:spPr>
      </p:sp>
      <p:sp>
        <p:nvSpPr>
          <p:cNvPr id="369" name="369 rect"/>
          <p:cNvSpPr/>
          <p:nvPr/>
        </p:nvSpPr>
        <p:spPr>
          <a:xfrm>
            <a:off x="6142037" y="9862344"/>
            <a:ext cx="1857375" cy="342900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EAF0FF"/>
              </a:gs>
              <a:gs pos="100000">
                <a:srgbClr val="F6F8FF"/>
              </a:gs>
            </a:gsLst>
            <a:lin ang="5400000"/>
          </a:gradFill>
          <a:ln w="7620">
            <a:solidFill>
              <a:srgbClr val="E1E8FC"/>
            </a:solidFill>
          </a:ln>
        </p:spPr>
      </p:sp>
      <p:sp>
        <p:nvSpPr>
          <p:cNvPr id="370" name="370 ƒx"/>
          <p:cNvSpPr/>
          <p:nvPr/>
        </p:nvSpPr>
        <p:spPr>
          <a:xfrm>
            <a:off x="6284912" y="9871869"/>
            <a:ext cx="3714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4D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1">
                <a:solidFill>
                  <a:srgbClr val="004D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ƒx</a:t>
            </a:r>
          </a:p>
        </p:txBody>
      </p:sp>
      <p:sp>
        <p:nvSpPr>
          <p:cNvPr id="371" name="371 Functions"/>
          <p:cNvSpPr/>
          <p:nvPr/>
        </p:nvSpPr>
        <p:spPr>
          <a:xfrm>
            <a:off x="6780212" y="9909969"/>
            <a:ext cx="115252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Functions</a:t>
            </a:r>
          </a:p>
        </p:txBody>
      </p:sp>
      <p:sp>
        <p:nvSpPr>
          <p:cNvPr id="372" name="372 rect"/>
          <p:cNvSpPr/>
          <p:nvPr/>
        </p:nvSpPr>
        <p:spPr>
          <a:xfrm>
            <a:off x="6142037" y="10252869"/>
            <a:ext cx="1857375" cy="342900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EAF0FF"/>
              </a:gs>
              <a:gs pos="100000">
                <a:srgbClr val="F6F8FF"/>
              </a:gs>
            </a:gsLst>
            <a:lin ang="5400000"/>
          </a:gradFill>
          <a:ln w="7620">
            <a:solidFill>
              <a:srgbClr val="E1E8FC"/>
            </a:solidFill>
          </a:ln>
        </p:spPr>
      </p:sp>
      <p:sp>
        <p:nvSpPr>
          <p:cNvPr id="373" name="373 rect"/>
          <p:cNvSpPr/>
          <p:nvPr/>
        </p:nvSpPr>
        <p:spPr>
          <a:xfrm>
            <a:off x="6342062" y="10310019"/>
            <a:ext cx="180975" cy="209550"/>
          </a:xfrm>
          <a:prstGeom prst="roundRect">
            <a:avLst>
              <a:gd name="adj" fmla="val 5263"/>
            </a:avLst>
          </a:prstGeom>
          <a:solidFill>
            <a:srgbClr val="BCE4BA"/>
          </a:solidFill>
          <a:ln w="9525">
            <a:solidFill>
              <a:srgbClr val="178648"/>
            </a:solidFill>
          </a:ln>
        </p:spPr>
      </p:sp>
      <p:sp>
        <p:nvSpPr>
          <p:cNvPr id="374" name="374 C"/>
          <p:cNvSpPr/>
          <p:nvPr/>
        </p:nvSpPr>
        <p:spPr>
          <a:xfrm>
            <a:off x="6351587" y="10281444"/>
            <a:ext cx="161925" cy="2692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10" b="1">
                <a:solidFill>
                  <a:srgbClr val="07803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10" b="1">
                <a:solidFill>
                  <a:srgbClr val="07803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</a:p>
        </p:txBody>
      </p:sp>
      <p:sp>
        <p:nvSpPr>
          <p:cNvPr id="375" name="375 Classes"/>
          <p:cNvSpPr/>
          <p:nvPr/>
        </p:nvSpPr>
        <p:spPr>
          <a:xfrm>
            <a:off x="6780212" y="10300494"/>
            <a:ext cx="115252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Classes</a:t>
            </a:r>
          </a:p>
        </p:txBody>
      </p:sp>
      <p:sp>
        <p:nvSpPr>
          <p:cNvPr id="376" name="376 rect"/>
          <p:cNvSpPr/>
          <p:nvPr/>
        </p:nvSpPr>
        <p:spPr>
          <a:xfrm>
            <a:off x="6142037" y="10643394"/>
            <a:ext cx="1857375" cy="342900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EAF0FF"/>
              </a:gs>
              <a:gs pos="100000">
                <a:srgbClr val="F6F8FF"/>
              </a:gs>
            </a:gsLst>
            <a:lin ang="5400000"/>
          </a:gradFill>
          <a:ln w="7620">
            <a:solidFill>
              <a:srgbClr val="E1E8FC"/>
            </a:solidFill>
          </a:ln>
        </p:spPr>
      </p:sp>
      <p:sp>
        <p:nvSpPr>
          <p:cNvPr id="377" name="377 path"/>
          <p:cNvSpPr/>
          <p:nvPr/>
        </p:nvSpPr>
        <p:spPr>
          <a:xfrm>
            <a:off x="6378257" y="10693877"/>
            <a:ext cx="148590" cy="222885"/>
          </a:xfrm>
          <a:custGeom>
            <a:avLst/>
            <a:gdLst/>
            <a:ahLst/>
            <a:cxnLst/>
            <a:rect l="0" t="0" r="0" b="0"/>
            <a:pathLst>
              <a:path w="148590" h="222885">
                <a:moveTo>
                  <a:pt x="0" y="0"/>
                </a:moveTo>
                <a:lnTo>
                  <a:pt x="97155" y="0"/>
                </a:lnTo>
                <a:lnTo>
                  <a:pt x="148590" y="55721"/>
                </a:lnTo>
                <a:lnTo>
                  <a:pt x="148590" y="222885"/>
                </a:lnTo>
                <a:lnTo>
                  <a:pt x="0" y="222885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378" name="378 path"/>
          <p:cNvSpPr/>
          <p:nvPr/>
        </p:nvSpPr>
        <p:spPr>
          <a:xfrm>
            <a:off x="6475412" y="10693877"/>
            <a:ext cx="51435" cy="61913"/>
          </a:xfrm>
          <a:custGeom>
            <a:avLst/>
            <a:gdLst/>
            <a:ahLst/>
            <a:cxnLst/>
            <a:rect l="0" t="0" r="0" b="0"/>
            <a:pathLst>
              <a:path w="51435" h="61913">
                <a:moveTo>
                  <a:pt x="0" y="0"/>
                </a:moveTo>
                <a:lnTo>
                  <a:pt x="0" y="61913"/>
                </a:lnTo>
                <a:lnTo>
                  <a:pt x="51435" y="61913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379" name="379 path"/>
          <p:cNvSpPr/>
          <p:nvPr/>
        </p:nvSpPr>
        <p:spPr>
          <a:xfrm>
            <a:off x="6406832" y="10792937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380" name="380 path"/>
          <p:cNvSpPr/>
          <p:nvPr/>
        </p:nvSpPr>
        <p:spPr>
          <a:xfrm>
            <a:off x="6406832" y="10823893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381" name="381 path"/>
          <p:cNvSpPr/>
          <p:nvPr/>
        </p:nvSpPr>
        <p:spPr>
          <a:xfrm>
            <a:off x="6406832" y="10854849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382" name="382 path"/>
          <p:cNvSpPr/>
          <p:nvPr/>
        </p:nvSpPr>
        <p:spPr>
          <a:xfrm>
            <a:off x="6406832" y="10885805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383" name="383 Imports"/>
          <p:cNvSpPr/>
          <p:nvPr/>
        </p:nvSpPr>
        <p:spPr>
          <a:xfrm>
            <a:off x="6780212" y="10691019"/>
            <a:ext cx="115252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Imports</a:t>
            </a:r>
          </a:p>
        </p:txBody>
      </p:sp>
      <p:sp>
        <p:nvSpPr>
          <p:cNvPr id="384" name="384 …"/>
          <p:cNvSpPr/>
          <p:nvPr/>
        </p:nvSpPr>
        <p:spPr>
          <a:xfrm>
            <a:off x="6332537" y="11081544"/>
            <a:ext cx="140970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</a:t>
            </a:r>
          </a:p>
        </p:txBody>
      </p:sp>
      <p:sp>
        <p:nvSpPr>
          <p:cNvPr id="385" name="385 Repair Dependency Graph Planning"/>
          <p:cNvSpPr/>
          <p:nvPr/>
        </p:nvSpPr>
        <p:spPr>
          <a:xfrm>
            <a:off x="8599487" y="9586119"/>
            <a:ext cx="419100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100C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00C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Repair Dependency Graph Planning</a:t>
            </a:r>
          </a:p>
        </p:txBody>
      </p:sp>
      <p:sp>
        <p:nvSpPr>
          <p:cNvPr id="386" name="386 path"/>
          <p:cNvSpPr/>
          <p:nvPr/>
        </p:nvSpPr>
        <p:spPr>
          <a:xfrm>
            <a:off x="9618662" y="10176669"/>
            <a:ext cx="409575" cy="228600"/>
          </a:xfrm>
          <a:custGeom>
            <a:avLst/>
            <a:gdLst/>
            <a:ahLst/>
            <a:cxnLst/>
            <a:rect l="0" t="0" r="0" b="0"/>
            <a:pathLst>
              <a:path w="409575" h="228600">
                <a:moveTo>
                  <a:pt x="0" y="228600"/>
                </a:moveTo>
                <a:lnTo>
                  <a:pt x="409575" y="0"/>
                </a:lnTo>
              </a:path>
            </a:pathLst>
          </a:custGeom>
          <a:noFill/>
          <a:ln w="16193">
            <a:solidFill>
              <a:srgbClr val="2E5B9B"/>
            </a:solidFill>
          </a:ln>
        </p:spPr>
      </p:sp>
      <p:sp>
        <p:nvSpPr>
          <p:cNvPr id="387" name="387 arrow head"/>
          <p:cNvSpPr/>
          <p:nvPr/>
        </p:nvSpPr>
        <p:spPr>
          <a:xfrm>
            <a:off x="9943873" y="10176669"/>
            <a:ext cx="84364" cy="69075"/>
          </a:xfrm>
          <a:custGeom>
            <a:avLst/>
            <a:gdLst/>
            <a:ahLst/>
            <a:cxnLst/>
            <a:rect l="0" t="0" r="0" b="0"/>
            <a:pathLst>
              <a:path w="84364" h="69075">
                <a:moveTo>
                  <a:pt x="84364" y="0"/>
                </a:moveTo>
                <a:lnTo>
                  <a:pt x="0" y="5199"/>
                </a:lnTo>
                <a:lnTo>
                  <a:pt x="35652" y="69075"/>
                </a:lnTo>
                <a:close/>
              </a:path>
            </a:pathLst>
          </a:custGeom>
          <a:solidFill>
            <a:srgbClr val="2E5B9B"/>
          </a:solidFill>
          <a:ln w="4763">
            <a:solidFill>
              <a:srgbClr val="2E5B9B"/>
            </a:solidFill>
          </a:ln>
        </p:spPr>
      </p:sp>
      <p:sp>
        <p:nvSpPr>
          <p:cNvPr id="388" name="388 arrow head"/>
          <p:cNvSpPr/>
          <p:nvPr/>
        </p:nvSpPr>
        <p:spPr>
          <a:xfrm>
            <a:off x="9618662" y="10336194"/>
            <a:ext cx="84364" cy="69075"/>
          </a:xfrm>
          <a:custGeom>
            <a:avLst/>
            <a:gdLst/>
            <a:ahLst/>
            <a:cxnLst/>
            <a:rect l="0" t="0" r="0" b="0"/>
            <a:pathLst>
              <a:path w="84364" h="69075">
                <a:moveTo>
                  <a:pt x="0" y="69075"/>
                </a:moveTo>
                <a:lnTo>
                  <a:pt x="84364" y="63876"/>
                </a:lnTo>
                <a:lnTo>
                  <a:pt x="48712" y="0"/>
                </a:lnTo>
                <a:close/>
              </a:path>
            </a:pathLst>
          </a:custGeom>
          <a:solidFill>
            <a:srgbClr val="2E5B9B"/>
          </a:solidFill>
          <a:ln w="4763">
            <a:solidFill>
              <a:srgbClr val="2E5B9B"/>
            </a:solidFill>
          </a:ln>
        </p:spPr>
      </p:sp>
      <p:sp>
        <p:nvSpPr>
          <p:cNvPr id="389" name="389 path"/>
          <p:cNvSpPr/>
          <p:nvPr/>
        </p:nvSpPr>
        <p:spPr>
          <a:xfrm>
            <a:off x="9647237" y="10595769"/>
            <a:ext cx="523875" cy="295275"/>
          </a:xfrm>
          <a:custGeom>
            <a:avLst/>
            <a:gdLst/>
            <a:ahLst/>
            <a:cxnLst/>
            <a:rect l="0" t="0" r="0" b="0"/>
            <a:pathLst>
              <a:path w="523875" h="295275">
                <a:moveTo>
                  <a:pt x="0" y="0"/>
                </a:moveTo>
                <a:lnTo>
                  <a:pt x="523875" y="295275"/>
                </a:lnTo>
              </a:path>
            </a:pathLst>
          </a:custGeom>
          <a:noFill/>
          <a:ln w="16193">
            <a:solidFill>
              <a:srgbClr val="2E5B9B"/>
            </a:solidFill>
          </a:ln>
        </p:spPr>
      </p:sp>
      <p:sp>
        <p:nvSpPr>
          <p:cNvPr id="390" name="390 arrow head"/>
          <p:cNvSpPr/>
          <p:nvPr/>
        </p:nvSpPr>
        <p:spPr>
          <a:xfrm>
            <a:off x="10086771" y="10821766"/>
            <a:ext cx="84341" cy="69278"/>
          </a:xfrm>
          <a:custGeom>
            <a:avLst/>
            <a:gdLst/>
            <a:ahLst/>
            <a:cxnLst/>
            <a:rect l="0" t="0" r="0" b="0"/>
            <a:pathLst>
              <a:path w="84341" h="69278">
                <a:moveTo>
                  <a:pt x="84341" y="69278"/>
                </a:moveTo>
                <a:lnTo>
                  <a:pt x="35919" y="0"/>
                </a:lnTo>
                <a:lnTo>
                  <a:pt x="0" y="63727"/>
                </a:lnTo>
                <a:close/>
              </a:path>
            </a:pathLst>
          </a:custGeom>
          <a:solidFill>
            <a:srgbClr val="2E5B9B"/>
          </a:solidFill>
          <a:ln w="4763">
            <a:solidFill>
              <a:srgbClr val="2E5B9B"/>
            </a:solidFill>
          </a:ln>
        </p:spPr>
      </p:sp>
      <p:sp>
        <p:nvSpPr>
          <p:cNvPr id="391" name="391 path"/>
          <p:cNvSpPr/>
          <p:nvPr/>
        </p:nvSpPr>
        <p:spPr>
          <a:xfrm>
            <a:off x="10561637" y="10500519"/>
            <a:ext cx="695325" cy="371475"/>
          </a:xfrm>
          <a:custGeom>
            <a:avLst/>
            <a:gdLst/>
            <a:ahLst/>
            <a:cxnLst/>
            <a:rect l="0" t="0" r="0" b="0"/>
            <a:pathLst>
              <a:path w="695325" h="371475">
                <a:moveTo>
                  <a:pt x="0" y="371475"/>
                </a:moveTo>
                <a:lnTo>
                  <a:pt x="695325" y="0"/>
                </a:lnTo>
              </a:path>
            </a:pathLst>
          </a:custGeom>
          <a:noFill/>
          <a:ln w="16193">
            <a:solidFill>
              <a:srgbClr val="2E5B9B"/>
            </a:solidFill>
          </a:ln>
        </p:spPr>
      </p:sp>
      <p:sp>
        <p:nvSpPr>
          <p:cNvPr id="392" name="392 arrow head"/>
          <p:cNvSpPr/>
          <p:nvPr/>
        </p:nvSpPr>
        <p:spPr>
          <a:xfrm>
            <a:off x="11172517" y="10500519"/>
            <a:ext cx="84445" cy="68167"/>
          </a:xfrm>
          <a:custGeom>
            <a:avLst/>
            <a:gdLst/>
            <a:ahLst/>
            <a:cxnLst/>
            <a:rect l="0" t="0" r="0" b="0"/>
            <a:pathLst>
              <a:path w="84445" h="68167">
                <a:moveTo>
                  <a:pt x="84445" y="0"/>
                </a:moveTo>
                <a:lnTo>
                  <a:pt x="0" y="3646"/>
                </a:lnTo>
                <a:lnTo>
                  <a:pt x="34470" y="68167"/>
                </a:lnTo>
                <a:close/>
              </a:path>
            </a:pathLst>
          </a:custGeom>
          <a:solidFill>
            <a:srgbClr val="2E5B9B"/>
          </a:solidFill>
          <a:ln w="4763">
            <a:solidFill>
              <a:srgbClr val="2E5B9B"/>
            </a:solidFill>
          </a:ln>
        </p:spPr>
      </p:sp>
      <p:sp>
        <p:nvSpPr>
          <p:cNvPr id="393" name="393 arrow head"/>
          <p:cNvSpPr/>
          <p:nvPr/>
        </p:nvSpPr>
        <p:spPr>
          <a:xfrm>
            <a:off x="10561637" y="10803827"/>
            <a:ext cx="84445" cy="68167"/>
          </a:xfrm>
          <a:custGeom>
            <a:avLst/>
            <a:gdLst/>
            <a:ahLst/>
            <a:cxnLst/>
            <a:rect l="0" t="0" r="0" b="0"/>
            <a:pathLst>
              <a:path w="84445" h="68167">
                <a:moveTo>
                  <a:pt x="0" y="68167"/>
                </a:moveTo>
                <a:lnTo>
                  <a:pt x="84445" y="64521"/>
                </a:lnTo>
                <a:lnTo>
                  <a:pt x="49975" y="0"/>
                </a:lnTo>
                <a:close/>
              </a:path>
            </a:pathLst>
          </a:custGeom>
          <a:solidFill>
            <a:srgbClr val="2E5B9B"/>
          </a:solidFill>
          <a:ln w="4763">
            <a:solidFill>
              <a:srgbClr val="2E5B9B"/>
            </a:solidFill>
          </a:ln>
        </p:spPr>
      </p:sp>
      <p:sp>
        <p:nvSpPr>
          <p:cNvPr id="394" name="394 ellipse"/>
          <p:cNvSpPr/>
          <p:nvPr/>
        </p:nvSpPr>
        <p:spPr>
          <a:xfrm>
            <a:off x="9323387" y="10367169"/>
            <a:ext cx="304800" cy="304800"/>
          </a:xfrm>
          <a:prstGeom prst="ellipse">
            <a:avLst/>
          </a:prstGeom>
          <a:gradFill>
            <a:gsLst>
              <a:gs pos="0">
                <a:srgbClr val="C6ACFC"/>
              </a:gs>
              <a:gs pos="100000">
                <a:srgbClr val="AF8AF0"/>
              </a:gs>
            </a:gsLst>
            <a:lin ang="5400000"/>
          </a:gradFill>
          <a:ln w="17145">
            <a:solidFill>
              <a:srgbClr val="7725DC"/>
            </a:solidFill>
          </a:ln>
        </p:spPr>
      </p:sp>
      <p:sp>
        <p:nvSpPr>
          <p:cNvPr id="395" name="395 train.py"/>
          <p:cNvSpPr/>
          <p:nvPr/>
        </p:nvSpPr>
        <p:spPr>
          <a:xfrm>
            <a:off x="9056687" y="10729119"/>
            <a:ext cx="92392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train.py</a:t>
            </a:r>
          </a:p>
        </p:txBody>
      </p:sp>
      <p:sp>
        <p:nvSpPr>
          <p:cNvPr id="396" name="396 ellipse"/>
          <p:cNvSpPr/>
          <p:nvPr/>
        </p:nvSpPr>
        <p:spPr>
          <a:xfrm>
            <a:off x="10066337" y="10005219"/>
            <a:ext cx="314325" cy="314325"/>
          </a:xfrm>
          <a:prstGeom prst="ellipse">
            <a:avLst/>
          </a:prstGeom>
          <a:gradFill>
            <a:gsLst>
              <a:gs pos="0">
                <a:srgbClr val="C7EFFF"/>
              </a:gs>
              <a:gs pos="100000">
                <a:srgbClr val="8FCBFF"/>
              </a:gs>
            </a:gsLst>
            <a:lin ang="5400000"/>
          </a:gradFill>
          <a:ln w="17145">
            <a:solidFill>
              <a:srgbClr val="008BFE"/>
            </a:solidFill>
          </a:ln>
        </p:spPr>
      </p:sp>
      <p:sp>
        <p:nvSpPr>
          <p:cNvPr id="397" name="397 model.py"/>
          <p:cNvSpPr/>
          <p:nvPr/>
        </p:nvSpPr>
        <p:spPr>
          <a:xfrm>
            <a:off x="10514012" y="10033794"/>
            <a:ext cx="130492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model.py</a:t>
            </a:r>
          </a:p>
        </p:txBody>
      </p:sp>
      <p:sp>
        <p:nvSpPr>
          <p:cNvPr id="398" name="398 ellipse"/>
          <p:cNvSpPr/>
          <p:nvPr/>
        </p:nvSpPr>
        <p:spPr>
          <a:xfrm>
            <a:off x="11314112" y="10367169"/>
            <a:ext cx="314325" cy="314325"/>
          </a:xfrm>
          <a:prstGeom prst="ellipse">
            <a:avLst/>
          </a:prstGeom>
          <a:gradFill>
            <a:gsLst>
              <a:gs pos="0">
                <a:srgbClr val="C7EFFF"/>
              </a:gs>
              <a:gs pos="100000">
                <a:srgbClr val="8FCBFF"/>
              </a:gs>
            </a:gsLst>
            <a:lin ang="5400000"/>
          </a:gradFill>
          <a:ln w="17145">
            <a:solidFill>
              <a:srgbClr val="008BFE"/>
            </a:solidFill>
          </a:ln>
        </p:spPr>
      </p:sp>
      <p:sp>
        <p:nvSpPr>
          <p:cNvPr id="399" name="399 utils.py"/>
          <p:cNvSpPr/>
          <p:nvPr/>
        </p:nvSpPr>
        <p:spPr>
          <a:xfrm>
            <a:off x="11761787" y="10395744"/>
            <a:ext cx="1047750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utils.py</a:t>
            </a:r>
          </a:p>
        </p:txBody>
      </p:sp>
      <p:sp>
        <p:nvSpPr>
          <p:cNvPr id="400" name="400 ellipse"/>
          <p:cNvSpPr/>
          <p:nvPr/>
        </p:nvSpPr>
        <p:spPr>
          <a:xfrm>
            <a:off x="10218737" y="10824369"/>
            <a:ext cx="323850" cy="323850"/>
          </a:xfrm>
          <a:prstGeom prst="ellipse">
            <a:avLst/>
          </a:prstGeom>
          <a:gradFill>
            <a:gsLst>
              <a:gs pos="0">
                <a:srgbClr val="B7EAD3"/>
              </a:gs>
              <a:gs pos="100000">
                <a:srgbClr val="71C996"/>
              </a:gs>
            </a:gsLst>
            <a:lin ang="5400000"/>
          </a:gradFill>
          <a:ln w="17145">
            <a:solidFill>
              <a:srgbClr val="079A4F"/>
            </a:solidFill>
          </a:ln>
        </p:spPr>
      </p:sp>
      <p:sp>
        <p:nvSpPr>
          <p:cNvPr id="401" name="401 data.py"/>
          <p:cNvSpPr/>
          <p:nvPr/>
        </p:nvSpPr>
        <p:spPr>
          <a:xfrm>
            <a:off x="10685462" y="10900569"/>
            <a:ext cx="1285875" cy="2244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4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data.py</a:t>
            </a:r>
          </a:p>
        </p:txBody>
      </p:sp>
      <p:sp>
        <p:nvSpPr>
          <p:cNvPr id="402" name="402 Evidence Retrieval &amp; Context Reconstruction"/>
          <p:cNvSpPr/>
          <p:nvPr/>
        </p:nvSpPr>
        <p:spPr>
          <a:xfrm>
            <a:off x="13276262" y="9586122"/>
            <a:ext cx="5010150" cy="2598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100C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100C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Evidence Retrieval &amp; Context Reconstruction</a:t>
            </a:r>
          </a:p>
        </p:txBody>
      </p:sp>
      <p:grpSp>
        <p:nvGrpSpPr>
          <p:cNvPr id="508" name="database-402"/>
          <p:cNvGrpSpPr/>
          <p:nvPr/>
        </p:nvGrpSpPr>
        <p:grpSpPr>
          <a:xfrm>
            <a:off x="13542962" y="10062372"/>
            <a:ext cx="619220" cy="847725"/>
            <a:chOff x="10706100" y="7343775"/>
            <a:chExt cx="619220" cy="847725"/>
          </a:xfrm>
        </p:grpSpPr>
        <p:sp>
          <p:nvSpPr>
            <p:cNvPr id="403" name="403 rect"/>
            <p:cNvSpPr/>
            <p:nvPr/>
          </p:nvSpPr>
          <p:spPr>
            <a:xfrm>
              <a:off x="10706100" y="7453979"/>
              <a:ext cx="619125" cy="618839"/>
            </a:xfrm>
            <a:prstGeom prst="rect">
              <a:avLst/>
            </a:prstGeom>
            <a:gradFill>
              <a:gsLst>
                <a:gs pos="0">
                  <a:srgbClr val="B4A0EB"/>
                </a:gs>
                <a:gs pos="100000">
                  <a:srgbClr val="7551CB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404" name="404 ellipse"/>
            <p:cNvSpPr/>
            <p:nvPr/>
          </p:nvSpPr>
          <p:spPr>
            <a:xfrm>
              <a:off x="10706100" y="7962614"/>
              <a:ext cx="619125" cy="228886"/>
            </a:xfrm>
            <a:prstGeom prst="ellipse">
              <a:avLst/>
            </a:prstGeom>
            <a:solidFill>
              <a:srgbClr val="7958CA"/>
            </a:solidFill>
            <a:ln w="13335">
              <a:solidFill>
                <a:srgbClr val="6944BD"/>
              </a:solidFill>
            </a:ln>
          </p:spPr>
        </p:sp>
        <p:sp>
          <p:nvSpPr>
            <p:cNvPr id="405" name="405 path"/>
            <p:cNvSpPr/>
            <p:nvPr/>
          </p:nvSpPr>
          <p:spPr>
            <a:xfrm>
              <a:off x="10706100" y="7665911"/>
              <a:ext cx="619125" cy="127159"/>
            </a:xfrm>
            <a:custGeom>
              <a:avLst/>
              <a:gdLst/>
              <a:ahLst/>
              <a:cxnLst/>
              <a:rect l="0" t="0" r="0" b="0"/>
              <a:pathLst>
                <a:path w="619125" h="127159">
                  <a:moveTo>
                    <a:pt x="0" y="0"/>
                  </a:moveTo>
                  <a:lnTo>
                    <a:pt x="9838" y="16389"/>
                  </a:lnTo>
                  <a:lnTo>
                    <a:pt x="21911" y="31648"/>
                  </a:lnTo>
                  <a:lnTo>
                    <a:pt x="36058" y="45777"/>
                  </a:lnTo>
                  <a:lnTo>
                    <a:pt x="52120" y="58776"/>
                  </a:lnTo>
                  <a:lnTo>
                    <a:pt x="69938" y="70644"/>
                  </a:lnTo>
                  <a:lnTo>
                    <a:pt x="89352" y="81382"/>
                  </a:lnTo>
                  <a:lnTo>
                    <a:pt x="110202" y="90989"/>
                  </a:lnTo>
                  <a:lnTo>
                    <a:pt x="132329" y="99466"/>
                  </a:lnTo>
                  <a:lnTo>
                    <a:pt x="155574" y="106813"/>
                  </a:lnTo>
                  <a:lnTo>
                    <a:pt x="179776" y="113030"/>
                  </a:lnTo>
                  <a:lnTo>
                    <a:pt x="204775" y="118116"/>
                  </a:lnTo>
                  <a:lnTo>
                    <a:pt x="230414" y="122072"/>
                  </a:lnTo>
                  <a:lnTo>
                    <a:pt x="256531" y="124898"/>
                  </a:lnTo>
                  <a:lnTo>
                    <a:pt x="282967" y="126594"/>
                  </a:lnTo>
                  <a:lnTo>
                    <a:pt x="309563" y="127159"/>
                  </a:lnTo>
                  <a:lnTo>
                    <a:pt x="336158" y="126594"/>
                  </a:lnTo>
                  <a:lnTo>
                    <a:pt x="362594" y="124898"/>
                  </a:lnTo>
                  <a:lnTo>
                    <a:pt x="388711" y="122072"/>
                  </a:lnTo>
                  <a:lnTo>
                    <a:pt x="414350" y="118116"/>
                  </a:lnTo>
                  <a:lnTo>
                    <a:pt x="439349" y="113030"/>
                  </a:lnTo>
                  <a:lnTo>
                    <a:pt x="463551" y="106813"/>
                  </a:lnTo>
                  <a:lnTo>
                    <a:pt x="486796" y="99466"/>
                  </a:lnTo>
                  <a:lnTo>
                    <a:pt x="508923" y="90989"/>
                  </a:lnTo>
                  <a:lnTo>
                    <a:pt x="529773" y="81382"/>
                  </a:lnTo>
                  <a:lnTo>
                    <a:pt x="549187" y="70644"/>
                  </a:lnTo>
                  <a:lnTo>
                    <a:pt x="567005" y="58776"/>
                  </a:lnTo>
                  <a:lnTo>
                    <a:pt x="583067" y="45777"/>
                  </a:lnTo>
                  <a:lnTo>
                    <a:pt x="597214" y="31648"/>
                  </a:lnTo>
                  <a:lnTo>
                    <a:pt x="609287" y="16389"/>
                  </a:lnTo>
                  <a:lnTo>
                    <a:pt x="619125" y="0"/>
                  </a:lnTo>
                </a:path>
              </a:pathLst>
            </a:custGeom>
            <a:noFill/>
            <a:ln w="15240">
              <a:solidFill>
                <a:srgbClr val="FFFFFF"/>
              </a:solidFill>
            </a:ln>
          </p:spPr>
        </p:sp>
        <p:sp>
          <p:nvSpPr>
            <p:cNvPr id="406" name="406 path"/>
            <p:cNvSpPr/>
            <p:nvPr/>
          </p:nvSpPr>
          <p:spPr>
            <a:xfrm>
              <a:off x="10706100" y="7886319"/>
              <a:ext cx="619125" cy="127159"/>
            </a:xfrm>
            <a:custGeom>
              <a:avLst/>
              <a:gdLst/>
              <a:ahLst/>
              <a:cxnLst/>
              <a:rect l="0" t="0" r="0" b="0"/>
              <a:pathLst>
                <a:path w="619125" h="127159">
                  <a:moveTo>
                    <a:pt x="0" y="0"/>
                  </a:moveTo>
                  <a:lnTo>
                    <a:pt x="9838" y="16389"/>
                  </a:lnTo>
                  <a:lnTo>
                    <a:pt x="21911" y="31648"/>
                  </a:lnTo>
                  <a:lnTo>
                    <a:pt x="36058" y="45777"/>
                  </a:lnTo>
                  <a:lnTo>
                    <a:pt x="52120" y="58776"/>
                  </a:lnTo>
                  <a:lnTo>
                    <a:pt x="69938" y="70644"/>
                  </a:lnTo>
                  <a:lnTo>
                    <a:pt x="89352" y="81382"/>
                  </a:lnTo>
                  <a:lnTo>
                    <a:pt x="110202" y="90989"/>
                  </a:lnTo>
                  <a:lnTo>
                    <a:pt x="132329" y="99466"/>
                  </a:lnTo>
                  <a:lnTo>
                    <a:pt x="155574" y="106813"/>
                  </a:lnTo>
                  <a:lnTo>
                    <a:pt x="179776" y="113030"/>
                  </a:lnTo>
                  <a:lnTo>
                    <a:pt x="204775" y="118116"/>
                  </a:lnTo>
                  <a:lnTo>
                    <a:pt x="230414" y="122072"/>
                  </a:lnTo>
                  <a:lnTo>
                    <a:pt x="256531" y="124898"/>
                  </a:lnTo>
                  <a:lnTo>
                    <a:pt x="282967" y="126594"/>
                  </a:lnTo>
                  <a:lnTo>
                    <a:pt x="309563" y="127159"/>
                  </a:lnTo>
                  <a:lnTo>
                    <a:pt x="336158" y="126594"/>
                  </a:lnTo>
                  <a:lnTo>
                    <a:pt x="362594" y="124898"/>
                  </a:lnTo>
                  <a:lnTo>
                    <a:pt x="388711" y="122072"/>
                  </a:lnTo>
                  <a:lnTo>
                    <a:pt x="414350" y="118116"/>
                  </a:lnTo>
                  <a:lnTo>
                    <a:pt x="439349" y="113030"/>
                  </a:lnTo>
                  <a:lnTo>
                    <a:pt x="463551" y="106813"/>
                  </a:lnTo>
                  <a:lnTo>
                    <a:pt x="486796" y="99466"/>
                  </a:lnTo>
                  <a:lnTo>
                    <a:pt x="508923" y="90989"/>
                  </a:lnTo>
                  <a:lnTo>
                    <a:pt x="529773" y="81382"/>
                  </a:lnTo>
                  <a:lnTo>
                    <a:pt x="549187" y="70644"/>
                  </a:lnTo>
                  <a:lnTo>
                    <a:pt x="567005" y="58776"/>
                  </a:lnTo>
                  <a:lnTo>
                    <a:pt x="583067" y="45777"/>
                  </a:lnTo>
                  <a:lnTo>
                    <a:pt x="597214" y="31648"/>
                  </a:lnTo>
                  <a:lnTo>
                    <a:pt x="609287" y="16389"/>
                  </a:lnTo>
                  <a:lnTo>
                    <a:pt x="619125" y="0"/>
                  </a:lnTo>
                </a:path>
              </a:pathLst>
            </a:custGeom>
            <a:noFill/>
            <a:ln w="15240">
              <a:solidFill>
                <a:srgbClr val="FFFFFF"/>
              </a:solidFill>
            </a:ln>
          </p:spPr>
        </p:sp>
        <p:sp>
          <p:nvSpPr>
            <p:cNvPr id="407" name="407 ellipse"/>
            <p:cNvSpPr/>
            <p:nvPr/>
          </p:nvSpPr>
          <p:spPr>
            <a:xfrm>
              <a:off x="10706100" y="7343775"/>
              <a:ext cx="619125" cy="237363"/>
            </a:xfrm>
            <a:prstGeom prst="ellipse">
              <a:avLst/>
            </a:prstGeom>
            <a:solidFill>
              <a:srgbClr val="BBA9EF"/>
            </a:solidFill>
            <a:ln w="13335">
              <a:solidFill>
                <a:srgbClr val="8963D6"/>
              </a:solidFill>
            </a:ln>
          </p:spPr>
        </p:sp>
        <p:sp>
          <p:nvSpPr>
            <p:cNvPr id="408" name="408 path"/>
            <p:cNvSpPr/>
            <p:nvPr/>
          </p:nvSpPr>
          <p:spPr>
            <a:xfrm>
              <a:off x="10706100" y="7462457"/>
              <a:ext cx="95" cy="601885"/>
            </a:xfrm>
            <a:custGeom>
              <a:avLst/>
              <a:gdLst/>
              <a:ahLst/>
              <a:cxnLst/>
              <a:rect l="0" t="0" r="0" b="0"/>
              <a:pathLst>
                <a:path w="95" h="601885">
                  <a:moveTo>
                    <a:pt x="0" y="0"/>
                  </a:moveTo>
                  <a:lnTo>
                    <a:pt x="0" y="601885"/>
                  </a:lnTo>
                </a:path>
              </a:pathLst>
            </a:custGeom>
            <a:noFill/>
            <a:ln w="11430">
              <a:solidFill>
                <a:srgbClr val="8963D6"/>
              </a:solidFill>
            </a:ln>
          </p:spPr>
        </p:sp>
        <p:sp>
          <p:nvSpPr>
            <p:cNvPr id="409" name="409 path"/>
            <p:cNvSpPr/>
            <p:nvPr/>
          </p:nvSpPr>
          <p:spPr>
            <a:xfrm>
              <a:off x="11325225" y="7462457"/>
              <a:ext cx="95" cy="601885"/>
            </a:xfrm>
            <a:custGeom>
              <a:avLst/>
              <a:gdLst/>
              <a:ahLst/>
              <a:cxnLst/>
              <a:rect l="0" t="0" r="0" b="0"/>
              <a:pathLst>
                <a:path w="95" h="601885">
                  <a:moveTo>
                    <a:pt x="0" y="0"/>
                  </a:moveTo>
                  <a:lnTo>
                    <a:pt x="0" y="601885"/>
                  </a:lnTo>
                </a:path>
              </a:pathLst>
            </a:custGeom>
            <a:noFill/>
            <a:ln w="11430">
              <a:solidFill>
                <a:srgbClr val="8963D6"/>
              </a:solidFill>
            </a:ln>
          </p:spPr>
        </p:sp>
      </p:grpSp>
      <p:sp>
        <p:nvSpPr>
          <p:cNvPr id="410" name="410 Evidence store"/>
          <p:cNvSpPr/>
          <p:nvPr/>
        </p:nvSpPr>
        <p:spPr>
          <a:xfrm>
            <a:off x="13266737" y="10957722"/>
            <a:ext cx="1171575" cy="2185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9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90" b="1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Evidence store</a:t>
            </a:r>
          </a:p>
        </p:txBody>
      </p:sp>
      <p:sp>
        <p:nvSpPr>
          <p:cNvPr id="411" name="411 path"/>
          <p:cNvSpPr/>
          <p:nvPr/>
        </p:nvSpPr>
        <p:spPr>
          <a:xfrm>
            <a:off x="14295437" y="10500522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3335">
            <a:solidFill>
              <a:srgbClr val="285992"/>
            </a:solidFill>
          </a:ln>
        </p:spPr>
      </p:sp>
      <p:sp>
        <p:nvSpPr>
          <p:cNvPr id="412" name="412 arrow head"/>
          <p:cNvSpPr/>
          <p:nvPr/>
        </p:nvSpPr>
        <p:spPr>
          <a:xfrm>
            <a:off x="14466887" y="10454802"/>
            <a:ext cx="95250" cy="91440"/>
          </a:xfrm>
          <a:custGeom>
            <a:avLst/>
            <a:gdLst/>
            <a:ahLst/>
            <a:cxnLst/>
            <a:rect l="0" t="0" r="0" b="0"/>
            <a:pathLst>
              <a:path w="95250" h="91440">
                <a:moveTo>
                  <a:pt x="95250" y="45720"/>
                </a:moveTo>
                <a:lnTo>
                  <a:pt x="0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285992"/>
          </a:solidFill>
          <a:ln w="4763">
            <a:solidFill>
              <a:srgbClr val="285992"/>
            </a:solidFill>
          </a:ln>
        </p:spPr>
      </p:sp>
      <p:sp>
        <p:nvSpPr>
          <p:cNvPr id="413" name="413 rect"/>
          <p:cNvSpPr/>
          <p:nvPr/>
        </p:nvSpPr>
        <p:spPr>
          <a:xfrm>
            <a:off x="14676437" y="9938547"/>
            <a:ext cx="1628775" cy="247650"/>
          </a:xfrm>
          <a:prstGeom prst="roundRect">
            <a:avLst>
              <a:gd name="adj" fmla="val 19231"/>
            </a:avLst>
          </a:prstGeom>
          <a:solidFill>
            <a:srgbClr val="EBF1FE"/>
          </a:solidFill>
          <a:ln w="6668">
            <a:solidFill>
              <a:srgbClr val="DCE6F9"/>
            </a:solidFill>
          </a:ln>
        </p:spPr>
      </p:sp>
      <p:grpSp>
        <p:nvGrpSpPr>
          <p:cNvPr id="509" name="icon-document-413"/>
          <p:cNvGrpSpPr/>
          <p:nvPr/>
        </p:nvGrpSpPr>
        <p:grpSpPr>
          <a:xfrm>
            <a:off x="14865032" y="9976647"/>
            <a:ext cx="117634" cy="171450"/>
            <a:chOff x="12028170" y="7258050"/>
            <a:chExt cx="117634" cy="171450"/>
          </a:xfrm>
        </p:grpSpPr>
        <p:sp>
          <p:nvSpPr>
            <p:cNvPr id="414" name="414 path"/>
            <p:cNvSpPr/>
            <p:nvPr/>
          </p:nvSpPr>
          <p:spPr>
            <a:xfrm>
              <a:off x="12028170" y="7258050"/>
              <a:ext cx="117634" cy="171450"/>
            </a:xfrm>
            <a:custGeom>
              <a:avLst/>
              <a:gdLst/>
              <a:ahLst/>
              <a:cxnLst/>
              <a:rect l="0" t="0" r="0" b="0"/>
              <a:pathLst>
                <a:path w="117634" h="171450">
                  <a:moveTo>
                    <a:pt x="0" y="0"/>
                  </a:moveTo>
                  <a:lnTo>
                    <a:pt x="76914" y="0"/>
                  </a:lnTo>
                  <a:lnTo>
                    <a:pt x="117634" y="42863"/>
                  </a:lnTo>
                  <a:lnTo>
                    <a:pt x="117634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9FCFF"/>
            </a:solidFill>
            <a:ln w="9049">
              <a:solidFill>
                <a:srgbClr val="003496"/>
              </a:solidFill>
            </a:ln>
          </p:spPr>
        </p:sp>
        <p:sp>
          <p:nvSpPr>
            <p:cNvPr id="415" name="415 path"/>
            <p:cNvSpPr/>
            <p:nvPr/>
          </p:nvSpPr>
          <p:spPr>
            <a:xfrm>
              <a:off x="12105084" y="7258050"/>
              <a:ext cx="40719" cy="47625"/>
            </a:xfrm>
            <a:custGeom>
              <a:avLst/>
              <a:gdLst/>
              <a:ahLst/>
              <a:cxnLst/>
              <a:rect l="0" t="0" r="0" b="0"/>
              <a:pathLst>
                <a:path w="40719" h="47625">
                  <a:moveTo>
                    <a:pt x="0" y="0"/>
                  </a:moveTo>
                  <a:lnTo>
                    <a:pt x="0" y="47625"/>
                  </a:lnTo>
                  <a:lnTo>
                    <a:pt x="40719" y="47625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16" name="416 path"/>
            <p:cNvSpPr/>
            <p:nvPr/>
          </p:nvSpPr>
          <p:spPr>
            <a:xfrm>
              <a:off x="12050792" y="7334250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17" name="417 path"/>
            <p:cNvSpPr/>
            <p:nvPr/>
          </p:nvSpPr>
          <p:spPr>
            <a:xfrm>
              <a:off x="12050792" y="7358063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18" name="418 path"/>
            <p:cNvSpPr/>
            <p:nvPr/>
          </p:nvSpPr>
          <p:spPr>
            <a:xfrm>
              <a:off x="12050792" y="7381875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19" name="419 path"/>
            <p:cNvSpPr/>
            <p:nvPr/>
          </p:nvSpPr>
          <p:spPr>
            <a:xfrm>
              <a:off x="12050792" y="7405688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</p:grpSp>
      <p:sp>
        <p:nvSpPr>
          <p:cNvPr id="420" name="420 Code snippets"/>
          <p:cNvSpPr/>
          <p:nvPr/>
        </p:nvSpPr>
        <p:spPr>
          <a:xfrm>
            <a:off x="15133637" y="9957597"/>
            <a:ext cx="115252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Code snippets</a:t>
            </a:r>
          </a:p>
        </p:txBody>
      </p:sp>
      <p:sp>
        <p:nvSpPr>
          <p:cNvPr id="421" name="421 rect"/>
          <p:cNvSpPr/>
          <p:nvPr/>
        </p:nvSpPr>
        <p:spPr>
          <a:xfrm>
            <a:off x="14676437" y="10205247"/>
            <a:ext cx="1628775" cy="247650"/>
          </a:xfrm>
          <a:prstGeom prst="roundRect">
            <a:avLst>
              <a:gd name="adj" fmla="val 19231"/>
            </a:avLst>
          </a:prstGeom>
          <a:solidFill>
            <a:srgbClr val="EBF1FE"/>
          </a:solidFill>
          <a:ln w="6668">
            <a:solidFill>
              <a:srgbClr val="DCE6F9"/>
            </a:solidFill>
          </a:ln>
        </p:spPr>
      </p:sp>
      <p:grpSp>
        <p:nvGrpSpPr>
          <p:cNvPr id="510" name="icon-document-421"/>
          <p:cNvGrpSpPr/>
          <p:nvPr/>
        </p:nvGrpSpPr>
        <p:grpSpPr>
          <a:xfrm>
            <a:off x="14865032" y="10243347"/>
            <a:ext cx="117634" cy="171450"/>
            <a:chOff x="12028170" y="7524750"/>
            <a:chExt cx="117634" cy="171450"/>
          </a:xfrm>
        </p:grpSpPr>
        <p:sp>
          <p:nvSpPr>
            <p:cNvPr id="422" name="422 path"/>
            <p:cNvSpPr/>
            <p:nvPr/>
          </p:nvSpPr>
          <p:spPr>
            <a:xfrm>
              <a:off x="12028170" y="7524750"/>
              <a:ext cx="117634" cy="171450"/>
            </a:xfrm>
            <a:custGeom>
              <a:avLst/>
              <a:gdLst/>
              <a:ahLst/>
              <a:cxnLst/>
              <a:rect l="0" t="0" r="0" b="0"/>
              <a:pathLst>
                <a:path w="117634" h="171450">
                  <a:moveTo>
                    <a:pt x="0" y="0"/>
                  </a:moveTo>
                  <a:lnTo>
                    <a:pt x="76914" y="0"/>
                  </a:lnTo>
                  <a:lnTo>
                    <a:pt x="117634" y="42863"/>
                  </a:lnTo>
                  <a:lnTo>
                    <a:pt x="117634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9FCFF"/>
            </a:solidFill>
            <a:ln w="9049">
              <a:solidFill>
                <a:srgbClr val="003496"/>
              </a:solidFill>
            </a:ln>
          </p:spPr>
        </p:sp>
        <p:sp>
          <p:nvSpPr>
            <p:cNvPr id="423" name="423 path"/>
            <p:cNvSpPr/>
            <p:nvPr/>
          </p:nvSpPr>
          <p:spPr>
            <a:xfrm>
              <a:off x="12105084" y="7524750"/>
              <a:ext cx="40719" cy="47625"/>
            </a:xfrm>
            <a:custGeom>
              <a:avLst/>
              <a:gdLst/>
              <a:ahLst/>
              <a:cxnLst/>
              <a:rect l="0" t="0" r="0" b="0"/>
              <a:pathLst>
                <a:path w="40719" h="47625">
                  <a:moveTo>
                    <a:pt x="0" y="0"/>
                  </a:moveTo>
                  <a:lnTo>
                    <a:pt x="0" y="47625"/>
                  </a:lnTo>
                  <a:lnTo>
                    <a:pt x="40719" y="47625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24" name="424 path"/>
            <p:cNvSpPr/>
            <p:nvPr/>
          </p:nvSpPr>
          <p:spPr>
            <a:xfrm>
              <a:off x="12050792" y="7600950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25" name="425 path"/>
            <p:cNvSpPr/>
            <p:nvPr/>
          </p:nvSpPr>
          <p:spPr>
            <a:xfrm>
              <a:off x="12050792" y="7624763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26" name="426 path"/>
            <p:cNvSpPr/>
            <p:nvPr/>
          </p:nvSpPr>
          <p:spPr>
            <a:xfrm>
              <a:off x="12050792" y="7648575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27" name="427 path"/>
            <p:cNvSpPr/>
            <p:nvPr/>
          </p:nvSpPr>
          <p:spPr>
            <a:xfrm>
              <a:off x="12050792" y="7672388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</p:grpSp>
      <p:sp>
        <p:nvSpPr>
          <p:cNvPr id="428" name="428 Test results"/>
          <p:cNvSpPr/>
          <p:nvPr/>
        </p:nvSpPr>
        <p:spPr>
          <a:xfrm>
            <a:off x="15133637" y="10224297"/>
            <a:ext cx="115252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Test results</a:t>
            </a:r>
          </a:p>
        </p:txBody>
      </p:sp>
      <p:sp>
        <p:nvSpPr>
          <p:cNvPr id="429" name="429 rect"/>
          <p:cNvSpPr/>
          <p:nvPr/>
        </p:nvSpPr>
        <p:spPr>
          <a:xfrm>
            <a:off x="14676437" y="10471947"/>
            <a:ext cx="1628775" cy="247650"/>
          </a:xfrm>
          <a:prstGeom prst="roundRect">
            <a:avLst>
              <a:gd name="adj" fmla="val 19231"/>
            </a:avLst>
          </a:prstGeom>
          <a:solidFill>
            <a:srgbClr val="EBF1FE"/>
          </a:solidFill>
          <a:ln w="6668">
            <a:solidFill>
              <a:srgbClr val="DCE6F9"/>
            </a:solidFill>
          </a:ln>
        </p:spPr>
      </p:sp>
      <p:grpSp>
        <p:nvGrpSpPr>
          <p:cNvPr id="511" name="icon-document-429"/>
          <p:cNvGrpSpPr/>
          <p:nvPr/>
        </p:nvGrpSpPr>
        <p:grpSpPr>
          <a:xfrm>
            <a:off x="14865032" y="10510047"/>
            <a:ext cx="117634" cy="171450"/>
            <a:chOff x="12028170" y="7791450"/>
            <a:chExt cx="117634" cy="171450"/>
          </a:xfrm>
        </p:grpSpPr>
        <p:sp>
          <p:nvSpPr>
            <p:cNvPr id="430" name="430 path"/>
            <p:cNvSpPr/>
            <p:nvPr/>
          </p:nvSpPr>
          <p:spPr>
            <a:xfrm>
              <a:off x="12028170" y="7791450"/>
              <a:ext cx="117634" cy="171450"/>
            </a:xfrm>
            <a:custGeom>
              <a:avLst/>
              <a:gdLst/>
              <a:ahLst/>
              <a:cxnLst/>
              <a:rect l="0" t="0" r="0" b="0"/>
              <a:pathLst>
                <a:path w="117634" h="171450">
                  <a:moveTo>
                    <a:pt x="0" y="0"/>
                  </a:moveTo>
                  <a:lnTo>
                    <a:pt x="76914" y="0"/>
                  </a:lnTo>
                  <a:lnTo>
                    <a:pt x="117634" y="42863"/>
                  </a:lnTo>
                  <a:lnTo>
                    <a:pt x="117634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9FCFF"/>
            </a:solidFill>
            <a:ln w="9049">
              <a:solidFill>
                <a:srgbClr val="003496"/>
              </a:solidFill>
            </a:ln>
          </p:spPr>
        </p:sp>
        <p:sp>
          <p:nvSpPr>
            <p:cNvPr id="431" name="431 path"/>
            <p:cNvSpPr/>
            <p:nvPr/>
          </p:nvSpPr>
          <p:spPr>
            <a:xfrm>
              <a:off x="12105084" y="7791450"/>
              <a:ext cx="40719" cy="47625"/>
            </a:xfrm>
            <a:custGeom>
              <a:avLst/>
              <a:gdLst/>
              <a:ahLst/>
              <a:cxnLst/>
              <a:rect l="0" t="0" r="0" b="0"/>
              <a:pathLst>
                <a:path w="40719" h="47625">
                  <a:moveTo>
                    <a:pt x="0" y="0"/>
                  </a:moveTo>
                  <a:lnTo>
                    <a:pt x="0" y="47625"/>
                  </a:lnTo>
                  <a:lnTo>
                    <a:pt x="40719" y="47625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32" name="432 path"/>
            <p:cNvSpPr/>
            <p:nvPr/>
          </p:nvSpPr>
          <p:spPr>
            <a:xfrm>
              <a:off x="12050792" y="7867650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33" name="433 path"/>
            <p:cNvSpPr/>
            <p:nvPr/>
          </p:nvSpPr>
          <p:spPr>
            <a:xfrm>
              <a:off x="12050792" y="7891463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34" name="434 path"/>
            <p:cNvSpPr/>
            <p:nvPr/>
          </p:nvSpPr>
          <p:spPr>
            <a:xfrm>
              <a:off x="12050792" y="7915275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35" name="435 path"/>
            <p:cNvSpPr/>
            <p:nvPr/>
          </p:nvSpPr>
          <p:spPr>
            <a:xfrm>
              <a:off x="12050792" y="7939088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</p:grpSp>
      <p:sp>
        <p:nvSpPr>
          <p:cNvPr id="436" name="436 Error logs"/>
          <p:cNvSpPr/>
          <p:nvPr/>
        </p:nvSpPr>
        <p:spPr>
          <a:xfrm>
            <a:off x="15133637" y="10490997"/>
            <a:ext cx="115252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Error logs</a:t>
            </a:r>
          </a:p>
        </p:txBody>
      </p:sp>
      <p:sp>
        <p:nvSpPr>
          <p:cNvPr id="437" name="437 rect"/>
          <p:cNvSpPr/>
          <p:nvPr/>
        </p:nvSpPr>
        <p:spPr>
          <a:xfrm>
            <a:off x="14676437" y="10738647"/>
            <a:ext cx="1628775" cy="247650"/>
          </a:xfrm>
          <a:prstGeom prst="roundRect">
            <a:avLst>
              <a:gd name="adj" fmla="val 19231"/>
            </a:avLst>
          </a:prstGeom>
          <a:solidFill>
            <a:srgbClr val="EBF1FE"/>
          </a:solidFill>
          <a:ln w="6668">
            <a:solidFill>
              <a:srgbClr val="DCE6F9"/>
            </a:solidFill>
          </a:ln>
        </p:spPr>
      </p:sp>
      <p:grpSp>
        <p:nvGrpSpPr>
          <p:cNvPr id="512" name="icon-document-437"/>
          <p:cNvGrpSpPr/>
          <p:nvPr/>
        </p:nvGrpSpPr>
        <p:grpSpPr>
          <a:xfrm>
            <a:off x="14865032" y="10776747"/>
            <a:ext cx="117634" cy="171450"/>
            <a:chOff x="12028170" y="8058150"/>
            <a:chExt cx="117634" cy="171450"/>
          </a:xfrm>
        </p:grpSpPr>
        <p:sp>
          <p:nvSpPr>
            <p:cNvPr id="438" name="438 path"/>
            <p:cNvSpPr/>
            <p:nvPr/>
          </p:nvSpPr>
          <p:spPr>
            <a:xfrm>
              <a:off x="12028170" y="8058150"/>
              <a:ext cx="117634" cy="171450"/>
            </a:xfrm>
            <a:custGeom>
              <a:avLst/>
              <a:gdLst/>
              <a:ahLst/>
              <a:cxnLst/>
              <a:rect l="0" t="0" r="0" b="0"/>
              <a:pathLst>
                <a:path w="117634" h="171450">
                  <a:moveTo>
                    <a:pt x="0" y="0"/>
                  </a:moveTo>
                  <a:lnTo>
                    <a:pt x="76914" y="0"/>
                  </a:lnTo>
                  <a:lnTo>
                    <a:pt x="117634" y="42863"/>
                  </a:lnTo>
                  <a:lnTo>
                    <a:pt x="117634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9FCFF"/>
            </a:solidFill>
            <a:ln w="9049">
              <a:solidFill>
                <a:srgbClr val="003496"/>
              </a:solidFill>
            </a:ln>
          </p:spPr>
        </p:sp>
        <p:sp>
          <p:nvSpPr>
            <p:cNvPr id="439" name="439 path"/>
            <p:cNvSpPr/>
            <p:nvPr/>
          </p:nvSpPr>
          <p:spPr>
            <a:xfrm>
              <a:off x="12105084" y="8058150"/>
              <a:ext cx="40719" cy="47625"/>
            </a:xfrm>
            <a:custGeom>
              <a:avLst/>
              <a:gdLst/>
              <a:ahLst/>
              <a:cxnLst/>
              <a:rect l="0" t="0" r="0" b="0"/>
              <a:pathLst>
                <a:path w="40719" h="47625">
                  <a:moveTo>
                    <a:pt x="0" y="0"/>
                  </a:moveTo>
                  <a:lnTo>
                    <a:pt x="0" y="47625"/>
                  </a:lnTo>
                  <a:lnTo>
                    <a:pt x="40719" y="47625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40" name="440 path"/>
            <p:cNvSpPr/>
            <p:nvPr/>
          </p:nvSpPr>
          <p:spPr>
            <a:xfrm>
              <a:off x="12050792" y="8134350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41" name="441 path"/>
            <p:cNvSpPr/>
            <p:nvPr/>
          </p:nvSpPr>
          <p:spPr>
            <a:xfrm>
              <a:off x="12050792" y="8158163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42" name="442 path"/>
            <p:cNvSpPr/>
            <p:nvPr/>
          </p:nvSpPr>
          <p:spPr>
            <a:xfrm>
              <a:off x="12050792" y="8181975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43" name="443 path"/>
            <p:cNvSpPr/>
            <p:nvPr/>
          </p:nvSpPr>
          <p:spPr>
            <a:xfrm>
              <a:off x="12050792" y="8205788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</p:grpSp>
      <p:sp>
        <p:nvSpPr>
          <p:cNvPr id="444" name="444 Historical fixes"/>
          <p:cNvSpPr/>
          <p:nvPr/>
        </p:nvSpPr>
        <p:spPr>
          <a:xfrm>
            <a:off x="15133637" y="10757697"/>
            <a:ext cx="115252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Historical fixes</a:t>
            </a:r>
          </a:p>
        </p:txBody>
      </p:sp>
      <p:sp>
        <p:nvSpPr>
          <p:cNvPr id="445" name="445 rect"/>
          <p:cNvSpPr/>
          <p:nvPr/>
        </p:nvSpPr>
        <p:spPr>
          <a:xfrm>
            <a:off x="14676437" y="11005347"/>
            <a:ext cx="1628775" cy="247650"/>
          </a:xfrm>
          <a:prstGeom prst="roundRect">
            <a:avLst>
              <a:gd name="adj" fmla="val 19231"/>
            </a:avLst>
          </a:prstGeom>
          <a:solidFill>
            <a:srgbClr val="EBF1FE"/>
          </a:solidFill>
          <a:ln w="6668">
            <a:solidFill>
              <a:srgbClr val="DCE6F9"/>
            </a:solidFill>
          </a:ln>
        </p:spPr>
      </p:sp>
      <p:grpSp>
        <p:nvGrpSpPr>
          <p:cNvPr id="513" name="icon-document-445"/>
          <p:cNvGrpSpPr/>
          <p:nvPr/>
        </p:nvGrpSpPr>
        <p:grpSpPr>
          <a:xfrm>
            <a:off x="14865032" y="11043447"/>
            <a:ext cx="117634" cy="171450"/>
            <a:chOff x="12028170" y="8324850"/>
            <a:chExt cx="117634" cy="171450"/>
          </a:xfrm>
        </p:grpSpPr>
        <p:sp>
          <p:nvSpPr>
            <p:cNvPr id="446" name="446 path"/>
            <p:cNvSpPr/>
            <p:nvPr/>
          </p:nvSpPr>
          <p:spPr>
            <a:xfrm>
              <a:off x="12028170" y="8324850"/>
              <a:ext cx="117634" cy="171450"/>
            </a:xfrm>
            <a:custGeom>
              <a:avLst/>
              <a:gdLst/>
              <a:ahLst/>
              <a:cxnLst/>
              <a:rect l="0" t="0" r="0" b="0"/>
              <a:pathLst>
                <a:path w="117634" h="171450">
                  <a:moveTo>
                    <a:pt x="0" y="0"/>
                  </a:moveTo>
                  <a:lnTo>
                    <a:pt x="76914" y="0"/>
                  </a:lnTo>
                  <a:lnTo>
                    <a:pt x="117634" y="42863"/>
                  </a:lnTo>
                  <a:lnTo>
                    <a:pt x="117634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9FCFF"/>
            </a:solidFill>
            <a:ln w="9049">
              <a:solidFill>
                <a:srgbClr val="003496"/>
              </a:solidFill>
            </a:ln>
          </p:spPr>
        </p:sp>
        <p:sp>
          <p:nvSpPr>
            <p:cNvPr id="447" name="447 path"/>
            <p:cNvSpPr/>
            <p:nvPr/>
          </p:nvSpPr>
          <p:spPr>
            <a:xfrm>
              <a:off x="12105084" y="8324850"/>
              <a:ext cx="40719" cy="47625"/>
            </a:xfrm>
            <a:custGeom>
              <a:avLst/>
              <a:gdLst/>
              <a:ahLst/>
              <a:cxnLst/>
              <a:rect l="0" t="0" r="0" b="0"/>
              <a:pathLst>
                <a:path w="40719" h="47625">
                  <a:moveTo>
                    <a:pt x="0" y="0"/>
                  </a:moveTo>
                  <a:lnTo>
                    <a:pt x="0" y="47625"/>
                  </a:lnTo>
                  <a:lnTo>
                    <a:pt x="40719" y="47625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48" name="448 path"/>
            <p:cNvSpPr/>
            <p:nvPr/>
          </p:nvSpPr>
          <p:spPr>
            <a:xfrm>
              <a:off x="12050792" y="8401050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49" name="449 path"/>
            <p:cNvSpPr/>
            <p:nvPr/>
          </p:nvSpPr>
          <p:spPr>
            <a:xfrm>
              <a:off x="12050792" y="8424863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50" name="450 path"/>
            <p:cNvSpPr/>
            <p:nvPr/>
          </p:nvSpPr>
          <p:spPr>
            <a:xfrm>
              <a:off x="12050792" y="8448675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  <p:sp>
          <p:nvSpPr>
            <p:cNvPr id="451" name="451 path"/>
            <p:cNvSpPr/>
            <p:nvPr/>
          </p:nvSpPr>
          <p:spPr>
            <a:xfrm>
              <a:off x="12050792" y="8472488"/>
              <a:ext cx="63341" cy="95"/>
            </a:xfrm>
            <a:custGeom>
              <a:avLst/>
              <a:gdLst/>
              <a:ahLst/>
              <a:cxnLst/>
              <a:rect l="0" t="0" r="0" b="0"/>
              <a:pathLst>
                <a:path w="63341" h="95">
                  <a:moveTo>
                    <a:pt x="0" y="0"/>
                  </a:moveTo>
                  <a:lnTo>
                    <a:pt x="63341" y="0"/>
                  </a:lnTo>
                </a:path>
              </a:pathLst>
            </a:custGeom>
            <a:noFill/>
            <a:ln w="6787">
              <a:solidFill>
                <a:srgbClr val="003496"/>
              </a:solidFill>
            </a:ln>
          </p:spPr>
        </p:sp>
      </p:grpSp>
      <p:sp>
        <p:nvSpPr>
          <p:cNvPr id="452" name="452 …"/>
          <p:cNvSpPr/>
          <p:nvPr/>
        </p:nvSpPr>
        <p:spPr>
          <a:xfrm>
            <a:off x="15133637" y="11024397"/>
            <a:ext cx="115252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</a:t>
            </a:r>
          </a:p>
        </p:txBody>
      </p:sp>
      <p:sp>
        <p:nvSpPr>
          <p:cNvPr id="453" name="453 path"/>
          <p:cNvSpPr/>
          <p:nvPr/>
        </p:nvSpPr>
        <p:spPr>
          <a:xfrm>
            <a:off x="16429037" y="10500522"/>
            <a:ext cx="238125" cy="95"/>
          </a:xfrm>
          <a:custGeom>
            <a:avLst/>
            <a:gdLst/>
            <a:ahLst/>
            <a:cxnLst/>
            <a:rect l="0" t="0" r="0" b="0"/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3335">
            <a:solidFill>
              <a:srgbClr val="285992"/>
            </a:solidFill>
          </a:ln>
        </p:spPr>
      </p:sp>
      <p:sp>
        <p:nvSpPr>
          <p:cNvPr id="454" name="454 arrow head"/>
          <p:cNvSpPr/>
          <p:nvPr/>
        </p:nvSpPr>
        <p:spPr>
          <a:xfrm>
            <a:off x="16571912" y="10454802"/>
            <a:ext cx="95250" cy="91440"/>
          </a:xfrm>
          <a:custGeom>
            <a:avLst/>
            <a:gdLst/>
            <a:ahLst/>
            <a:cxnLst/>
            <a:rect l="0" t="0" r="0" b="0"/>
            <a:pathLst>
              <a:path w="95250" h="91440">
                <a:moveTo>
                  <a:pt x="95250" y="45720"/>
                </a:moveTo>
                <a:lnTo>
                  <a:pt x="0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285992"/>
          </a:solidFill>
          <a:ln w="4763">
            <a:solidFill>
              <a:srgbClr val="285992"/>
            </a:solidFill>
          </a:ln>
        </p:spPr>
      </p:sp>
      <p:grpSp>
        <p:nvGrpSpPr>
          <p:cNvPr id="514" name="icon-document-454"/>
          <p:cNvGrpSpPr/>
          <p:nvPr/>
        </p:nvGrpSpPr>
        <p:grpSpPr>
          <a:xfrm>
            <a:off x="16840517" y="10250491"/>
            <a:ext cx="284798" cy="471488"/>
            <a:chOff x="14003655" y="7531894"/>
            <a:chExt cx="284798" cy="471488"/>
          </a:xfrm>
        </p:grpSpPr>
        <p:sp>
          <p:nvSpPr>
            <p:cNvPr id="455" name="455 path"/>
            <p:cNvSpPr/>
            <p:nvPr/>
          </p:nvSpPr>
          <p:spPr>
            <a:xfrm>
              <a:off x="14003655" y="7531894"/>
              <a:ext cx="284797" cy="471488"/>
            </a:xfrm>
            <a:custGeom>
              <a:avLst/>
              <a:gdLst/>
              <a:ahLst/>
              <a:cxnLst/>
              <a:rect l="0" t="0" r="0" b="0"/>
              <a:pathLst>
                <a:path w="284797" h="471488">
                  <a:moveTo>
                    <a:pt x="0" y="0"/>
                  </a:moveTo>
                  <a:lnTo>
                    <a:pt x="186214" y="0"/>
                  </a:lnTo>
                  <a:lnTo>
                    <a:pt x="284797" y="117872"/>
                  </a:lnTo>
                  <a:lnTo>
                    <a:pt x="284797" y="471488"/>
                  </a:lnTo>
                  <a:lnTo>
                    <a:pt x="0" y="471488"/>
                  </a:lnTo>
                  <a:close/>
                </a:path>
              </a:pathLst>
            </a:custGeom>
            <a:solidFill>
              <a:srgbClr val="F9FCFF"/>
            </a:solidFill>
            <a:ln w="21908">
              <a:solidFill>
                <a:srgbClr val="003496"/>
              </a:solidFill>
            </a:ln>
          </p:spPr>
        </p:sp>
        <p:sp>
          <p:nvSpPr>
            <p:cNvPr id="456" name="456 path"/>
            <p:cNvSpPr/>
            <p:nvPr/>
          </p:nvSpPr>
          <p:spPr>
            <a:xfrm>
              <a:off x="14189869" y="7531894"/>
              <a:ext cx="98584" cy="130969"/>
            </a:xfrm>
            <a:custGeom>
              <a:avLst/>
              <a:gdLst/>
              <a:ahLst/>
              <a:cxnLst/>
              <a:rect l="0" t="0" r="0" b="0"/>
              <a:pathLst>
                <a:path w="98584" h="130969">
                  <a:moveTo>
                    <a:pt x="0" y="0"/>
                  </a:moveTo>
                  <a:lnTo>
                    <a:pt x="0" y="130969"/>
                  </a:lnTo>
                  <a:lnTo>
                    <a:pt x="98584" y="130969"/>
                  </a:lnTo>
                </a:path>
              </a:pathLst>
            </a:custGeom>
            <a:noFill/>
            <a:ln w="16431">
              <a:solidFill>
                <a:srgbClr val="003496"/>
              </a:solidFill>
            </a:ln>
          </p:spPr>
        </p:sp>
        <p:sp>
          <p:nvSpPr>
            <p:cNvPr id="457" name="457 path"/>
            <p:cNvSpPr/>
            <p:nvPr/>
          </p:nvSpPr>
          <p:spPr>
            <a:xfrm>
              <a:off x="14058424" y="7741444"/>
              <a:ext cx="153352" cy="95"/>
            </a:xfrm>
            <a:custGeom>
              <a:avLst/>
              <a:gdLst/>
              <a:ahLst/>
              <a:cxnLst/>
              <a:rect l="0" t="0" r="0" b="0"/>
              <a:pathLst>
                <a:path w="153352" h="95">
                  <a:moveTo>
                    <a:pt x="0" y="0"/>
                  </a:moveTo>
                  <a:lnTo>
                    <a:pt x="153352" y="0"/>
                  </a:lnTo>
                </a:path>
              </a:pathLst>
            </a:custGeom>
            <a:noFill/>
            <a:ln w="16431">
              <a:solidFill>
                <a:srgbClr val="003496"/>
              </a:solidFill>
            </a:ln>
          </p:spPr>
        </p:sp>
        <p:sp>
          <p:nvSpPr>
            <p:cNvPr id="458" name="458 path"/>
            <p:cNvSpPr/>
            <p:nvPr/>
          </p:nvSpPr>
          <p:spPr>
            <a:xfrm>
              <a:off x="14058424" y="7806928"/>
              <a:ext cx="153352" cy="95"/>
            </a:xfrm>
            <a:custGeom>
              <a:avLst/>
              <a:gdLst/>
              <a:ahLst/>
              <a:cxnLst/>
              <a:rect l="0" t="0" r="0" b="0"/>
              <a:pathLst>
                <a:path w="153352" h="95">
                  <a:moveTo>
                    <a:pt x="0" y="0"/>
                  </a:moveTo>
                  <a:lnTo>
                    <a:pt x="153352" y="0"/>
                  </a:lnTo>
                </a:path>
              </a:pathLst>
            </a:custGeom>
            <a:noFill/>
            <a:ln w="16431">
              <a:solidFill>
                <a:srgbClr val="003496"/>
              </a:solidFill>
            </a:ln>
          </p:spPr>
        </p:sp>
        <p:sp>
          <p:nvSpPr>
            <p:cNvPr id="459" name="459 path"/>
            <p:cNvSpPr/>
            <p:nvPr/>
          </p:nvSpPr>
          <p:spPr>
            <a:xfrm>
              <a:off x="14058424" y="7872413"/>
              <a:ext cx="153352" cy="95"/>
            </a:xfrm>
            <a:custGeom>
              <a:avLst/>
              <a:gdLst/>
              <a:ahLst/>
              <a:cxnLst/>
              <a:rect l="0" t="0" r="0" b="0"/>
              <a:pathLst>
                <a:path w="153352" h="95">
                  <a:moveTo>
                    <a:pt x="0" y="0"/>
                  </a:moveTo>
                  <a:lnTo>
                    <a:pt x="153352" y="0"/>
                  </a:lnTo>
                </a:path>
              </a:pathLst>
            </a:custGeom>
            <a:noFill/>
            <a:ln w="16431">
              <a:solidFill>
                <a:srgbClr val="003496"/>
              </a:solidFill>
            </a:ln>
          </p:spPr>
        </p:sp>
        <p:sp>
          <p:nvSpPr>
            <p:cNvPr id="460" name="460 path"/>
            <p:cNvSpPr/>
            <p:nvPr/>
          </p:nvSpPr>
          <p:spPr>
            <a:xfrm>
              <a:off x="14058424" y="7937897"/>
              <a:ext cx="153352" cy="95"/>
            </a:xfrm>
            <a:custGeom>
              <a:avLst/>
              <a:gdLst/>
              <a:ahLst/>
              <a:cxnLst/>
              <a:rect l="0" t="0" r="0" b="0"/>
              <a:pathLst>
                <a:path w="153352" h="95">
                  <a:moveTo>
                    <a:pt x="0" y="0"/>
                  </a:moveTo>
                  <a:lnTo>
                    <a:pt x="153352" y="0"/>
                  </a:lnTo>
                </a:path>
              </a:pathLst>
            </a:custGeom>
            <a:noFill/>
            <a:ln w="16431">
              <a:solidFill>
                <a:srgbClr val="003496"/>
              </a:solidFill>
            </a:ln>
          </p:spPr>
        </p:sp>
      </p:grpSp>
      <p:sp>
        <p:nvSpPr>
          <p:cNvPr id="461" name="461 Reconstructed"/>
          <p:cNvSpPr/>
          <p:nvPr/>
        </p:nvSpPr>
        <p:spPr>
          <a:xfrm>
            <a:off x="17305337" y="10176672"/>
            <a:ext cx="106680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Reconstructed</a:t>
            </a:r>
          </a:p>
        </p:txBody>
      </p:sp>
      <p:sp>
        <p:nvSpPr>
          <p:cNvPr id="462" name="462 context for"/>
          <p:cNvSpPr/>
          <p:nvPr/>
        </p:nvSpPr>
        <p:spPr>
          <a:xfrm>
            <a:off x="17305337" y="10365267"/>
            <a:ext cx="106680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context for</a:t>
            </a:r>
          </a:p>
        </p:txBody>
      </p:sp>
      <p:sp>
        <p:nvSpPr>
          <p:cNvPr id="463" name="463 repair"/>
          <p:cNvSpPr/>
          <p:nvPr/>
        </p:nvSpPr>
        <p:spPr>
          <a:xfrm>
            <a:off x="17305337" y="10553862"/>
            <a:ext cx="106680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repair</a:t>
            </a:r>
          </a:p>
        </p:txBody>
      </p:sp>
      <p:sp>
        <p:nvSpPr>
          <p:cNvPr id="515" name="137 Source execution curve"/>
          <p:cNvSpPr/>
          <p:nvPr/>
        </p:nvSpPr>
        <p:spPr>
          <a:xfrm>
            <a:off x="10856915" y="4862608"/>
            <a:ext cx="942975" cy="75438"/>
          </a:xfrm>
          <a:custGeom>
            <a:avLst/>
            <a:gdLst/>
            <a:ahLst/>
            <a:cxnLst/>
            <a:rect l="0" t="0" r="0" b="0"/>
            <a:pathLst>
              <a:path w="942975" h="75438">
                <a:moveTo>
                  <a:pt x="0" y="75438"/>
                </a:moveTo>
                <a:lnTo>
                  <a:pt x="13097" y="71735"/>
                </a:lnTo>
                <a:lnTo>
                  <a:pt x="26194" y="61423"/>
                </a:lnTo>
                <a:lnTo>
                  <a:pt x="39291" y="46571"/>
                </a:lnTo>
                <a:lnTo>
                  <a:pt x="52388" y="30067"/>
                </a:lnTo>
                <a:lnTo>
                  <a:pt x="65484" y="15062"/>
                </a:lnTo>
                <a:lnTo>
                  <a:pt x="78581" y="4380"/>
                </a:lnTo>
                <a:lnTo>
                  <a:pt x="91678" y="0"/>
                </a:lnTo>
                <a:lnTo>
                  <a:pt x="104775" y="2696"/>
                </a:lnTo>
                <a:lnTo>
                  <a:pt x="117872" y="11912"/>
                </a:lnTo>
                <a:lnTo>
                  <a:pt x="130969" y="25886"/>
                </a:lnTo>
                <a:lnTo>
                  <a:pt x="144066" y="41996"/>
                </a:lnTo>
                <a:lnTo>
                  <a:pt x="157163" y="57265"/>
                </a:lnTo>
                <a:lnTo>
                  <a:pt x="170259" y="68918"/>
                </a:lnTo>
                <a:lnTo>
                  <a:pt x="183356" y="74895"/>
                </a:lnTo>
                <a:lnTo>
                  <a:pt x="196453" y="74229"/>
                </a:lnTo>
                <a:lnTo>
                  <a:pt x="209550" y="67206"/>
                </a:lnTo>
                <a:lnTo>
                  <a:pt x="222647" y="55287"/>
                </a:lnTo>
                <a:lnTo>
                  <a:pt x="235744" y="40827"/>
                </a:lnTo>
                <a:lnTo>
                  <a:pt x="248841" y="26611"/>
                </a:lnTo>
                <a:lnTo>
                  <a:pt x="261938" y="15334"/>
                </a:lnTo>
                <a:lnTo>
                  <a:pt x="275034" y="9100"/>
                </a:lnTo>
                <a:lnTo>
                  <a:pt x="288131" y="9036"/>
                </a:lnTo>
                <a:lnTo>
                  <a:pt x="301228" y="15104"/>
                </a:lnTo>
                <a:lnTo>
                  <a:pt x="314325" y="26123"/>
                </a:lnTo>
                <a:lnTo>
                  <a:pt x="327422" y="40010"/>
                </a:lnTo>
                <a:lnTo>
                  <a:pt x="340519" y="54186"/>
                </a:lnTo>
                <a:lnTo>
                  <a:pt x="353616" y="66063"/>
                </a:lnTo>
                <a:lnTo>
                  <a:pt x="366713" y="73525"/>
                </a:lnTo>
                <a:lnTo>
                  <a:pt x="379809" y="75319"/>
                </a:lnTo>
                <a:lnTo>
                  <a:pt x="392906" y="71266"/>
                </a:lnTo>
                <a:lnTo>
                  <a:pt x="406003" y="62282"/>
                </a:lnTo>
                <a:lnTo>
                  <a:pt x="419100" y="50181"/>
                </a:lnTo>
                <a:lnTo>
                  <a:pt x="432197" y="37327"/>
                </a:lnTo>
                <a:lnTo>
                  <a:pt x="445294" y="26177"/>
                </a:lnTo>
                <a:lnTo>
                  <a:pt x="458391" y="18826"/>
                </a:lnTo>
                <a:lnTo>
                  <a:pt x="471488" y="16622"/>
                </a:lnTo>
                <a:lnTo>
                  <a:pt x="484584" y="19928"/>
                </a:lnTo>
                <a:lnTo>
                  <a:pt x="497681" y="28076"/>
                </a:lnTo>
                <a:lnTo>
                  <a:pt x="510778" y="39510"/>
                </a:lnTo>
                <a:lnTo>
                  <a:pt x="523875" y="52092"/>
                </a:lnTo>
                <a:lnTo>
                  <a:pt x="536972" y="63514"/>
                </a:lnTo>
                <a:lnTo>
                  <a:pt x="550069" y="71731"/>
                </a:lnTo>
                <a:lnTo>
                  <a:pt x="563166" y="75334"/>
                </a:lnTo>
                <a:lnTo>
                  <a:pt x="576263" y="73804"/>
                </a:lnTo>
                <a:lnTo>
                  <a:pt x="589359" y="67587"/>
                </a:lnTo>
                <a:lnTo>
                  <a:pt x="602456" y="57990"/>
                </a:lnTo>
                <a:lnTo>
                  <a:pt x="615553" y="46924"/>
                </a:lnTo>
                <a:lnTo>
                  <a:pt x="628650" y="36529"/>
                </a:lnTo>
                <a:lnTo>
                  <a:pt x="641747" y="28776"/>
                </a:lnTo>
                <a:lnTo>
                  <a:pt x="654844" y="25100"/>
                </a:lnTo>
                <a:lnTo>
                  <a:pt x="667941" y="26148"/>
                </a:lnTo>
                <a:lnTo>
                  <a:pt x="681038" y="31670"/>
                </a:lnTo>
                <a:lnTo>
                  <a:pt x="694134" y="40592"/>
                </a:lnTo>
                <a:lnTo>
                  <a:pt x="707231" y="51233"/>
                </a:lnTo>
                <a:lnTo>
                  <a:pt x="720328" y="61630"/>
                </a:lnTo>
                <a:lnTo>
                  <a:pt x="733425" y="69911"/>
                </a:lnTo>
                <a:lnTo>
                  <a:pt x="746522" y="74643"/>
                </a:lnTo>
                <a:lnTo>
                  <a:pt x="759619" y="75088"/>
                </a:lnTo>
                <a:lnTo>
                  <a:pt x="772716" y="71322"/>
                </a:lnTo>
                <a:lnTo>
                  <a:pt x="785813" y="64203"/>
                </a:lnTo>
                <a:lnTo>
                  <a:pt x="798909" y="55190"/>
                </a:lnTo>
                <a:lnTo>
                  <a:pt x="812006" y="46058"/>
                </a:lnTo>
                <a:lnTo>
                  <a:pt x="825103" y="38558"/>
                </a:lnTo>
                <a:lnTo>
                  <a:pt x="838200" y="34094"/>
                </a:lnTo>
                <a:lnTo>
                  <a:pt x="851297" y="33467"/>
                </a:lnTo>
                <a:lnTo>
                  <a:pt x="864394" y="36743"/>
                </a:lnTo>
                <a:lnTo>
                  <a:pt x="877491" y="43262"/>
                </a:lnTo>
                <a:lnTo>
                  <a:pt x="890588" y="51779"/>
                </a:lnTo>
                <a:lnTo>
                  <a:pt x="903684" y="60711"/>
                </a:lnTo>
                <a:lnTo>
                  <a:pt x="916781" y="68444"/>
                </a:lnTo>
                <a:lnTo>
                  <a:pt x="929878" y="73631"/>
                </a:lnTo>
                <a:lnTo>
                  <a:pt x="942975" y="75438"/>
                </a:lnTo>
              </a:path>
            </a:pathLst>
          </a:custGeom>
          <a:noFill/>
          <a:ln w="17145">
            <a:solidFill>
              <a:srgbClr val="0082FF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BFE83371-BB65-4432-22F9-56C1216C34FC}"/>
              </a:ext>
            </a:extLst>
          </p:cNvPr>
          <p:cNvGrpSpPr/>
          <p:nvPr/>
        </p:nvGrpSpPr>
        <p:grpSpPr>
          <a:xfrm>
            <a:off x="4694310" y="3322889"/>
            <a:ext cx="13990584" cy="8426165"/>
            <a:chOff x="4694310" y="3322889"/>
            <a:chExt cx="13990584" cy="8426165"/>
          </a:xfrm>
        </p:grpSpPr>
        <p:sp>
          <p:nvSpPr>
            <p:cNvPr id="114" name="114 rect"/>
            <p:cNvSpPr/>
            <p:nvPr/>
          </p:nvSpPr>
          <p:spPr>
            <a:xfrm>
              <a:off x="7509411" y="3685695"/>
              <a:ext cx="9050772" cy="5162997"/>
            </a:xfrm>
            <a:prstGeom prst="roundRect">
              <a:avLst>
                <a:gd name="adj" fmla="val 6380"/>
              </a:avLst>
            </a:prstGeom>
            <a:gradFill>
              <a:gsLst>
                <a:gs pos="0">
                  <a:srgbClr val="E0F3FF"/>
                </a:gs>
                <a:gs pos="100000">
                  <a:srgbClr val="E5F5FF"/>
                </a:gs>
              </a:gsLst>
              <a:lin ang="5400000"/>
            </a:gradFill>
            <a:ln w="13335">
              <a:solidFill>
                <a:srgbClr val="56ACFF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64" name="1 rect"/>
            <p:cNvSpPr/>
            <p:nvPr/>
          </p:nvSpPr>
          <p:spPr>
            <a:xfrm>
              <a:off x="4732340" y="3685693"/>
              <a:ext cx="2533650" cy="5171445"/>
            </a:xfrm>
            <a:prstGeom prst="roundRect">
              <a:avLst>
                <a:gd name="adj" fmla="val 4511"/>
              </a:avLst>
            </a:prstGeom>
            <a:solidFill>
              <a:schemeClr val="bg1"/>
            </a:solidFill>
            <a:ln w="12383">
              <a:solidFill>
                <a:schemeClr val="tx1"/>
              </a:solidFill>
            </a:ln>
          </p:spPr>
        </p:sp>
        <p:sp>
          <p:nvSpPr>
            <p:cNvPr id="2" name="2 Migration Setting"/>
            <p:cNvSpPr/>
            <p:nvPr/>
          </p:nvSpPr>
          <p:spPr>
            <a:xfrm>
              <a:off x="4876013" y="3858003"/>
              <a:ext cx="2295525" cy="3543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250" b="1" dirty="0"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Migration Setting</a:t>
              </a:r>
            </a:p>
          </p:txBody>
        </p:sp>
        <p:sp>
          <p:nvSpPr>
            <p:cNvPr id="3" name="3 rect"/>
            <p:cNvSpPr/>
            <p:nvPr/>
          </p:nvSpPr>
          <p:spPr>
            <a:xfrm>
              <a:off x="4818065" y="4373408"/>
              <a:ext cx="2362200" cy="2131687"/>
            </a:xfrm>
            <a:prstGeom prst="roundRect">
              <a:avLst>
                <a:gd name="adj" fmla="val 4839"/>
              </a:avLst>
            </a:prstGeom>
            <a:solidFill>
              <a:schemeClr val="bg1"/>
            </a:solidFill>
            <a:ln w="10478">
              <a:solidFill>
                <a:schemeClr val="tx1"/>
              </a:solidFill>
            </a:ln>
          </p:spPr>
        </p:sp>
        <p:sp>
          <p:nvSpPr>
            <p:cNvPr id="4" name="4 Source Repository"/>
            <p:cNvSpPr/>
            <p:nvPr/>
          </p:nvSpPr>
          <p:spPr>
            <a:xfrm>
              <a:off x="4951415" y="4438180"/>
              <a:ext cx="2095500" cy="2832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0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Source Repository</a:t>
              </a:r>
            </a:p>
          </p:txBody>
        </p:sp>
        <p:grpSp>
          <p:nvGrpSpPr>
            <p:cNvPr id="466" name="icon-torch-4"/>
            <p:cNvGrpSpPr/>
            <p:nvPr/>
          </p:nvGrpSpPr>
          <p:grpSpPr>
            <a:xfrm>
              <a:off x="5009200" y="4771556"/>
              <a:ext cx="293370" cy="361950"/>
              <a:chOff x="477186" y="1371600"/>
              <a:chExt cx="293402" cy="361950"/>
            </a:xfrm>
          </p:grpSpPr>
          <p:sp>
            <p:nvSpPr>
              <p:cNvPr id="5" name="5 torch vector path"/>
              <p:cNvSpPr/>
              <p:nvPr/>
            </p:nvSpPr>
            <p:spPr>
              <a:xfrm>
                <a:off x="477186" y="1371600"/>
                <a:ext cx="293402" cy="361950"/>
              </a:xfrm>
              <a:custGeom>
                <a:avLst/>
                <a:gdLst/>
                <a:ahLst/>
                <a:cxnLst/>
                <a:rect l="0" t="0" r="0" b="0"/>
                <a:pathLst>
                  <a:path w="293402" h="361950">
                    <a:moveTo>
                      <a:pt x="250533" y="106364"/>
                    </a:moveTo>
                    <a:lnTo>
                      <a:pt x="224898" y="132642"/>
                    </a:lnTo>
                    <a:lnTo>
                      <a:pt x="228269" y="136252"/>
                    </a:lnTo>
                    <a:lnTo>
                      <a:pt x="231452" y="139977"/>
                    </a:lnTo>
                    <a:lnTo>
                      <a:pt x="234448" y="143809"/>
                    </a:lnTo>
                    <a:lnTo>
                      <a:pt x="237257" y="147742"/>
                    </a:lnTo>
                    <a:lnTo>
                      <a:pt x="239878" y="151770"/>
                    </a:lnTo>
                    <a:lnTo>
                      <a:pt x="242313" y="155885"/>
                    </a:lnTo>
                    <a:lnTo>
                      <a:pt x="244560" y="160083"/>
                    </a:lnTo>
                    <a:lnTo>
                      <a:pt x="246619" y="164355"/>
                    </a:lnTo>
                    <a:lnTo>
                      <a:pt x="248492" y="168696"/>
                    </a:lnTo>
                    <a:lnTo>
                      <a:pt x="250177" y="173099"/>
                    </a:lnTo>
                    <a:lnTo>
                      <a:pt x="251675" y="177557"/>
                    </a:lnTo>
                    <a:lnTo>
                      <a:pt x="252986" y="182064"/>
                    </a:lnTo>
                    <a:lnTo>
                      <a:pt x="254110" y="186614"/>
                    </a:lnTo>
                    <a:lnTo>
                      <a:pt x="255046" y="191199"/>
                    </a:lnTo>
                    <a:lnTo>
                      <a:pt x="255795" y="195814"/>
                    </a:lnTo>
                    <a:lnTo>
                      <a:pt x="256357" y="200451"/>
                    </a:lnTo>
                    <a:lnTo>
                      <a:pt x="256731" y="205105"/>
                    </a:lnTo>
                    <a:lnTo>
                      <a:pt x="256918" y="209769"/>
                    </a:lnTo>
                    <a:lnTo>
                      <a:pt x="256918" y="214436"/>
                    </a:lnTo>
                    <a:lnTo>
                      <a:pt x="256731" y="219099"/>
                    </a:lnTo>
                    <a:lnTo>
                      <a:pt x="256357" y="223753"/>
                    </a:lnTo>
                    <a:lnTo>
                      <a:pt x="255795" y="228391"/>
                    </a:lnTo>
                    <a:lnTo>
                      <a:pt x="255046" y="233005"/>
                    </a:lnTo>
                    <a:lnTo>
                      <a:pt x="254110" y="237591"/>
                    </a:lnTo>
                    <a:lnTo>
                      <a:pt x="252986" y="242140"/>
                    </a:lnTo>
                    <a:lnTo>
                      <a:pt x="251675" y="246647"/>
                    </a:lnTo>
                    <a:lnTo>
                      <a:pt x="250177" y="251106"/>
                    </a:lnTo>
                    <a:lnTo>
                      <a:pt x="248492" y="255508"/>
                    </a:lnTo>
                    <a:lnTo>
                      <a:pt x="246619" y="259849"/>
                    </a:lnTo>
                    <a:lnTo>
                      <a:pt x="244560" y="264121"/>
                    </a:lnTo>
                    <a:lnTo>
                      <a:pt x="242313" y="268319"/>
                    </a:lnTo>
                    <a:lnTo>
                      <a:pt x="239878" y="272435"/>
                    </a:lnTo>
                    <a:lnTo>
                      <a:pt x="237257" y="276462"/>
                    </a:lnTo>
                    <a:lnTo>
                      <a:pt x="234448" y="280396"/>
                    </a:lnTo>
                    <a:lnTo>
                      <a:pt x="231452" y="284228"/>
                    </a:lnTo>
                    <a:lnTo>
                      <a:pt x="228269" y="287952"/>
                    </a:lnTo>
                    <a:lnTo>
                      <a:pt x="224898" y="291562"/>
                    </a:lnTo>
                    <a:lnTo>
                      <a:pt x="221277" y="295111"/>
                    </a:lnTo>
                    <a:lnTo>
                      <a:pt x="217538" y="298456"/>
                    </a:lnTo>
                    <a:lnTo>
                      <a:pt x="213688" y="301599"/>
                    </a:lnTo>
                    <a:lnTo>
                      <a:pt x="209735" y="304539"/>
                    </a:lnTo>
                    <a:lnTo>
                      <a:pt x="205686" y="307277"/>
                    </a:lnTo>
                    <a:lnTo>
                      <a:pt x="201546" y="309811"/>
                    </a:lnTo>
                    <a:lnTo>
                      <a:pt x="197324" y="312143"/>
                    </a:lnTo>
                    <a:lnTo>
                      <a:pt x="193026" y="314272"/>
                    </a:lnTo>
                    <a:lnTo>
                      <a:pt x="188658" y="316198"/>
                    </a:lnTo>
                    <a:lnTo>
                      <a:pt x="184229" y="317922"/>
                    </a:lnTo>
                    <a:lnTo>
                      <a:pt x="179744" y="319442"/>
                    </a:lnTo>
                    <a:lnTo>
                      <a:pt x="175211" y="320760"/>
                    </a:lnTo>
                    <a:lnTo>
                      <a:pt x="170636" y="321876"/>
                    </a:lnTo>
                    <a:lnTo>
                      <a:pt x="166027" y="322788"/>
                    </a:lnTo>
                    <a:lnTo>
                      <a:pt x="161390" y="323498"/>
                    </a:lnTo>
                    <a:lnTo>
                      <a:pt x="156733" y="324005"/>
                    </a:lnTo>
                    <a:lnTo>
                      <a:pt x="152061" y="324309"/>
                    </a:lnTo>
                    <a:lnTo>
                      <a:pt x="147383" y="324410"/>
                    </a:lnTo>
                    <a:lnTo>
                      <a:pt x="142705" y="324309"/>
                    </a:lnTo>
                    <a:lnTo>
                      <a:pt x="138034" y="324005"/>
                    </a:lnTo>
                    <a:lnTo>
                      <a:pt x="133376" y="323498"/>
                    </a:lnTo>
                    <a:lnTo>
                      <a:pt x="128739" y="322788"/>
                    </a:lnTo>
                    <a:lnTo>
                      <a:pt x="124130" y="321876"/>
                    </a:lnTo>
                    <a:lnTo>
                      <a:pt x="119556" y="320760"/>
                    </a:lnTo>
                    <a:lnTo>
                      <a:pt x="115022" y="319442"/>
                    </a:lnTo>
                    <a:lnTo>
                      <a:pt x="110538" y="317922"/>
                    </a:lnTo>
                    <a:lnTo>
                      <a:pt x="106108" y="316198"/>
                    </a:lnTo>
                    <a:lnTo>
                      <a:pt x="101741" y="314272"/>
                    </a:lnTo>
                    <a:lnTo>
                      <a:pt x="97442" y="312143"/>
                    </a:lnTo>
                    <a:lnTo>
                      <a:pt x="93220" y="309811"/>
                    </a:lnTo>
                    <a:lnTo>
                      <a:pt x="89080" y="307277"/>
                    </a:lnTo>
                    <a:lnTo>
                      <a:pt x="85031" y="304539"/>
                    </a:lnTo>
                    <a:lnTo>
                      <a:pt x="81078" y="301599"/>
                    </a:lnTo>
                    <a:lnTo>
                      <a:pt x="77228" y="298456"/>
                    </a:lnTo>
                    <a:lnTo>
                      <a:pt x="73490" y="295111"/>
                    </a:lnTo>
                    <a:lnTo>
                      <a:pt x="69868" y="291562"/>
                    </a:lnTo>
                    <a:lnTo>
                      <a:pt x="66498" y="287952"/>
                    </a:lnTo>
                    <a:lnTo>
                      <a:pt x="63314" y="284228"/>
                    </a:lnTo>
                    <a:lnTo>
                      <a:pt x="60318" y="280396"/>
                    </a:lnTo>
                    <a:lnTo>
                      <a:pt x="57509" y="276462"/>
                    </a:lnTo>
                    <a:lnTo>
                      <a:pt x="54888" y="272435"/>
                    </a:lnTo>
                    <a:lnTo>
                      <a:pt x="52453" y="268319"/>
                    </a:lnTo>
                    <a:lnTo>
                      <a:pt x="50206" y="264121"/>
                    </a:lnTo>
                    <a:lnTo>
                      <a:pt x="48146" y="259849"/>
                    </a:lnTo>
                    <a:lnTo>
                      <a:pt x="46274" y="255508"/>
                    </a:lnTo>
                    <a:lnTo>
                      <a:pt x="44588" y="251106"/>
                    </a:lnTo>
                    <a:lnTo>
                      <a:pt x="43090" y="246647"/>
                    </a:lnTo>
                    <a:lnTo>
                      <a:pt x="41780" y="242140"/>
                    </a:lnTo>
                    <a:lnTo>
                      <a:pt x="40656" y="237591"/>
                    </a:lnTo>
                    <a:lnTo>
                      <a:pt x="39720" y="233005"/>
                    </a:lnTo>
                    <a:lnTo>
                      <a:pt x="38971" y="228391"/>
                    </a:lnTo>
                    <a:lnTo>
                      <a:pt x="38409" y="223753"/>
                    </a:lnTo>
                    <a:lnTo>
                      <a:pt x="38034" y="219099"/>
                    </a:lnTo>
                    <a:lnTo>
                      <a:pt x="37847" y="214436"/>
                    </a:lnTo>
                    <a:lnTo>
                      <a:pt x="37847" y="209769"/>
                    </a:lnTo>
                    <a:lnTo>
                      <a:pt x="38034" y="205105"/>
                    </a:lnTo>
                    <a:lnTo>
                      <a:pt x="38409" y="200451"/>
                    </a:lnTo>
                    <a:lnTo>
                      <a:pt x="38971" y="195814"/>
                    </a:lnTo>
                    <a:lnTo>
                      <a:pt x="39720" y="191199"/>
                    </a:lnTo>
                    <a:lnTo>
                      <a:pt x="40656" y="186614"/>
                    </a:lnTo>
                    <a:lnTo>
                      <a:pt x="41780" y="182064"/>
                    </a:lnTo>
                    <a:lnTo>
                      <a:pt x="43090" y="177557"/>
                    </a:lnTo>
                    <a:lnTo>
                      <a:pt x="44588" y="173099"/>
                    </a:lnTo>
                    <a:lnTo>
                      <a:pt x="46274" y="168696"/>
                    </a:lnTo>
                    <a:lnTo>
                      <a:pt x="48146" y="164355"/>
                    </a:lnTo>
                    <a:lnTo>
                      <a:pt x="50206" y="160083"/>
                    </a:lnTo>
                    <a:lnTo>
                      <a:pt x="52453" y="155885"/>
                    </a:lnTo>
                    <a:lnTo>
                      <a:pt x="54888" y="151770"/>
                    </a:lnTo>
                    <a:lnTo>
                      <a:pt x="57509" y="147742"/>
                    </a:lnTo>
                    <a:lnTo>
                      <a:pt x="60318" y="143809"/>
                    </a:lnTo>
                    <a:lnTo>
                      <a:pt x="63314" y="139977"/>
                    </a:lnTo>
                    <a:lnTo>
                      <a:pt x="66498" y="136252"/>
                    </a:lnTo>
                    <a:lnTo>
                      <a:pt x="69868" y="132642"/>
                    </a:lnTo>
                    <a:lnTo>
                      <a:pt x="69868" y="132642"/>
                    </a:lnTo>
                    <a:lnTo>
                      <a:pt x="138228" y="62567"/>
                    </a:lnTo>
                    <a:lnTo>
                      <a:pt x="146772" y="52556"/>
                    </a:lnTo>
                    <a:lnTo>
                      <a:pt x="146772" y="52556"/>
                    </a:lnTo>
                    <a:lnTo>
                      <a:pt x="146772" y="0"/>
                    </a:lnTo>
                    <a:lnTo>
                      <a:pt x="43012" y="106364"/>
                    </a:lnTo>
                    <a:lnTo>
                      <a:pt x="39571" y="110008"/>
                    </a:lnTo>
                    <a:lnTo>
                      <a:pt x="36274" y="113736"/>
                    </a:lnTo>
                    <a:lnTo>
                      <a:pt x="33119" y="117544"/>
                    </a:lnTo>
                    <a:lnTo>
                      <a:pt x="30108" y="121429"/>
                    </a:lnTo>
                    <a:lnTo>
                      <a:pt x="27241" y="125388"/>
                    </a:lnTo>
                    <a:lnTo>
                      <a:pt x="24517" y="129416"/>
                    </a:lnTo>
                    <a:lnTo>
                      <a:pt x="21936" y="133510"/>
                    </a:lnTo>
                    <a:lnTo>
                      <a:pt x="19499" y="137667"/>
                    </a:lnTo>
                    <a:lnTo>
                      <a:pt x="17205" y="141883"/>
                    </a:lnTo>
                    <a:lnTo>
                      <a:pt x="15054" y="146154"/>
                    </a:lnTo>
                    <a:lnTo>
                      <a:pt x="13047" y="150477"/>
                    </a:lnTo>
                    <a:lnTo>
                      <a:pt x="11183" y="154848"/>
                    </a:lnTo>
                    <a:lnTo>
                      <a:pt x="9463" y="159264"/>
                    </a:lnTo>
                    <a:lnTo>
                      <a:pt x="7886" y="163721"/>
                    </a:lnTo>
                    <a:lnTo>
                      <a:pt x="6452" y="168216"/>
                    </a:lnTo>
                    <a:lnTo>
                      <a:pt x="5161" y="172744"/>
                    </a:lnTo>
                    <a:lnTo>
                      <a:pt x="4014" y="177303"/>
                    </a:lnTo>
                    <a:lnTo>
                      <a:pt x="3011" y="181889"/>
                    </a:lnTo>
                    <a:lnTo>
                      <a:pt x="2151" y="186498"/>
                    </a:lnTo>
                    <a:lnTo>
                      <a:pt x="1434" y="191126"/>
                    </a:lnTo>
                    <a:lnTo>
                      <a:pt x="860" y="195771"/>
                    </a:lnTo>
                    <a:lnTo>
                      <a:pt x="430" y="200428"/>
                    </a:lnTo>
                    <a:lnTo>
                      <a:pt x="143" y="205094"/>
                    </a:lnTo>
                    <a:lnTo>
                      <a:pt x="0" y="209766"/>
                    </a:lnTo>
                    <a:lnTo>
                      <a:pt x="0" y="214439"/>
                    </a:lnTo>
                    <a:lnTo>
                      <a:pt x="143" y="219110"/>
                    </a:lnTo>
                    <a:lnTo>
                      <a:pt x="430" y="223776"/>
                    </a:lnTo>
                    <a:lnTo>
                      <a:pt x="860" y="228433"/>
                    </a:lnTo>
                    <a:lnTo>
                      <a:pt x="1434" y="233078"/>
                    </a:lnTo>
                    <a:lnTo>
                      <a:pt x="2151" y="237707"/>
                    </a:lnTo>
                    <a:lnTo>
                      <a:pt x="3011" y="242315"/>
                    </a:lnTo>
                    <a:lnTo>
                      <a:pt x="4014" y="246901"/>
                    </a:lnTo>
                    <a:lnTo>
                      <a:pt x="5161" y="251460"/>
                    </a:lnTo>
                    <a:lnTo>
                      <a:pt x="6452" y="255989"/>
                    </a:lnTo>
                    <a:lnTo>
                      <a:pt x="7886" y="260483"/>
                    </a:lnTo>
                    <a:lnTo>
                      <a:pt x="9463" y="264940"/>
                    </a:lnTo>
                    <a:lnTo>
                      <a:pt x="11183" y="269356"/>
                    </a:lnTo>
                    <a:lnTo>
                      <a:pt x="13047" y="273727"/>
                    </a:lnTo>
                    <a:lnTo>
                      <a:pt x="15054" y="278050"/>
                    </a:lnTo>
                    <a:lnTo>
                      <a:pt x="17205" y="282321"/>
                    </a:lnTo>
                    <a:lnTo>
                      <a:pt x="19499" y="286537"/>
                    </a:lnTo>
                    <a:lnTo>
                      <a:pt x="21936" y="290694"/>
                    </a:lnTo>
                    <a:lnTo>
                      <a:pt x="24517" y="294788"/>
                    </a:lnTo>
                    <a:lnTo>
                      <a:pt x="27241" y="298816"/>
                    </a:lnTo>
                    <a:lnTo>
                      <a:pt x="30108" y="302775"/>
                    </a:lnTo>
                    <a:lnTo>
                      <a:pt x="33119" y="306660"/>
                    </a:lnTo>
                    <a:lnTo>
                      <a:pt x="36274" y="310468"/>
                    </a:lnTo>
                    <a:lnTo>
                      <a:pt x="39571" y="314196"/>
                    </a:lnTo>
                    <a:lnTo>
                      <a:pt x="43012" y="317840"/>
                    </a:lnTo>
                    <a:lnTo>
                      <a:pt x="46642" y="321440"/>
                    </a:lnTo>
                    <a:lnTo>
                      <a:pt x="50357" y="324886"/>
                    </a:lnTo>
                    <a:lnTo>
                      <a:pt x="54153" y="328179"/>
                    </a:lnTo>
                    <a:lnTo>
                      <a:pt x="58028" y="331318"/>
                    </a:lnTo>
                    <a:lnTo>
                      <a:pt x="61977" y="334305"/>
                    </a:lnTo>
                    <a:lnTo>
                      <a:pt x="65996" y="337138"/>
                    </a:lnTo>
                    <a:lnTo>
                      <a:pt x="70082" y="339819"/>
                    </a:lnTo>
                    <a:lnTo>
                      <a:pt x="74231" y="342346"/>
                    </a:lnTo>
                    <a:lnTo>
                      <a:pt x="78439" y="344720"/>
                    </a:lnTo>
                    <a:lnTo>
                      <a:pt x="82703" y="346940"/>
                    </a:lnTo>
                    <a:lnTo>
                      <a:pt x="87019" y="349008"/>
                    </a:lnTo>
                    <a:lnTo>
                      <a:pt x="91383" y="350923"/>
                    </a:lnTo>
                    <a:lnTo>
                      <a:pt x="95791" y="352684"/>
                    </a:lnTo>
                    <a:lnTo>
                      <a:pt x="100241" y="354292"/>
                    </a:lnTo>
                    <a:lnTo>
                      <a:pt x="104727" y="355747"/>
                    </a:lnTo>
                    <a:lnTo>
                      <a:pt x="109247" y="357049"/>
                    </a:lnTo>
                    <a:lnTo>
                      <a:pt x="113797" y="358198"/>
                    </a:lnTo>
                    <a:lnTo>
                      <a:pt x="118372" y="359193"/>
                    </a:lnTo>
                    <a:lnTo>
                      <a:pt x="122970" y="360036"/>
                    </a:lnTo>
                    <a:lnTo>
                      <a:pt x="127586" y="360725"/>
                    </a:lnTo>
                    <a:lnTo>
                      <a:pt x="132217" y="361261"/>
                    </a:lnTo>
                    <a:lnTo>
                      <a:pt x="136859" y="361644"/>
                    </a:lnTo>
                    <a:lnTo>
                      <a:pt x="141509" y="361873"/>
                    </a:lnTo>
                    <a:lnTo>
                      <a:pt x="146162" y="361950"/>
                    </a:lnTo>
                    <a:lnTo>
                      <a:pt x="150816" y="361873"/>
                    </a:lnTo>
                    <a:lnTo>
                      <a:pt x="155465" y="361644"/>
                    </a:lnTo>
                    <a:lnTo>
                      <a:pt x="160107" y="361261"/>
                    </a:lnTo>
                    <a:lnTo>
                      <a:pt x="164739" y="360725"/>
                    </a:lnTo>
                    <a:lnTo>
                      <a:pt x="169355" y="360036"/>
                    </a:lnTo>
                    <a:lnTo>
                      <a:pt x="173953" y="359193"/>
                    </a:lnTo>
                    <a:lnTo>
                      <a:pt x="178528" y="358198"/>
                    </a:lnTo>
                    <a:lnTo>
                      <a:pt x="183078" y="357049"/>
                    </a:lnTo>
                    <a:lnTo>
                      <a:pt x="187597" y="355747"/>
                    </a:lnTo>
                    <a:lnTo>
                      <a:pt x="192084" y="354292"/>
                    </a:lnTo>
                    <a:lnTo>
                      <a:pt x="196533" y="352684"/>
                    </a:lnTo>
                    <a:lnTo>
                      <a:pt x="200942" y="350923"/>
                    </a:lnTo>
                    <a:lnTo>
                      <a:pt x="205306" y="349008"/>
                    </a:lnTo>
                    <a:lnTo>
                      <a:pt x="209622" y="346940"/>
                    </a:lnTo>
                    <a:lnTo>
                      <a:pt x="213886" y="344720"/>
                    </a:lnTo>
                    <a:lnTo>
                      <a:pt x="218094" y="342346"/>
                    </a:lnTo>
                    <a:lnTo>
                      <a:pt x="222243" y="339819"/>
                    </a:lnTo>
                    <a:lnTo>
                      <a:pt x="226329" y="337138"/>
                    </a:lnTo>
                    <a:lnTo>
                      <a:pt x="230348" y="334305"/>
                    </a:lnTo>
                    <a:lnTo>
                      <a:pt x="234297" y="331318"/>
                    </a:lnTo>
                    <a:lnTo>
                      <a:pt x="238171" y="328179"/>
                    </a:lnTo>
                    <a:lnTo>
                      <a:pt x="241968" y="324886"/>
                    </a:lnTo>
                    <a:lnTo>
                      <a:pt x="245683" y="321440"/>
                    </a:lnTo>
                    <a:lnTo>
                      <a:pt x="249312" y="317840"/>
                    </a:lnTo>
                    <a:lnTo>
                      <a:pt x="252827" y="314195"/>
                    </a:lnTo>
                    <a:lnTo>
                      <a:pt x="256195" y="310462"/>
                    </a:lnTo>
                    <a:lnTo>
                      <a:pt x="259416" y="306647"/>
                    </a:lnTo>
                    <a:lnTo>
                      <a:pt x="262491" y="302752"/>
                    </a:lnTo>
                    <a:lnTo>
                      <a:pt x="265421" y="298781"/>
                    </a:lnTo>
                    <a:lnTo>
                      <a:pt x="268204" y="294739"/>
                    </a:lnTo>
                    <a:lnTo>
                      <a:pt x="270841" y="290628"/>
                    </a:lnTo>
                    <a:lnTo>
                      <a:pt x="273332" y="286453"/>
                    </a:lnTo>
                    <a:lnTo>
                      <a:pt x="275677" y="282218"/>
                    </a:lnTo>
                    <a:lnTo>
                      <a:pt x="277876" y="277926"/>
                    </a:lnTo>
                    <a:lnTo>
                      <a:pt x="279929" y="273581"/>
                    </a:lnTo>
                    <a:lnTo>
                      <a:pt x="281837" y="269186"/>
                    </a:lnTo>
                    <a:lnTo>
                      <a:pt x="283599" y="264746"/>
                    </a:lnTo>
                    <a:lnTo>
                      <a:pt x="285215" y="260264"/>
                    </a:lnTo>
                    <a:lnTo>
                      <a:pt x="286686" y="255744"/>
                    </a:lnTo>
                    <a:lnTo>
                      <a:pt x="288011" y="251191"/>
                    </a:lnTo>
                    <a:lnTo>
                      <a:pt x="289191" y="246606"/>
                    </a:lnTo>
                    <a:lnTo>
                      <a:pt x="290226" y="241995"/>
                    </a:lnTo>
                    <a:lnTo>
                      <a:pt x="291115" y="237361"/>
                    </a:lnTo>
                    <a:lnTo>
                      <a:pt x="291859" y="232708"/>
                    </a:lnTo>
                    <a:lnTo>
                      <a:pt x="292458" y="228040"/>
                    </a:lnTo>
                    <a:lnTo>
                      <a:pt x="292911" y="223359"/>
                    </a:lnTo>
                    <a:lnTo>
                      <a:pt x="293220" y="218671"/>
                    </a:lnTo>
                    <a:lnTo>
                      <a:pt x="293384" y="213979"/>
                    </a:lnTo>
                    <a:lnTo>
                      <a:pt x="293402" y="209287"/>
                    </a:lnTo>
                    <a:lnTo>
                      <a:pt x="293276" y="204598"/>
                    </a:lnTo>
                    <a:lnTo>
                      <a:pt x="293005" y="199916"/>
                    </a:lnTo>
                    <a:lnTo>
                      <a:pt x="292589" y="195246"/>
                    </a:lnTo>
                    <a:lnTo>
                      <a:pt x="292029" y="190590"/>
                    </a:lnTo>
                    <a:lnTo>
                      <a:pt x="291324" y="185952"/>
                    </a:lnTo>
                    <a:lnTo>
                      <a:pt x="290474" y="181337"/>
                    </a:lnTo>
                    <a:lnTo>
                      <a:pt x="289480" y="176748"/>
                    </a:lnTo>
                    <a:lnTo>
                      <a:pt x="288342" y="172188"/>
                    </a:lnTo>
                    <a:lnTo>
                      <a:pt x="287059" y="167663"/>
                    </a:lnTo>
                    <a:lnTo>
                      <a:pt x="285631" y="163174"/>
                    </a:lnTo>
                    <a:lnTo>
                      <a:pt x="284060" y="158727"/>
                    </a:lnTo>
                    <a:lnTo>
                      <a:pt x="282344" y="154324"/>
                    </a:lnTo>
                    <a:lnTo>
                      <a:pt x="280485" y="149970"/>
                    </a:lnTo>
                    <a:lnTo>
                      <a:pt x="278481" y="145669"/>
                    </a:lnTo>
                    <a:lnTo>
                      <a:pt x="276333" y="141424"/>
                    </a:lnTo>
                    <a:lnTo>
                      <a:pt x="274041" y="137238"/>
                    </a:lnTo>
                    <a:lnTo>
                      <a:pt x="271606" y="133116"/>
                    </a:lnTo>
                    <a:lnTo>
                      <a:pt x="269026" y="129062"/>
                    </a:lnTo>
                    <a:lnTo>
                      <a:pt x="266303" y="125079"/>
                    </a:lnTo>
                    <a:lnTo>
                      <a:pt x="263436" y="121171"/>
                    </a:lnTo>
                    <a:lnTo>
                      <a:pt x="260426" y="117342"/>
                    </a:lnTo>
                    <a:lnTo>
                      <a:pt x="257271" y="113595"/>
                    </a:lnTo>
                    <a:lnTo>
                      <a:pt x="253974" y="109934"/>
                    </a:lnTo>
                    <a:lnTo>
                      <a:pt x="250533" y="106364"/>
                    </a:lnTo>
                    <a:close/>
                  </a:path>
                </a:pathLst>
              </a:custGeom>
              <a:solidFill>
                <a:srgbClr val="EE4C2C"/>
              </a:solidFill>
              <a:ln w="0">
                <a:noFill/>
              </a:ln>
            </p:spPr>
          </p:sp>
          <p:sp>
            <p:nvSpPr>
              <p:cNvPr id="6" name="6 torch vector path"/>
              <p:cNvSpPr/>
              <p:nvPr/>
            </p:nvSpPr>
            <p:spPr>
              <a:xfrm>
                <a:off x="477186" y="1371600"/>
                <a:ext cx="293402" cy="361950"/>
              </a:xfrm>
              <a:custGeom>
                <a:avLst/>
                <a:gdLst/>
                <a:ahLst/>
                <a:cxnLst/>
                <a:rect l="0" t="0" r="0" b="0"/>
                <a:pathLst>
                  <a:path w="293402" h="361950">
                    <a:moveTo>
                      <a:pt x="218795" y="78834"/>
                    </a:moveTo>
                    <a:lnTo>
                      <a:pt x="218398" y="82869"/>
                    </a:lnTo>
                    <a:lnTo>
                      <a:pt x="217260" y="86628"/>
                    </a:lnTo>
                    <a:lnTo>
                      <a:pt x="215459" y="90028"/>
                    </a:lnTo>
                    <a:lnTo>
                      <a:pt x="213074" y="92992"/>
                    </a:lnTo>
                    <a:lnTo>
                      <a:pt x="210184" y="95436"/>
                    </a:lnTo>
                    <a:lnTo>
                      <a:pt x="206866" y="97282"/>
                    </a:lnTo>
                    <a:lnTo>
                      <a:pt x="203200" y="98449"/>
                    </a:lnTo>
                    <a:lnTo>
                      <a:pt x="199263" y="98856"/>
                    </a:lnTo>
                    <a:lnTo>
                      <a:pt x="195327" y="98449"/>
                    </a:lnTo>
                    <a:lnTo>
                      <a:pt x="191661" y="97282"/>
                    </a:lnTo>
                    <a:lnTo>
                      <a:pt x="188343" y="95436"/>
                    </a:lnTo>
                    <a:lnTo>
                      <a:pt x="185453" y="92992"/>
                    </a:lnTo>
                    <a:lnTo>
                      <a:pt x="183068" y="90028"/>
                    </a:lnTo>
                    <a:lnTo>
                      <a:pt x="181267" y="86628"/>
                    </a:lnTo>
                    <a:lnTo>
                      <a:pt x="180129" y="82869"/>
                    </a:lnTo>
                    <a:lnTo>
                      <a:pt x="179732" y="78834"/>
                    </a:lnTo>
                    <a:lnTo>
                      <a:pt x="180129" y="74799"/>
                    </a:lnTo>
                    <a:lnTo>
                      <a:pt x="181267" y="71041"/>
                    </a:lnTo>
                    <a:lnTo>
                      <a:pt x="183068" y="67640"/>
                    </a:lnTo>
                    <a:lnTo>
                      <a:pt x="185453" y="64677"/>
                    </a:lnTo>
                    <a:lnTo>
                      <a:pt x="188343" y="62232"/>
                    </a:lnTo>
                    <a:lnTo>
                      <a:pt x="191661" y="60386"/>
                    </a:lnTo>
                    <a:lnTo>
                      <a:pt x="195327" y="59220"/>
                    </a:lnTo>
                    <a:lnTo>
                      <a:pt x="199263" y="58813"/>
                    </a:lnTo>
                    <a:lnTo>
                      <a:pt x="203200" y="59220"/>
                    </a:lnTo>
                    <a:lnTo>
                      <a:pt x="206866" y="60386"/>
                    </a:lnTo>
                    <a:lnTo>
                      <a:pt x="210184" y="62232"/>
                    </a:lnTo>
                    <a:lnTo>
                      <a:pt x="213074" y="64677"/>
                    </a:lnTo>
                    <a:lnTo>
                      <a:pt x="215459" y="67640"/>
                    </a:lnTo>
                    <a:lnTo>
                      <a:pt x="217260" y="71041"/>
                    </a:lnTo>
                    <a:lnTo>
                      <a:pt x="218398" y="74799"/>
                    </a:lnTo>
                    <a:lnTo>
                      <a:pt x="218795" y="78834"/>
                    </a:lnTo>
                    <a:close/>
                  </a:path>
                </a:pathLst>
              </a:custGeom>
              <a:solidFill>
                <a:srgbClr val="EE4C2C"/>
              </a:solidFill>
              <a:ln w="0">
                <a:noFill/>
              </a:ln>
            </p:spPr>
          </p:sp>
        </p:grpSp>
        <p:sp>
          <p:nvSpPr>
            <p:cNvPr id="7" name="7 PyTorch (Python)"/>
            <p:cNvSpPr/>
            <p:nvPr/>
          </p:nvSpPr>
          <p:spPr>
            <a:xfrm>
              <a:off x="5399093" y="4819182"/>
              <a:ext cx="1685925" cy="2597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1" dirty="0" err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PyTorch</a:t>
              </a:r>
              <a:r>
                <a:rPr sz="165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(Python)</a:t>
              </a:r>
            </a:p>
          </p:txBody>
        </p:sp>
        <p:grpSp>
          <p:nvGrpSpPr>
            <p:cNvPr id="467" name="folder-7"/>
            <p:cNvGrpSpPr/>
            <p:nvPr/>
          </p:nvGrpSpPr>
          <p:grpSpPr>
            <a:xfrm>
              <a:off x="5065718" y="5221759"/>
              <a:ext cx="219075" cy="141605"/>
              <a:chOff x="533400" y="2006175"/>
              <a:chExt cx="219075" cy="141522"/>
            </a:xfrm>
          </p:grpSpPr>
          <p:sp>
            <p:nvSpPr>
              <p:cNvPr id="8" name="8 folder"/>
              <p:cNvSpPr/>
              <p:nvPr/>
            </p:nvSpPr>
            <p:spPr>
              <a:xfrm>
                <a:off x="533400" y="2006175"/>
                <a:ext cx="219075" cy="141522"/>
              </a:xfrm>
              <a:custGeom>
                <a:avLst/>
                <a:gdLst/>
                <a:ahLst/>
                <a:cxnLst/>
                <a:rect l="0" t="0" r="0" b="0"/>
                <a:pathLst>
                  <a:path w="219075" h="141522">
                    <a:moveTo>
                      <a:pt x="0" y="0"/>
                    </a:moveTo>
                    <a:lnTo>
                      <a:pt x="87630" y="0"/>
                    </a:lnTo>
                    <a:lnTo>
                      <a:pt x="113919" y="23310"/>
                    </a:lnTo>
                    <a:lnTo>
                      <a:pt x="219075" y="23310"/>
                    </a:lnTo>
                    <a:lnTo>
                      <a:pt x="219075" y="141522"/>
                    </a:lnTo>
                    <a:lnTo>
                      <a:pt x="0" y="141522"/>
                    </a:lnTo>
                    <a:close/>
                  </a:path>
                </a:pathLst>
              </a:custGeom>
              <a:solidFill>
                <a:srgbClr val="B5E4FF"/>
              </a:solidFill>
              <a:ln w="15240">
                <a:solidFill>
                  <a:srgbClr val="003496"/>
                </a:solidFill>
              </a:ln>
            </p:spPr>
          </p:sp>
          <p:sp>
            <p:nvSpPr>
              <p:cNvPr id="9" name="9 path"/>
              <p:cNvSpPr/>
              <p:nvPr/>
            </p:nvSpPr>
            <p:spPr>
              <a:xfrm>
                <a:off x="542925" y="2042804"/>
                <a:ext cx="200025" cy="95"/>
              </a:xfrm>
              <a:custGeom>
                <a:avLst/>
                <a:gdLst/>
                <a:ahLst/>
                <a:cxnLst/>
                <a:rect l="0" t="0" r="0" b="0"/>
                <a:pathLst>
                  <a:path w="200025" h="9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9525">
                <a:solidFill>
                  <a:srgbClr val="56B3EC"/>
                </a:solidFill>
              </a:ln>
            </p:spPr>
          </p:sp>
        </p:grpSp>
        <p:sp>
          <p:nvSpPr>
            <p:cNvPr id="10" name="10 my_project/"/>
            <p:cNvSpPr/>
            <p:nvPr/>
          </p:nvSpPr>
          <p:spPr>
            <a:xfrm>
              <a:off x="5437192" y="5149369"/>
              <a:ext cx="1495425" cy="248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my_project/</a:t>
              </a:r>
            </a:p>
          </p:txBody>
        </p:sp>
        <p:sp>
          <p:nvSpPr>
            <p:cNvPr id="11" name="11 path"/>
            <p:cNvSpPr/>
            <p:nvPr/>
          </p:nvSpPr>
          <p:spPr>
            <a:xfrm>
              <a:off x="5160964" y="5425595"/>
              <a:ext cx="45719" cy="920168"/>
            </a:xfrm>
            <a:custGeom>
              <a:avLst/>
              <a:gdLst/>
              <a:ahLst/>
              <a:cxnLst/>
              <a:rect l="0" t="0" r="0" b="0"/>
              <a:pathLst>
                <a:path w="95" h="1381125">
                  <a:moveTo>
                    <a:pt x="0" y="0"/>
                  </a:moveTo>
                  <a:lnTo>
                    <a:pt x="0" y="1381125"/>
                  </a:lnTo>
                </a:path>
              </a:pathLst>
            </a:custGeom>
            <a:noFill/>
            <a:ln w="13335">
              <a:solidFill>
                <a:srgbClr val="587394"/>
              </a:solidFill>
            </a:ln>
          </p:spPr>
        </p:sp>
        <p:sp>
          <p:nvSpPr>
            <p:cNvPr id="12" name="12 path"/>
            <p:cNvSpPr/>
            <p:nvPr/>
          </p:nvSpPr>
          <p:spPr>
            <a:xfrm>
              <a:off x="5160968" y="5663716"/>
              <a:ext cx="142875" cy="0"/>
            </a:xfrm>
            <a:custGeom>
              <a:avLst/>
              <a:gdLst/>
              <a:ahLst/>
              <a:cxnLst/>
              <a:rect l="0" t="0" r="0" b="0"/>
              <a:pathLst>
                <a:path w="142875" h="9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3335">
              <a:solidFill>
                <a:srgbClr val="587394"/>
              </a:solidFill>
            </a:ln>
          </p:spPr>
        </p:sp>
        <p:sp>
          <p:nvSpPr>
            <p:cNvPr id="13" name="13 rect"/>
            <p:cNvSpPr/>
            <p:nvPr/>
          </p:nvSpPr>
          <p:spPr>
            <a:xfrm>
              <a:off x="5732468" y="5492268"/>
              <a:ext cx="1190625" cy="333375"/>
            </a:xfrm>
            <a:prstGeom prst="roundRect">
              <a:avLst>
                <a:gd name="adj" fmla="val 20000"/>
              </a:avLst>
            </a:prstGeom>
            <a:solidFill>
              <a:srgbClr val="F2F5F9"/>
            </a:solidFill>
            <a:ln w="0">
              <a:noFill/>
            </a:ln>
          </p:spPr>
        </p:sp>
        <p:grpSp>
          <p:nvGrpSpPr>
            <p:cNvPr id="468" name="icon-python-13"/>
            <p:cNvGrpSpPr/>
            <p:nvPr/>
          </p:nvGrpSpPr>
          <p:grpSpPr>
            <a:xfrm>
              <a:off x="5456240" y="5531637"/>
              <a:ext cx="228600" cy="236220"/>
              <a:chOff x="923925" y="2315670"/>
              <a:chExt cx="228600" cy="235935"/>
            </a:xfrm>
          </p:grpSpPr>
          <p:sp>
            <p:nvSpPr>
              <p:cNvPr id="14" name="14 python vector path"/>
              <p:cNvSpPr/>
              <p:nvPr/>
            </p:nvSpPr>
            <p:spPr>
              <a:xfrm>
                <a:off x="923925" y="2315670"/>
                <a:ext cx="228600" cy="235935"/>
              </a:xfrm>
              <a:custGeom>
                <a:avLst/>
                <a:gdLst/>
                <a:ahLst/>
                <a:cxnLst/>
                <a:rect l="0" t="0" r="0" b="0"/>
                <a:pathLst>
                  <a:path w="228600" h="235935">
                    <a:moveTo>
                      <a:pt x="112940" y="0"/>
                    </a:moveTo>
                    <a:lnTo>
                      <a:pt x="109425" y="53"/>
                    </a:lnTo>
                    <a:lnTo>
                      <a:pt x="105959" y="176"/>
                    </a:lnTo>
                    <a:lnTo>
                      <a:pt x="102547" y="369"/>
                    </a:lnTo>
                    <a:lnTo>
                      <a:pt x="99198" y="628"/>
                    </a:lnTo>
                    <a:lnTo>
                      <a:pt x="95920" y="953"/>
                    </a:lnTo>
                    <a:lnTo>
                      <a:pt x="92720" y="1340"/>
                    </a:lnTo>
                    <a:lnTo>
                      <a:pt x="89607" y="1789"/>
                    </a:lnTo>
                    <a:lnTo>
                      <a:pt x="86586" y="2296"/>
                    </a:lnTo>
                    <a:lnTo>
                      <a:pt x="80684" y="3560"/>
                    </a:lnTo>
                    <a:lnTo>
                      <a:pt x="75662" y="5065"/>
                    </a:lnTo>
                    <a:lnTo>
                      <a:pt x="71453" y="6823"/>
                    </a:lnTo>
                    <a:lnTo>
                      <a:pt x="67990" y="8848"/>
                    </a:lnTo>
                    <a:lnTo>
                      <a:pt x="65207" y="11152"/>
                    </a:lnTo>
                    <a:lnTo>
                      <a:pt x="63035" y="13748"/>
                    </a:lnTo>
                    <a:lnTo>
                      <a:pt x="61408" y="16649"/>
                    </a:lnTo>
                    <a:lnTo>
                      <a:pt x="60260" y="19867"/>
                    </a:lnTo>
                    <a:lnTo>
                      <a:pt x="59522" y="23416"/>
                    </a:lnTo>
                    <a:lnTo>
                      <a:pt x="59129" y="27308"/>
                    </a:lnTo>
                    <a:lnTo>
                      <a:pt x="59013" y="31556"/>
                    </a:lnTo>
                    <a:lnTo>
                      <a:pt x="59013" y="53008"/>
                    </a:lnTo>
                    <a:lnTo>
                      <a:pt x="114161" y="53008"/>
                    </a:lnTo>
                    <a:lnTo>
                      <a:pt x="114161" y="60159"/>
                    </a:lnTo>
                    <a:lnTo>
                      <a:pt x="59013" y="60159"/>
                    </a:lnTo>
                    <a:lnTo>
                      <a:pt x="38316" y="60159"/>
                    </a:lnTo>
                    <a:lnTo>
                      <a:pt x="34356" y="60364"/>
                    </a:lnTo>
                    <a:lnTo>
                      <a:pt x="30504" y="60974"/>
                    </a:lnTo>
                    <a:lnTo>
                      <a:pt x="26789" y="61988"/>
                    </a:lnTo>
                    <a:lnTo>
                      <a:pt x="23237" y="63401"/>
                    </a:lnTo>
                    <a:lnTo>
                      <a:pt x="19874" y="65211"/>
                    </a:lnTo>
                    <a:lnTo>
                      <a:pt x="16727" y="67414"/>
                    </a:lnTo>
                    <a:lnTo>
                      <a:pt x="13822" y="70006"/>
                    </a:lnTo>
                    <a:lnTo>
                      <a:pt x="11186" y="72985"/>
                    </a:lnTo>
                    <a:lnTo>
                      <a:pt x="8846" y="76347"/>
                    </a:lnTo>
                    <a:lnTo>
                      <a:pt x="6828" y="80088"/>
                    </a:lnTo>
                    <a:lnTo>
                      <a:pt x="5159" y="84206"/>
                    </a:lnTo>
                    <a:lnTo>
                      <a:pt x="3865" y="88697"/>
                    </a:lnTo>
                    <a:lnTo>
                      <a:pt x="2783" y="93510"/>
                    </a:lnTo>
                    <a:lnTo>
                      <a:pt x="1874" y="98083"/>
                    </a:lnTo>
                    <a:lnTo>
                      <a:pt x="1141" y="102463"/>
                    </a:lnTo>
                    <a:lnTo>
                      <a:pt x="585" y="106696"/>
                    </a:lnTo>
                    <a:lnTo>
                      <a:pt x="209" y="110830"/>
                    </a:lnTo>
                    <a:lnTo>
                      <a:pt x="13" y="114911"/>
                    </a:lnTo>
                    <a:lnTo>
                      <a:pt x="0" y="118985"/>
                    </a:lnTo>
                    <a:lnTo>
                      <a:pt x="172" y="123099"/>
                    </a:lnTo>
                    <a:lnTo>
                      <a:pt x="530" y="127300"/>
                    </a:lnTo>
                    <a:lnTo>
                      <a:pt x="1077" y="131635"/>
                    </a:lnTo>
                    <a:lnTo>
                      <a:pt x="1814" y="136149"/>
                    </a:lnTo>
                    <a:lnTo>
                      <a:pt x="2743" y="140890"/>
                    </a:lnTo>
                    <a:lnTo>
                      <a:pt x="3865" y="145904"/>
                    </a:lnTo>
                    <a:lnTo>
                      <a:pt x="5070" y="150325"/>
                    </a:lnTo>
                    <a:lnTo>
                      <a:pt x="6551" y="154476"/>
                    </a:lnTo>
                    <a:lnTo>
                      <a:pt x="8312" y="158326"/>
                    </a:lnTo>
                    <a:lnTo>
                      <a:pt x="10359" y="161843"/>
                    </a:lnTo>
                    <a:lnTo>
                      <a:pt x="12699" y="164994"/>
                    </a:lnTo>
                    <a:lnTo>
                      <a:pt x="15336" y="167748"/>
                    </a:lnTo>
                    <a:lnTo>
                      <a:pt x="18275" y="170073"/>
                    </a:lnTo>
                    <a:lnTo>
                      <a:pt x="21524" y="171937"/>
                    </a:lnTo>
                    <a:lnTo>
                      <a:pt x="25086" y="173307"/>
                    </a:lnTo>
                    <a:lnTo>
                      <a:pt x="28968" y="174153"/>
                    </a:lnTo>
                    <a:lnTo>
                      <a:pt x="33174" y="174442"/>
                    </a:lnTo>
                    <a:lnTo>
                      <a:pt x="52136" y="174442"/>
                    </a:lnTo>
                    <a:lnTo>
                      <a:pt x="52136" y="148726"/>
                    </a:lnTo>
                    <a:lnTo>
                      <a:pt x="52409" y="144483"/>
                    </a:lnTo>
                    <a:lnTo>
                      <a:pt x="53207" y="140358"/>
                    </a:lnTo>
                    <a:lnTo>
                      <a:pt x="54494" y="136387"/>
                    </a:lnTo>
                    <a:lnTo>
                      <a:pt x="56236" y="132611"/>
                    </a:lnTo>
                    <a:lnTo>
                      <a:pt x="58397" y="129068"/>
                    </a:lnTo>
                    <a:lnTo>
                      <a:pt x="60942" y="125796"/>
                    </a:lnTo>
                    <a:lnTo>
                      <a:pt x="63837" y="122835"/>
                    </a:lnTo>
                    <a:lnTo>
                      <a:pt x="67046" y="120223"/>
                    </a:lnTo>
                    <a:lnTo>
                      <a:pt x="70535" y="117999"/>
                    </a:lnTo>
                    <a:lnTo>
                      <a:pt x="74268" y="116202"/>
                    </a:lnTo>
                    <a:lnTo>
                      <a:pt x="78211" y="114870"/>
                    </a:lnTo>
                    <a:lnTo>
                      <a:pt x="82329" y="114042"/>
                    </a:lnTo>
                    <a:lnTo>
                      <a:pt x="86586" y="113758"/>
                    </a:lnTo>
                    <a:lnTo>
                      <a:pt x="141670" y="113758"/>
                    </a:lnTo>
                    <a:lnTo>
                      <a:pt x="145768" y="113446"/>
                    </a:lnTo>
                    <a:lnTo>
                      <a:pt x="149672" y="112540"/>
                    </a:lnTo>
                    <a:lnTo>
                      <a:pt x="153340" y="111087"/>
                    </a:lnTo>
                    <a:lnTo>
                      <a:pt x="156730" y="109130"/>
                    </a:lnTo>
                    <a:lnTo>
                      <a:pt x="159803" y="106715"/>
                    </a:lnTo>
                    <a:lnTo>
                      <a:pt x="162516" y="103888"/>
                    </a:lnTo>
                    <a:lnTo>
                      <a:pt x="164828" y="100694"/>
                    </a:lnTo>
                    <a:lnTo>
                      <a:pt x="166698" y="97179"/>
                    </a:lnTo>
                    <a:lnTo>
                      <a:pt x="168085" y="93386"/>
                    </a:lnTo>
                    <a:lnTo>
                      <a:pt x="168948" y="89363"/>
                    </a:lnTo>
                    <a:lnTo>
                      <a:pt x="169244" y="85154"/>
                    </a:lnTo>
                    <a:lnTo>
                      <a:pt x="169244" y="31556"/>
                    </a:lnTo>
                    <a:lnTo>
                      <a:pt x="168939" y="27493"/>
                    </a:lnTo>
                    <a:lnTo>
                      <a:pt x="168055" y="23642"/>
                    </a:lnTo>
                    <a:lnTo>
                      <a:pt x="166639" y="20026"/>
                    </a:lnTo>
                    <a:lnTo>
                      <a:pt x="164736" y="16666"/>
                    </a:lnTo>
                    <a:lnTo>
                      <a:pt x="162392" y="13587"/>
                    </a:lnTo>
                    <a:lnTo>
                      <a:pt x="159654" y="10812"/>
                    </a:lnTo>
                    <a:lnTo>
                      <a:pt x="156568" y="8363"/>
                    </a:lnTo>
                    <a:lnTo>
                      <a:pt x="153181" y="6264"/>
                    </a:lnTo>
                    <a:lnTo>
                      <a:pt x="149538" y="4538"/>
                    </a:lnTo>
                    <a:lnTo>
                      <a:pt x="145685" y="3208"/>
                    </a:lnTo>
                    <a:lnTo>
                      <a:pt x="141670" y="2296"/>
                    </a:lnTo>
                    <a:lnTo>
                      <a:pt x="138102" y="1734"/>
                    </a:lnTo>
                    <a:lnTo>
                      <a:pt x="134510" y="1252"/>
                    </a:lnTo>
                    <a:lnTo>
                      <a:pt x="130902" y="850"/>
                    </a:lnTo>
                    <a:lnTo>
                      <a:pt x="127288" y="528"/>
                    </a:lnTo>
                    <a:lnTo>
                      <a:pt x="123675" y="282"/>
                    </a:lnTo>
                    <a:lnTo>
                      <a:pt x="120074" y="114"/>
                    </a:lnTo>
                    <a:lnTo>
                      <a:pt x="116492" y="20"/>
                    </a:lnTo>
                    <a:lnTo>
                      <a:pt x="112940" y="0"/>
                    </a:lnTo>
                    <a:close/>
                    <a:moveTo>
                      <a:pt x="83116" y="17254"/>
                    </a:moveTo>
                    <a:lnTo>
                      <a:pt x="85196" y="17473"/>
                    </a:lnTo>
                    <a:lnTo>
                      <a:pt x="87136" y="18101"/>
                    </a:lnTo>
                    <a:lnTo>
                      <a:pt x="88893" y="19094"/>
                    </a:lnTo>
                    <a:lnTo>
                      <a:pt x="90426" y="20408"/>
                    </a:lnTo>
                    <a:lnTo>
                      <a:pt x="91692" y="22001"/>
                    </a:lnTo>
                    <a:lnTo>
                      <a:pt x="92648" y="23829"/>
                    </a:lnTo>
                    <a:lnTo>
                      <a:pt x="93253" y="25847"/>
                    </a:lnTo>
                    <a:lnTo>
                      <a:pt x="93464" y="28013"/>
                    </a:lnTo>
                    <a:lnTo>
                      <a:pt x="93253" y="30170"/>
                    </a:lnTo>
                    <a:lnTo>
                      <a:pt x="92648" y="32178"/>
                    </a:lnTo>
                    <a:lnTo>
                      <a:pt x="91692" y="33995"/>
                    </a:lnTo>
                    <a:lnTo>
                      <a:pt x="90426" y="35577"/>
                    </a:lnTo>
                    <a:lnTo>
                      <a:pt x="88893" y="36882"/>
                    </a:lnTo>
                    <a:lnTo>
                      <a:pt x="87136" y="37867"/>
                    </a:lnTo>
                    <a:lnTo>
                      <a:pt x="85196" y="38490"/>
                    </a:lnTo>
                    <a:lnTo>
                      <a:pt x="83116" y="38707"/>
                    </a:lnTo>
                    <a:lnTo>
                      <a:pt x="81030" y="38490"/>
                    </a:lnTo>
                    <a:lnTo>
                      <a:pt x="79087" y="37867"/>
                    </a:lnTo>
                    <a:lnTo>
                      <a:pt x="77329" y="36882"/>
                    </a:lnTo>
                    <a:lnTo>
                      <a:pt x="75798" y="35577"/>
                    </a:lnTo>
                    <a:lnTo>
                      <a:pt x="74535" y="33995"/>
                    </a:lnTo>
                    <a:lnTo>
                      <a:pt x="73581" y="32178"/>
                    </a:lnTo>
                    <a:lnTo>
                      <a:pt x="72978" y="30170"/>
                    </a:lnTo>
                    <a:lnTo>
                      <a:pt x="72768" y="28013"/>
                    </a:lnTo>
                    <a:lnTo>
                      <a:pt x="72978" y="25847"/>
                    </a:lnTo>
                    <a:lnTo>
                      <a:pt x="73581" y="23829"/>
                    </a:lnTo>
                    <a:lnTo>
                      <a:pt x="74535" y="22001"/>
                    </a:lnTo>
                    <a:lnTo>
                      <a:pt x="75798" y="20408"/>
                    </a:lnTo>
                    <a:lnTo>
                      <a:pt x="77329" y="19094"/>
                    </a:lnTo>
                    <a:lnTo>
                      <a:pt x="79087" y="18101"/>
                    </a:lnTo>
                    <a:lnTo>
                      <a:pt x="81030" y="17473"/>
                    </a:lnTo>
                    <a:lnTo>
                      <a:pt x="83116" y="17254"/>
                    </a:lnTo>
                    <a:close/>
                  </a:path>
                </a:pathLst>
              </a:custGeom>
              <a:solidFill>
                <a:srgbClr val="306998"/>
              </a:solidFill>
              <a:ln w="0">
                <a:noFill/>
              </a:ln>
            </p:spPr>
          </p:sp>
          <p:sp>
            <p:nvSpPr>
              <p:cNvPr id="15" name="15 python vector path"/>
              <p:cNvSpPr/>
              <p:nvPr/>
            </p:nvSpPr>
            <p:spPr>
              <a:xfrm>
                <a:off x="923925" y="2315670"/>
                <a:ext cx="228600" cy="235935"/>
              </a:xfrm>
              <a:custGeom>
                <a:avLst/>
                <a:gdLst/>
                <a:ahLst/>
                <a:cxnLst/>
                <a:rect l="0" t="0" r="0" b="0"/>
                <a:pathLst>
                  <a:path w="228600" h="235935">
                    <a:moveTo>
                      <a:pt x="176122" y="60159"/>
                    </a:moveTo>
                    <a:lnTo>
                      <a:pt x="176122" y="85154"/>
                    </a:lnTo>
                    <a:lnTo>
                      <a:pt x="175842" y="89566"/>
                    </a:lnTo>
                    <a:lnTo>
                      <a:pt x="175029" y="93832"/>
                    </a:lnTo>
                    <a:lnTo>
                      <a:pt x="173720" y="97917"/>
                    </a:lnTo>
                    <a:lnTo>
                      <a:pt x="171953" y="101785"/>
                    </a:lnTo>
                    <a:lnTo>
                      <a:pt x="169766" y="105399"/>
                    </a:lnTo>
                    <a:lnTo>
                      <a:pt x="167196" y="108724"/>
                    </a:lnTo>
                    <a:lnTo>
                      <a:pt x="164281" y="111722"/>
                    </a:lnTo>
                    <a:lnTo>
                      <a:pt x="161059" y="114359"/>
                    </a:lnTo>
                    <a:lnTo>
                      <a:pt x="157569" y="116597"/>
                    </a:lnTo>
                    <a:lnTo>
                      <a:pt x="153847" y="118401"/>
                    </a:lnTo>
                    <a:lnTo>
                      <a:pt x="149931" y="119734"/>
                    </a:lnTo>
                    <a:lnTo>
                      <a:pt x="145859" y="120560"/>
                    </a:lnTo>
                    <a:lnTo>
                      <a:pt x="141670" y="120844"/>
                    </a:lnTo>
                    <a:lnTo>
                      <a:pt x="86586" y="120844"/>
                    </a:lnTo>
                    <a:lnTo>
                      <a:pt x="82544" y="121162"/>
                    </a:lnTo>
                    <a:lnTo>
                      <a:pt x="78674" y="122085"/>
                    </a:lnTo>
                    <a:lnTo>
                      <a:pt x="75023" y="123563"/>
                    </a:lnTo>
                    <a:lnTo>
                      <a:pt x="71634" y="125546"/>
                    </a:lnTo>
                    <a:lnTo>
                      <a:pt x="68553" y="127986"/>
                    </a:lnTo>
                    <a:lnTo>
                      <a:pt x="65824" y="130833"/>
                    </a:lnTo>
                    <a:lnTo>
                      <a:pt x="63491" y="134038"/>
                    </a:lnTo>
                    <a:lnTo>
                      <a:pt x="61598" y="137551"/>
                    </a:lnTo>
                    <a:lnTo>
                      <a:pt x="60192" y="141323"/>
                    </a:lnTo>
                    <a:lnTo>
                      <a:pt x="59315" y="145305"/>
                    </a:lnTo>
                    <a:lnTo>
                      <a:pt x="59013" y="149447"/>
                    </a:lnTo>
                    <a:lnTo>
                      <a:pt x="59013" y="203046"/>
                    </a:lnTo>
                    <a:lnTo>
                      <a:pt x="59391" y="207435"/>
                    </a:lnTo>
                    <a:lnTo>
                      <a:pt x="60481" y="211458"/>
                    </a:lnTo>
                    <a:lnTo>
                      <a:pt x="62214" y="215124"/>
                    </a:lnTo>
                    <a:lnTo>
                      <a:pt x="64520" y="218444"/>
                    </a:lnTo>
                    <a:lnTo>
                      <a:pt x="67333" y="221427"/>
                    </a:lnTo>
                    <a:lnTo>
                      <a:pt x="70583" y="224084"/>
                    </a:lnTo>
                    <a:lnTo>
                      <a:pt x="74202" y="226424"/>
                    </a:lnTo>
                    <a:lnTo>
                      <a:pt x="78121" y="228459"/>
                    </a:lnTo>
                    <a:lnTo>
                      <a:pt x="82272" y="230198"/>
                    </a:lnTo>
                    <a:lnTo>
                      <a:pt x="86586" y="231650"/>
                    </a:lnTo>
                    <a:lnTo>
                      <a:pt x="90604" y="232782"/>
                    </a:lnTo>
                    <a:lnTo>
                      <a:pt x="94610" y="233753"/>
                    </a:lnTo>
                    <a:lnTo>
                      <a:pt x="98617" y="234556"/>
                    </a:lnTo>
                    <a:lnTo>
                      <a:pt x="102638" y="235184"/>
                    </a:lnTo>
                    <a:lnTo>
                      <a:pt x="106687" y="235628"/>
                    </a:lnTo>
                    <a:lnTo>
                      <a:pt x="110777" y="235881"/>
                    </a:lnTo>
                    <a:lnTo>
                      <a:pt x="114922" y="235935"/>
                    </a:lnTo>
                    <a:lnTo>
                      <a:pt x="119133" y="235783"/>
                    </a:lnTo>
                    <a:lnTo>
                      <a:pt x="123426" y="235416"/>
                    </a:lnTo>
                    <a:lnTo>
                      <a:pt x="127813" y="234827"/>
                    </a:lnTo>
                    <a:lnTo>
                      <a:pt x="132307" y="234009"/>
                    </a:lnTo>
                    <a:lnTo>
                      <a:pt x="136921" y="232952"/>
                    </a:lnTo>
                    <a:lnTo>
                      <a:pt x="141670" y="231650"/>
                    </a:lnTo>
                    <a:lnTo>
                      <a:pt x="145816" y="230291"/>
                    </a:lnTo>
                    <a:lnTo>
                      <a:pt x="149869" y="228659"/>
                    </a:lnTo>
                    <a:lnTo>
                      <a:pt x="153749" y="226732"/>
                    </a:lnTo>
                    <a:lnTo>
                      <a:pt x="157374" y="224487"/>
                    </a:lnTo>
                    <a:lnTo>
                      <a:pt x="160663" y="221900"/>
                    </a:lnTo>
                    <a:lnTo>
                      <a:pt x="163537" y="218950"/>
                    </a:lnTo>
                    <a:lnTo>
                      <a:pt x="165912" y="215612"/>
                    </a:lnTo>
                    <a:lnTo>
                      <a:pt x="167709" y="211864"/>
                    </a:lnTo>
                    <a:lnTo>
                      <a:pt x="168847" y="207683"/>
                    </a:lnTo>
                    <a:lnTo>
                      <a:pt x="169244" y="203046"/>
                    </a:lnTo>
                    <a:lnTo>
                      <a:pt x="169244" y="181593"/>
                    </a:lnTo>
                    <a:lnTo>
                      <a:pt x="114161" y="181593"/>
                    </a:lnTo>
                    <a:lnTo>
                      <a:pt x="114161" y="174442"/>
                    </a:lnTo>
                    <a:lnTo>
                      <a:pt x="169244" y="174442"/>
                    </a:lnTo>
                    <a:lnTo>
                      <a:pt x="196818" y="174442"/>
                    </a:lnTo>
                    <a:lnTo>
                      <a:pt x="201334" y="174106"/>
                    </a:lnTo>
                    <a:lnTo>
                      <a:pt x="205305" y="173119"/>
                    </a:lnTo>
                    <a:lnTo>
                      <a:pt x="208789" y="171515"/>
                    </a:lnTo>
                    <a:lnTo>
                      <a:pt x="211843" y="169330"/>
                    </a:lnTo>
                    <a:lnTo>
                      <a:pt x="214525" y="166596"/>
                    </a:lnTo>
                    <a:lnTo>
                      <a:pt x="216894" y="163349"/>
                    </a:lnTo>
                    <a:lnTo>
                      <a:pt x="219007" y="159622"/>
                    </a:lnTo>
                    <a:lnTo>
                      <a:pt x="220922" y="155449"/>
                    </a:lnTo>
                    <a:lnTo>
                      <a:pt x="222698" y="150865"/>
                    </a:lnTo>
                    <a:lnTo>
                      <a:pt x="224391" y="145904"/>
                    </a:lnTo>
                    <a:lnTo>
                      <a:pt x="225614" y="141845"/>
                    </a:lnTo>
                    <a:lnTo>
                      <a:pt x="226625" y="137791"/>
                    </a:lnTo>
                    <a:lnTo>
                      <a:pt x="227428" y="133728"/>
                    </a:lnTo>
                    <a:lnTo>
                      <a:pt x="228023" y="129636"/>
                    </a:lnTo>
                    <a:lnTo>
                      <a:pt x="228413" y="125499"/>
                    </a:lnTo>
                    <a:lnTo>
                      <a:pt x="228600" y="121299"/>
                    </a:lnTo>
                    <a:lnTo>
                      <a:pt x="228586" y="117020"/>
                    </a:lnTo>
                    <a:lnTo>
                      <a:pt x="228373" y="112643"/>
                    </a:lnTo>
                    <a:lnTo>
                      <a:pt x="227962" y="108152"/>
                    </a:lnTo>
                    <a:lnTo>
                      <a:pt x="227357" y="103530"/>
                    </a:lnTo>
                    <a:lnTo>
                      <a:pt x="226559" y="98758"/>
                    </a:lnTo>
                    <a:lnTo>
                      <a:pt x="225570" y="93819"/>
                    </a:lnTo>
                    <a:lnTo>
                      <a:pt x="224391" y="88697"/>
                    </a:lnTo>
                    <a:lnTo>
                      <a:pt x="223090" y="83941"/>
                    </a:lnTo>
                    <a:lnTo>
                      <a:pt x="221543" y="79476"/>
                    </a:lnTo>
                    <a:lnTo>
                      <a:pt x="219721" y="75351"/>
                    </a:lnTo>
                    <a:lnTo>
                      <a:pt x="217596" y="71617"/>
                    </a:lnTo>
                    <a:lnTo>
                      <a:pt x="215137" y="68321"/>
                    </a:lnTo>
                    <a:lnTo>
                      <a:pt x="212315" y="65515"/>
                    </a:lnTo>
                    <a:lnTo>
                      <a:pt x="209102" y="63246"/>
                    </a:lnTo>
                    <a:lnTo>
                      <a:pt x="205467" y="61564"/>
                    </a:lnTo>
                    <a:lnTo>
                      <a:pt x="201382" y="60519"/>
                    </a:lnTo>
                    <a:lnTo>
                      <a:pt x="196818" y="60159"/>
                    </a:lnTo>
                    <a:lnTo>
                      <a:pt x="176122" y="60159"/>
                    </a:lnTo>
                    <a:close/>
                    <a:moveTo>
                      <a:pt x="145141" y="195895"/>
                    </a:moveTo>
                    <a:lnTo>
                      <a:pt x="147227" y="196112"/>
                    </a:lnTo>
                    <a:lnTo>
                      <a:pt x="149170" y="196735"/>
                    </a:lnTo>
                    <a:lnTo>
                      <a:pt x="150927" y="197720"/>
                    </a:lnTo>
                    <a:lnTo>
                      <a:pt x="152459" y="199025"/>
                    </a:lnTo>
                    <a:lnTo>
                      <a:pt x="153722" y="200607"/>
                    </a:lnTo>
                    <a:lnTo>
                      <a:pt x="154676" y="202424"/>
                    </a:lnTo>
                    <a:lnTo>
                      <a:pt x="155279" y="204432"/>
                    </a:lnTo>
                    <a:lnTo>
                      <a:pt x="155489" y="206589"/>
                    </a:lnTo>
                    <a:lnTo>
                      <a:pt x="155279" y="208755"/>
                    </a:lnTo>
                    <a:lnTo>
                      <a:pt x="154676" y="210773"/>
                    </a:lnTo>
                    <a:lnTo>
                      <a:pt x="153722" y="212601"/>
                    </a:lnTo>
                    <a:lnTo>
                      <a:pt x="152459" y="214193"/>
                    </a:lnTo>
                    <a:lnTo>
                      <a:pt x="150927" y="215508"/>
                    </a:lnTo>
                    <a:lnTo>
                      <a:pt x="149170" y="216501"/>
                    </a:lnTo>
                    <a:lnTo>
                      <a:pt x="147227" y="217128"/>
                    </a:lnTo>
                    <a:lnTo>
                      <a:pt x="145141" y="217347"/>
                    </a:lnTo>
                    <a:lnTo>
                      <a:pt x="143061" y="217128"/>
                    </a:lnTo>
                    <a:lnTo>
                      <a:pt x="141121" y="216501"/>
                    </a:lnTo>
                    <a:lnTo>
                      <a:pt x="139363" y="215508"/>
                    </a:lnTo>
                    <a:lnTo>
                      <a:pt x="137831" y="214193"/>
                    </a:lnTo>
                    <a:lnTo>
                      <a:pt x="136565" y="212601"/>
                    </a:lnTo>
                    <a:lnTo>
                      <a:pt x="135609" y="210773"/>
                    </a:lnTo>
                    <a:lnTo>
                      <a:pt x="135004" y="208755"/>
                    </a:lnTo>
                    <a:lnTo>
                      <a:pt x="134793" y="206589"/>
                    </a:lnTo>
                    <a:lnTo>
                      <a:pt x="135004" y="204432"/>
                    </a:lnTo>
                    <a:lnTo>
                      <a:pt x="135609" y="202424"/>
                    </a:lnTo>
                    <a:lnTo>
                      <a:pt x="136565" y="200607"/>
                    </a:lnTo>
                    <a:lnTo>
                      <a:pt x="137831" y="199025"/>
                    </a:lnTo>
                    <a:lnTo>
                      <a:pt x="139363" y="197720"/>
                    </a:lnTo>
                    <a:lnTo>
                      <a:pt x="141121" y="196735"/>
                    </a:lnTo>
                    <a:lnTo>
                      <a:pt x="143061" y="196112"/>
                    </a:lnTo>
                    <a:lnTo>
                      <a:pt x="145141" y="195895"/>
                    </a:lnTo>
                    <a:close/>
                  </a:path>
                </a:pathLst>
              </a:custGeom>
              <a:solidFill>
                <a:srgbClr val="FFE873"/>
              </a:solidFill>
              <a:ln w="0">
                <a:noFill/>
              </a:ln>
            </p:spPr>
          </p:sp>
        </p:grpSp>
        <p:sp>
          <p:nvSpPr>
            <p:cNvPr id="16" name="16 train.py"/>
            <p:cNvSpPr/>
            <p:nvPr/>
          </p:nvSpPr>
          <p:spPr>
            <a:xfrm>
              <a:off x="5846768" y="5530369"/>
              <a:ext cx="1076325" cy="248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train.py</a:t>
              </a:r>
            </a:p>
          </p:txBody>
        </p:sp>
        <p:sp>
          <p:nvSpPr>
            <p:cNvPr id="17" name="17 path"/>
            <p:cNvSpPr/>
            <p:nvPr/>
          </p:nvSpPr>
          <p:spPr>
            <a:xfrm>
              <a:off x="5160968" y="6044716"/>
              <a:ext cx="142875" cy="0"/>
            </a:xfrm>
            <a:custGeom>
              <a:avLst/>
              <a:gdLst/>
              <a:ahLst/>
              <a:cxnLst/>
              <a:rect l="0" t="0" r="0" b="0"/>
              <a:pathLst>
                <a:path w="142875" h="9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3335">
              <a:solidFill>
                <a:srgbClr val="587394"/>
              </a:solidFill>
            </a:ln>
          </p:spPr>
        </p:sp>
        <p:sp>
          <p:nvSpPr>
            <p:cNvPr id="18" name="18 rect"/>
            <p:cNvSpPr/>
            <p:nvPr/>
          </p:nvSpPr>
          <p:spPr>
            <a:xfrm>
              <a:off x="5732468" y="5873269"/>
              <a:ext cx="1190625" cy="333375"/>
            </a:xfrm>
            <a:prstGeom prst="roundRect">
              <a:avLst>
                <a:gd name="adj" fmla="val 20000"/>
              </a:avLst>
            </a:prstGeom>
            <a:solidFill>
              <a:srgbClr val="F2F5F9"/>
            </a:solidFill>
            <a:ln w="0">
              <a:noFill/>
            </a:ln>
          </p:spPr>
        </p:sp>
        <p:grpSp>
          <p:nvGrpSpPr>
            <p:cNvPr id="469" name="icon-document-18"/>
            <p:cNvGrpSpPr/>
            <p:nvPr/>
          </p:nvGrpSpPr>
          <p:grpSpPr>
            <a:xfrm>
              <a:off x="5481008" y="5897396"/>
              <a:ext cx="173355" cy="265430"/>
              <a:chOff x="948690" y="2681764"/>
              <a:chExt cx="173355" cy="265747"/>
            </a:xfrm>
          </p:grpSpPr>
          <p:sp>
            <p:nvSpPr>
              <p:cNvPr id="19" name="19 path"/>
              <p:cNvSpPr/>
              <p:nvPr/>
            </p:nvSpPr>
            <p:spPr>
              <a:xfrm>
                <a:off x="948690" y="2681764"/>
                <a:ext cx="173355" cy="265747"/>
              </a:xfrm>
              <a:custGeom>
                <a:avLst/>
                <a:gdLst/>
                <a:ahLst/>
                <a:cxnLst/>
                <a:rect l="0" t="0" r="0" b="0"/>
                <a:pathLst>
                  <a:path w="173355" h="265747">
                    <a:moveTo>
                      <a:pt x="0" y="0"/>
                    </a:moveTo>
                    <a:lnTo>
                      <a:pt x="113348" y="0"/>
                    </a:lnTo>
                    <a:lnTo>
                      <a:pt x="173355" y="66437"/>
                    </a:lnTo>
                    <a:lnTo>
                      <a:pt x="173355" y="265747"/>
                    </a:lnTo>
                    <a:lnTo>
                      <a:pt x="0" y="265747"/>
                    </a:lnTo>
                    <a:close/>
                  </a:path>
                </a:pathLst>
              </a:custGeom>
              <a:solidFill>
                <a:srgbClr val="F9FCFF"/>
              </a:solidFill>
              <a:ln w="13335">
                <a:solidFill>
                  <a:srgbClr val="003496"/>
                </a:solidFill>
              </a:ln>
            </p:spPr>
          </p:sp>
          <p:sp>
            <p:nvSpPr>
              <p:cNvPr id="20" name="20 path"/>
              <p:cNvSpPr/>
              <p:nvPr/>
            </p:nvSpPr>
            <p:spPr>
              <a:xfrm>
                <a:off x="1062038" y="2681764"/>
                <a:ext cx="60007" cy="73819"/>
              </a:xfrm>
              <a:custGeom>
                <a:avLst/>
                <a:gdLst/>
                <a:ahLst/>
                <a:cxnLst/>
                <a:rect l="0" t="0" r="0" b="0"/>
                <a:pathLst>
                  <a:path w="60007" h="73819">
                    <a:moveTo>
                      <a:pt x="0" y="0"/>
                    </a:moveTo>
                    <a:lnTo>
                      <a:pt x="0" y="73819"/>
                    </a:lnTo>
                    <a:lnTo>
                      <a:pt x="60007" y="73819"/>
                    </a:lnTo>
                  </a:path>
                </a:pathLst>
              </a:custGeom>
              <a:noFill/>
              <a:ln w="10001">
                <a:solidFill>
                  <a:srgbClr val="003496"/>
                </a:solidFill>
              </a:ln>
            </p:spPr>
          </p:sp>
          <p:sp>
            <p:nvSpPr>
              <p:cNvPr id="21" name="21 path"/>
              <p:cNvSpPr/>
              <p:nvPr/>
            </p:nvSpPr>
            <p:spPr>
              <a:xfrm>
                <a:off x="982028" y="2799874"/>
                <a:ext cx="93345" cy="95"/>
              </a:xfrm>
              <a:custGeom>
                <a:avLst/>
                <a:gdLst/>
                <a:ahLst/>
                <a:cxnLst/>
                <a:rect l="0" t="0" r="0" b="0"/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/>
              <a:ln w="10001">
                <a:solidFill>
                  <a:srgbClr val="003496"/>
                </a:solidFill>
              </a:ln>
            </p:spPr>
          </p:sp>
          <p:sp>
            <p:nvSpPr>
              <p:cNvPr id="22" name="22 path"/>
              <p:cNvSpPr/>
              <p:nvPr/>
            </p:nvSpPr>
            <p:spPr>
              <a:xfrm>
                <a:off x="982028" y="2836783"/>
                <a:ext cx="93345" cy="95"/>
              </a:xfrm>
              <a:custGeom>
                <a:avLst/>
                <a:gdLst/>
                <a:ahLst/>
                <a:cxnLst/>
                <a:rect l="0" t="0" r="0" b="0"/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/>
              <a:ln w="10001">
                <a:solidFill>
                  <a:srgbClr val="003496"/>
                </a:solidFill>
              </a:ln>
            </p:spPr>
          </p:sp>
          <p:sp>
            <p:nvSpPr>
              <p:cNvPr id="23" name="23 path"/>
              <p:cNvSpPr/>
              <p:nvPr/>
            </p:nvSpPr>
            <p:spPr>
              <a:xfrm>
                <a:off x="982028" y="2873693"/>
                <a:ext cx="93345" cy="95"/>
              </a:xfrm>
              <a:custGeom>
                <a:avLst/>
                <a:gdLst/>
                <a:ahLst/>
                <a:cxnLst/>
                <a:rect l="0" t="0" r="0" b="0"/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/>
              <a:ln w="10001">
                <a:solidFill>
                  <a:srgbClr val="003496"/>
                </a:solidFill>
              </a:ln>
            </p:spPr>
          </p:sp>
          <p:sp>
            <p:nvSpPr>
              <p:cNvPr id="24" name="24 path"/>
              <p:cNvSpPr/>
              <p:nvPr/>
            </p:nvSpPr>
            <p:spPr>
              <a:xfrm>
                <a:off x="982028" y="2910602"/>
                <a:ext cx="93345" cy="95"/>
              </a:xfrm>
              <a:custGeom>
                <a:avLst/>
                <a:gdLst/>
                <a:ahLst/>
                <a:cxnLst/>
                <a:rect l="0" t="0" r="0" b="0"/>
                <a:pathLst>
                  <a:path w="93345" h="95">
                    <a:moveTo>
                      <a:pt x="0" y="0"/>
                    </a:moveTo>
                    <a:lnTo>
                      <a:pt x="93345" y="0"/>
                    </a:lnTo>
                  </a:path>
                </a:pathLst>
              </a:custGeom>
              <a:noFill/>
              <a:ln w="10001">
                <a:solidFill>
                  <a:srgbClr val="003496"/>
                </a:solidFill>
              </a:ln>
            </p:spPr>
          </p:sp>
        </p:grpSp>
        <p:sp>
          <p:nvSpPr>
            <p:cNvPr id="25" name="25 model.py"/>
            <p:cNvSpPr/>
            <p:nvPr/>
          </p:nvSpPr>
          <p:spPr>
            <a:xfrm>
              <a:off x="5846768" y="5911369"/>
              <a:ext cx="1076325" cy="248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model.py</a:t>
              </a:r>
            </a:p>
          </p:txBody>
        </p:sp>
        <p:sp>
          <p:nvSpPr>
            <p:cNvPr id="35" name="35 path"/>
            <p:cNvSpPr/>
            <p:nvPr/>
          </p:nvSpPr>
          <p:spPr>
            <a:xfrm>
              <a:off x="5160964" y="6295541"/>
              <a:ext cx="133350" cy="0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3335">
              <a:solidFill>
                <a:srgbClr val="587394"/>
              </a:solidFill>
            </a:ln>
          </p:spPr>
        </p:sp>
        <p:sp>
          <p:nvSpPr>
            <p:cNvPr id="36" name="36 …  …"/>
            <p:cNvSpPr/>
            <p:nvPr/>
          </p:nvSpPr>
          <p:spPr>
            <a:xfrm>
              <a:off x="5474654" y="6127637"/>
              <a:ext cx="1304925" cy="2832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  …</a:t>
              </a:r>
            </a:p>
          </p:txBody>
        </p:sp>
        <p:sp>
          <p:nvSpPr>
            <p:cNvPr id="37" name="37 Target Frameworks"/>
            <p:cNvSpPr/>
            <p:nvPr/>
          </p:nvSpPr>
          <p:spPr>
            <a:xfrm>
              <a:off x="4913315" y="6590824"/>
              <a:ext cx="2190750" cy="248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Target Frameworks</a:t>
              </a:r>
            </a:p>
          </p:txBody>
        </p:sp>
        <p:sp>
          <p:nvSpPr>
            <p:cNvPr id="38" name="38 &amp; Languages"/>
            <p:cNvSpPr/>
            <p:nvPr/>
          </p:nvSpPr>
          <p:spPr>
            <a:xfrm>
              <a:off x="4913315" y="6811169"/>
              <a:ext cx="2190750" cy="2482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&amp; Languages</a:t>
              </a:r>
            </a:p>
          </p:txBody>
        </p:sp>
        <p:sp>
          <p:nvSpPr>
            <p:cNvPr id="39" name="39 rect"/>
            <p:cNvSpPr/>
            <p:nvPr/>
          </p:nvSpPr>
          <p:spPr>
            <a:xfrm>
              <a:off x="4922840" y="7152796"/>
              <a:ext cx="1028700" cy="723900"/>
            </a:xfrm>
            <a:prstGeom prst="roundRect">
              <a:avLst>
                <a:gd name="adj" fmla="val 11842"/>
              </a:avLst>
            </a:prstGeom>
            <a:gradFill>
              <a:gsLst>
                <a:gs pos="0">
                  <a:srgbClr val="F2F6FA"/>
                </a:gs>
                <a:gs pos="100000">
                  <a:srgbClr val="FBFCFD"/>
                </a:gs>
              </a:gsLst>
              <a:lin ang="5400000"/>
            </a:gradFill>
            <a:ln w="9525">
              <a:solidFill>
                <a:srgbClr val="DEE4EC"/>
              </a:solidFill>
            </a:ln>
          </p:spPr>
        </p:sp>
        <p:sp>
          <p:nvSpPr>
            <p:cNvPr id="40" name="40 rect"/>
            <p:cNvSpPr/>
            <p:nvPr/>
          </p:nvSpPr>
          <p:spPr>
            <a:xfrm>
              <a:off x="6037265" y="7152796"/>
              <a:ext cx="1028700" cy="723900"/>
            </a:xfrm>
            <a:prstGeom prst="roundRect">
              <a:avLst>
                <a:gd name="adj" fmla="val 11842"/>
              </a:avLst>
            </a:prstGeom>
            <a:gradFill>
              <a:gsLst>
                <a:gs pos="0">
                  <a:srgbClr val="F2F6FA"/>
                </a:gs>
                <a:gs pos="100000">
                  <a:srgbClr val="FBFCFD"/>
                </a:gs>
              </a:gsLst>
              <a:lin ang="5400000"/>
            </a:gradFill>
            <a:ln w="9525">
              <a:solidFill>
                <a:srgbClr val="DEE4EC"/>
              </a:solidFill>
            </a:ln>
          </p:spPr>
        </p:sp>
        <p:sp>
          <p:nvSpPr>
            <p:cNvPr id="41" name="41 rect"/>
            <p:cNvSpPr/>
            <p:nvPr/>
          </p:nvSpPr>
          <p:spPr>
            <a:xfrm>
              <a:off x="4922840" y="7962421"/>
              <a:ext cx="1028700" cy="723900"/>
            </a:xfrm>
            <a:prstGeom prst="roundRect">
              <a:avLst>
                <a:gd name="adj" fmla="val 11842"/>
              </a:avLst>
            </a:prstGeom>
            <a:gradFill>
              <a:gsLst>
                <a:gs pos="0">
                  <a:srgbClr val="F2F6FA"/>
                </a:gs>
                <a:gs pos="100000">
                  <a:srgbClr val="FBFCFD"/>
                </a:gs>
              </a:gsLst>
              <a:lin ang="5400000"/>
            </a:gradFill>
            <a:ln w="9525">
              <a:solidFill>
                <a:srgbClr val="DEE4EC"/>
              </a:solidFill>
            </a:ln>
          </p:spPr>
        </p:sp>
        <p:sp>
          <p:nvSpPr>
            <p:cNvPr id="42" name="42 rect"/>
            <p:cNvSpPr/>
            <p:nvPr/>
          </p:nvSpPr>
          <p:spPr>
            <a:xfrm>
              <a:off x="6037265" y="7962421"/>
              <a:ext cx="1028700" cy="723900"/>
            </a:xfrm>
            <a:prstGeom prst="roundRect">
              <a:avLst>
                <a:gd name="adj" fmla="val 11842"/>
              </a:avLst>
            </a:prstGeom>
            <a:gradFill>
              <a:gsLst>
                <a:gs pos="0">
                  <a:srgbClr val="F2F6FA"/>
                </a:gs>
                <a:gs pos="100000">
                  <a:srgbClr val="FBFCFD"/>
                </a:gs>
              </a:gsLst>
              <a:lin ang="5400000"/>
            </a:gradFill>
            <a:ln w="9525">
              <a:solidFill>
                <a:srgbClr val="DEE4EC"/>
              </a:solidFill>
            </a:ln>
          </p:spPr>
        </p:sp>
        <p:grpSp>
          <p:nvGrpSpPr>
            <p:cNvPr id="471" name="icon-mindspore-42"/>
            <p:cNvGrpSpPr/>
            <p:nvPr/>
          </p:nvGrpSpPr>
          <p:grpSpPr>
            <a:xfrm>
              <a:off x="5189543" y="7260111"/>
              <a:ext cx="523875" cy="290830"/>
              <a:chOff x="657225" y="4526725"/>
              <a:chExt cx="523875" cy="290576"/>
            </a:xfrm>
          </p:grpSpPr>
          <p:sp>
            <p:nvSpPr>
              <p:cNvPr id="43" name="43 mindspore vector path"/>
              <p:cNvSpPr/>
              <p:nvPr/>
            </p:nvSpPr>
            <p:spPr>
              <a:xfrm>
                <a:off x="657225" y="4526725"/>
                <a:ext cx="523875" cy="290576"/>
              </a:xfrm>
              <a:custGeom>
                <a:avLst/>
                <a:gdLst/>
                <a:ahLst/>
                <a:cxnLst/>
                <a:rect l="0" t="0" r="0" b="0"/>
                <a:pathLst>
                  <a:path w="523875" h="290576">
                    <a:moveTo>
                      <a:pt x="494908" y="0"/>
                    </a:moveTo>
                    <a:lnTo>
                      <a:pt x="488946" y="368"/>
                    </a:lnTo>
                    <a:lnTo>
                      <a:pt x="483482" y="1445"/>
                    </a:lnTo>
                    <a:lnTo>
                      <a:pt x="478570" y="3192"/>
                    </a:lnTo>
                    <a:lnTo>
                      <a:pt x="474265" y="5571"/>
                    </a:lnTo>
                    <a:lnTo>
                      <a:pt x="470620" y="8543"/>
                    </a:lnTo>
                    <a:lnTo>
                      <a:pt x="467690" y="12068"/>
                    </a:lnTo>
                    <a:lnTo>
                      <a:pt x="465530" y="16108"/>
                    </a:lnTo>
                    <a:lnTo>
                      <a:pt x="464194" y="20623"/>
                    </a:lnTo>
                    <a:lnTo>
                      <a:pt x="463737" y="25574"/>
                    </a:lnTo>
                    <a:lnTo>
                      <a:pt x="463737" y="25574"/>
                    </a:lnTo>
                    <a:lnTo>
                      <a:pt x="464215" y="30146"/>
                    </a:lnTo>
                    <a:lnTo>
                      <a:pt x="465552" y="34175"/>
                    </a:lnTo>
                    <a:lnTo>
                      <a:pt x="467606" y="37698"/>
                    </a:lnTo>
                    <a:lnTo>
                      <a:pt x="470231" y="40749"/>
                    </a:lnTo>
                    <a:lnTo>
                      <a:pt x="473284" y="43363"/>
                    </a:lnTo>
                    <a:lnTo>
                      <a:pt x="476622" y="45576"/>
                    </a:lnTo>
                    <a:lnTo>
                      <a:pt x="480099" y="47422"/>
                    </a:lnTo>
                    <a:lnTo>
                      <a:pt x="483573" y="48938"/>
                    </a:lnTo>
                    <a:lnTo>
                      <a:pt x="483573" y="48938"/>
                    </a:lnTo>
                    <a:lnTo>
                      <a:pt x="486483" y="50070"/>
                    </a:lnTo>
                    <a:lnTo>
                      <a:pt x="489256" y="51124"/>
                    </a:lnTo>
                    <a:lnTo>
                      <a:pt x="491815" y="52141"/>
                    </a:lnTo>
                    <a:lnTo>
                      <a:pt x="494082" y="53161"/>
                    </a:lnTo>
                    <a:lnTo>
                      <a:pt x="495981" y="54226"/>
                    </a:lnTo>
                    <a:lnTo>
                      <a:pt x="497432" y="55376"/>
                    </a:lnTo>
                    <a:lnTo>
                      <a:pt x="498360" y="56652"/>
                    </a:lnTo>
                    <a:lnTo>
                      <a:pt x="498687" y="58094"/>
                    </a:lnTo>
                    <a:lnTo>
                      <a:pt x="498687" y="58094"/>
                    </a:lnTo>
                    <a:lnTo>
                      <a:pt x="498581" y="59204"/>
                    </a:lnTo>
                    <a:lnTo>
                      <a:pt x="498254" y="60166"/>
                    </a:lnTo>
                    <a:lnTo>
                      <a:pt x="497690" y="60980"/>
                    </a:lnTo>
                    <a:lnTo>
                      <a:pt x="496876" y="61646"/>
                    </a:lnTo>
                    <a:lnTo>
                      <a:pt x="495796" y="62164"/>
                    </a:lnTo>
                    <a:lnTo>
                      <a:pt x="494436" y="62534"/>
                    </a:lnTo>
                    <a:lnTo>
                      <a:pt x="492781" y="62756"/>
                    </a:lnTo>
                    <a:lnTo>
                      <a:pt x="490815" y="62830"/>
                    </a:lnTo>
                    <a:lnTo>
                      <a:pt x="490815" y="62830"/>
                    </a:lnTo>
                    <a:lnTo>
                      <a:pt x="488705" y="62711"/>
                    </a:lnTo>
                    <a:lnTo>
                      <a:pt x="486508" y="62351"/>
                    </a:lnTo>
                    <a:lnTo>
                      <a:pt x="484226" y="61748"/>
                    </a:lnTo>
                    <a:lnTo>
                      <a:pt x="481861" y="60896"/>
                    </a:lnTo>
                    <a:lnTo>
                      <a:pt x="479415" y="59793"/>
                    </a:lnTo>
                    <a:lnTo>
                      <a:pt x="476889" y="58434"/>
                    </a:lnTo>
                    <a:lnTo>
                      <a:pt x="474286" y="56817"/>
                    </a:lnTo>
                    <a:lnTo>
                      <a:pt x="471608" y="54937"/>
                    </a:lnTo>
                    <a:lnTo>
                      <a:pt x="471608" y="54937"/>
                    </a:lnTo>
                    <a:lnTo>
                      <a:pt x="459644" y="71670"/>
                    </a:lnTo>
                    <a:lnTo>
                      <a:pt x="462893" y="74049"/>
                    </a:lnTo>
                    <a:lnTo>
                      <a:pt x="466453" y="76195"/>
                    </a:lnTo>
                    <a:lnTo>
                      <a:pt x="470248" y="78081"/>
                    </a:lnTo>
                    <a:lnTo>
                      <a:pt x="474206" y="79682"/>
                    </a:lnTo>
                    <a:lnTo>
                      <a:pt x="478252" y="80973"/>
                    </a:lnTo>
                    <a:lnTo>
                      <a:pt x="482313" y="81927"/>
                    </a:lnTo>
                    <a:lnTo>
                      <a:pt x="486316" y="82518"/>
                    </a:lnTo>
                    <a:lnTo>
                      <a:pt x="490185" y="82721"/>
                    </a:lnTo>
                    <a:lnTo>
                      <a:pt x="490185" y="82721"/>
                    </a:lnTo>
                    <a:lnTo>
                      <a:pt x="496484" y="82388"/>
                    </a:lnTo>
                    <a:lnTo>
                      <a:pt x="502152" y="81421"/>
                    </a:lnTo>
                    <a:lnTo>
                      <a:pt x="507182" y="79866"/>
                    </a:lnTo>
                    <a:lnTo>
                      <a:pt x="511565" y="77771"/>
                    </a:lnTo>
                    <a:lnTo>
                      <a:pt x="515295" y="75183"/>
                    </a:lnTo>
                    <a:lnTo>
                      <a:pt x="518364" y="72151"/>
                    </a:lnTo>
                    <a:lnTo>
                      <a:pt x="520764" y="68720"/>
                    </a:lnTo>
                    <a:lnTo>
                      <a:pt x="522487" y="64939"/>
                    </a:lnTo>
                    <a:lnTo>
                      <a:pt x="523527" y="60855"/>
                    </a:lnTo>
                    <a:lnTo>
                      <a:pt x="523875" y="56516"/>
                    </a:lnTo>
                    <a:lnTo>
                      <a:pt x="523875" y="56516"/>
                    </a:lnTo>
                    <a:lnTo>
                      <a:pt x="523397" y="51561"/>
                    </a:lnTo>
                    <a:lnTo>
                      <a:pt x="522055" y="47310"/>
                    </a:lnTo>
                    <a:lnTo>
                      <a:pt x="519990" y="43695"/>
                    </a:lnTo>
                    <a:lnTo>
                      <a:pt x="517342" y="40650"/>
                    </a:lnTo>
                    <a:lnTo>
                      <a:pt x="514251" y="38108"/>
                    </a:lnTo>
                    <a:lnTo>
                      <a:pt x="510857" y="36003"/>
                    </a:lnTo>
                    <a:lnTo>
                      <a:pt x="507302" y="34268"/>
                    </a:lnTo>
                    <a:lnTo>
                      <a:pt x="503724" y="32836"/>
                    </a:lnTo>
                    <a:lnTo>
                      <a:pt x="503724" y="32836"/>
                    </a:lnTo>
                    <a:lnTo>
                      <a:pt x="500828" y="31822"/>
                    </a:lnTo>
                    <a:lnTo>
                      <a:pt x="498091" y="30882"/>
                    </a:lnTo>
                    <a:lnTo>
                      <a:pt x="495583" y="29972"/>
                    </a:lnTo>
                    <a:lnTo>
                      <a:pt x="493373" y="29047"/>
                    </a:lnTo>
                    <a:lnTo>
                      <a:pt x="491533" y="28063"/>
                    </a:lnTo>
                    <a:lnTo>
                      <a:pt x="490131" y="26976"/>
                    </a:lnTo>
                    <a:lnTo>
                      <a:pt x="489239" y="25740"/>
                    </a:lnTo>
                    <a:lnTo>
                      <a:pt x="488926" y="24312"/>
                    </a:lnTo>
                    <a:lnTo>
                      <a:pt x="488926" y="24312"/>
                    </a:lnTo>
                    <a:lnTo>
                      <a:pt x="489037" y="23215"/>
                    </a:lnTo>
                    <a:lnTo>
                      <a:pt x="489366" y="22289"/>
                    </a:lnTo>
                    <a:lnTo>
                      <a:pt x="489914" y="21525"/>
                    </a:lnTo>
                    <a:lnTo>
                      <a:pt x="490677" y="20917"/>
                    </a:lnTo>
                    <a:lnTo>
                      <a:pt x="491655" y="20457"/>
                    </a:lnTo>
                    <a:lnTo>
                      <a:pt x="492844" y="20137"/>
                    </a:lnTo>
                    <a:lnTo>
                      <a:pt x="494244" y="19951"/>
                    </a:lnTo>
                    <a:lnTo>
                      <a:pt x="495852" y="19890"/>
                    </a:lnTo>
                    <a:lnTo>
                      <a:pt x="495852" y="19890"/>
                    </a:lnTo>
                    <a:lnTo>
                      <a:pt x="497711" y="20007"/>
                    </a:lnTo>
                    <a:lnTo>
                      <a:pt x="499624" y="20349"/>
                    </a:lnTo>
                    <a:lnTo>
                      <a:pt x="501584" y="20906"/>
                    </a:lnTo>
                    <a:lnTo>
                      <a:pt x="503586" y="21666"/>
                    </a:lnTo>
                    <a:lnTo>
                      <a:pt x="505626" y="22619"/>
                    </a:lnTo>
                    <a:lnTo>
                      <a:pt x="507697" y="23753"/>
                    </a:lnTo>
                    <a:lnTo>
                      <a:pt x="509793" y="25058"/>
                    </a:lnTo>
                    <a:lnTo>
                      <a:pt x="511910" y="26521"/>
                    </a:lnTo>
                    <a:lnTo>
                      <a:pt x="511910" y="26521"/>
                    </a:lnTo>
                    <a:lnTo>
                      <a:pt x="523875" y="10419"/>
                    </a:lnTo>
                    <a:lnTo>
                      <a:pt x="521171" y="8476"/>
                    </a:lnTo>
                    <a:lnTo>
                      <a:pt x="518242" y="6594"/>
                    </a:lnTo>
                    <a:lnTo>
                      <a:pt x="515070" y="4833"/>
                    </a:lnTo>
                    <a:lnTo>
                      <a:pt x="511635" y="3256"/>
                    </a:lnTo>
                    <a:lnTo>
                      <a:pt x="507920" y="1923"/>
                    </a:lnTo>
                    <a:lnTo>
                      <a:pt x="503906" y="895"/>
                    </a:lnTo>
                    <a:lnTo>
                      <a:pt x="499575" y="234"/>
                    </a:lnTo>
                    <a:lnTo>
                      <a:pt x="494908" y="0"/>
                    </a:lnTo>
                    <a:close/>
                    <a:moveTo>
                      <a:pt x="318516" y="52994"/>
                    </a:moveTo>
                    <a:lnTo>
                      <a:pt x="273537" y="52994"/>
                    </a:lnTo>
                    <a:lnTo>
                      <a:pt x="273519" y="52994"/>
                    </a:lnTo>
                    <a:lnTo>
                      <a:pt x="218573" y="192996"/>
                    </a:lnTo>
                    <a:lnTo>
                      <a:pt x="163627" y="52994"/>
                    </a:lnTo>
                    <a:lnTo>
                      <a:pt x="118631" y="52994"/>
                    </a:lnTo>
                    <a:lnTo>
                      <a:pt x="101428" y="243841"/>
                    </a:lnTo>
                    <a:lnTo>
                      <a:pt x="146424" y="243841"/>
                    </a:lnTo>
                    <a:lnTo>
                      <a:pt x="155882" y="138914"/>
                    </a:lnTo>
                    <a:lnTo>
                      <a:pt x="199928" y="240505"/>
                    </a:lnTo>
                    <a:lnTo>
                      <a:pt x="199898" y="240579"/>
                    </a:lnTo>
                    <a:lnTo>
                      <a:pt x="199960" y="240579"/>
                    </a:lnTo>
                    <a:lnTo>
                      <a:pt x="237187" y="240579"/>
                    </a:lnTo>
                    <a:lnTo>
                      <a:pt x="237248" y="240579"/>
                    </a:lnTo>
                    <a:lnTo>
                      <a:pt x="237219" y="240505"/>
                    </a:lnTo>
                    <a:lnTo>
                      <a:pt x="281279" y="138881"/>
                    </a:lnTo>
                    <a:lnTo>
                      <a:pt x="290740" y="243841"/>
                    </a:lnTo>
                    <a:lnTo>
                      <a:pt x="335736" y="243841"/>
                    </a:lnTo>
                    <a:lnTo>
                      <a:pt x="318533" y="52994"/>
                    </a:lnTo>
                    <a:lnTo>
                      <a:pt x="318516" y="52994"/>
                    </a:lnTo>
                    <a:close/>
                    <a:moveTo>
                      <a:pt x="0" y="22850"/>
                    </a:moveTo>
                    <a:lnTo>
                      <a:pt x="0" y="22910"/>
                    </a:lnTo>
                    <a:lnTo>
                      <a:pt x="0" y="52358"/>
                    </a:lnTo>
                    <a:lnTo>
                      <a:pt x="0" y="52651"/>
                    </a:lnTo>
                    <a:lnTo>
                      <a:pt x="0" y="288101"/>
                    </a:lnTo>
                    <a:lnTo>
                      <a:pt x="0" y="290576"/>
                    </a:lnTo>
                    <a:lnTo>
                      <a:pt x="74509" y="290576"/>
                    </a:lnTo>
                    <a:lnTo>
                      <a:pt x="74509" y="260580"/>
                    </a:lnTo>
                    <a:lnTo>
                      <a:pt x="29860" y="260580"/>
                    </a:lnTo>
                    <a:lnTo>
                      <a:pt x="29860" y="52651"/>
                    </a:lnTo>
                    <a:lnTo>
                      <a:pt x="74509" y="52651"/>
                    </a:lnTo>
                    <a:lnTo>
                      <a:pt x="74509" y="52358"/>
                    </a:lnTo>
                    <a:lnTo>
                      <a:pt x="74509" y="49896"/>
                    </a:lnTo>
                    <a:lnTo>
                      <a:pt x="74509" y="22910"/>
                    </a:lnTo>
                    <a:lnTo>
                      <a:pt x="74509" y="22850"/>
                    </a:lnTo>
                    <a:lnTo>
                      <a:pt x="0" y="22850"/>
                    </a:lnTo>
                    <a:close/>
                    <a:moveTo>
                      <a:pt x="362654" y="22850"/>
                    </a:moveTo>
                    <a:lnTo>
                      <a:pt x="362654" y="22910"/>
                    </a:lnTo>
                    <a:lnTo>
                      <a:pt x="362654" y="49896"/>
                    </a:lnTo>
                    <a:lnTo>
                      <a:pt x="362654" y="52358"/>
                    </a:lnTo>
                    <a:lnTo>
                      <a:pt x="362654" y="52651"/>
                    </a:lnTo>
                    <a:lnTo>
                      <a:pt x="407304" y="52651"/>
                    </a:lnTo>
                    <a:lnTo>
                      <a:pt x="407304" y="260580"/>
                    </a:lnTo>
                    <a:lnTo>
                      <a:pt x="362654" y="260580"/>
                    </a:lnTo>
                    <a:lnTo>
                      <a:pt x="362654" y="290576"/>
                    </a:lnTo>
                    <a:lnTo>
                      <a:pt x="437164" y="290576"/>
                    </a:lnTo>
                    <a:lnTo>
                      <a:pt x="437164" y="288101"/>
                    </a:lnTo>
                    <a:lnTo>
                      <a:pt x="437164" y="52651"/>
                    </a:lnTo>
                    <a:lnTo>
                      <a:pt x="437164" y="52358"/>
                    </a:lnTo>
                    <a:lnTo>
                      <a:pt x="437164" y="22910"/>
                    </a:lnTo>
                    <a:lnTo>
                      <a:pt x="437164" y="22850"/>
                    </a:lnTo>
                    <a:lnTo>
                      <a:pt x="362654" y="22850"/>
                    </a:lnTo>
                    <a:close/>
                  </a:path>
                </a:pathLst>
              </a:custGeom>
              <a:solidFill>
                <a:srgbClr val="73B3FF"/>
              </a:solidFill>
              <a:ln w="0">
                <a:noFill/>
              </a:ln>
            </p:spPr>
          </p:sp>
          <p:sp>
            <p:nvSpPr>
              <p:cNvPr id="44" name="44 mindspore vector path"/>
              <p:cNvSpPr/>
              <p:nvPr/>
            </p:nvSpPr>
            <p:spPr>
              <a:xfrm>
                <a:off x="657225" y="4526725"/>
                <a:ext cx="523875" cy="290576"/>
              </a:xfrm>
              <a:custGeom>
                <a:avLst/>
                <a:gdLst/>
                <a:ahLst/>
                <a:cxnLst/>
                <a:rect l="0" t="0" r="0" b="0"/>
                <a:pathLst>
                  <a:path w="523875" h="290576">
                    <a:moveTo>
                      <a:pt x="155882" y="138915"/>
                    </a:moveTo>
                    <a:lnTo>
                      <a:pt x="163627" y="52994"/>
                    </a:lnTo>
                    <a:lnTo>
                      <a:pt x="218573" y="192996"/>
                    </a:lnTo>
                    <a:lnTo>
                      <a:pt x="199927" y="240505"/>
                    </a:lnTo>
                    <a:lnTo>
                      <a:pt x="155882" y="138915"/>
                    </a:lnTo>
                    <a:close/>
                  </a:path>
                </a:pathLst>
              </a:custGeom>
              <a:solidFill>
                <a:srgbClr val="56B0E4"/>
              </a:solidFill>
              <a:ln w="0">
                <a:noFill/>
              </a:ln>
            </p:spPr>
          </p:sp>
          <p:sp>
            <p:nvSpPr>
              <p:cNvPr id="45" name="45 mindspore vector path"/>
              <p:cNvSpPr/>
              <p:nvPr/>
            </p:nvSpPr>
            <p:spPr>
              <a:xfrm>
                <a:off x="657225" y="4526725"/>
                <a:ext cx="523875" cy="290576"/>
              </a:xfrm>
              <a:custGeom>
                <a:avLst/>
                <a:gdLst/>
                <a:ahLst/>
                <a:cxnLst/>
                <a:rect l="0" t="0" r="0" b="0"/>
                <a:pathLst>
                  <a:path w="523875" h="290576">
                    <a:moveTo>
                      <a:pt x="281279" y="138881"/>
                    </a:moveTo>
                    <a:lnTo>
                      <a:pt x="318533" y="52994"/>
                    </a:lnTo>
                    <a:lnTo>
                      <a:pt x="335736" y="243842"/>
                    </a:lnTo>
                    <a:lnTo>
                      <a:pt x="290740" y="243842"/>
                    </a:lnTo>
                    <a:lnTo>
                      <a:pt x="281279" y="138881"/>
                    </a:lnTo>
                    <a:close/>
                  </a:path>
                </a:pathLst>
              </a:custGeom>
              <a:solidFill>
                <a:srgbClr val="509AE6"/>
              </a:solidFill>
              <a:ln w="0">
                <a:noFill/>
              </a:ln>
            </p:spPr>
          </p:sp>
        </p:grpSp>
        <p:sp>
          <p:nvSpPr>
            <p:cNvPr id="46" name="46 MindSpore"/>
            <p:cNvSpPr/>
            <p:nvPr/>
          </p:nvSpPr>
          <p:spPr>
            <a:xfrm>
              <a:off x="4979993" y="7609998"/>
              <a:ext cx="923925" cy="22415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4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MindSpore</a:t>
              </a:r>
            </a:p>
          </p:txBody>
        </p:sp>
        <p:grpSp>
          <p:nvGrpSpPr>
            <p:cNvPr id="472" name="icon-jax-46"/>
            <p:cNvGrpSpPr/>
            <p:nvPr/>
          </p:nvGrpSpPr>
          <p:grpSpPr>
            <a:xfrm>
              <a:off x="6284915" y="7252491"/>
              <a:ext cx="514350" cy="295910"/>
              <a:chOff x="1752600" y="4519227"/>
              <a:chExt cx="514350" cy="296045"/>
            </a:xfrm>
          </p:grpSpPr>
          <p:sp>
            <p:nvSpPr>
              <p:cNvPr id="47" name="47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57150" y="148017"/>
                    </a:moveTo>
                    <a:lnTo>
                      <a:pt x="28575" y="197368"/>
                    </a:lnTo>
                    <a:lnTo>
                      <a:pt x="85725" y="197368"/>
                    </a:lnTo>
                    <a:lnTo>
                      <a:pt x="114300" y="148017"/>
                    </a:lnTo>
                    <a:lnTo>
                      <a:pt x="57150" y="148017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48" name="48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0" y="246706"/>
                    </a:moveTo>
                    <a:lnTo>
                      <a:pt x="28575" y="197368"/>
                    </a:lnTo>
                    <a:lnTo>
                      <a:pt x="85725" y="197368"/>
                    </a:lnTo>
                    <a:lnTo>
                      <a:pt x="57150" y="246706"/>
                    </a:lnTo>
                    <a:lnTo>
                      <a:pt x="0" y="246706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49" name="49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142875" y="197368"/>
                    </a:moveTo>
                    <a:lnTo>
                      <a:pt x="85725" y="197368"/>
                    </a:lnTo>
                    <a:lnTo>
                      <a:pt x="57150" y="246706"/>
                    </a:lnTo>
                    <a:lnTo>
                      <a:pt x="114300" y="246706"/>
                    </a:lnTo>
                    <a:lnTo>
                      <a:pt x="142875" y="197368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0" name="50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00025" y="197368"/>
                    </a:moveTo>
                    <a:lnTo>
                      <a:pt x="142875" y="197368"/>
                    </a:lnTo>
                    <a:lnTo>
                      <a:pt x="114300" y="246706"/>
                    </a:lnTo>
                    <a:lnTo>
                      <a:pt x="171451" y="246706"/>
                    </a:lnTo>
                    <a:lnTo>
                      <a:pt x="200025" y="197368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1" name="51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171451" y="148017"/>
                    </a:moveTo>
                    <a:lnTo>
                      <a:pt x="142875" y="197368"/>
                    </a:lnTo>
                    <a:lnTo>
                      <a:pt x="200025" y="197368"/>
                    </a:lnTo>
                    <a:lnTo>
                      <a:pt x="228600" y="148017"/>
                    </a:lnTo>
                    <a:lnTo>
                      <a:pt x="171451" y="148017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2" name="52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00025" y="98678"/>
                    </a:moveTo>
                    <a:lnTo>
                      <a:pt x="171451" y="148017"/>
                    </a:lnTo>
                    <a:lnTo>
                      <a:pt x="228600" y="148017"/>
                    </a:lnTo>
                    <a:lnTo>
                      <a:pt x="257175" y="98678"/>
                    </a:lnTo>
                    <a:lnTo>
                      <a:pt x="200025" y="98678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3" name="53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28600" y="49339"/>
                    </a:moveTo>
                    <a:lnTo>
                      <a:pt x="200025" y="98678"/>
                    </a:lnTo>
                    <a:lnTo>
                      <a:pt x="257175" y="98678"/>
                    </a:lnTo>
                    <a:lnTo>
                      <a:pt x="285750" y="49339"/>
                    </a:lnTo>
                    <a:lnTo>
                      <a:pt x="228600" y="49339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4" name="54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57175" y="0"/>
                    </a:moveTo>
                    <a:lnTo>
                      <a:pt x="228600" y="49339"/>
                    </a:lnTo>
                    <a:lnTo>
                      <a:pt x="285750" y="49339"/>
                    </a:lnTo>
                    <a:lnTo>
                      <a:pt x="314325" y="0"/>
                    </a:lnTo>
                    <a:lnTo>
                      <a:pt x="257175" y="0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5" name="55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0" y="246706"/>
                    </a:moveTo>
                    <a:lnTo>
                      <a:pt x="28575" y="296045"/>
                    </a:lnTo>
                    <a:lnTo>
                      <a:pt x="85725" y="296045"/>
                    </a:lnTo>
                    <a:lnTo>
                      <a:pt x="57150" y="246706"/>
                    </a:lnTo>
                    <a:lnTo>
                      <a:pt x="0" y="246706"/>
                    </a:lnTo>
                    <a:close/>
                  </a:path>
                </a:pathLst>
              </a:custGeom>
              <a:solidFill>
                <a:srgbClr val="2A56C6"/>
              </a:solidFill>
              <a:ln w="0">
                <a:noFill/>
              </a:ln>
            </p:spPr>
          </p:sp>
          <p:sp>
            <p:nvSpPr>
              <p:cNvPr id="56" name="56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142875" y="296045"/>
                    </a:moveTo>
                    <a:lnTo>
                      <a:pt x="85725" y="296045"/>
                    </a:lnTo>
                    <a:lnTo>
                      <a:pt x="57150" y="246706"/>
                    </a:lnTo>
                    <a:lnTo>
                      <a:pt x="114300" y="246706"/>
                    </a:lnTo>
                    <a:lnTo>
                      <a:pt x="142875" y="296045"/>
                    </a:lnTo>
                    <a:close/>
                  </a:path>
                </a:pathLst>
              </a:custGeom>
              <a:solidFill>
                <a:srgbClr val="2A56C6"/>
              </a:solidFill>
              <a:ln w="0">
                <a:noFill/>
              </a:ln>
            </p:spPr>
          </p:sp>
          <p:sp>
            <p:nvSpPr>
              <p:cNvPr id="57" name="57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00025" y="296045"/>
                    </a:moveTo>
                    <a:lnTo>
                      <a:pt x="142875" y="296045"/>
                    </a:lnTo>
                    <a:lnTo>
                      <a:pt x="114300" y="246706"/>
                    </a:lnTo>
                    <a:lnTo>
                      <a:pt x="171451" y="246706"/>
                    </a:lnTo>
                    <a:lnTo>
                      <a:pt x="200025" y="296045"/>
                    </a:lnTo>
                    <a:close/>
                  </a:path>
                </a:pathLst>
              </a:custGeom>
              <a:solidFill>
                <a:srgbClr val="2A56C6"/>
              </a:solidFill>
              <a:ln w="0">
                <a:noFill/>
              </a:ln>
            </p:spPr>
          </p:sp>
          <p:sp>
            <p:nvSpPr>
              <p:cNvPr id="58" name="58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28600" y="246706"/>
                    </a:moveTo>
                    <a:lnTo>
                      <a:pt x="200025" y="197368"/>
                    </a:lnTo>
                    <a:lnTo>
                      <a:pt x="171451" y="246706"/>
                    </a:lnTo>
                    <a:lnTo>
                      <a:pt x="200025" y="296045"/>
                    </a:lnTo>
                    <a:lnTo>
                      <a:pt x="228600" y="246706"/>
                    </a:lnTo>
                    <a:close/>
                  </a:path>
                </a:pathLst>
              </a:custGeom>
              <a:solidFill>
                <a:srgbClr val="00796B"/>
              </a:solidFill>
              <a:ln w="0">
                <a:noFill/>
              </a:ln>
            </p:spPr>
          </p:sp>
          <p:sp>
            <p:nvSpPr>
              <p:cNvPr id="59" name="59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85750" y="148017"/>
                    </a:moveTo>
                    <a:lnTo>
                      <a:pt x="257175" y="98678"/>
                    </a:lnTo>
                    <a:lnTo>
                      <a:pt x="228600" y="148017"/>
                    </a:lnTo>
                    <a:lnTo>
                      <a:pt x="285750" y="148017"/>
                    </a:lnTo>
                    <a:close/>
                  </a:path>
                </a:pathLst>
              </a:custGeom>
              <a:solidFill>
                <a:srgbClr val="00796B"/>
              </a:solidFill>
              <a:ln w="0">
                <a:noFill/>
              </a:ln>
            </p:spPr>
          </p:sp>
          <p:sp>
            <p:nvSpPr>
              <p:cNvPr id="60" name="60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85750" y="49339"/>
                    </a:moveTo>
                    <a:lnTo>
                      <a:pt x="257175" y="98678"/>
                    </a:lnTo>
                    <a:lnTo>
                      <a:pt x="285750" y="148017"/>
                    </a:lnTo>
                    <a:lnTo>
                      <a:pt x="314325" y="98678"/>
                    </a:lnTo>
                    <a:lnTo>
                      <a:pt x="285750" y="49339"/>
                    </a:lnTo>
                    <a:close/>
                  </a:path>
                </a:pathLst>
              </a:custGeom>
              <a:solidFill>
                <a:srgbClr val="00796B"/>
              </a:solidFill>
              <a:ln w="0">
                <a:noFill/>
              </a:ln>
            </p:spPr>
          </p:sp>
          <p:sp>
            <p:nvSpPr>
              <p:cNvPr id="61" name="61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142875" y="197368"/>
                    </a:moveTo>
                    <a:lnTo>
                      <a:pt x="114300" y="148017"/>
                    </a:lnTo>
                    <a:lnTo>
                      <a:pt x="85725" y="197368"/>
                    </a:lnTo>
                    <a:lnTo>
                      <a:pt x="142875" y="197368"/>
                    </a:lnTo>
                    <a:close/>
                  </a:path>
                </a:pathLst>
              </a:custGeom>
              <a:solidFill>
                <a:srgbClr val="3367D6"/>
              </a:solidFill>
              <a:ln w="0">
                <a:noFill/>
              </a:ln>
            </p:spPr>
          </p:sp>
          <p:sp>
            <p:nvSpPr>
              <p:cNvPr id="62" name="62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85750" y="148017"/>
                    </a:moveTo>
                    <a:lnTo>
                      <a:pt x="228600" y="148017"/>
                    </a:lnTo>
                    <a:lnTo>
                      <a:pt x="200025" y="197368"/>
                    </a:lnTo>
                    <a:lnTo>
                      <a:pt x="257175" y="197368"/>
                    </a:lnTo>
                    <a:lnTo>
                      <a:pt x="285750" y="148017"/>
                    </a:lnTo>
                    <a:close/>
                  </a:path>
                </a:pathLst>
              </a:custGeom>
              <a:solidFill>
                <a:srgbClr val="26A69A"/>
              </a:solidFill>
              <a:ln w="0">
                <a:noFill/>
              </a:ln>
            </p:spPr>
          </p:sp>
          <p:sp>
            <p:nvSpPr>
              <p:cNvPr id="63" name="63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42900" y="148017"/>
                    </a:moveTo>
                    <a:lnTo>
                      <a:pt x="285750" y="148017"/>
                    </a:lnTo>
                    <a:lnTo>
                      <a:pt x="257175" y="197368"/>
                    </a:lnTo>
                    <a:lnTo>
                      <a:pt x="314325" y="197368"/>
                    </a:lnTo>
                    <a:lnTo>
                      <a:pt x="342900" y="148017"/>
                    </a:lnTo>
                    <a:close/>
                  </a:path>
                </a:pathLst>
              </a:custGeom>
              <a:solidFill>
                <a:srgbClr val="26A69A"/>
              </a:solidFill>
              <a:ln w="0">
                <a:noFill/>
              </a:ln>
            </p:spPr>
          </p:sp>
          <p:sp>
            <p:nvSpPr>
              <p:cNvPr id="64" name="64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00051" y="49339"/>
                    </a:moveTo>
                    <a:lnTo>
                      <a:pt x="371475" y="0"/>
                    </a:lnTo>
                    <a:lnTo>
                      <a:pt x="342900" y="49339"/>
                    </a:lnTo>
                    <a:lnTo>
                      <a:pt x="371475" y="98678"/>
                    </a:lnTo>
                    <a:lnTo>
                      <a:pt x="400051" y="49339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65" name="65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28625" y="98678"/>
                    </a:moveTo>
                    <a:lnTo>
                      <a:pt x="400051" y="49339"/>
                    </a:lnTo>
                    <a:lnTo>
                      <a:pt x="371475" y="98678"/>
                    </a:lnTo>
                    <a:lnTo>
                      <a:pt x="400051" y="148017"/>
                    </a:lnTo>
                    <a:lnTo>
                      <a:pt x="428625" y="98678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66" name="66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57200" y="148017"/>
                    </a:moveTo>
                    <a:lnTo>
                      <a:pt x="428625" y="98678"/>
                    </a:lnTo>
                    <a:lnTo>
                      <a:pt x="400051" y="148017"/>
                    </a:lnTo>
                    <a:lnTo>
                      <a:pt x="428625" y="197368"/>
                    </a:lnTo>
                    <a:lnTo>
                      <a:pt x="457200" y="148017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67" name="67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85775" y="197368"/>
                    </a:moveTo>
                    <a:lnTo>
                      <a:pt x="457200" y="148017"/>
                    </a:lnTo>
                    <a:lnTo>
                      <a:pt x="428625" y="197368"/>
                    </a:lnTo>
                    <a:lnTo>
                      <a:pt x="457200" y="246706"/>
                    </a:lnTo>
                    <a:lnTo>
                      <a:pt x="485775" y="197368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68" name="68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514350" y="246706"/>
                    </a:moveTo>
                    <a:lnTo>
                      <a:pt x="485775" y="197368"/>
                    </a:lnTo>
                    <a:lnTo>
                      <a:pt x="457200" y="246706"/>
                    </a:lnTo>
                    <a:lnTo>
                      <a:pt x="485775" y="296045"/>
                    </a:lnTo>
                    <a:lnTo>
                      <a:pt x="514350" y="246706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69" name="69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85775" y="0"/>
                    </a:moveTo>
                    <a:lnTo>
                      <a:pt x="457200" y="49339"/>
                    </a:lnTo>
                    <a:lnTo>
                      <a:pt x="485775" y="98678"/>
                    </a:lnTo>
                    <a:lnTo>
                      <a:pt x="514350" y="49339"/>
                    </a:lnTo>
                    <a:lnTo>
                      <a:pt x="485775" y="0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70" name="70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28625" y="98678"/>
                    </a:moveTo>
                    <a:lnTo>
                      <a:pt x="457200" y="49339"/>
                    </a:lnTo>
                    <a:lnTo>
                      <a:pt x="485775" y="98678"/>
                    </a:lnTo>
                    <a:lnTo>
                      <a:pt x="457200" y="148017"/>
                    </a:lnTo>
                    <a:lnTo>
                      <a:pt x="428625" y="98678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71" name="71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00051" y="148017"/>
                    </a:moveTo>
                    <a:lnTo>
                      <a:pt x="371475" y="197368"/>
                    </a:lnTo>
                    <a:lnTo>
                      <a:pt x="400051" y="246706"/>
                    </a:lnTo>
                    <a:lnTo>
                      <a:pt x="428625" y="197368"/>
                    </a:lnTo>
                    <a:lnTo>
                      <a:pt x="400051" y="148017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72" name="72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71475" y="296045"/>
                    </a:moveTo>
                    <a:lnTo>
                      <a:pt x="342900" y="246706"/>
                    </a:lnTo>
                    <a:lnTo>
                      <a:pt x="371475" y="197368"/>
                    </a:lnTo>
                    <a:lnTo>
                      <a:pt x="400051" y="246706"/>
                    </a:lnTo>
                    <a:lnTo>
                      <a:pt x="371475" y="296045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73" name="73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14325" y="296045"/>
                    </a:moveTo>
                    <a:lnTo>
                      <a:pt x="285750" y="246706"/>
                    </a:lnTo>
                    <a:lnTo>
                      <a:pt x="342900" y="246706"/>
                    </a:lnTo>
                    <a:lnTo>
                      <a:pt x="371475" y="296045"/>
                    </a:lnTo>
                    <a:lnTo>
                      <a:pt x="314325" y="296045"/>
                    </a:lnTo>
                    <a:close/>
                  </a:path>
                </a:pathLst>
              </a:custGeom>
              <a:solidFill>
                <a:srgbClr val="6A1B9A"/>
              </a:solidFill>
              <a:ln w="0">
                <a:noFill/>
              </a:ln>
            </p:spPr>
          </p:sp>
          <p:sp>
            <p:nvSpPr>
              <p:cNvPr id="74" name="74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57175" y="197368"/>
                    </a:moveTo>
                    <a:lnTo>
                      <a:pt x="200025" y="197368"/>
                    </a:lnTo>
                    <a:lnTo>
                      <a:pt x="228600" y="246706"/>
                    </a:lnTo>
                    <a:lnTo>
                      <a:pt x="285750" y="246706"/>
                    </a:lnTo>
                    <a:lnTo>
                      <a:pt x="257175" y="197368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75" name="75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14325" y="197368"/>
                    </a:moveTo>
                    <a:lnTo>
                      <a:pt x="257175" y="197368"/>
                    </a:lnTo>
                    <a:lnTo>
                      <a:pt x="285750" y="246706"/>
                    </a:lnTo>
                    <a:lnTo>
                      <a:pt x="314325" y="197368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76" name="76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14325" y="98678"/>
                    </a:moveTo>
                    <a:lnTo>
                      <a:pt x="342900" y="148017"/>
                    </a:lnTo>
                    <a:lnTo>
                      <a:pt x="400051" y="148017"/>
                    </a:lnTo>
                    <a:lnTo>
                      <a:pt x="371475" y="98678"/>
                    </a:lnTo>
                    <a:lnTo>
                      <a:pt x="314325" y="98678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77" name="77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42900" y="49339"/>
                    </a:moveTo>
                    <a:lnTo>
                      <a:pt x="285750" y="49339"/>
                    </a:lnTo>
                    <a:lnTo>
                      <a:pt x="314325" y="98678"/>
                    </a:lnTo>
                    <a:lnTo>
                      <a:pt x="371475" y="98678"/>
                    </a:lnTo>
                    <a:lnTo>
                      <a:pt x="342900" y="49339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78" name="78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85775" y="296045"/>
                    </a:moveTo>
                    <a:lnTo>
                      <a:pt x="457200" y="246706"/>
                    </a:lnTo>
                    <a:lnTo>
                      <a:pt x="400051" y="246706"/>
                    </a:lnTo>
                    <a:lnTo>
                      <a:pt x="428625" y="296045"/>
                    </a:lnTo>
                    <a:lnTo>
                      <a:pt x="485775" y="296045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79" name="79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28625" y="197368"/>
                    </a:moveTo>
                    <a:lnTo>
                      <a:pt x="400051" y="246706"/>
                    </a:lnTo>
                    <a:lnTo>
                      <a:pt x="457200" y="246706"/>
                    </a:lnTo>
                    <a:lnTo>
                      <a:pt x="428625" y="197368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80" name="80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71475" y="0"/>
                    </a:moveTo>
                    <a:lnTo>
                      <a:pt x="314325" y="0"/>
                    </a:lnTo>
                    <a:lnTo>
                      <a:pt x="285750" y="49339"/>
                    </a:lnTo>
                    <a:lnTo>
                      <a:pt x="342900" y="49339"/>
                    </a:lnTo>
                    <a:lnTo>
                      <a:pt x="371475" y="0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  <p:sp>
            <p:nvSpPr>
              <p:cNvPr id="81" name="81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71475" y="197368"/>
                    </a:moveTo>
                    <a:lnTo>
                      <a:pt x="314325" y="197368"/>
                    </a:lnTo>
                    <a:lnTo>
                      <a:pt x="285750" y="246706"/>
                    </a:lnTo>
                    <a:lnTo>
                      <a:pt x="342900" y="246706"/>
                    </a:lnTo>
                    <a:lnTo>
                      <a:pt x="371475" y="197368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  <p:sp>
            <p:nvSpPr>
              <p:cNvPr id="82" name="82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00051" y="148017"/>
                    </a:moveTo>
                    <a:lnTo>
                      <a:pt x="342900" y="148017"/>
                    </a:lnTo>
                    <a:lnTo>
                      <a:pt x="314325" y="197368"/>
                    </a:lnTo>
                    <a:lnTo>
                      <a:pt x="371475" y="197368"/>
                    </a:lnTo>
                    <a:lnTo>
                      <a:pt x="400051" y="148017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  <p:sp>
            <p:nvSpPr>
              <p:cNvPr id="83" name="83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85775" y="0"/>
                    </a:moveTo>
                    <a:lnTo>
                      <a:pt x="428625" y="0"/>
                    </a:lnTo>
                    <a:lnTo>
                      <a:pt x="400051" y="49339"/>
                    </a:lnTo>
                    <a:lnTo>
                      <a:pt x="457200" y="49339"/>
                    </a:lnTo>
                    <a:lnTo>
                      <a:pt x="485775" y="0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  <p:sp>
            <p:nvSpPr>
              <p:cNvPr id="84" name="84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28625" y="98678"/>
                    </a:moveTo>
                    <a:lnTo>
                      <a:pt x="400051" y="49339"/>
                    </a:lnTo>
                    <a:lnTo>
                      <a:pt x="457200" y="49339"/>
                    </a:lnTo>
                    <a:lnTo>
                      <a:pt x="428625" y="98678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</p:grpSp>
        <p:sp>
          <p:nvSpPr>
            <p:cNvPr id="85" name="85 JAX"/>
            <p:cNvSpPr/>
            <p:nvPr/>
          </p:nvSpPr>
          <p:spPr>
            <a:xfrm>
              <a:off x="6113465" y="7609998"/>
              <a:ext cx="876300" cy="22415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4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JAX</a:t>
              </a:r>
            </a:p>
          </p:txBody>
        </p:sp>
        <p:grpSp>
          <p:nvGrpSpPr>
            <p:cNvPr id="473" name="icon-java-85"/>
            <p:cNvGrpSpPr/>
            <p:nvPr/>
          </p:nvGrpSpPr>
          <p:grpSpPr>
            <a:xfrm>
              <a:off x="5303840" y="8052591"/>
              <a:ext cx="285750" cy="361950"/>
              <a:chOff x="771525" y="5319665"/>
              <a:chExt cx="285750" cy="362044"/>
            </a:xfrm>
          </p:grpSpPr>
          <p:sp>
            <p:nvSpPr>
              <p:cNvPr id="86" name="86 java vector path"/>
              <p:cNvSpPr/>
              <p:nvPr/>
            </p:nvSpPr>
            <p:spPr>
              <a:xfrm>
                <a:off x="771525" y="5319665"/>
                <a:ext cx="285750" cy="362044"/>
              </a:xfrm>
              <a:custGeom>
                <a:avLst/>
                <a:gdLst/>
                <a:ahLst/>
                <a:cxnLst/>
                <a:rect l="0" t="0" r="0" b="0"/>
                <a:pathLst>
                  <a:path w="285750" h="362044">
                    <a:moveTo>
                      <a:pt x="225534" y="62235"/>
                    </a:moveTo>
                    <a:lnTo>
                      <a:pt x="221548" y="64966"/>
                    </a:lnTo>
                    <a:lnTo>
                      <a:pt x="217600" y="67667"/>
                    </a:lnTo>
                    <a:lnTo>
                      <a:pt x="213665" y="70369"/>
                    </a:lnTo>
                    <a:lnTo>
                      <a:pt x="209722" y="73104"/>
                    </a:lnTo>
                    <a:lnTo>
                      <a:pt x="205747" y="75904"/>
                    </a:lnTo>
                    <a:lnTo>
                      <a:pt x="201717" y="78798"/>
                    </a:lnTo>
                    <a:lnTo>
                      <a:pt x="197609" y="81819"/>
                    </a:lnTo>
                    <a:lnTo>
                      <a:pt x="193401" y="84998"/>
                    </a:lnTo>
                    <a:lnTo>
                      <a:pt x="189870" y="87657"/>
                    </a:lnTo>
                    <a:lnTo>
                      <a:pt x="185961" y="90616"/>
                    </a:lnTo>
                    <a:lnTo>
                      <a:pt x="181926" y="93859"/>
                    </a:lnTo>
                    <a:lnTo>
                      <a:pt x="178016" y="97370"/>
                    </a:lnTo>
                    <a:lnTo>
                      <a:pt x="174482" y="101132"/>
                    </a:lnTo>
                    <a:lnTo>
                      <a:pt x="171575" y="105128"/>
                    </a:lnTo>
                    <a:lnTo>
                      <a:pt x="169545" y="109343"/>
                    </a:lnTo>
                    <a:lnTo>
                      <a:pt x="168643" y="113758"/>
                    </a:lnTo>
                    <a:lnTo>
                      <a:pt x="168918" y="118591"/>
                    </a:lnTo>
                    <a:lnTo>
                      <a:pt x="170235" y="123395"/>
                    </a:lnTo>
                    <a:lnTo>
                      <a:pt x="172323" y="128197"/>
                    </a:lnTo>
                    <a:lnTo>
                      <a:pt x="174914" y="133026"/>
                    </a:lnTo>
                    <a:lnTo>
                      <a:pt x="177737" y="137910"/>
                    </a:lnTo>
                    <a:lnTo>
                      <a:pt x="180523" y="142877"/>
                    </a:lnTo>
                    <a:lnTo>
                      <a:pt x="183003" y="147954"/>
                    </a:lnTo>
                    <a:lnTo>
                      <a:pt x="184906" y="153172"/>
                    </a:lnTo>
                    <a:lnTo>
                      <a:pt x="185963" y="158556"/>
                    </a:lnTo>
                    <a:lnTo>
                      <a:pt x="185904" y="164136"/>
                    </a:lnTo>
                    <a:lnTo>
                      <a:pt x="184460" y="169939"/>
                    </a:lnTo>
                    <a:lnTo>
                      <a:pt x="181361" y="175993"/>
                    </a:lnTo>
                    <a:lnTo>
                      <a:pt x="178917" y="179271"/>
                    </a:lnTo>
                    <a:lnTo>
                      <a:pt x="176112" y="182135"/>
                    </a:lnTo>
                    <a:lnTo>
                      <a:pt x="172962" y="184670"/>
                    </a:lnTo>
                    <a:lnTo>
                      <a:pt x="169483" y="186962"/>
                    </a:lnTo>
                    <a:lnTo>
                      <a:pt x="165691" y="189098"/>
                    </a:lnTo>
                    <a:lnTo>
                      <a:pt x="161603" y="191162"/>
                    </a:lnTo>
                    <a:lnTo>
                      <a:pt x="157234" y="193241"/>
                    </a:lnTo>
                    <a:lnTo>
                      <a:pt x="152601" y="195420"/>
                    </a:lnTo>
                    <a:lnTo>
                      <a:pt x="152355" y="194417"/>
                    </a:lnTo>
                    <a:lnTo>
                      <a:pt x="152575" y="193413"/>
                    </a:lnTo>
                    <a:lnTo>
                      <a:pt x="153158" y="192407"/>
                    </a:lnTo>
                    <a:lnTo>
                      <a:pt x="154002" y="191401"/>
                    </a:lnTo>
                    <a:lnTo>
                      <a:pt x="155003" y="190394"/>
                    </a:lnTo>
                    <a:lnTo>
                      <a:pt x="156060" y="189389"/>
                    </a:lnTo>
                    <a:lnTo>
                      <a:pt x="157071" y="188384"/>
                    </a:lnTo>
                    <a:lnTo>
                      <a:pt x="157932" y="187381"/>
                    </a:lnTo>
                    <a:lnTo>
                      <a:pt x="161009" y="182200"/>
                    </a:lnTo>
                    <a:lnTo>
                      <a:pt x="162816" y="177408"/>
                    </a:lnTo>
                    <a:lnTo>
                      <a:pt x="163509" y="172938"/>
                    </a:lnTo>
                    <a:lnTo>
                      <a:pt x="163246" y="168722"/>
                    </a:lnTo>
                    <a:lnTo>
                      <a:pt x="162182" y="164695"/>
                    </a:lnTo>
                    <a:lnTo>
                      <a:pt x="160475" y="160789"/>
                    </a:lnTo>
                    <a:lnTo>
                      <a:pt x="158282" y="156939"/>
                    </a:lnTo>
                    <a:lnTo>
                      <a:pt x="155759" y="153077"/>
                    </a:lnTo>
                    <a:lnTo>
                      <a:pt x="153064" y="149136"/>
                    </a:lnTo>
                    <a:lnTo>
                      <a:pt x="150353" y="145051"/>
                    </a:lnTo>
                    <a:lnTo>
                      <a:pt x="147783" y="140753"/>
                    </a:lnTo>
                    <a:lnTo>
                      <a:pt x="145512" y="136178"/>
                    </a:lnTo>
                    <a:lnTo>
                      <a:pt x="143695" y="131257"/>
                    </a:lnTo>
                    <a:lnTo>
                      <a:pt x="142490" y="125925"/>
                    </a:lnTo>
                    <a:lnTo>
                      <a:pt x="142053" y="120114"/>
                    </a:lnTo>
                    <a:lnTo>
                      <a:pt x="142543" y="113758"/>
                    </a:lnTo>
                    <a:lnTo>
                      <a:pt x="143947" y="107388"/>
                    </a:lnTo>
                    <a:lnTo>
                      <a:pt x="146113" y="101556"/>
                    </a:lnTo>
                    <a:lnTo>
                      <a:pt x="148983" y="96238"/>
                    </a:lnTo>
                    <a:lnTo>
                      <a:pt x="152504" y="91407"/>
                    </a:lnTo>
                    <a:lnTo>
                      <a:pt x="156621" y="87039"/>
                    </a:lnTo>
                    <a:lnTo>
                      <a:pt x="161279" y="83108"/>
                    </a:lnTo>
                    <a:lnTo>
                      <a:pt x="166423" y="79588"/>
                    </a:lnTo>
                    <a:lnTo>
                      <a:pt x="171998" y="76454"/>
                    </a:lnTo>
                    <a:lnTo>
                      <a:pt x="177949" y="73682"/>
                    </a:lnTo>
                    <a:lnTo>
                      <a:pt x="184221" y="71244"/>
                    </a:lnTo>
                    <a:lnTo>
                      <a:pt x="190760" y="69116"/>
                    </a:lnTo>
                    <a:lnTo>
                      <a:pt x="197511" y="67273"/>
                    </a:lnTo>
                    <a:lnTo>
                      <a:pt x="204419" y="65688"/>
                    </a:lnTo>
                    <a:lnTo>
                      <a:pt x="211429" y="64338"/>
                    </a:lnTo>
                    <a:lnTo>
                      <a:pt x="218485" y="63195"/>
                    </a:lnTo>
                    <a:lnTo>
                      <a:pt x="225534" y="62235"/>
                    </a:lnTo>
                    <a:close/>
                  </a:path>
                </a:pathLst>
              </a:custGeom>
              <a:solidFill>
                <a:srgbClr val="FF1515"/>
              </a:solidFill>
              <a:ln w="0">
                <a:noFill/>
              </a:ln>
            </p:spPr>
          </p:sp>
          <p:sp>
            <p:nvSpPr>
              <p:cNvPr id="87" name="87 java vector path"/>
              <p:cNvSpPr/>
              <p:nvPr/>
            </p:nvSpPr>
            <p:spPr>
              <a:xfrm>
                <a:off x="771525" y="5319665"/>
                <a:ext cx="285750" cy="362044"/>
              </a:xfrm>
              <a:custGeom>
                <a:avLst/>
                <a:gdLst/>
                <a:ahLst/>
                <a:cxnLst/>
                <a:rect l="0" t="0" r="0" b="0"/>
                <a:pathLst>
                  <a:path w="285750" h="362044">
                    <a:moveTo>
                      <a:pt x="165971" y="0"/>
                    </a:moveTo>
                    <a:lnTo>
                      <a:pt x="168159" y="2499"/>
                    </a:lnTo>
                    <a:lnTo>
                      <a:pt x="170183" y="5438"/>
                    </a:lnTo>
                    <a:lnTo>
                      <a:pt x="172002" y="8754"/>
                    </a:lnTo>
                    <a:lnTo>
                      <a:pt x="173578" y="12384"/>
                    </a:lnTo>
                    <a:lnTo>
                      <a:pt x="174872" y="16265"/>
                    </a:lnTo>
                    <a:lnTo>
                      <a:pt x="175845" y="20334"/>
                    </a:lnTo>
                    <a:lnTo>
                      <a:pt x="176457" y="24528"/>
                    </a:lnTo>
                    <a:lnTo>
                      <a:pt x="176670" y="28784"/>
                    </a:lnTo>
                    <a:lnTo>
                      <a:pt x="176187" y="35678"/>
                    </a:lnTo>
                    <a:lnTo>
                      <a:pt x="174806" y="42195"/>
                    </a:lnTo>
                    <a:lnTo>
                      <a:pt x="172628" y="48368"/>
                    </a:lnTo>
                    <a:lnTo>
                      <a:pt x="169754" y="54230"/>
                    </a:lnTo>
                    <a:lnTo>
                      <a:pt x="166286" y="59815"/>
                    </a:lnTo>
                    <a:lnTo>
                      <a:pt x="162323" y="65155"/>
                    </a:lnTo>
                    <a:lnTo>
                      <a:pt x="157969" y="70286"/>
                    </a:lnTo>
                    <a:lnTo>
                      <a:pt x="153323" y="75239"/>
                    </a:lnTo>
                    <a:lnTo>
                      <a:pt x="148487" y="80048"/>
                    </a:lnTo>
                    <a:lnTo>
                      <a:pt x="143562" y="84747"/>
                    </a:lnTo>
                    <a:lnTo>
                      <a:pt x="138649" y="89368"/>
                    </a:lnTo>
                    <a:lnTo>
                      <a:pt x="133850" y="93946"/>
                    </a:lnTo>
                    <a:lnTo>
                      <a:pt x="129266" y="98513"/>
                    </a:lnTo>
                    <a:lnTo>
                      <a:pt x="124997" y="103104"/>
                    </a:lnTo>
                    <a:lnTo>
                      <a:pt x="121145" y="107750"/>
                    </a:lnTo>
                    <a:lnTo>
                      <a:pt x="119583" y="109879"/>
                    </a:lnTo>
                    <a:lnTo>
                      <a:pt x="117978" y="112235"/>
                    </a:lnTo>
                    <a:lnTo>
                      <a:pt x="116406" y="114794"/>
                    </a:lnTo>
                    <a:lnTo>
                      <a:pt x="114946" y="117533"/>
                    </a:lnTo>
                    <a:lnTo>
                      <a:pt x="113676" y="120430"/>
                    </a:lnTo>
                    <a:lnTo>
                      <a:pt x="112672" y="123462"/>
                    </a:lnTo>
                    <a:lnTo>
                      <a:pt x="112013" y="126605"/>
                    </a:lnTo>
                    <a:lnTo>
                      <a:pt x="111776" y="129837"/>
                    </a:lnTo>
                    <a:lnTo>
                      <a:pt x="112345" y="135707"/>
                    </a:lnTo>
                    <a:lnTo>
                      <a:pt x="113922" y="141652"/>
                    </a:lnTo>
                    <a:lnTo>
                      <a:pt x="116309" y="147622"/>
                    </a:lnTo>
                    <a:lnTo>
                      <a:pt x="119310" y="153569"/>
                    </a:lnTo>
                    <a:lnTo>
                      <a:pt x="122729" y="159445"/>
                    </a:lnTo>
                    <a:lnTo>
                      <a:pt x="126367" y="165200"/>
                    </a:lnTo>
                    <a:lnTo>
                      <a:pt x="130030" y="170787"/>
                    </a:lnTo>
                    <a:lnTo>
                      <a:pt x="133520" y="176157"/>
                    </a:lnTo>
                    <a:lnTo>
                      <a:pt x="136640" y="181261"/>
                    </a:lnTo>
                    <a:lnTo>
                      <a:pt x="139194" y="186051"/>
                    </a:lnTo>
                    <a:lnTo>
                      <a:pt x="134540" y="182883"/>
                    </a:lnTo>
                    <a:lnTo>
                      <a:pt x="129657" y="179425"/>
                    </a:lnTo>
                    <a:lnTo>
                      <a:pt x="124632" y="175700"/>
                    </a:lnTo>
                    <a:lnTo>
                      <a:pt x="119551" y="171730"/>
                    </a:lnTo>
                    <a:lnTo>
                      <a:pt x="114499" y="167540"/>
                    </a:lnTo>
                    <a:lnTo>
                      <a:pt x="109564" y="163154"/>
                    </a:lnTo>
                    <a:lnTo>
                      <a:pt x="104832" y="158593"/>
                    </a:lnTo>
                    <a:lnTo>
                      <a:pt x="100388" y="153882"/>
                    </a:lnTo>
                    <a:lnTo>
                      <a:pt x="96826" y="149172"/>
                    </a:lnTo>
                    <a:lnTo>
                      <a:pt x="93396" y="143990"/>
                    </a:lnTo>
                    <a:lnTo>
                      <a:pt x="90279" y="138415"/>
                    </a:lnTo>
                    <a:lnTo>
                      <a:pt x="87657" y="132523"/>
                    </a:lnTo>
                    <a:lnTo>
                      <a:pt x="85712" y="126393"/>
                    </a:lnTo>
                    <a:lnTo>
                      <a:pt x="84626" y="120102"/>
                    </a:lnTo>
                    <a:lnTo>
                      <a:pt x="84582" y="113728"/>
                    </a:lnTo>
                    <a:lnTo>
                      <a:pt x="85762" y="107349"/>
                    </a:lnTo>
                    <a:lnTo>
                      <a:pt x="88347" y="101041"/>
                    </a:lnTo>
                    <a:lnTo>
                      <a:pt x="91444" y="96019"/>
                    </a:lnTo>
                    <a:lnTo>
                      <a:pt x="95161" y="91214"/>
                    </a:lnTo>
                    <a:lnTo>
                      <a:pt x="99411" y="86591"/>
                    </a:lnTo>
                    <a:lnTo>
                      <a:pt x="104108" y="82115"/>
                    </a:lnTo>
                    <a:lnTo>
                      <a:pt x="109166" y="77753"/>
                    </a:lnTo>
                    <a:lnTo>
                      <a:pt x="114498" y="73469"/>
                    </a:lnTo>
                    <a:lnTo>
                      <a:pt x="120019" y="69230"/>
                    </a:lnTo>
                    <a:lnTo>
                      <a:pt x="125642" y="65002"/>
                    </a:lnTo>
                    <a:lnTo>
                      <a:pt x="131281" y="60749"/>
                    </a:lnTo>
                    <a:lnTo>
                      <a:pt x="136849" y="56438"/>
                    </a:lnTo>
                    <a:lnTo>
                      <a:pt x="142261" y="52035"/>
                    </a:lnTo>
                    <a:lnTo>
                      <a:pt x="147430" y="47505"/>
                    </a:lnTo>
                    <a:lnTo>
                      <a:pt x="152270" y="42814"/>
                    </a:lnTo>
                    <a:lnTo>
                      <a:pt x="156694" y="37927"/>
                    </a:lnTo>
                    <a:lnTo>
                      <a:pt x="160617" y="32811"/>
                    </a:lnTo>
                    <a:lnTo>
                      <a:pt x="163952" y="27430"/>
                    </a:lnTo>
                    <a:lnTo>
                      <a:pt x="165418" y="24494"/>
                    </a:lnTo>
                    <a:lnTo>
                      <a:pt x="166723" y="21261"/>
                    </a:lnTo>
                    <a:lnTo>
                      <a:pt x="167774" y="17808"/>
                    </a:lnTo>
                    <a:lnTo>
                      <a:pt x="168480" y="14214"/>
                    </a:lnTo>
                    <a:lnTo>
                      <a:pt x="168745" y="10558"/>
                    </a:lnTo>
                    <a:lnTo>
                      <a:pt x="168478" y="6918"/>
                    </a:lnTo>
                    <a:lnTo>
                      <a:pt x="167584" y="3372"/>
                    </a:lnTo>
                    <a:lnTo>
                      <a:pt x="165971" y="0"/>
                    </a:lnTo>
                    <a:close/>
                  </a:path>
                </a:pathLst>
              </a:custGeom>
              <a:solidFill>
                <a:srgbClr val="FF1515"/>
              </a:solidFill>
              <a:ln w="0">
                <a:noFill/>
              </a:ln>
            </p:spPr>
          </p:sp>
          <p:sp>
            <p:nvSpPr>
              <p:cNvPr id="88" name="88 java vector path"/>
              <p:cNvSpPr/>
              <p:nvPr/>
            </p:nvSpPr>
            <p:spPr>
              <a:xfrm>
                <a:off x="771525" y="5319665"/>
                <a:ext cx="285750" cy="362044"/>
              </a:xfrm>
              <a:custGeom>
                <a:avLst/>
                <a:gdLst/>
                <a:ahLst/>
                <a:cxnLst/>
                <a:rect l="0" t="0" r="0" b="0"/>
                <a:pathLst>
                  <a:path w="285750" h="362044">
                    <a:moveTo>
                      <a:pt x="89266" y="183186"/>
                    </a:moveTo>
                    <a:lnTo>
                      <a:pt x="90592" y="182811"/>
                    </a:lnTo>
                    <a:lnTo>
                      <a:pt x="91899" y="182436"/>
                    </a:lnTo>
                    <a:lnTo>
                      <a:pt x="93183" y="182059"/>
                    </a:lnTo>
                    <a:lnTo>
                      <a:pt x="94439" y="181676"/>
                    </a:lnTo>
                    <a:lnTo>
                      <a:pt x="95659" y="181285"/>
                    </a:lnTo>
                    <a:lnTo>
                      <a:pt x="96840" y="180883"/>
                    </a:lnTo>
                    <a:lnTo>
                      <a:pt x="97974" y="180465"/>
                    </a:lnTo>
                    <a:lnTo>
                      <a:pt x="99058" y="180031"/>
                    </a:lnTo>
                    <a:lnTo>
                      <a:pt x="97761" y="179937"/>
                    </a:lnTo>
                    <a:lnTo>
                      <a:pt x="96463" y="179881"/>
                    </a:lnTo>
                    <a:lnTo>
                      <a:pt x="95166" y="179863"/>
                    </a:lnTo>
                    <a:lnTo>
                      <a:pt x="93869" y="179883"/>
                    </a:lnTo>
                    <a:lnTo>
                      <a:pt x="92573" y="179940"/>
                    </a:lnTo>
                    <a:lnTo>
                      <a:pt x="91279" y="180034"/>
                    </a:lnTo>
                    <a:lnTo>
                      <a:pt x="89987" y="180165"/>
                    </a:lnTo>
                    <a:lnTo>
                      <a:pt x="88698" y="180333"/>
                    </a:lnTo>
                    <a:lnTo>
                      <a:pt x="88068" y="180400"/>
                    </a:lnTo>
                    <a:lnTo>
                      <a:pt x="87460" y="180464"/>
                    </a:lnTo>
                    <a:lnTo>
                      <a:pt x="86873" y="180524"/>
                    </a:lnTo>
                    <a:lnTo>
                      <a:pt x="86310" y="180576"/>
                    </a:lnTo>
                    <a:lnTo>
                      <a:pt x="85772" y="180621"/>
                    </a:lnTo>
                    <a:lnTo>
                      <a:pt x="85260" y="180654"/>
                    </a:lnTo>
                    <a:lnTo>
                      <a:pt x="84776" y="180676"/>
                    </a:lnTo>
                    <a:lnTo>
                      <a:pt x="84321" y="180684"/>
                    </a:lnTo>
                    <a:lnTo>
                      <a:pt x="80646" y="180962"/>
                    </a:lnTo>
                    <a:lnTo>
                      <a:pt x="74605" y="181434"/>
                    </a:lnTo>
                    <a:lnTo>
                      <a:pt x="67807" y="182051"/>
                    </a:lnTo>
                    <a:lnTo>
                      <a:pt x="60585" y="182881"/>
                    </a:lnTo>
                    <a:lnTo>
                      <a:pt x="53272" y="183986"/>
                    </a:lnTo>
                    <a:lnTo>
                      <a:pt x="46200" y="185435"/>
                    </a:lnTo>
                    <a:lnTo>
                      <a:pt x="39701" y="187290"/>
                    </a:lnTo>
                    <a:lnTo>
                      <a:pt x="34108" y="189619"/>
                    </a:lnTo>
                    <a:lnTo>
                      <a:pt x="29753" y="192487"/>
                    </a:lnTo>
                    <a:lnTo>
                      <a:pt x="26969" y="195958"/>
                    </a:lnTo>
                    <a:lnTo>
                      <a:pt x="26088" y="200099"/>
                    </a:lnTo>
                    <a:lnTo>
                      <a:pt x="27280" y="204195"/>
                    </a:lnTo>
                    <a:lnTo>
                      <a:pt x="30560" y="207616"/>
                    </a:lnTo>
                    <a:lnTo>
                      <a:pt x="35487" y="210426"/>
                    </a:lnTo>
                    <a:lnTo>
                      <a:pt x="41621" y="212691"/>
                    </a:lnTo>
                    <a:lnTo>
                      <a:pt x="48521" y="214478"/>
                    </a:lnTo>
                    <a:lnTo>
                      <a:pt x="55745" y="215852"/>
                    </a:lnTo>
                    <a:lnTo>
                      <a:pt x="62852" y="216880"/>
                    </a:lnTo>
                    <a:lnTo>
                      <a:pt x="69402" y="217627"/>
                    </a:lnTo>
                    <a:lnTo>
                      <a:pt x="74952" y="218160"/>
                    </a:lnTo>
                    <a:lnTo>
                      <a:pt x="82085" y="218529"/>
                    </a:lnTo>
                    <a:lnTo>
                      <a:pt x="89495" y="218782"/>
                    </a:lnTo>
                    <a:lnTo>
                      <a:pt x="97128" y="218915"/>
                    </a:lnTo>
                    <a:lnTo>
                      <a:pt x="104928" y="218924"/>
                    </a:lnTo>
                    <a:lnTo>
                      <a:pt x="112839" y="218805"/>
                    </a:lnTo>
                    <a:lnTo>
                      <a:pt x="120805" y="218554"/>
                    </a:lnTo>
                    <a:lnTo>
                      <a:pt x="128771" y="218167"/>
                    </a:lnTo>
                    <a:lnTo>
                      <a:pt x="136682" y="217640"/>
                    </a:lnTo>
                    <a:lnTo>
                      <a:pt x="144481" y="216969"/>
                    </a:lnTo>
                    <a:lnTo>
                      <a:pt x="152113" y="216149"/>
                    </a:lnTo>
                    <a:lnTo>
                      <a:pt x="159522" y="215177"/>
                    </a:lnTo>
                    <a:lnTo>
                      <a:pt x="166653" y="214049"/>
                    </a:lnTo>
                    <a:lnTo>
                      <a:pt x="173450" y="212761"/>
                    </a:lnTo>
                    <a:lnTo>
                      <a:pt x="179857" y="211309"/>
                    </a:lnTo>
                    <a:lnTo>
                      <a:pt x="185819" y="209688"/>
                    </a:lnTo>
                    <a:lnTo>
                      <a:pt x="191280" y="207895"/>
                    </a:lnTo>
                    <a:lnTo>
                      <a:pt x="196184" y="205925"/>
                    </a:lnTo>
                    <a:lnTo>
                      <a:pt x="200476" y="203775"/>
                    </a:lnTo>
                    <a:lnTo>
                      <a:pt x="204100" y="201441"/>
                    </a:lnTo>
                    <a:lnTo>
                      <a:pt x="205462" y="200597"/>
                    </a:lnTo>
                    <a:lnTo>
                      <a:pt x="206956" y="199606"/>
                    </a:lnTo>
                    <a:lnTo>
                      <a:pt x="208466" y="198508"/>
                    </a:lnTo>
                    <a:lnTo>
                      <a:pt x="209874" y="197339"/>
                    </a:lnTo>
                    <a:lnTo>
                      <a:pt x="211063" y="196141"/>
                    </a:lnTo>
                    <a:lnTo>
                      <a:pt x="211915" y="194950"/>
                    </a:lnTo>
                    <a:lnTo>
                      <a:pt x="212313" y="193806"/>
                    </a:lnTo>
                    <a:lnTo>
                      <a:pt x="212139" y="192749"/>
                    </a:lnTo>
                    <a:lnTo>
                      <a:pt x="206204" y="193783"/>
                    </a:lnTo>
                    <a:lnTo>
                      <a:pt x="199992" y="194758"/>
                    </a:lnTo>
                    <a:lnTo>
                      <a:pt x="193531" y="195671"/>
                    </a:lnTo>
                    <a:lnTo>
                      <a:pt x="186851" y="196519"/>
                    </a:lnTo>
                    <a:lnTo>
                      <a:pt x="179981" y="197299"/>
                    </a:lnTo>
                    <a:lnTo>
                      <a:pt x="172947" y="198006"/>
                    </a:lnTo>
                    <a:lnTo>
                      <a:pt x="165780" y="198638"/>
                    </a:lnTo>
                    <a:lnTo>
                      <a:pt x="158508" y="199192"/>
                    </a:lnTo>
                    <a:lnTo>
                      <a:pt x="151159" y="199664"/>
                    </a:lnTo>
                    <a:lnTo>
                      <a:pt x="143763" y="200051"/>
                    </a:lnTo>
                    <a:lnTo>
                      <a:pt x="136346" y="200349"/>
                    </a:lnTo>
                    <a:lnTo>
                      <a:pt x="128939" y="200556"/>
                    </a:lnTo>
                    <a:lnTo>
                      <a:pt x="121569" y="200667"/>
                    </a:lnTo>
                    <a:lnTo>
                      <a:pt x="114266" y="200681"/>
                    </a:lnTo>
                    <a:lnTo>
                      <a:pt x="107057" y="200593"/>
                    </a:lnTo>
                    <a:lnTo>
                      <a:pt x="99971" y="200400"/>
                    </a:lnTo>
                    <a:lnTo>
                      <a:pt x="93038" y="200099"/>
                    </a:lnTo>
                    <a:lnTo>
                      <a:pt x="89500" y="200088"/>
                    </a:lnTo>
                    <a:lnTo>
                      <a:pt x="85945" y="200015"/>
                    </a:lnTo>
                    <a:lnTo>
                      <a:pt x="82420" y="199816"/>
                    </a:lnTo>
                    <a:lnTo>
                      <a:pt x="78974" y="199428"/>
                    </a:lnTo>
                    <a:lnTo>
                      <a:pt x="75652" y="198788"/>
                    </a:lnTo>
                    <a:lnTo>
                      <a:pt x="72503" y="197834"/>
                    </a:lnTo>
                    <a:lnTo>
                      <a:pt x="69574" y="196503"/>
                    </a:lnTo>
                    <a:lnTo>
                      <a:pt x="66913" y="194731"/>
                    </a:lnTo>
                    <a:lnTo>
                      <a:pt x="68877" y="192451"/>
                    </a:lnTo>
                    <a:lnTo>
                      <a:pt x="71208" y="190496"/>
                    </a:lnTo>
                    <a:lnTo>
                      <a:pt x="73841" y="188824"/>
                    </a:lnTo>
                    <a:lnTo>
                      <a:pt x="76711" y="187390"/>
                    </a:lnTo>
                    <a:lnTo>
                      <a:pt x="79754" y="186153"/>
                    </a:lnTo>
                    <a:lnTo>
                      <a:pt x="82904" y="185068"/>
                    </a:lnTo>
                    <a:lnTo>
                      <a:pt x="86096" y="184094"/>
                    </a:lnTo>
                    <a:lnTo>
                      <a:pt x="89266" y="183186"/>
                    </a:lnTo>
                    <a:close/>
                    <a:moveTo>
                      <a:pt x="79546" y="223189"/>
                    </a:moveTo>
                    <a:lnTo>
                      <a:pt x="79982" y="222779"/>
                    </a:lnTo>
                    <a:lnTo>
                      <a:pt x="80360" y="222396"/>
                    </a:lnTo>
                    <a:lnTo>
                      <a:pt x="80649" y="222043"/>
                    </a:lnTo>
                    <a:lnTo>
                      <a:pt x="80817" y="221723"/>
                    </a:lnTo>
                    <a:lnTo>
                      <a:pt x="80831" y="221441"/>
                    </a:lnTo>
                    <a:lnTo>
                      <a:pt x="80660" y="221200"/>
                    </a:lnTo>
                    <a:lnTo>
                      <a:pt x="80270" y="221004"/>
                    </a:lnTo>
                    <a:lnTo>
                      <a:pt x="79631" y="220856"/>
                    </a:lnTo>
                    <a:lnTo>
                      <a:pt x="76207" y="221731"/>
                    </a:lnTo>
                    <a:lnTo>
                      <a:pt x="72178" y="222892"/>
                    </a:lnTo>
                    <a:lnTo>
                      <a:pt x="67883" y="224368"/>
                    </a:lnTo>
                    <a:lnTo>
                      <a:pt x="63658" y="226192"/>
                    </a:lnTo>
                    <a:lnTo>
                      <a:pt x="59840" y="228393"/>
                    </a:lnTo>
                    <a:lnTo>
                      <a:pt x="56765" y="231003"/>
                    </a:lnTo>
                    <a:lnTo>
                      <a:pt x="54772" y="234054"/>
                    </a:lnTo>
                    <a:lnTo>
                      <a:pt x="54195" y="237575"/>
                    </a:lnTo>
                    <a:lnTo>
                      <a:pt x="55186" y="240462"/>
                    </a:lnTo>
                    <a:lnTo>
                      <a:pt x="57463" y="243087"/>
                    </a:lnTo>
                    <a:lnTo>
                      <a:pt x="60744" y="245445"/>
                    </a:lnTo>
                    <a:lnTo>
                      <a:pt x="64745" y="247527"/>
                    </a:lnTo>
                    <a:lnTo>
                      <a:pt x="69184" y="249328"/>
                    </a:lnTo>
                    <a:lnTo>
                      <a:pt x="73778" y="250839"/>
                    </a:lnTo>
                    <a:lnTo>
                      <a:pt x="78245" y="252053"/>
                    </a:lnTo>
                    <a:lnTo>
                      <a:pt x="82303" y="252964"/>
                    </a:lnTo>
                    <a:lnTo>
                      <a:pt x="89008" y="254175"/>
                    </a:lnTo>
                    <a:lnTo>
                      <a:pt x="95933" y="255133"/>
                    </a:lnTo>
                    <a:lnTo>
                      <a:pt x="103035" y="255846"/>
                    </a:lnTo>
                    <a:lnTo>
                      <a:pt x="110273" y="256322"/>
                    </a:lnTo>
                    <a:lnTo>
                      <a:pt x="117606" y="256567"/>
                    </a:lnTo>
                    <a:lnTo>
                      <a:pt x="124993" y="256590"/>
                    </a:lnTo>
                    <a:lnTo>
                      <a:pt x="132392" y="256398"/>
                    </a:lnTo>
                    <a:lnTo>
                      <a:pt x="139761" y="255998"/>
                    </a:lnTo>
                    <a:lnTo>
                      <a:pt x="147061" y="255399"/>
                    </a:lnTo>
                    <a:lnTo>
                      <a:pt x="154249" y="254607"/>
                    </a:lnTo>
                    <a:lnTo>
                      <a:pt x="161283" y="253631"/>
                    </a:lnTo>
                    <a:lnTo>
                      <a:pt x="168124" y="252478"/>
                    </a:lnTo>
                    <a:lnTo>
                      <a:pt x="174728" y="251156"/>
                    </a:lnTo>
                    <a:lnTo>
                      <a:pt x="181056" y="249671"/>
                    </a:lnTo>
                    <a:lnTo>
                      <a:pt x="187065" y="248032"/>
                    </a:lnTo>
                    <a:lnTo>
                      <a:pt x="192715" y="246247"/>
                    </a:lnTo>
                    <a:lnTo>
                      <a:pt x="197964" y="244322"/>
                    </a:lnTo>
                    <a:lnTo>
                      <a:pt x="202770" y="242266"/>
                    </a:lnTo>
                    <a:lnTo>
                      <a:pt x="201367" y="241931"/>
                    </a:lnTo>
                    <a:lnTo>
                      <a:pt x="200000" y="241425"/>
                    </a:lnTo>
                    <a:lnTo>
                      <a:pt x="198663" y="240769"/>
                    </a:lnTo>
                    <a:lnTo>
                      <a:pt x="197350" y="239990"/>
                    </a:lnTo>
                    <a:lnTo>
                      <a:pt x="196056" y="239109"/>
                    </a:lnTo>
                    <a:lnTo>
                      <a:pt x="194775" y="238151"/>
                    </a:lnTo>
                    <a:lnTo>
                      <a:pt x="193501" y="237140"/>
                    </a:lnTo>
                    <a:lnTo>
                      <a:pt x="192229" y="236100"/>
                    </a:lnTo>
                    <a:lnTo>
                      <a:pt x="190802" y="234951"/>
                    </a:lnTo>
                    <a:lnTo>
                      <a:pt x="189362" y="233830"/>
                    </a:lnTo>
                    <a:lnTo>
                      <a:pt x="187902" y="232769"/>
                    </a:lnTo>
                    <a:lnTo>
                      <a:pt x="186414" y="231802"/>
                    </a:lnTo>
                    <a:lnTo>
                      <a:pt x="184889" y="230962"/>
                    </a:lnTo>
                    <a:lnTo>
                      <a:pt x="183321" y="230283"/>
                    </a:lnTo>
                    <a:lnTo>
                      <a:pt x="181700" y="229796"/>
                    </a:lnTo>
                    <a:lnTo>
                      <a:pt x="180019" y="229536"/>
                    </a:lnTo>
                    <a:lnTo>
                      <a:pt x="179007" y="229438"/>
                    </a:lnTo>
                    <a:lnTo>
                      <a:pt x="177967" y="229463"/>
                    </a:lnTo>
                    <a:lnTo>
                      <a:pt x="176899" y="229592"/>
                    </a:lnTo>
                    <a:lnTo>
                      <a:pt x="175801" y="229812"/>
                    </a:lnTo>
                    <a:lnTo>
                      <a:pt x="174675" y="230106"/>
                    </a:lnTo>
                    <a:lnTo>
                      <a:pt x="173520" y="230459"/>
                    </a:lnTo>
                    <a:lnTo>
                      <a:pt x="172335" y="230854"/>
                    </a:lnTo>
                    <a:lnTo>
                      <a:pt x="171121" y="231277"/>
                    </a:lnTo>
                    <a:lnTo>
                      <a:pt x="170485" y="231504"/>
                    </a:lnTo>
                    <a:lnTo>
                      <a:pt x="169847" y="231723"/>
                    </a:lnTo>
                    <a:lnTo>
                      <a:pt x="169207" y="231936"/>
                    </a:lnTo>
                    <a:lnTo>
                      <a:pt x="168564" y="232141"/>
                    </a:lnTo>
                    <a:lnTo>
                      <a:pt x="167919" y="232339"/>
                    </a:lnTo>
                    <a:lnTo>
                      <a:pt x="167272" y="232531"/>
                    </a:lnTo>
                    <a:lnTo>
                      <a:pt x="166623" y="232717"/>
                    </a:lnTo>
                    <a:lnTo>
                      <a:pt x="165971" y="232896"/>
                    </a:lnTo>
                    <a:lnTo>
                      <a:pt x="160449" y="233892"/>
                    </a:lnTo>
                    <a:lnTo>
                      <a:pt x="154296" y="234844"/>
                    </a:lnTo>
                    <a:lnTo>
                      <a:pt x="147641" y="235708"/>
                    </a:lnTo>
                    <a:lnTo>
                      <a:pt x="140611" y="236441"/>
                    </a:lnTo>
                    <a:lnTo>
                      <a:pt x="133332" y="236998"/>
                    </a:lnTo>
                    <a:lnTo>
                      <a:pt x="125932" y="237337"/>
                    </a:lnTo>
                    <a:lnTo>
                      <a:pt x="118538" y="237412"/>
                    </a:lnTo>
                    <a:lnTo>
                      <a:pt x="111277" y="237180"/>
                    </a:lnTo>
                    <a:lnTo>
                      <a:pt x="104276" y="236596"/>
                    </a:lnTo>
                    <a:lnTo>
                      <a:pt x="97663" y="235618"/>
                    </a:lnTo>
                    <a:lnTo>
                      <a:pt x="91564" y="234201"/>
                    </a:lnTo>
                    <a:lnTo>
                      <a:pt x="86106" y="232301"/>
                    </a:lnTo>
                    <a:lnTo>
                      <a:pt x="81417" y="229874"/>
                    </a:lnTo>
                    <a:lnTo>
                      <a:pt x="77624" y="226876"/>
                    </a:lnTo>
                    <a:lnTo>
                      <a:pt x="77476" y="226384"/>
                    </a:lnTo>
                    <a:lnTo>
                      <a:pt x="77493" y="225897"/>
                    </a:lnTo>
                    <a:lnTo>
                      <a:pt x="77648" y="225417"/>
                    </a:lnTo>
                    <a:lnTo>
                      <a:pt x="77914" y="224946"/>
                    </a:lnTo>
                    <a:lnTo>
                      <a:pt x="78264" y="224486"/>
                    </a:lnTo>
                    <a:lnTo>
                      <a:pt x="78671" y="224039"/>
                    </a:lnTo>
                    <a:lnTo>
                      <a:pt x="79108" y="223606"/>
                    </a:lnTo>
                    <a:lnTo>
                      <a:pt x="79546" y="223189"/>
                    </a:lnTo>
                    <a:close/>
                    <a:moveTo>
                      <a:pt x="91672" y="260460"/>
                    </a:moveTo>
                    <a:lnTo>
                      <a:pt x="91961" y="260149"/>
                    </a:lnTo>
                    <a:lnTo>
                      <a:pt x="92229" y="259836"/>
                    </a:lnTo>
                    <a:lnTo>
                      <a:pt x="92445" y="259530"/>
                    </a:lnTo>
                    <a:lnTo>
                      <a:pt x="92578" y="259237"/>
                    </a:lnTo>
                    <a:lnTo>
                      <a:pt x="92598" y="258964"/>
                    </a:lnTo>
                    <a:lnTo>
                      <a:pt x="92474" y="258717"/>
                    </a:lnTo>
                    <a:lnTo>
                      <a:pt x="92175" y="258504"/>
                    </a:lnTo>
                    <a:lnTo>
                      <a:pt x="91672" y="258332"/>
                    </a:lnTo>
                    <a:lnTo>
                      <a:pt x="87743" y="259359"/>
                    </a:lnTo>
                    <a:lnTo>
                      <a:pt x="83725" y="260418"/>
                    </a:lnTo>
                    <a:lnTo>
                      <a:pt x="79882" y="261613"/>
                    </a:lnTo>
                    <a:lnTo>
                      <a:pt x="76350" y="263089"/>
                    </a:lnTo>
                    <a:lnTo>
                      <a:pt x="73271" y="264990"/>
                    </a:lnTo>
                    <a:lnTo>
                      <a:pt x="70782" y="267462"/>
                    </a:lnTo>
                    <a:lnTo>
                      <a:pt x="69024" y="270648"/>
                    </a:lnTo>
                    <a:lnTo>
                      <a:pt x="68135" y="274693"/>
                    </a:lnTo>
                    <a:lnTo>
                      <a:pt x="68255" y="279742"/>
                    </a:lnTo>
                    <a:lnTo>
                      <a:pt x="72873" y="282836"/>
                    </a:lnTo>
                    <a:lnTo>
                      <a:pt x="78052" y="285503"/>
                    </a:lnTo>
                    <a:lnTo>
                      <a:pt x="83730" y="287757"/>
                    </a:lnTo>
                    <a:lnTo>
                      <a:pt x="89845" y="289613"/>
                    </a:lnTo>
                    <a:lnTo>
                      <a:pt x="96334" y="291085"/>
                    </a:lnTo>
                    <a:lnTo>
                      <a:pt x="103138" y="292188"/>
                    </a:lnTo>
                    <a:lnTo>
                      <a:pt x="110193" y="292937"/>
                    </a:lnTo>
                    <a:lnTo>
                      <a:pt x="117439" y="293346"/>
                    </a:lnTo>
                    <a:lnTo>
                      <a:pt x="124813" y="293430"/>
                    </a:lnTo>
                    <a:lnTo>
                      <a:pt x="132253" y="293203"/>
                    </a:lnTo>
                    <a:lnTo>
                      <a:pt x="139699" y="292680"/>
                    </a:lnTo>
                    <a:lnTo>
                      <a:pt x="147088" y="291876"/>
                    </a:lnTo>
                    <a:lnTo>
                      <a:pt x="154358" y="290805"/>
                    </a:lnTo>
                    <a:lnTo>
                      <a:pt x="161448" y="289483"/>
                    </a:lnTo>
                    <a:lnTo>
                      <a:pt x="168297" y="287922"/>
                    </a:lnTo>
                    <a:lnTo>
                      <a:pt x="174841" y="286139"/>
                    </a:lnTo>
                    <a:lnTo>
                      <a:pt x="181021" y="284148"/>
                    </a:lnTo>
                    <a:lnTo>
                      <a:pt x="186773" y="281963"/>
                    </a:lnTo>
                    <a:lnTo>
                      <a:pt x="192037" y="279599"/>
                    </a:lnTo>
                    <a:lnTo>
                      <a:pt x="196750" y="277070"/>
                    </a:lnTo>
                    <a:lnTo>
                      <a:pt x="195332" y="276643"/>
                    </a:lnTo>
                    <a:lnTo>
                      <a:pt x="193991" y="276063"/>
                    </a:lnTo>
                    <a:lnTo>
                      <a:pt x="192714" y="275351"/>
                    </a:lnTo>
                    <a:lnTo>
                      <a:pt x="191488" y="274527"/>
                    </a:lnTo>
                    <a:lnTo>
                      <a:pt x="190302" y="273610"/>
                    </a:lnTo>
                    <a:lnTo>
                      <a:pt x="189144" y="272621"/>
                    </a:lnTo>
                    <a:lnTo>
                      <a:pt x="188001" y="271580"/>
                    </a:lnTo>
                    <a:lnTo>
                      <a:pt x="186861" y="270506"/>
                    </a:lnTo>
                    <a:lnTo>
                      <a:pt x="185447" y="269191"/>
                    </a:lnTo>
                    <a:lnTo>
                      <a:pt x="183999" y="267905"/>
                    </a:lnTo>
                    <a:lnTo>
                      <a:pt x="182495" y="266686"/>
                    </a:lnTo>
                    <a:lnTo>
                      <a:pt x="180912" y="265575"/>
                    </a:lnTo>
                    <a:lnTo>
                      <a:pt x="179226" y="264612"/>
                    </a:lnTo>
                    <a:lnTo>
                      <a:pt x="177414" y="263836"/>
                    </a:lnTo>
                    <a:lnTo>
                      <a:pt x="175454" y="263289"/>
                    </a:lnTo>
                    <a:lnTo>
                      <a:pt x="173321" y="263010"/>
                    </a:lnTo>
                    <a:lnTo>
                      <a:pt x="172250" y="262910"/>
                    </a:lnTo>
                    <a:lnTo>
                      <a:pt x="171178" y="262948"/>
                    </a:lnTo>
                    <a:lnTo>
                      <a:pt x="170103" y="263105"/>
                    </a:lnTo>
                    <a:lnTo>
                      <a:pt x="169028" y="263361"/>
                    </a:lnTo>
                    <a:lnTo>
                      <a:pt x="167952" y="263697"/>
                    </a:lnTo>
                    <a:lnTo>
                      <a:pt x="166877" y="264092"/>
                    </a:lnTo>
                    <a:lnTo>
                      <a:pt x="165801" y="264526"/>
                    </a:lnTo>
                    <a:lnTo>
                      <a:pt x="164726" y="264981"/>
                    </a:lnTo>
                    <a:lnTo>
                      <a:pt x="164288" y="265166"/>
                    </a:lnTo>
                    <a:lnTo>
                      <a:pt x="163855" y="265349"/>
                    </a:lnTo>
                    <a:lnTo>
                      <a:pt x="163424" y="265528"/>
                    </a:lnTo>
                    <a:lnTo>
                      <a:pt x="162996" y="265703"/>
                    </a:lnTo>
                    <a:lnTo>
                      <a:pt x="162569" y="265873"/>
                    </a:lnTo>
                    <a:lnTo>
                      <a:pt x="162144" y="266035"/>
                    </a:lnTo>
                    <a:lnTo>
                      <a:pt x="161718" y="266189"/>
                    </a:lnTo>
                    <a:lnTo>
                      <a:pt x="161293" y="266335"/>
                    </a:lnTo>
                    <a:lnTo>
                      <a:pt x="155703" y="267509"/>
                    </a:lnTo>
                    <a:lnTo>
                      <a:pt x="149438" y="268640"/>
                    </a:lnTo>
                    <a:lnTo>
                      <a:pt x="142686" y="269653"/>
                    </a:lnTo>
                    <a:lnTo>
                      <a:pt x="135635" y="270479"/>
                    </a:lnTo>
                    <a:lnTo>
                      <a:pt x="128472" y="271044"/>
                    </a:lnTo>
                    <a:lnTo>
                      <a:pt x="121387" y="271276"/>
                    </a:lnTo>
                    <a:lnTo>
                      <a:pt x="114566" y="271104"/>
                    </a:lnTo>
                    <a:lnTo>
                      <a:pt x="108198" y="270456"/>
                    </a:lnTo>
                    <a:lnTo>
                      <a:pt x="102472" y="269259"/>
                    </a:lnTo>
                    <a:lnTo>
                      <a:pt x="97574" y="267441"/>
                    </a:lnTo>
                    <a:lnTo>
                      <a:pt x="93694" y="264931"/>
                    </a:lnTo>
                    <a:lnTo>
                      <a:pt x="91019" y="261656"/>
                    </a:lnTo>
                    <a:lnTo>
                      <a:pt x="90955" y="261556"/>
                    </a:lnTo>
                    <a:lnTo>
                      <a:pt x="90949" y="261437"/>
                    </a:lnTo>
                    <a:lnTo>
                      <a:pt x="90993" y="261301"/>
                    </a:lnTo>
                    <a:lnTo>
                      <a:pt x="91078" y="261150"/>
                    </a:lnTo>
                    <a:lnTo>
                      <a:pt x="91196" y="260986"/>
                    </a:lnTo>
                    <a:lnTo>
                      <a:pt x="91340" y="260812"/>
                    </a:lnTo>
                    <a:lnTo>
                      <a:pt x="91501" y="260627"/>
                    </a:lnTo>
                    <a:lnTo>
                      <a:pt x="91672" y="260435"/>
                    </a:lnTo>
                    <a:lnTo>
                      <a:pt x="91672" y="260460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  <p:sp>
            <p:nvSpPr>
              <p:cNvPr id="89" name="89 java vector path"/>
              <p:cNvSpPr/>
              <p:nvPr/>
            </p:nvSpPr>
            <p:spPr>
              <a:xfrm>
                <a:off x="771525" y="5319665"/>
                <a:ext cx="285750" cy="362044"/>
              </a:xfrm>
              <a:custGeom>
                <a:avLst/>
                <a:gdLst/>
                <a:ahLst/>
                <a:cxnLst/>
                <a:rect l="0" t="0" r="0" b="0"/>
                <a:pathLst>
                  <a:path w="285750" h="362044">
                    <a:moveTo>
                      <a:pt x="56492" y="286693"/>
                    </a:moveTo>
                    <a:lnTo>
                      <a:pt x="57813" y="286616"/>
                    </a:lnTo>
                    <a:lnTo>
                      <a:pt x="59094" y="286536"/>
                    </a:lnTo>
                    <a:lnTo>
                      <a:pt x="60330" y="286448"/>
                    </a:lnTo>
                    <a:lnTo>
                      <a:pt x="61514" y="286350"/>
                    </a:lnTo>
                    <a:lnTo>
                      <a:pt x="62638" y="286236"/>
                    </a:lnTo>
                    <a:lnTo>
                      <a:pt x="63695" y="286103"/>
                    </a:lnTo>
                    <a:lnTo>
                      <a:pt x="64680" y="285946"/>
                    </a:lnTo>
                    <a:lnTo>
                      <a:pt x="65583" y="285762"/>
                    </a:lnTo>
                    <a:lnTo>
                      <a:pt x="61464" y="283016"/>
                    </a:lnTo>
                    <a:lnTo>
                      <a:pt x="56359" y="280946"/>
                    </a:lnTo>
                    <a:lnTo>
                      <a:pt x="50496" y="279539"/>
                    </a:lnTo>
                    <a:lnTo>
                      <a:pt x="44102" y="278783"/>
                    </a:lnTo>
                    <a:lnTo>
                      <a:pt x="37401" y="278665"/>
                    </a:lnTo>
                    <a:lnTo>
                      <a:pt x="30623" y="279171"/>
                    </a:lnTo>
                    <a:lnTo>
                      <a:pt x="23992" y="280289"/>
                    </a:lnTo>
                    <a:lnTo>
                      <a:pt x="17735" y="282006"/>
                    </a:lnTo>
                    <a:lnTo>
                      <a:pt x="12080" y="284310"/>
                    </a:lnTo>
                    <a:lnTo>
                      <a:pt x="7252" y="287187"/>
                    </a:lnTo>
                    <a:lnTo>
                      <a:pt x="3478" y="290625"/>
                    </a:lnTo>
                    <a:lnTo>
                      <a:pt x="985" y="294611"/>
                    </a:lnTo>
                    <a:lnTo>
                      <a:pt x="0" y="299133"/>
                    </a:lnTo>
                    <a:lnTo>
                      <a:pt x="471" y="303496"/>
                    </a:lnTo>
                    <a:lnTo>
                      <a:pt x="2226" y="307527"/>
                    </a:lnTo>
                    <a:lnTo>
                      <a:pt x="5047" y="311211"/>
                    </a:lnTo>
                    <a:lnTo>
                      <a:pt x="8713" y="314534"/>
                    </a:lnTo>
                    <a:lnTo>
                      <a:pt x="13007" y="317481"/>
                    </a:lnTo>
                    <a:lnTo>
                      <a:pt x="17708" y="320036"/>
                    </a:lnTo>
                    <a:lnTo>
                      <a:pt x="22597" y="322186"/>
                    </a:lnTo>
                    <a:lnTo>
                      <a:pt x="27454" y="323915"/>
                    </a:lnTo>
                    <a:lnTo>
                      <a:pt x="32977" y="325660"/>
                    </a:lnTo>
                    <a:lnTo>
                      <a:pt x="38771" y="327252"/>
                    </a:lnTo>
                    <a:lnTo>
                      <a:pt x="44815" y="328694"/>
                    </a:lnTo>
                    <a:lnTo>
                      <a:pt x="51090" y="329989"/>
                    </a:lnTo>
                    <a:lnTo>
                      <a:pt x="57576" y="331143"/>
                    </a:lnTo>
                    <a:lnTo>
                      <a:pt x="64252" y="332157"/>
                    </a:lnTo>
                    <a:lnTo>
                      <a:pt x="71100" y="333037"/>
                    </a:lnTo>
                    <a:lnTo>
                      <a:pt x="78098" y="333786"/>
                    </a:lnTo>
                    <a:lnTo>
                      <a:pt x="85227" y="334408"/>
                    </a:lnTo>
                    <a:lnTo>
                      <a:pt x="92466" y="334906"/>
                    </a:lnTo>
                    <a:lnTo>
                      <a:pt x="99797" y="335284"/>
                    </a:lnTo>
                    <a:lnTo>
                      <a:pt x="107198" y="335546"/>
                    </a:lnTo>
                    <a:lnTo>
                      <a:pt x="114651" y="335695"/>
                    </a:lnTo>
                    <a:lnTo>
                      <a:pt x="122133" y="335736"/>
                    </a:lnTo>
                    <a:lnTo>
                      <a:pt x="129627" y="335673"/>
                    </a:lnTo>
                    <a:lnTo>
                      <a:pt x="137112" y="335508"/>
                    </a:lnTo>
                    <a:lnTo>
                      <a:pt x="144567" y="335246"/>
                    </a:lnTo>
                    <a:lnTo>
                      <a:pt x="151974" y="334890"/>
                    </a:lnTo>
                    <a:lnTo>
                      <a:pt x="159311" y="334445"/>
                    </a:lnTo>
                    <a:lnTo>
                      <a:pt x="166559" y="333913"/>
                    </a:lnTo>
                    <a:lnTo>
                      <a:pt x="173698" y="333300"/>
                    </a:lnTo>
                    <a:lnTo>
                      <a:pt x="180708" y="332607"/>
                    </a:lnTo>
                    <a:lnTo>
                      <a:pt x="185818" y="331972"/>
                    </a:lnTo>
                    <a:lnTo>
                      <a:pt x="191671" y="331126"/>
                    </a:lnTo>
                    <a:lnTo>
                      <a:pt x="198099" y="330054"/>
                    </a:lnTo>
                    <a:lnTo>
                      <a:pt x="204934" y="328743"/>
                    </a:lnTo>
                    <a:lnTo>
                      <a:pt x="212008" y="327178"/>
                    </a:lnTo>
                    <a:lnTo>
                      <a:pt x="219154" y="325344"/>
                    </a:lnTo>
                    <a:lnTo>
                      <a:pt x="226203" y="323229"/>
                    </a:lnTo>
                    <a:lnTo>
                      <a:pt x="232987" y="320817"/>
                    </a:lnTo>
                    <a:lnTo>
                      <a:pt x="239340" y="318095"/>
                    </a:lnTo>
                    <a:lnTo>
                      <a:pt x="245093" y="315048"/>
                    </a:lnTo>
                    <a:lnTo>
                      <a:pt x="250078" y="311661"/>
                    </a:lnTo>
                    <a:lnTo>
                      <a:pt x="254127" y="307922"/>
                    </a:lnTo>
                    <a:lnTo>
                      <a:pt x="257073" y="303815"/>
                    </a:lnTo>
                    <a:lnTo>
                      <a:pt x="258749" y="299326"/>
                    </a:lnTo>
                    <a:lnTo>
                      <a:pt x="258985" y="294442"/>
                    </a:lnTo>
                    <a:lnTo>
                      <a:pt x="258270" y="292037"/>
                    </a:lnTo>
                    <a:lnTo>
                      <a:pt x="257164" y="289842"/>
                    </a:lnTo>
                    <a:lnTo>
                      <a:pt x="255712" y="287881"/>
                    </a:lnTo>
                    <a:lnTo>
                      <a:pt x="253963" y="286178"/>
                    </a:lnTo>
                    <a:lnTo>
                      <a:pt x="251963" y="284754"/>
                    </a:lnTo>
                    <a:lnTo>
                      <a:pt x="249759" y="283635"/>
                    </a:lnTo>
                    <a:lnTo>
                      <a:pt x="247397" y="282843"/>
                    </a:lnTo>
                    <a:lnTo>
                      <a:pt x="244925" y="282401"/>
                    </a:lnTo>
                    <a:lnTo>
                      <a:pt x="245339" y="287528"/>
                    </a:lnTo>
                    <a:lnTo>
                      <a:pt x="244228" y="292114"/>
                    </a:lnTo>
                    <a:lnTo>
                      <a:pt x="241778" y="296193"/>
                    </a:lnTo>
                    <a:lnTo>
                      <a:pt x="238177" y="299794"/>
                    </a:lnTo>
                    <a:lnTo>
                      <a:pt x="233610" y="302949"/>
                    </a:lnTo>
                    <a:lnTo>
                      <a:pt x="228264" y="305689"/>
                    </a:lnTo>
                    <a:lnTo>
                      <a:pt x="222326" y="308046"/>
                    </a:lnTo>
                    <a:lnTo>
                      <a:pt x="215982" y="310050"/>
                    </a:lnTo>
                    <a:lnTo>
                      <a:pt x="209420" y="311733"/>
                    </a:lnTo>
                    <a:lnTo>
                      <a:pt x="202824" y="313126"/>
                    </a:lnTo>
                    <a:lnTo>
                      <a:pt x="196383" y="314260"/>
                    </a:lnTo>
                    <a:lnTo>
                      <a:pt x="190283" y="315166"/>
                    </a:lnTo>
                    <a:lnTo>
                      <a:pt x="184709" y="315876"/>
                    </a:lnTo>
                    <a:lnTo>
                      <a:pt x="177211" y="316627"/>
                    </a:lnTo>
                    <a:lnTo>
                      <a:pt x="169593" y="317275"/>
                    </a:lnTo>
                    <a:lnTo>
                      <a:pt x="161884" y="317818"/>
                    </a:lnTo>
                    <a:lnTo>
                      <a:pt x="154115" y="318253"/>
                    </a:lnTo>
                    <a:lnTo>
                      <a:pt x="146316" y="318578"/>
                    </a:lnTo>
                    <a:lnTo>
                      <a:pt x="138516" y="318790"/>
                    </a:lnTo>
                    <a:lnTo>
                      <a:pt x="130747" y="318886"/>
                    </a:lnTo>
                    <a:lnTo>
                      <a:pt x="123038" y="318865"/>
                    </a:lnTo>
                    <a:lnTo>
                      <a:pt x="115419" y="318723"/>
                    </a:lnTo>
                    <a:lnTo>
                      <a:pt x="107921" y="318459"/>
                    </a:lnTo>
                    <a:lnTo>
                      <a:pt x="100573" y="318069"/>
                    </a:lnTo>
                    <a:lnTo>
                      <a:pt x="93406" y="317551"/>
                    </a:lnTo>
                    <a:lnTo>
                      <a:pt x="86450" y="316902"/>
                    </a:lnTo>
                    <a:lnTo>
                      <a:pt x="79735" y="316121"/>
                    </a:lnTo>
                    <a:lnTo>
                      <a:pt x="73291" y="315205"/>
                    </a:lnTo>
                    <a:lnTo>
                      <a:pt x="67148" y="314150"/>
                    </a:lnTo>
                    <a:lnTo>
                      <a:pt x="61337" y="312955"/>
                    </a:lnTo>
                    <a:lnTo>
                      <a:pt x="55887" y="311617"/>
                    </a:lnTo>
                    <a:lnTo>
                      <a:pt x="50829" y="310133"/>
                    </a:lnTo>
                    <a:lnTo>
                      <a:pt x="46192" y="308502"/>
                    </a:lnTo>
                    <a:lnTo>
                      <a:pt x="44077" y="307603"/>
                    </a:lnTo>
                    <a:lnTo>
                      <a:pt x="41844" y="306437"/>
                    </a:lnTo>
                    <a:lnTo>
                      <a:pt x="39628" y="305049"/>
                    </a:lnTo>
                    <a:lnTo>
                      <a:pt x="37562" y="303488"/>
                    </a:lnTo>
                    <a:lnTo>
                      <a:pt x="35781" y="301801"/>
                    </a:lnTo>
                    <a:lnTo>
                      <a:pt x="34416" y="300036"/>
                    </a:lnTo>
                    <a:lnTo>
                      <a:pt x="33603" y="298240"/>
                    </a:lnTo>
                    <a:lnTo>
                      <a:pt x="33475" y="296461"/>
                    </a:lnTo>
                    <a:lnTo>
                      <a:pt x="34341" y="293665"/>
                    </a:lnTo>
                    <a:lnTo>
                      <a:pt x="36101" y="291494"/>
                    </a:lnTo>
                    <a:lnTo>
                      <a:pt x="38593" y="289861"/>
                    </a:lnTo>
                    <a:lnTo>
                      <a:pt x="41661" y="288679"/>
                    </a:lnTo>
                    <a:lnTo>
                      <a:pt x="45143" y="287860"/>
                    </a:lnTo>
                    <a:lnTo>
                      <a:pt x="48882" y="287318"/>
                    </a:lnTo>
                    <a:lnTo>
                      <a:pt x="52718" y="286966"/>
                    </a:lnTo>
                    <a:lnTo>
                      <a:pt x="56492" y="286717"/>
                    </a:lnTo>
                    <a:lnTo>
                      <a:pt x="56492" y="286693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  <p:sp>
            <p:nvSpPr>
              <p:cNvPr id="90" name="90 java vector path"/>
              <p:cNvSpPr/>
              <p:nvPr/>
            </p:nvSpPr>
            <p:spPr>
              <a:xfrm>
                <a:off x="771525" y="5319665"/>
                <a:ext cx="285750" cy="362044"/>
              </a:xfrm>
              <a:custGeom>
                <a:avLst/>
                <a:gdLst/>
                <a:ahLst/>
                <a:cxnLst/>
                <a:rect l="0" t="0" r="0" b="0"/>
                <a:pathLst>
                  <a:path w="285750" h="362044">
                    <a:moveTo>
                      <a:pt x="142543" y="361391"/>
                    </a:moveTo>
                    <a:lnTo>
                      <a:pt x="135254" y="360514"/>
                    </a:lnTo>
                    <a:lnTo>
                      <a:pt x="128014" y="359602"/>
                    </a:lnTo>
                    <a:lnTo>
                      <a:pt x="120832" y="358641"/>
                    </a:lnTo>
                    <a:lnTo>
                      <a:pt x="113717" y="357617"/>
                    </a:lnTo>
                    <a:lnTo>
                      <a:pt x="106678" y="356514"/>
                    </a:lnTo>
                    <a:lnTo>
                      <a:pt x="99723" y="355318"/>
                    </a:lnTo>
                    <a:lnTo>
                      <a:pt x="92861" y="354014"/>
                    </a:lnTo>
                    <a:lnTo>
                      <a:pt x="86101" y="352588"/>
                    </a:lnTo>
                    <a:lnTo>
                      <a:pt x="79452" y="351024"/>
                    </a:lnTo>
                    <a:lnTo>
                      <a:pt x="72922" y="349309"/>
                    </a:lnTo>
                    <a:lnTo>
                      <a:pt x="66521" y="347427"/>
                    </a:lnTo>
                    <a:lnTo>
                      <a:pt x="60257" y="345364"/>
                    </a:lnTo>
                    <a:lnTo>
                      <a:pt x="54138" y="343104"/>
                    </a:lnTo>
                    <a:lnTo>
                      <a:pt x="48175" y="340635"/>
                    </a:lnTo>
                    <a:lnTo>
                      <a:pt x="54637" y="342121"/>
                    </a:lnTo>
                    <a:lnTo>
                      <a:pt x="61260" y="343509"/>
                    </a:lnTo>
                    <a:lnTo>
                      <a:pt x="68029" y="344793"/>
                    </a:lnTo>
                    <a:lnTo>
                      <a:pt x="74931" y="345973"/>
                    </a:lnTo>
                    <a:lnTo>
                      <a:pt x="81953" y="347045"/>
                    </a:lnTo>
                    <a:lnTo>
                      <a:pt x="89081" y="348007"/>
                    </a:lnTo>
                    <a:lnTo>
                      <a:pt x="96302" y="348856"/>
                    </a:lnTo>
                    <a:lnTo>
                      <a:pt x="103602" y="349591"/>
                    </a:lnTo>
                    <a:lnTo>
                      <a:pt x="110968" y="350207"/>
                    </a:lnTo>
                    <a:lnTo>
                      <a:pt x="118387" y="350703"/>
                    </a:lnTo>
                    <a:lnTo>
                      <a:pt x="125844" y="351076"/>
                    </a:lnTo>
                    <a:lnTo>
                      <a:pt x="133326" y="351324"/>
                    </a:lnTo>
                    <a:lnTo>
                      <a:pt x="140820" y="351444"/>
                    </a:lnTo>
                    <a:lnTo>
                      <a:pt x="148313" y="351433"/>
                    </a:lnTo>
                    <a:lnTo>
                      <a:pt x="155791" y="351290"/>
                    </a:lnTo>
                    <a:lnTo>
                      <a:pt x="163240" y="351010"/>
                    </a:lnTo>
                    <a:lnTo>
                      <a:pt x="170647" y="350593"/>
                    </a:lnTo>
                    <a:lnTo>
                      <a:pt x="177998" y="350035"/>
                    </a:lnTo>
                    <a:lnTo>
                      <a:pt x="185281" y="349333"/>
                    </a:lnTo>
                    <a:lnTo>
                      <a:pt x="192481" y="348486"/>
                    </a:lnTo>
                    <a:lnTo>
                      <a:pt x="199584" y="347490"/>
                    </a:lnTo>
                    <a:lnTo>
                      <a:pt x="206579" y="346343"/>
                    </a:lnTo>
                    <a:lnTo>
                      <a:pt x="213451" y="345043"/>
                    </a:lnTo>
                    <a:lnTo>
                      <a:pt x="220186" y="343586"/>
                    </a:lnTo>
                    <a:lnTo>
                      <a:pt x="226771" y="341971"/>
                    </a:lnTo>
                    <a:lnTo>
                      <a:pt x="233193" y="340195"/>
                    </a:lnTo>
                    <a:lnTo>
                      <a:pt x="239438" y="338255"/>
                    </a:lnTo>
                    <a:lnTo>
                      <a:pt x="245493" y="336149"/>
                    </a:lnTo>
                    <a:lnTo>
                      <a:pt x="251344" y="333874"/>
                    </a:lnTo>
                    <a:lnTo>
                      <a:pt x="256978" y="331428"/>
                    </a:lnTo>
                    <a:lnTo>
                      <a:pt x="262381" y="328808"/>
                    </a:lnTo>
                    <a:lnTo>
                      <a:pt x="267539" y="326011"/>
                    </a:lnTo>
                    <a:lnTo>
                      <a:pt x="272440" y="323035"/>
                    </a:lnTo>
                    <a:lnTo>
                      <a:pt x="277070" y="319878"/>
                    </a:lnTo>
                    <a:lnTo>
                      <a:pt x="277343" y="319670"/>
                    </a:lnTo>
                    <a:lnTo>
                      <a:pt x="277618" y="319449"/>
                    </a:lnTo>
                    <a:lnTo>
                      <a:pt x="277894" y="319215"/>
                    </a:lnTo>
                    <a:lnTo>
                      <a:pt x="278170" y="318971"/>
                    </a:lnTo>
                    <a:lnTo>
                      <a:pt x="278447" y="318717"/>
                    </a:lnTo>
                    <a:lnTo>
                      <a:pt x="278722" y="318456"/>
                    </a:lnTo>
                    <a:lnTo>
                      <a:pt x="278997" y="318190"/>
                    </a:lnTo>
                    <a:lnTo>
                      <a:pt x="279270" y="317919"/>
                    </a:lnTo>
                    <a:lnTo>
                      <a:pt x="280019" y="317216"/>
                    </a:lnTo>
                    <a:lnTo>
                      <a:pt x="280781" y="316532"/>
                    </a:lnTo>
                    <a:lnTo>
                      <a:pt x="281557" y="315898"/>
                    </a:lnTo>
                    <a:lnTo>
                      <a:pt x="282351" y="315344"/>
                    </a:lnTo>
                    <a:lnTo>
                      <a:pt x="283165" y="314902"/>
                    </a:lnTo>
                    <a:lnTo>
                      <a:pt x="284001" y="314601"/>
                    </a:lnTo>
                    <a:lnTo>
                      <a:pt x="284862" y="314472"/>
                    </a:lnTo>
                    <a:lnTo>
                      <a:pt x="285750" y="314546"/>
                    </a:lnTo>
                    <a:lnTo>
                      <a:pt x="283302" y="320591"/>
                    </a:lnTo>
                    <a:lnTo>
                      <a:pt x="280225" y="326017"/>
                    </a:lnTo>
                    <a:lnTo>
                      <a:pt x="276564" y="330867"/>
                    </a:lnTo>
                    <a:lnTo>
                      <a:pt x="272363" y="335180"/>
                    </a:lnTo>
                    <a:lnTo>
                      <a:pt x="267667" y="338997"/>
                    </a:lnTo>
                    <a:lnTo>
                      <a:pt x="262520" y="342360"/>
                    </a:lnTo>
                    <a:lnTo>
                      <a:pt x="256967" y="345308"/>
                    </a:lnTo>
                    <a:lnTo>
                      <a:pt x="251051" y="347883"/>
                    </a:lnTo>
                    <a:lnTo>
                      <a:pt x="244818" y="350126"/>
                    </a:lnTo>
                    <a:lnTo>
                      <a:pt x="238312" y="352077"/>
                    </a:lnTo>
                    <a:lnTo>
                      <a:pt x="231577" y="353777"/>
                    </a:lnTo>
                    <a:lnTo>
                      <a:pt x="224658" y="355267"/>
                    </a:lnTo>
                    <a:lnTo>
                      <a:pt x="217598" y="356588"/>
                    </a:lnTo>
                    <a:lnTo>
                      <a:pt x="210444" y="357780"/>
                    </a:lnTo>
                    <a:lnTo>
                      <a:pt x="203237" y="358884"/>
                    </a:lnTo>
                    <a:lnTo>
                      <a:pt x="196025" y="359941"/>
                    </a:lnTo>
                    <a:lnTo>
                      <a:pt x="194266" y="360203"/>
                    </a:lnTo>
                    <a:lnTo>
                      <a:pt x="192510" y="360463"/>
                    </a:lnTo>
                    <a:lnTo>
                      <a:pt x="190755" y="360723"/>
                    </a:lnTo>
                    <a:lnTo>
                      <a:pt x="189004" y="360983"/>
                    </a:lnTo>
                    <a:lnTo>
                      <a:pt x="187256" y="361245"/>
                    </a:lnTo>
                    <a:lnTo>
                      <a:pt x="185512" y="361508"/>
                    </a:lnTo>
                    <a:lnTo>
                      <a:pt x="183772" y="361774"/>
                    </a:lnTo>
                    <a:lnTo>
                      <a:pt x="182038" y="362044"/>
                    </a:lnTo>
                    <a:lnTo>
                      <a:pt x="180341" y="361829"/>
                    </a:lnTo>
                    <a:lnTo>
                      <a:pt x="175867" y="361667"/>
                    </a:lnTo>
                    <a:lnTo>
                      <a:pt x="169541" y="361551"/>
                    </a:lnTo>
                    <a:lnTo>
                      <a:pt x="162290" y="361473"/>
                    </a:lnTo>
                    <a:lnTo>
                      <a:pt x="155039" y="361426"/>
                    </a:lnTo>
                    <a:lnTo>
                      <a:pt x="148714" y="361402"/>
                    </a:lnTo>
                    <a:lnTo>
                      <a:pt x="144240" y="361393"/>
                    </a:lnTo>
                    <a:lnTo>
                      <a:pt x="142543" y="361391"/>
                    </a:lnTo>
                    <a:close/>
                    <a:moveTo>
                      <a:pt x="271702" y="206796"/>
                    </a:moveTo>
                    <a:lnTo>
                      <a:pt x="270909" y="200379"/>
                    </a:lnTo>
                    <a:lnTo>
                      <a:pt x="268960" y="194858"/>
                    </a:lnTo>
                    <a:lnTo>
                      <a:pt x="266010" y="190235"/>
                    </a:lnTo>
                    <a:lnTo>
                      <a:pt x="262215" y="186511"/>
                    </a:lnTo>
                    <a:lnTo>
                      <a:pt x="257732" y="183690"/>
                    </a:lnTo>
                    <a:lnTo>
                      <a:pt x="252717" y="181773"/>
                    </a:lnTo>
                    <a:lnTo>
                      <a:pt x="247324" y="180763"/>
                    </a:lnTo>
                    <a:lnTo>
                      <a:pt x="241711" y="180663"/>
                    </a:lnTo>
                    <a:lnTo>
                      <a:pt x="236032" y="181474"/>
                    </a:lnTo>
                    <a:lnTo>
                      <a:pt x="230445" y="183199"/>
                    </a:lnTo>
                    <a:lnTo>
                      <a:pt x="225104" y="185840"/>
                    </a:lnTo>
                    <a:lnTo>
                      <a:pt x="220167" y="189400"/>
                    </a:lnTo>
                    <a:lnTo>
                      <a:pt x="225583" y="188602"/>
                    </a:lnTo>
                    <a:lnTo>
                      <a:pt x="230715" y="188667"/>
                    </a:lnTo>
                    <a:lnTo>
                      <a:pt x="235470" y="189516"/>
                    </a:lnTo>
                    <a:lnTo>
                      <a:pt x="239754" y="191071"/>
                    </a:lnTo>
                    <a:lnTo>
                      <a:pt x="243472" y="193253"/>
                    </a:lnTo>
                    <a:lnTo>
                      <a:pt x="246531" y="195982"/>
                    </a:lnTo>
                    <a:lnTo>
                      <a:pt x="248836" y="199181"/>
                    </a:lnTo>
                    <a:lnTo>
                      <a:pt x="250293" y="202770"/>
                    </a:lnTo>
                    <a:lnTo>
                      <a:pt x="250899" y="209685"/>
                    </a:lnTo>
                    <a:lnTo>
                      <a:pt x="249966" y="216204"/>
                    </a:lnTo>
                    <a:lnTo>
                      <a:pt x="247745" y="222332"/>
                    </a:lnTo>
                    <a:lnTo>
                      <a:pt x="244483" y="228071"/>
                    </a:lnTo>
                    <a:lnTo>
                      <a:pt x="240432" y="233425"/>
                    </a:lnTo>
                    <a:lnTo>
                      <a:pt x="235839" y="238396"/>
                    </a:lnTo>
                    <a:lnTo>
                      <a:pt x="230956" y="242987"/>
                    </a:lnTo>
                    <a:lnTo>
                      <a:pt x="226032" y="247201"/>
                    </a:lnTo>
                    <a:lnTo>
                      <a:pt x="221315" y="251042"/>
                    </a:lnTo>
                    <a:lnTo>
                      <a:pt x="220189" y="251954"/>
                    </a:lnTo>
                    <a:lnTo>
                      <a:pt x="219098" y="252839"/>
                    </a:lnTo>
                    <a:lnTo>
                      <a:pt x="218047" y="253698"/>
                    </a:lnTo>
                    <a:lnTo>
                      <a:pt x="217037" y="254533"/>
                    </a:lnTo>
                    <a:lnTo>
                      <a:pt x="216073" y="255344"/>
                    </a:lnTo>
                    <a:lnTo>
                      <a:pt x="215159" y="256132"/>
                    </a:lnTo>
                    <a:lnTo>
                      <a:pt x="214298" y="256898"/>
                    </a:lnTo>
                    <a:lnTo>
                      <a:pt x="213493" y="257643"/>
                    </a:lnTo>
                    <a:lnTo>
                      <a:pt x="219056" y="257103"/>
                    </a:lnTo>
                    <a:lnTo>
                      <a:pt x="224789" y="256057"/>
                    </a:lnTo>
                    <a:lnTo>
                      <a:pt x="230595" y="254513"/>
                    </a:lnTo>
                    <a:lnTo>
                      <a:pt x="236379" y="252479"/>
                    </a:lnTo>
                    <a:lnTo>
                      <a:pt x="242043" y="249962"/>
                    </a:lnTo>
                    <a:lnTo>
                      <a:pt x="247491" y="246969"/>
                    </a:lnTo>
                    <a:lnTo>
                      <a:pt x="252626" y="243508"/>
                    </a:lnTo>
                    <a:lnTo>
                      <a:pt x="257352" y="239586"/>
                    </a:lnTo>
                    <a:lnTo>
                      <a:pt x="261572" y="235211"/>
                    </a:lnTo>
                    <a:lnTo>
                      <a:pt x="265189" y="230390"/>
                    </a:lnTo>
                    <a:lnTo>
                      <a:pt x="268108" y="225130"/>
                    </a:lnTo>
                    <a:lnTo>
                      <a:pt x="270230" y="219440"/>
                    </a:lnTo>
                    <a:lnTo>
                      <a:pt x="271461" y="213326"/>
                    </a:lnTo>
                    <a:lnTo>
                      <a:pt x="271702" y="206796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</p:grpSp>
        <p:sp>
          <p:nvSpPr>
            <p:cNvPr id="91" name="91 Java"/>
            <p:cNvSpPr/>
            <p:nvPr/>
          </p:nvSpPr>
          <p:spPr>
            <a:xfrm>
              <a:off x="4979990" y="8429148"/>
              <a:ext cx="914400" cy="22415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4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Java</a:t>
              </a:r>
            </a:p>
          </p:txBody>
        </p:sp>
        <p:sp>
          <p:nvSpPr>
            <p:cNvPr id="92" name="92 …"/>
            <p:cNvSpPr/>
            <p:nvPr/>
          </p:nvSpPr>
          <p:spPr>
            <a:xfrm>
              <a:off x="6151565" y="8114824"/>
              <a:ext cx="800100" cy="3778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40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</a:p>
          </p:txBody>
        </p:sp>
        <p:sp>
          <p:nvSpPr>
            <p:cNvPr id="93" name="93 rect"/>
            <p:cNvSpPr/>
            <p:nvPr/>
          </p:nvSpPr>
          <p:spPr>
            <a:xfrm>
              <a:off x="7689751" y="3782801"/>
              <a:ext cx="1878381" cy="1264973"/>
            </a:xfrm>
            <a:prstGeom prst="roundRect">
              <a:avLst>
                <a:gd name="adj" fmla="val 16802"/>
              </a:avLst>
            </a:prstGeom>
            <a:gradFill>
              <a:gsLst>
                <a:gs pos="0">
                  <a:srgbClr val="DDF3FF"/>
                </a:gs>
                <a:gs pos="100000">
                  <a:srgbClr val="EDF9FE"/>
                </a:gs>
              </a:gsLst>
              <a:lin ang="5400000"/>
            </a:gradFill>
            <a:ln w="14288">
              <a:solidFill>
                <a:srgbClr val="0085F7"/>
              </a:solidFill>
            </a:ln>
          </p:spPr>
        </p:sp>
        <p:grpSp>
          <p:nvGrpSpPr>
            <p:cNvPr id="475" name="icon-robot-95"/>
            <p:cNvGrpSpPr/>
            <p:nvPr/>
          </p:nvGrpSpPr>
          <p:grpSpPr>
            <a:xfrm>
              <a:off x="7844946" y="3874893"/>
              <a:ext cx="600075" cy="508152"/>
              <a:chOff x="3448050" y="1671638"/>
              <a:chExt cx="600075" cy="514350"/>
            </a:xfrm>
          </p:grpSpPr>
          <p:sp>
            <p:nvSpPr>
              <p:cNvPr id="96" name="96 path"/>
              <p:cNvSpPr/>
              <p:nvPr/>
            </p:nvSpPr>
            <p:spPr>
              <a:xfrm>
                <a:off x="3748088" y="1728788"/>
                <a:ext cx="95" cy="114300"/>
              </a:xfrm>
              <a:custGeom>
                <a:avLst/>
                <a:gdLst/>
                <a:ahLst/>
                <a:cxnLst/>
                <a:rect l="0" t="0" r="0" b="0"/>
                <a:pathLst>
                  <a:path w="9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32861">
                <a:solidFill>
                  <a:srgbClr val="071A47"/>
                </a:solidFill>
              </a:ln>
            </p:spPr>
          </p:sp>
          <p:sp>
            <p:nvSpPr>
              <p:cNvPr id="97" name="97 ellipse"/>
              <p:cNvSpPr/>
              <p:nvPr/>
            </p:nvSpPr>
            <p:spPr>
              <a:xfrm>
                <a:off x="3710583" y="1671638"/>
                <a:ext cx="75009" cy="71438"/>
              </a:xfrm>
              <a:prstGeom prst="ellipse">
                <a:avLst/>
              </a:prstGeom>
              <a:solidFill>
                <a:srgbClr val="FFFFFF"/>
              </a:solidFill>
              <a:ln w="25718">
                <a:solidFill>
                  <a:srgbClr val="071A47"/>
                </a:solidFill>
              </a:ln>
            </p:spPr>
          </p:sp>
          <p:sp>
            <p:nvSpPr>
              <p:cNvPr id="98" name="98 rect"/>
              <p:cNvSpPr/>
              <p:nvPr/>
            </p:nvSpPr>
            <p:spPr>
              <a:xfrm>
                <a:off x="3448050" y="1943100"/>
                <a:ext cx="75009" cy="157163"/>
              </a:xfrm>
              <a:prstGeom prst="roundRect">
                <a:avLst>
                  <a:gd name="adj" fmla="val 38095"/>
                </a:avLst>
              </a:prstGeom>
              <a:solidFill>
                <a:srgbClr val="8ADAAB"/>
              </a:solidFill>
              <a:ln w="28575">
                <a:solidFill>
                  <a:srgbClr val="071A47"/>
                </a:solidFill>
              </a:ln>
            </p:spPr>
          </p:sp>
          <p:sp>
            <p:nvSpPr>
              <p:cNvPr id="99" name="99 rect"/>
              <p:cNvSpPr/>
              <p:nvPr/>
            </p:nvSpPr>
            <p:spPr>
              <a:xfrm>
                <a:off x="3973116" y="1943100"/>
                <a:ext cx="75009" cy="157163"/>
              </a:xfrm>
              <a:prstGeom prst="roundRect">
                <a:avLst>
                  <a:gd name="adj" fmla="val 38095"/>
                </a:avLst>
              </a:prstGeom>
              <a:solidFill>
                <a:srgbClr val="8ADAAB"/>
              </a:solidFill>
              <a:ln w="28575">
                <a:solidFill>
                  <a:srgbClr val="071A47"/>
                </a:solidFill>
              </a:ln>
            </p:spPr>
          </p:sp>
          <p:sp>
            <p:nvSpPr>
              <p:cNvPr id="100" name="100 rect"/>
              <p:cNvSpPr/>
              <p:nvPr/>
            </p:nvSpPr>
            <p:spPr>
              <a:xfrm>
                <a:off x="3523059" y="1828800"/>
                <a:ext cx="450056" cy="357188"/>
              </a:xfrm>
              <a:prstGeom prst="roundRect">
                <a:avLst>
                  <a:gd name="adj" fmla="val 2800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8ADAAB"/>
                  </a:gs>
                </a:gsLst>
                <a:lin ang="5400000"/>
              </a:gradFill>
              <a:ln w="31433">
                <a:solidFill>
                  <a:srgbClr val="071A47"/>
                </a:solidFill>
              </a:ln>
            </p:spPr>
          </p:sp>
          <p:sp>
            <p:nvSpPr>
              <p:cNvPr id="101" name="101 rect"/>
              <p:cNvSpPr/>
              <p:nvPr/>
            </p:nvSpPr>
            <p:spPr>
              <a:xfrm>
                <a:off x="3598069" y="1914525"/>
                <a:ext cx="300038" cy="171450"/>
              </a:xfrm>
              <a:prstGeom prst="roundRect">
                <a:avLst>
                  <a:gd name="adj" fmla="val 33333"/>
                </a:avLst>
              </a:prstGeom>
              <a:solidFill>
                <a:srgbClr val="15154A"/>
              </a:solidFill>
              <a:ln w="14288">
                <a:solidFill>
                  <a:srgbClr val="071A47"/>
                </a:solidFill>
              </a:ln>
            </p:spPr>
          </p:sp>
          <p:sp>
            <p:nvSpPr>
              <p:cNvPr id="102" name="102 ellipse"/>
              <p:cNvSpPr/>
              <p:nvPr/>
            </p:nvSpPr>
            <p:spPr>
              <a:xfrm>
                <a:off x="3658076" y="1957388"/>
                <a:ext cx="60008" cy="71438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03" name="103 ellipse"/>
              <p:cNvSpPr/>
              <p:nvPr/>
            </p:nvSpPr>
            <p:spPr>
              <a:xfrm>
                <a:off x="3793093" y="1957388"/>
                <a:ext cx="60008" cy="71438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116" name="116 rect"/>
            <p:cNvSpPr/>
            <p:nvPr/>
          </p:nvSpPr>
          <p:spPr>
            <a:xfrm>
              <a:off x="7689751" y="5188109"/>
              <a:ext cx="4505325" cy="3578862"/>
            </a:xfrm>
            <a:prstGeom prst="roundRect">
              <a:avLst>
                <a:gd name="adj" fmla="val 4569"/>
              </a:avLst>
            </a:prstGeom>
            <a:gradFill>
              <a:gsLst>
                <a:gs pos="0">
                  <a:srgbClr val="E9F6FF"/>
                </a:gs>
                <a:gs pos="100000">
                  <a:srgbClr val="F6FCFF"/>
                </a:gs>
              </a:gsLst>
              <a:lin ang="5400000"/>
            </a:gradFill>
            <a:ln w="13335">
              <a:solidFill>
                <a:srgbClr val="2C9CFF"/>
              </a:solidFill>
            </a:ln>
          </p:spPr>
        </p:sp>
        <p:grpSp>
          <p:nvGrpSpPr>
            <p:cNvPr id="478" name="icon-robot-116"/>
            <p:cNvGrpSpPr/>
            <p:nvPr/>
          </p:nvGrpSpPr>
          <p:grpSpPr>
            <a:xfrm>
              <a:off x="7898872" y="5296059"/>
              <a:ext cx="600075" cy="514350"/>
              <a:chOff x="5124450" y="957263"/>
              <a:chExt cx="600075" cy="514350"/>
            </a:xfrm>
          </p:grpSpPr>
          <p:sp>
            <p:nvSpPr>
              <p:cNvPr id="117" name="117 path"/>
              <p:cNvSpPr/>
              <p:nvPr/>
            </p:nvSpPr>
            <p:spPr>
              <a:xfrm>
                <a:off x="5424488" y="1014413"/>
                <a:ext cx="95" cy="114300"/>
              </a:xfrm>
              <a:custGeom>
                <a:avLst/>
                <a:gdLst/>
                <a:ahLst/>
                <a:cxnLst/>
                <a:rect l="0" t="0" r="0" b="0"/>
                <a:pathLst>
                  <a:path w="9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32861">
                <a:solidFill>
                  <a:srgbClr val="071A47"/>
                </a:solidFill>
              </a:ln>
            </p:spPr>
          </p:sp>
          <p:sp>
            <p:nvSpPr>
              <p:cNvPr id="118" name="118 ellipse"/>
              <p:cNvSpPr/>
              <p:nvPr/>
            </p:nvSpPr>
            <p:spPr>
              <a:xfrm>
                <a:off x="5386983" y="957263"/>
                <a:ext cx="75009" cy="71438"/>
              </a:xfrm>
              <a:prstGeom prst="ellipse">
                <a:avLst/>
              </a:prstGeom>
              <a:solidFill>
                <a:srgbClr val="FFFFFF"/>
              </a:solidFill>
              <a:ln w="25718">
                <a:solidFill>
                  <a:srgbClr val="071A47"/>
                </a:solidFill>
              </a:ln>
            </p:spPr>
          </p:sp>
          <p:sp>
            <p:nvSpPr>
              <p:cNvPr id="119" name="119 rect"/>
              <p:cNvSpPr/>
              <p:nvPr/>
            </p:nvSpPr>
            <p:spPr>
              <a:xfrm>
                <a:off x="5124450" y="1228725"/>
                <a:ext cx="75009" cy="157163"/>
              </a:xfrm>
              <a:prstGeom prst="roundRect">
                <a:avLst>
                  <a:gd name="adj" fmla="val 38095"/>
                </a:avLst>
              </a:prstGeom>
              <a:solidFill>
                <a:srgbClr val="85CCFF"/>
              </a:solidFill>
              <a:ln w="28575">
                <a:solidFill>
                  <a:srgbClr val="071A47"/>
                </a:solidFill>
              </a:ln>
            </p:spPr>
          </p:sp>
          <p:sp>
            <p:nvSpPr>
              <p:cNvPr id="120" name="120 rect"/>
              <p:cNvSpPr/>
              <p:nvPr/>
            </p:nvSpPr>
            <p:spPr>
              <a:xfrm>
                <a:off x="5649516" y="1228725"/>
                <a:ext cx="75009" cy="157163"/>
              </a:xfrm>
              <a:prstGeom prst="roundRect">
                <a:avLst>
                  <a:gd name="adj" fmla="val 38095"/>
                </a:avLst>
              </a:prstGeom>
              <a:solidFill>
                <a:srgbClr val="85CCFF"/>
              </a:solidFill>
              <a:ln w="28575">
                <a:solidFill>
                  <a:srgbClr val="071A47"/>
                </a:solidFill>
              </a:ln>
            </p:spPr>
          </p:sp>
          <p:sp>
            <p:nvSpPr>
              <p:cNvPr id="121" name="121 rect"/>
              <p:cNvSpPr/>
              <p:nvPr/>
            </p:nvSpPr>
            <p:spPr>
              <a:xfrm>
                <a:off x="5199459" y="1114425"/>
                <a:ext cx="450056" cy="357188"/>
              </a:xfrm>
              <a:prstGeom prst="roundRect">
                <a:avLst>
                  <a:gd name="adj" fmla="val 2800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85CCFF"/>
                  </a:gs>
                </a:gsLst>
                <a:lin ang="5400000"/>
              </a:gradFill>
              <a:ln w="31433">
                <a:solidFill>
                  <a:srgbClr val="071A47"/>
                </a:solidFill>
              </a:ln>
            </p:spPr>
          </p:sp>
          <p:sp>
            <p:nvSpPr>
              <p:cNvPr id="122" name="122 rect"/>
              <p:cNvSpPr/>
              <p:nvPr/>
            </p:nvSpPr>
            <p:spPr>
              <a:xfrm>
                <a:off x="5274469" y="1200150"/>
                <a:ext cx="300038" cy="171450"/>
              </a:xfrm>
              <a:prstGeom prst="roundRect">
                <a:avLst>
                  <a:gd name="adj" fmla="val 33333"/>
                </a:avLst>
              </a:prstGeom>
              <a:solidFill>
                <a:srgbClr val="15154A"/>
              </a:solidFill>
              <a:ln w="14288">
                <a:solidFill>
                  <a:srgbClr val="071A47"/>
                </a:solidFill>
              </a:ln>
            </p:spPr>
          </p:sp>
          <p:sp>
            <p:nvSpPr>
              <p:cNvPr id="123" name="123 ellipse"/>
              <p:cNvSpPr/>
              <p:nvPr/>
            </p:nvSpPr>
            <p:spPr>
              <a:xfrm>
                <a:off x="5334476" y="1243013"/>
                <a:ext cx="60008" cy="71438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24" name="124 ellipse"/>
              <p:cNvSpPr/>
              <p:nvPr/>
            </p:nvSpPr>
            <p:spPr>
              <a:xfrm>
                <a:off x="5469493" y="1243013"/>
                <a:ext cx="60008" cy="71438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125" name="125 Verifier Agent"/>
            <p:cNvSpPr/>
            <p:nvPr/>
          </p:nvSpPr>
          <p:spPr>
            <a:xfrm>
              <a:off x="8651984" y="5199539"/>
              <a:ext cx="3143250" cy="3661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32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325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Verifier Agent</a:t>
              </a:r>
            </a:p>
          </p:txBody>
        </p:sp>
        <p:sp>
          <p:nvSpPr>
            <p:cNvPr id="126" name="126 Layered Diagnosis"/>
            <p:cNvSpPr/>
            <p:nvPr/>
          </p:nvSpPr>
          <p:spPr>
            <a:xfrm>
              <a:off x="8651984" y="5590064"/>
              <a:ext cx="3143250" cy="33070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0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10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Layered Diagnosis</a:t>
              </a:r>
            </a:p>
          </p:txBody>
        </p:sp>
        <p:sp>
          <p:nvSpPr>
            <p:cNvPr id="193" name="193 rect"/>
            <p:cNvSpPr/>
            <p:nvPr/>
          </p:nvSpPr>
          <p:spPr>
            <a:xfrm>
              <a:off x="12417953" y="6998750"/>
              <a:ext cx="3905250" cy="1768222"/>
            </a:xfrm>
            <a:prstGeom prst="roundRect">
              <a:avLst>
                <a:gd name="adj" fmla="val 9574"/>
              </a:avLst>
            </a:prstGeom>
            <a:gradFill>
              <a:gsLst>
                <a:gs pos="0">
                  <a:srgbClr val="FFE9C8"/>
                </a:gs>
                <a:gs pos="100000">
                  <a:srgbClr val="FFF4E4"/>
                </a:gs>
              </a:gsLst>
              <a:lin ang="5400000"/>
            </a:gradFill>
            <a:ln w="14288">
              <a:solidFill>
                <a:srgbClr val="F17F00"/>
              </a:solidFill>
            </a:ln>
          </p:spPr>
        </p:sp>
        <p:sp>
          <p:nvSpPr>
            <p:cNvPr id="194" name="194 rect"/>
            <p:cNvSpPr/>
            <p:nvPr/>
          </p:nvSpPr>
          <p:spPr>
            <a:xfrm>
              <a:off x="12612644" y="7044852"/>
              <a:ext cx="542925" cy="590550"/>
            </a:xfrm>
            <a:prstGeom prst="roundRect">
              <a:avLst>
                <a:gd name="adj" fmla="val 24561"/>
              </a:avLst>
            </a:prstGeom>
            <a:gradFill>
              <a:gsLst>
                <a:gs pos="0">
                  <a:srgbClr val="FFD68C"/>
                </a:gs>
                <a:gs pos="100000">
                  <a:srgbClr val="FFB14D"/>
                </a:gs>
              </a:gsLst>
              <a:lin ang="5400000"/>
            </a:gradFill>
            <a:ln w="0">
              <a:noFill/>
            </a:ln>
          </p:spPr>
        </p:sp>
        <p:grpSp>
          <p:nvGrpSpPr>
            <p:cNvPr id="480" name="icon-document-194"/>
            <p:cNvGrpSpPr/>
            <p:nvPr/>
          </p:nvGrpSpPr>
          <p:grpSpPr>
            <a:xfrm>
              <a:off x="12732420" y="7106606"/>
              <a:ext cx="303371" cy="471488"/>
              <a:chOff x="10075545" y="978694"/>
              <a:chExt cx="303371" cy="471488"/>
            </a:xfrm>
          </p:grpSpPr>
          <p:sp>
            <p:nvSpPr>
              <p:cNvPr id="195" name="195 path"/>
              <p:cNvSpPr/>
              <p:nvPr/>
            </p:nvSpPr>
            <p:spPr>
              <a:xfrm>
                <a:off x="10075545" y="978694"/>
                <a:ext cx="303371" cy="471488"/>
              </a:xfrm>
              <a:custGeom>
                <a:avLst/>
                <a:gdLst/>
                <a:ahLst/>
                <a:cxnLst/>
                <a:rect l="0" t="0" r="0" b="0"/>
                <a:pathLst>
                  <a:path w="303371" h="471488">
                    <a:moveTo>
                      <a:pt x="0" y="0"/>
                    </a:moveTo>
                    <a:lnTo>
                      <a:pt x="198358" y="0"/>
                    </a:lnTo>
                    <a:lnTo>
                      <a:pt x="303371" y="117872"/>
                    </a:lnTo>
                    <a:lnTo>
                      <a:pt x="303371" y="471488"/>
                    </a:lnTo>
                    <a:lnTo>
                      <a:pt x="0" y="471488"/>
                    </a:lnTo>
                    <a:close/>
                  </a:path>
                </a:pathLst>
              </a:custGeom>
              <a:solidFill>
                <a:srgbClr val="F9FCFF"/>
              </a:solidFill>
              <a:ln w="23336">
                <a:solidFill>
                  <a:srgbClr val="003496"/>
                </a:solidFill>
              </a:ln>
            </p:spPr>
          </p:sp>
          <p:sp>
            <p:nvSpPr>
              <p:cNvPr id="196" name="196 path"/>
              <p:cNvSpPr/>
              <p:nvPr/>
            </p:nvSpPr>
            <p:spPr>
              <a:xfrm>
                <a:off x="10273903" y="978694"/>
                <a:ext cx="105013" cy="130969"/>
              </a:xfrm>
              <a:custGeom>
                <a:avLst/>
                <a:gdLst/>
                <a:ahLst/>
                <a:cxnLst/>
                <a:rect l="0" t="0" r="0" b="0"/>
                <a:pathLst>
                  <a:path w="105013" h="130969">
                    <a:moveTo>
                      <a:pt x="0" y="0"/>
                    </a:moveTo>
                    <a:lnTo>
                      <a:pt x="0" y="130969"/>
                    </a:lnTo>
                    <a:lnTo>
                      <a:pt x="105013" y="130969"/>
                    </a:lnTo>
                  </a:path>
                </a:pathLst>
              </a:custGeom>
              <a:noFill/>
              <a:ln w="17502">
                <a:solidFill>
                  <a:srgbClr val="003496"/>
                </a:solidFill>
              </a:ln>
            </p:spPr>
          </p:sp>
          <p:sp>
            <p:nvSpPr>
              <p:cNvPr id="197" name="197 path"/>
              <p:cNvSpPr/>
              <p:nvPr/>
            </p:nvSpPr>
            <p:spPr>
              <a:xfrm>
                <a:off x="10133886" y="1188244"/>
                <a:ext cx="163354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63354" h="95">
                    <a:moveTo>
                      <a:pt x="0" y="0"/>
                    </a:moveTo>
                    <a:lnTo>
                      <a:pt x="163354" y="0"/>
                    </a:lnTo>
                  </a:path>
                </a:pathLst>
              </a:custGeom>
              <a:noFill/>
              <a:ln w="17502">
                <a:solidFill>
                  <a:srgbClr val="003496"/>
                </a:solidFill>
              </a:ln>
            </p:spPr>
          </p:sp>
          <p:sp>
            <p:nvSpPr>
              <p:cNvPr id="198" name="198 path"/>
              <p:cNvSpPr/>
              <p:nvPr/>
            </p:nvSpPr>
            <p:spPr>
              <a:xfrm>
                <a:off x="10133886" y="1253728"/>
                <a:ext cx="163354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63354" h="95">
                    <a:moveTo>
                      <a:pt x="0" y="0"/>
                    </a:moveTo>
                    <a:lnTo>
                      <a:pt x="163354" y="0"/>
                    </a:lnTo>
                  </a:path>
                </a:pathLst>
              </a:custGeom>
              <a:noFill/>
              <a:ln w="17502">
                <a:solidFill>
                  <a:srgbClr val="003496"/>
                </a:solidFill>
              </a:ln>
            </p:spPr>
          </p:sp>
          <p:sp>
            <p:nvSpPr>
              <p:cNvPr id="199" name="199 path"/>
              <p:cNvSpPr/>
              <p:nvPr/>
            </p:nvSpPr>
            <p:spPr>
              <a:xfrm>
                <a:off x="10133886" y="1319213"/>
                <a:ext cx="163354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63354" h="95">
                    <a:moveTo>
                      <a:pt x="0" y="0"/>
                    </a:moveTo>
                    <a:lnTo>
                      <a:pt x="163354" y="0"/>
                    </a:lnTo>
                  </a:path>
                </a:pathLst>
              </a:custGeom>
              <a:noFill/>
              <a:ln w="17502">
                <a:solidFill>
                  <a:srgbClr val="003496"/>
                </a:solidFill>
              </a:ln>
            </p:spPr>
          </p:sp>
          <p:sp>
            <p:nvSpPr>
              <p:cNvPr id="200" name="200 path"/>
              <p:cNvSpPr/>
              <p:nvPr/>
            </p:nvSpPr>
            <p:spPr>
              <a:xfrm>
                <a:off x="10133886" y="1384697"/>
                <a:ext cx="163354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63354" h="95">
                    <a:moveTo>
                      <a:pt x="0" y="0"/>
                    </a:moveTo>
                    <a:lnTo>
                      <a:pt x="163354" y="0"/>
                    </a:lnTo>
                  </a:path>
                </a:pathLst>
              </a:custGeom>
              <a:noFill/>
              <a:ln w="17502">
                <a:solidFill>
                  <a:srgbClr val="003496"/>
                </a:solidFill>
              </a:ln>
            </p:spPr>
          </p:sp>
        </p:grpSp>
        <p:sp>
          <p:nvSpPr>
            <p:cNvPr id="201" name="201 Evidence Handoff"/>
            <p:cNvSpPr/>
            <p:nvPr/>
          </p:nvSpPr>
          <p:spPr>
            <a:xfrm>
              <a:off x="13389503" y="7138197"/>
              <a:ext cx="2771775" cy="3543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250" b="1">
                  <a:solidFill>
                    <a:srgbClr val="7D1D0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250" b="1">
                  <a:solidFill>
                    <a:srgbClr val="7D1D0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Evidence Handoff</a:t>
              </a:r>
            </a:p>
          </p:txBody>
        </p:sp>
        <p:sp>
          <p:nvSpPr>
            <p:cNvPr id="202" name="202 rect"/>
            <p:cNvSpPr/>
            <p:nvPr/>
          </p:nvSpPr>
          <p:spPr>
            <a:xfrm>
              <a:off x="12579878" y="7671597"/>
              <a:ext cx="3590925" cy="942975"/>
            </a:xfrm>
            <a:prstGeom prst="roundRect">
              <a:avLst>
                <a:gd name="adj" fmla="val 10101"/>
              </a:avLst>
            </a:prstGeom>
            <a:gradFill>
              <a:gsLst>
                <a:gs pos="0">
                  <a:srgbClr val="FFFFFF"/>
                </a:gs>
                <a:gs pos="100000">
                  <a:srgbClr val="FFFCF8"/>
                </a:gs>
              </a:gsLst>
              <a:lin ang="5400000"/>
            </a:gradFill>
            <a:ln w="9525">
              <a:solidFill>
                <a:srgbClr val="E5DACA"/>
              </a:solidFill>
            </a:ln>
          </p:spPr>
        </p:sp>
        <p:grpSp>
          <p:nvGrpSpPr>
            <p:cNvPr id="481" name="icon-code-202"/>
            <p:cNvGrpSpPr/>
            <p:nvPr/>
          </p:nvGrpSpPr>
          <p:grpSpPr>
            <a:xfrm>
              <a:off x="12973499" y="7866860"/>
              <a:ext cx="250984" cy="200025"/>
              <a:chOff x="10280571" y="1652588"/>
              <a:chExt cx="250984" cy="200025"/>
            </a:xfrm>
          </p:grpSpPr>
          <p:sp>
            <p:nvSpPr>
              <p:cNvPr id="203" name="203 path"/>
              <p:cNvSpPr/>
              <p:nvPr/>
            </p:nvSpPr>
            <p:spPr>
              <a:xfrm>
                <a:off x="10280571" y="1685925"/>
                <a:ext cx="66437" cy="133350"/>
              </a:xfrm>
              <a:custGeom>
                <a:avLst/>
                <a:gdLst/>
                <a:ahLst/>
                <a:cxnLst/>
                <a:rect l="0" t="0" r="0" b="0"/>
                <a:pathLst>
                  <a:path w="66437" h="133350">
                    <a:moveTo>
                      <a:pt x="66437" y="0"/>
                    </a:moveTo>
                    <a:lnTo>
                      <a:pt x="0" y="66675"/>
                    </a:lnTo>
                    <a:lnTo>
                      <a:pt x="66437" y="133350"/>
                    </a:lnTo>
                  </a:path>
                </a:pathLst>
              </a:custGeom>
              <a:noFill/>
              <a:ln w="18002">
                <a:solidFill>
                  <a:srgbClr val="071A47"/>
                </a:solidFill>
              </a:ln>
            </p:spPr>
          </p:sp>
          <p:sp>
            <p:nvSpPr>
              <p:cNvPr id="204" name="204 path"/>
              <p:cNvSpPr/>
              <p:nvPr/>
            </p:nvSpPr>
            <p:spPr>
              <a:xfrm>
                <a:off x="10465118" y="1685925"/>
                <a:ext cx="66437" cy="133350"/>
              </a:xfrm>
              <a:custGeom>
                <a:avLst/>
                <a:gdLst/>
                <a:ahLst/>
                <a:cxnLst/>
                <a:rect l="0" t="0" r="0" b="0"/>
                <a:pathLst>
                  <a:path w="66437" h="133350">
                    <a:moveTo>
                      <a:pt x="0" y="0"/>
                    </a:moveTo>
                    <a:lnTo>
                      <a:pt x="66437" y="66675"/>
                    </a:lnTo>
                    <a:lnTo>
                      <a:pt x="0" y="133350"/>
                    </a:lnTo>
                  </a:path>
                </a:pathLst>
              </a:custGeom>
              <a:noFill/>
              <a:ln w="18002">
                <a:solidFill>
                  <a:srgbClr val="071A47"/>
                </a:solidFill>
              </a:ln>
            </p:spPr>
          </p:sp>
          <p:sp>
            <p:nvSpPr>
              <p:cNvPr id="205" name="205 path"/>
              <p:cNvSpPr/>
              <p:nvPr/>
            </p:nvSpPr>
            <p:spPr>
              <a:xfrm>
                <a:off x="10383917" y="1652588"/>
                <a:ext cx="44291" cy="200025"/>
              </a:xfrm>
              <a:custGeom>
                <a:avLst/>
                <a:gdLst/>
                <a:ahLst/>
                <a:cxnLst/>
                <a:rect l="0" t="0" r="0" b="0"/>
                <a:pathLst>
                  <a:path w="44291" h="200025">
                    <a:moveTo>
                      <a:pt x="44291" y="0"/>
                    </a:moveTo>
                    <a:lnTo>
                      <a:pt x="0" y="200025"/>
                    </a:lnTo>
                  </a:path>
                </a:pathLst>
              </a:custGeom>
              <a:noFill/>
              <a:ln w="18002">
                <a:solidFill>
                  <a:srgbClr val="071A47"/>
                </a:solidFill>
              </a:ln>
            </p:spPr>
          </p:sp>
        </p:grpSp>
        <p:grpSp>
          <p:nvGrpSpPr>
            <p:cNvPr id="482" name="icon-clipboard-205"/>
            <p:cNvGrpSpPr/>
            <p:nvPr/>
          </p:nvGrpSpPr>
          <p:grpSpPr>
            <a:xfrm>
              <a:off x="13948859" y="7822330"/>
              <a:ext cx="167164" cy="298609"/>
              <a:chOff x="11255931" y="1608058"/>
              <a:chExt cx="167164" cy="298609"/>
            </a:xfrm>
          </p:grpSpPr>
          <p:sp>
            <p:nvSpPr>
              <p:cNvPr id="206" name="206 rect"/>
              <p:cNvSpPr/>
              <p:nvPr/>
            </p:nvSpPr>
            <p:spPr>
              <a:xfrm>
                <a:off x="11255931" y="1639491"/>
                <a:ext cx="167164" cy="267176"/>
              </a:xfrm>
              <a:prstGeom prst="roundRect">
                <a:avLst>
                  <a:gd name="adj" fmla="val 7692"/>
                </a:avLst>
              </a:prstGeom>
              <a:solidFill>
                <a:srgbClr val="F8FCFF"/>
              </a:solidFill>
              <a:ln w="12859">
                <a:solidFill>
                  <a:srgbClr val="071A47"/>
                </a:solidFill>
              </a:ln>
            </p:spPr>
          </p:sp>
          <p:sp>
            <p:nvSpPr>
              <p:cNvPr id="207" name="207 rect"/>
              <p:cNvSpPr/>
              <p:nvPr/>
            </p:nvSpPr>
            <p:spPr>
              <a:xfrm>
                <a:off x="11307366" y="1608058"/>
                <a:ext cx="64294" cy="47149"/>
              </a:xfrm>
              <a:prstGeom prst="roundRect">
                <a:avLst>
                  <a:gd name="adj" fmla="val 13636"/>
                </a:avLst>
              </a:prstGeom>
              <a:solidFill>
                <a:srgbClr val="DBEAF9"/>
              </a:solidFill>
              <a:ln w="10930">
                <a:solidFill>
                  <a:srgbClr val="071A47"/>
                </a:solidFill>
              </a:ln>
            </p:spPr>
          </p:sp>
          <p:sp>
            <p:nvSpPr>
              <p:cNvPr id="208" name="208 path"/>
              <p:cNvSpPr/>
              <p:nvPr/>
            </p:nvSpPr>
            <p:spPr>
              <a:xfrm>
                <a:off x="11326654" y="1718072"/>
                <a:ext cx="64294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4294" h="95">
                    <a:moveTo>
                      <a:pt x="0" y="0"/>
                    </a:moveTo>
                    <a:lnTo>
                      <a:pt x="64294" y="0"/>
                    </a:lnTo>
                  </a:path>
                </a:pathLst>
              </a:custGeom>
              <a:noFill/>
              <a:ln w="9644">
                <a:solidFill>
                  <a:srgbClr val="003496"/>
                </a:solidFill>
              </a:ln>
            </p:spPr>
          </p:sp>
          <p:sp>
            <p:nvSpPr>
              <p:cNvPr id="209" name="209 path"/>
              <p:cNvSpPr/>
              <p:nvPr/>
            </p:nvSpPr>
            <p:spPr>
              <a:xfrm>
                <a:off x="11281648" y="1702356"/>
                <a:ext cx="25718" cy="31433"/>
              </a:xfrm>
              <a:custGeom>
                <a:avLst/>
                <a:gdLst/>
                <a:ahLst/>
                <a:cxnLst/>
                <a:rect l="0" t="0" r="0" b="0"/>
                <a:pathLst>
                  <a:path w="25718" h="31433">
                    <a:moveTo>
                      <a:pt x="0" y="15716"/>
                    </a:moveTo>
                    <a:lnTo>
                      <a:pt x="12859" y="31433"/>
                    </a:lnTo>
                    <a:lnTo>
                      <a:pt x="25718" y="0"/>
                    </a:lnTo>
                  </a:path>
                </a:pathLst>
              </a:custGeom>
              <a:noFill/>
              <a:ln w="7715">
                <a:solidFill>
                  <a:srgbClr val="003496"/>
                </a:solidFill>
              </a:ln>
            </p:spPr>
          </p:sp>
          <p:sp>
            <p:nvSpPr>
              <p:cNvPr id="210" name="210 path"/>
              <p:cNvSpPr/>
              <p:nvPr/>
            </p:nvSpPr>
            <p:spPr>
              <a:xfrm>
                <a:off x="11326654" y="1773079"/>
                <a:ext cx="64294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4294" h="95">
                    <a:moveTo>
                      <a:pt x="0" y="0"/>
                    </a:moveTo>
                    <a:lnTo>
                      <a:pt x="64294" y="0"/>
                    </a:lnTo>
                  </a:path>
                </a:pathLst>
              </a:custGeom>
              <a:noFill/>
              <a:ln w="9644">
                <a:solidFill>
                  <a:srgbClr val="003496"/>
                </a:solidFill>
              </a:ln>
            </p:spPr>
          </p:sp>
          <p:sp>
            <p:nvSpPr>
              <p:cNvPr id="211" name="211 path"/>
              <p:cNvSpPr/>
              <p:nvPr/>
            </p:nvSpPr>
            <p:spPr>
              <a:xfrm>
                <a:off x="11281648" y="1757363"/>
                <a:ext cx="25718" cy="31433"/>
              </a:xfrm>
              <a:custGeom>
                <a:avLst/>
                <a:gdLst/>
                <a:ahLst/>
                <a:cxnLst/>
                <a:rect l="0" t="0" r="0" b="0"/>
                <a:pathLst>
                  <a:path w="25718" h="31433">
                    <a:moveTo>
                      <a:pt x="0" y="15716"/>
                    </a:moveTo>
                    <a:lnTo>
                      <a:pt x="12859" y="31433"/>
                    </a:lnTo>
                    <a:lnTo>
                      <a:pt x="25718" y="0"/>
                    </a:lnTo>
                  </a:path>
                </a:pathLst>
              </a:custGeom>
              <a:noFill/>
              <a:ln w="7715">
                <a:solidFill>
                  <a:srgbClr val="003496"/>
                </a:solidFill>
              </a:ln>
            </p:spPr>
          </p:sp>
          <p:sp>
            <p:nvSpPr>
              <p:cNvPr id="212" name="212 path"/>
              <p:cNvSpPr/>
              <p:nvPr/>
            </p:nvSpPr>
            <p:spPr>
              <a:xfrm>
                <a:off x="11326654" y="1828086"/>
                <a:ext cx="64294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4294" h="95">
                    <a:moveTo>
                      <a:pt x="0" y="0"/>
                    </a:moveTo>
                    <a:lnTo>
                      <a:pt x="64294" y="0"/>
                    </a:lnTo>
                  </a:path>
                </a:pathLst>
              </a:custGeom>
              <a:noFill/>
              <a:ln w="9644">
                <a:solidFill>
                  <a:srgbClr val="003496"/>
                </a:solidFill>
              </a:ln>
            </p:spPr>
          </p:sp>
          <p:sp>
            <p:nvSpPr>
              <p:cNvPr id="213" name="213 path"/>
              <p:cNvSpPr/>
              <p:nvPr/>
            </p:nvSpPr>
            <p:spPr>
              <a:xfrm>
                <a:off x="11281648" y="1812369"/>
                <a:ext cx="25718" cy="31432"/>
              </a:xfrm>
              <a:custGeom>
                <a:avLst/>
                <a:gdLst/>
                <a:ahLst/>
                <a:cxnLst/>
                <a:rect l="0" t="0" r="0" b="0"/>
                <a:pathLst>
                  <a:path w="25718" h="31432">
                    <a:moveTo>
                      <a:pt x="0" y="15716"/>
                    </a:moveTo>
                    <a:lnTo>
                      <a:pt x="12859" y="31432"/>
                    </a:lnTo>
                    <a:lnTo>
                      <a:pt x="25718" y="0"/>
                    </a:lnTo>
                  </a:path>
                </a:pathLst>
              </a:custGeom>
              <a:noFill/>
              <a:ln w="7715">
                <a:solidFill>
                  <a:srgbClr val="003496"/>
                </a:solidFill>
              </a:ln>
            </p:spPr>
          </p:sp>
        </p:grpSp>
        <p:grpSp>
          <p:nvGrpSpPr>
            <p:cNvPr id="483" name="icon-location-213"/>
            <p:cNvGrpSpPr/>
            <p:nvPr/>
          </p:nvGrpSpPr>
          <p:grpSpPr>
            <a:xfrm>
              <a:off x="14787454" y="7836618"/>
              <a:ext cx="166373" cy="250984"/>
              <a:chOff x="12094526" y="1622346"/>
              <a:chExt cx="166373" cy="250984"/>
            </a:xfrm>
          </p:grpSpPr>
          <p:sp>
            <p:nvSpPr>
              <p:cNvPr id="214" name="214 path"/>
              <p:cNvSpPr/>
              <p:nvPr/>
            </p:nvSpPr>
            <p:spPr>
              <a:xfrm>
                <a:off x="12094526" y="1622346"/>
                <a:ext cx="166373" cy="250984"/>
              </a:xfrm>
              <a:custGeom>
                <a:avLst/>
                <a:gdLst/>
                <a:ahLst/>
                <a:cxnLst/>
                <a:rect l="0" t="0" r="0" b="0"/>
                <a:pathLst>
                  <a:path w="166373" h="250984">
                    <a:moveTo>
                      <a:pt x="83187" y="0"/>
                    </a:moveTo>
                    <a:lnTo>
                      <a:pt x="71260" y="509"/>
                    </a:lnTo>
                    <a:lnTo>
                      <a:pt x="60328" y="2003"/>
                    </a:lnTo>
                    <a:lnTo>
                      <a:pt x="50371" y="4437"/>
                    </a:lnTo>
                    <a:lnTo>
                      <a:pt x="41372" y="7760"/>
                    </a:lnTo>
                    <a:lnTo>
                      <a:pt x="33313" y="11927"/>
                    </a:lnTo>
                    <a:lnTo>
                      <a:pt x="26174" y="16890"/>
                    </a:lnTo>
                    <a:lnTo>
                      <a:pt x="19937" y="22600"/>
                    </a:lnTo>
                    <a:lnTo>
                      <a:pt x="14585" y="29011"/>
                    </a:lnTo>
                    <a:lnTo>
                      <a:pt x="10098" y="36075"/>
                    </a:lnTo>
                    <a:lnTo>
                      <a:pt x="6458" y="43744"/>
                    </a:lnTo>
                    <a:lnTo>
                      <a:pt x="3646" y="51971"/>
                    </a:lnTo>
                    <a:lnTo>
                      <a:pt x="1645" y="60709"/>
                    </a:lnTo>
                    <a:lnTo>
                      <a:pt x="436" y="69908"/>
                    </a:lnTo>
                    <a:lnTo>
                      <a:pt x="0" y="79523"/>
                    </a:lnTo>
                    <a:lnTo>
                      <a:pt x="319" y="89505"/>
                    </a:lnTo>
                    <a:lnTo>
                      <a:pt x="1375" y="99807"/>
                    </a:lnTo>
                    <a:lnTo>
                      <a:pt x="3149" y="110382"/>
                    </a:lnTo>
                    <a:lnTo>
                      <a:pt x="5623" y="121181"/>
                    </a:lnTo>
                    <a:lnTo>
                      <a:pt x="8778" y="132157"/>
                    </a:lnTo>
                    <a:lnTo>
                      <a:pt x="12596" y="143263"/>
                    </a:lnTo>
                    <a:lnTo>
                      <a:pt x="17058" y="154451"/>
                    </a:lnTo>
                    <a:lnTo>
                      <a:pt x="22147" y="165673"/>
                    </a:lnTo>
                    <a:lnTo>
                      <a:pt x="27843" y="176883"/>
                    </a:lnTo>
                    <a:lnTo>
                      <a:pt x="34129" y="188031"/>
                    </a:lnTo>
                    <a:lnTo>
                      <a:pt x="40986" y="199071"/>
                    </a:lnTo>
                    <a:lnTo>
                      <a:pt x="48395" y="209956"/>
                    </a:lnTo>
                    <a:lnTo>
                      <a:pt x="56338" y="220637"/>
                    </a:lnTo>
                    <a:lnTo>
                      <a:pt x="64796" y="231067"/>
                    </a:lnTo>
                    <a:lnTo>
                      <a:pt x="73752" y="241198"/>
                    </a:lnTo>
                    <a:lnTo>
                      <a:pt x="83187" y="250984"/>
                    </a:lnTo>
                    <a:lnTo>
                      <a:pt x="83187" y="250984"/>
                    </a:lnTo>
                    <a:lnTo>
                      <a:pt x="92621" y="241198"/>
                    </a:lnTo>
                    <a:lnTo>
                      <a:pt x="101577" y="231067"/>
                    </a:lnTo>
                    <a:lnTo>
                      <a:pt x="110036" y="220637"/>
                    </a:lnTo>
                    <a:lnTo>
                      <a:pt x="117979" y="209956"/>
                    </a:lnTo>
                    <a:lnTo>
                      <a:pt x="125388" y="199071"/>
                    </a:lnTo>
                    <a:lnTo>
                      <a:pt x="132244" y="188031"/>
                    </a:lnTo>
                    <a:lnTo>
                      <a:pt x="138530" y="176883"/>
                    </a:lnTo>
                    <a:lnTo>
                      <a:pt x="144226" y="165673"/>
                    </a:lnTo>
                    <a:lnTo>
                      <a:pt x="149315" y="154451"/>
                    </a:lnTo>
                    <a:lnTo>
                      <a:pt x="153778" y="143263"/>
                    </a:lnTo>
                    <a:lnTo>
                      <a:pt x="157596" y="132157"/>
                    </a:lnTo>
                    <a:lnTo>
                      <a:pt x="160751" y="121181"/>
                    </a:lnTo>
                    <a:lnTo>
                      <a:pt x="163224" y="110382"/>
                    </a:lnTo>
                    <a:lnTo>
                      <a:pt x="164998" y="99807"/>
                    </a:lnTo>
                    <a:lnTo>
                      <a:pt x="166054" y="89505"/>
                    </a:lnTo>
                    <a:lnTo>
                      <a:pt x="166373" y="79523"/>
                    </a:lnTo>
                    <a:lnTo>
                      <a:pt x="165938" y="69908"/>
                    </a:lnTo>
                    <a:lnTo>
                      <a:pt x="164728" y="60709"/>
                    </a:lnTo>
                    <a:lnTo>
                      <a:pt x="162727" y="51971"/>
                    </a:lnTo>
                    <a:lnTo>
                      <a:pt x="159916" y="43744"/>
                    </a:lnTo>
                    <a:lnTo>
                      <a:pt x="156276" y="36075"/>
                    </a:lnTo>
                    <a:lnTo>
                      <a:pt x="151789" y="29011"/>
                    </a:lnTo>
                    <a:lnTo>
                      <a:pt x="146436" y="22600"/>
                    </a:lnTo>
                    <a:lnTo>
                      <a:pt x="140200" y="16890"/>
                    </a:lnTo>
                    <a:lnTo>
                      <a:pt x="133061" y="11927"/>
                    </a:lnTo>
                    <a:lnTo>
                      <a:pt x="125001" y="7760"/>
                    </a:lnTo>
                    <a:lnTo>
                      <a:pt x="116002" y="4437"/>
                    </a:lnTo>
                    <a:lnTo>
                      <a:pt x="106046" y="2003"/>
                    </a:lnTo>
                    <a:lnTo>
                      <a:pt x="95113" y="509"/>
                    </a:lnTo>
                    <a:lnTo>
                      <a:pt x="83187" y="0"/>
                    </a:lnTo>
                    <a:close/>
                  </a:path>
                </a:pathLst>
              </a:custGeom>
              <a:solidFill>
                <a:srgbClr val="071A47"/>
              </a:solidFill>
              <a:ln w="10358">
                <a:solidFill>
                  <a:srgbClr val="071A47"/>
                </a:solidFill>
              </a:ln>
            </p:spPr>
          </p:sp>
          <p:sp>
            <p:nvSpPr>
              <p:cNvPr id="215" name="215 ellipse"/>
              <p:cNvSpPr/>
              <p:nvPr/>
            </p:nvSpPr>
            <p:spPr>
              <a:xfrm>
                <a:off x="12136279" y="1674019"/>
                <a:ext cx="82868" cy="88583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grpSp>
          <p:nvGrpSpPr>
            <p:cNvPr id="484" name="icon-hypothesis-215"/>
            <p:cNvGrpSpPr/>
            <p:nvPr/>
          </p:nvGrpSpPr>
          <p:grpSpPr>
            <a:xfrm>
              <a:off x="15650713" y="7860609"/>
              <a:ext cx="154355" cy="219706"/>
              <a:chOff x="12957785" y="1646337"/>
              <a:chExt cx="154355" cy="219706"/>
            </a:xfrm>
          </p:grpSpPr>
          <p:sp>
            <p:nvSpPr>
              <p:cNvPr id="216" name="216 path"/>
              <p:cNvSpPr/>
              <p:nvPr/>
            </p:nvSpPr>
            <p:spPr>
              <a:xfrm>
                <a:off x="12957785" y="1646337"/>
                <a:ext cx="154355" cy="160556"/>
              </a:xfrm>
              <a:custGeom>
                <a:avLst/>
                <a:gdLst/>
                <a:ahLst/>
                <a:cxnLst/>
                <a:rect l="0" t="0" r="0" b="0"/>
                <a:pathLst>
                  <a:path w="154355" h="160556">
                    <a:moveTo>
                      <a:pt x="15027" y="116265"/>
                    </a:moveTo>
                    <a:lnTo>
                      <a:pt x="7955" y="101279"/>
                    </a:lnTo>
                    <a:lnTo>
                      <a:pt x="3204" y="87328"/>
                    </a:lnTo>
                    <a:lnTo>
                      <a:pt x="608" y="74409"/>
                    </a:lnTo>
                    <a:lnTo>
                      <a:pt x="0" y="62524"/>
                    </a:lnTo>
                    <a:lnTo>
                      <a:pt x="1215" y="51673"/>
                    </a:lnTo>
                    <a:lnTo>
                      <a:pt x="4088" y="41855"/>
                    </a:lnTo>
                    <a:lnTo>
                      <a:pt x="8452" y="33071"/>
                    </a:lnTo>
                    <a:lnTo>
                      <a:pt x="14143" y="25320"/>
                    </a:lnTo>
                    <a:lnTo>
                      <a:pt x="20993" y="18602"/>
                    </a:lnTo>
                    <a:lnTo>
                      <a:pt x="28838" y="12918"/>
                    </a:lnTo>
                    <a:lnTo>
                      <a:pt x="37511" y="8268"/>
                    </a:lnTo>
                    <a:lnTo>
                      <a:pt x="46848" y="4651"/>
                    </a:lnTo>
                    <a:lnTo>
                      <a:pt x="56681" y="2067"/>
                    </a:lnTo>
                    <a:lnTo>
                      <a:pt x="66846" y="517"/>
                    </a:lnTo>
                    <a:lnTo>
                      <a:pt x="77177" y="0"/>
                    </a:lnTo>
                    <a:lnTo>
                      <a:pt x="87508" y="517"/>
                    </a:lnTo>
                    <a:lnTo>
                      <a:pt x="97673" y="2067"/>
                    </a:lnTo>
                    <a:lnTo>
                      <a:pt x="107507" y="4651"/>
                    </a:lnTo>
                    <a:lnTo>
                      <a:pt x="116843" y="8268"/>
                    </a:lnTo>
                    <a:lnTo>
                      <a:pt x="125517" y="12918"/>
                    </a:lnTo>
                    <a:lnTo>
                      <a:pt x="133361" y="18602"/>
                    </a:lnTo>
                    <a:lnTo>
                      <a:pt x="140212" y="25320"/>
                    </a:lnTo>
                    <a:lnTo>
                      <a:pt x="145902" y="33071"/>
                    </a:lnTo>
                    <a:lnTo>
                      <a:pt x="150266" y="41855"/>
                    </a:lnTo>
                    <a:lnTo>
                      <a:pt x="153139" y="51673"/>
                    </a:lnTo>
                    <a:lnTo>
                      <a:pt x="154355" y="62524"/>
                    </a:lnTo>
                    <a:lnTo>
                      <a:pt x="153747" y="74409"/>
                    </a:lnTo>
                    <a:lnTo>
                      <a:pt x="151150" y="87328"/>
                    </a:lnTo>
                    <a:lnTo>
                      <a:pt x="146399" y="101279"/>
                    </a:lnTo>
                    <a:lnTo>
                      <a:pt x="139328" y="116265"/>
                    </a:lnTo>
                    <a:lnTo>
                      <a:pt x="111705" y="160556"/>
                    </a:lnTo>
                    <a:lnTo>
                      <a:pt x="42649" y="160556"/>
                    </a:lnTo>
                    <a:lnTo>
                      <a:pt x="15027" y="116265"/>
                    </a:lnTo>
                  </a:path>
                </a:pathLst>
              </a:custGeom>
              <a:noFill/>
              <a:ln w="17264">
                <a:solidFill>
                  <a:srgbClr val="071A47"/>
                </a:solidFill>
              </a:ln>
            </p:spPr>
          </p:sp>
          <p:sp>
            <p:nvSpPr>
              <p:cNvPr id="217" name="217 path"/>
              <p:cNvSpPr/>
              <p:nvPr/>
            </p:nvSpPr>
            <p:spPr>
              <a:xfrm>
                <a:off x="12993529" y="1836420"/>
                <a:ext cx="82867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2867" h="95">
                    <a:moveTo>
                      <a:pt x="0" y="0"/>
                    </a:moveTo>
                    <a:lnTo>
                      <a:pt x="82867" y="0"/>
                    </a:lnTo>
                  </a:path>
                </a:pathLst>
              </a:custGeom>
              <a:noFill/>
              <a:ln w="13811">
                <a:solidFill>
                  <a:srgbClr val="071A47"/>
                </a:solidFill>
              </a:ln>
            </p:spPr>
          </p:sp>
          <p:sp>
            <p:nvSpPr>
              <p:cNvPr id="218" name="218 path"/>
              <p:cNvSpPr/>
              <p:nvPr/>
            </p:nvSpPr>
            <p:spPr>
              <a:xfrm>
                <a:off x="13014246" y="1865948"/>
                <a:ext cx="41434" cy="95"/>
              </a:xfrm>
              <a:custGeom>
                <a:avLst/>
                <a:gdLst/>
                <a:ahLst/>
                <a:cxnLst/>
                <a:rect l="0" t="0" r="0" b="0"/>
                <a:pathLst>
                  <a:path w="41434" h="95">
                    <a:moveTo>
                      <a:pt x="0" y="0"/>
                    </a:moveTo>
                    <a:lnTo>
                      <a:pt x="41434" y="0"/>
                    </a:lnTo>
                  </a:path>
                </a:pathLst>
              </a:custGeom>
              <a:noFill/>
              <a:ln w="13811">
                <a:solidFill>
                  <a:srgbClr val="071A47"/>
                </a:solidFill>
              </a:ln>
            </p:spPr>
          </p:sp>
          <p:sp>
            <p:nvSpPr>
              <p:cNvPr id="219" name="219 path"/>
              <p:cNvSpPr/>
              <p:nvPr/>
            </p:nvSpPr>
            <p:spPr>
              <a:xfrm>
                <a:off x="13000434" y="1674019"/>
                <a:ext cx="62151" cy="103346"/>
              </a:xfrm>
              <a:custGeom>
                <a:avLst/>
                <a:gdLst/>
                <a:ahLst/>
                <a:cxnLst/>
                <a:rect l="0" t="0" r="0" b="0"/>
                <a:pathLst>
                  <a:path w="62151" h="103346">
                    <a:moveTo>
                      <a:pt x="20717" y="103346"/>
                    </a:moveTo>
                    <a:lnTo>
                      <a:pt x="20717" y="59055"/>
                    </a:lnTo>
                    <a:lnTo>
                      <a:pt x="62151" y="22146"/>
                    </a:lnTo>
                    <a:lnTo>
                      <a:pt x="27623" y="0"/>
                    </a:lnTo>
                    <a:lnTo>
                      <a:pt x="0" y="22146"/>
                    </a:lnTo>
                  </a:path>
                </a:pathLst>
              </a:custGeom>
              <a:noFill/>
              <a:ln w="13811">
                <a:solidFill>
                  <a:srgbClr val="1773C3"/>
                </a:solidFill>
              </a:ln>
            </p:spPr>
          </p:sp>
        </p:grpSp>
        <p:sp>
          <p:nvSpPr>
            <p:cNvPr id="220" name="220 path"/>
            <p:cNvSpPr/>
            <p:nvPr/>
          </p:nvSpPr>
          <p:spPr>
            <a:xfrm>
              <a:off x="13589528" y="7795422"/>
              <a:ext cx="95" cy="723900"/>
            </a:xfrm>
            <a:custGeom>
              <a:avLst/>
              <a:gdLst/>
              <a:ahLst/>
              <a:cxnLst/>
              <a:rect l="0" t="0" r="0" b="0"/>
              <a:pathLst>
                <a:path w="9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9525">
              <a:solidFill>
                <a:srgbClr val="D5D9DD"/>
              </a:solidFill>
            </a:ln>
          </p:spPr>
        </p:sp>
        <p:sp>
          <p:nvSpPr>
            <p:cNvPr id="221" name="221 path"/>
            <p:cNvSpPr/>
            <p:nvPr/>
          </p:nvSpPr>
          <p:spPr>
            <a:xfrm>
              <a:off x="14446778" y="7795422"/>
              <a:ext cx="95" cy="723900"/>
            </a:xfrm>
            <a:custGeom>
              <a:avLst/>
              <a:gdLst/>
              <a:ahLst/>
              <a:cxnLst/>
              <a:rect l="0" t="0" r="0" b="0"/>
              <a:pathLst>
                <a:path w="9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9525">
              <a:solidFill>
                <a:srgbClr val="D5D9DD"/>
              </a:solidFill>
            </a:ln>
          </p:spPr>
        </p:sp>
        <p:sp>
          <p:nvSpPr>
            <p:cNvPr id="222" name="222 path"/>
            <p:cNvSpPr/>
            <p:nvPr/>
          </p:nvSpPr>
          <p:spPr>
            <a:xfrm>
              <a:off x="15294503" y="7795422"/>
              <a:ext cx="95" cy="723900"/>
            </a:xfrm>
            <a:custGeom>
              <a:avLst/>
              <a:gdLst/>
              <a:ahLst/>
              <a:cxnLst/>
              <a:rect l="0" t="0" r="0" b="0"/>
              <a:pathLst>
                <a:path w="9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9525">
              <a:solidFill>
                <a:srgbClr val="D5D9DD"/>
              </a:solidFill>
            </a:ln>
          </p:spPr>
        </p:sp>
        <p:sp>
          <p:nvSpPr>
            <p:cNvPr id="223" name="223 Code"/>
            <p:cNvSpPr/>
            <p:nvPr/>
          </p:nvSpPr>
          <p:spPr>
            <a:xfrm>
              <a:off x="12637028" y="8157372"/>
              <a:ext cx="8763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1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Code</a:t>
              </a:r>
            </a:p>
          </p:txBody>
        </p:sp>
        <p:sp>
          <p:nvSpPr>
            <p:cNvPr id="224" name="224 observations"/>
            <p:cNvSpPr/>
            <p:nvPr/>
          </p:nvSpPr>
          <p:spPr>
            <a:xfrm>
              <a:off x="12637028" y="8340728"/>
              <a:ext cx="8763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1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observations</a:t>
              </a:r>
            </a:p>
          </p:txBody>
        </p:sp>
        <p:sp>
          <p:nvSpPr>
            <p:cNvPr id="225" name="225 Test"/>
            <p:cNvSpPr/>
            <p:nvPr/>
          </p:nvSpPr>
          <p:spPr>
            <a:xfrm>
              <a:off x="13589528" y="8157372"/>
              <a:ext cx="8763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1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Test</a:t>
              </a:r>
            </a:p>
          </p:txBody>
        </p:sp>
        <p:sp>
          <p:nvSpPr>
            <p:cNvPr id="226" name="226 results"/>
            <p:cNvSpPr/>
            <p:nvPr/>
          </p:nvSpPr>
          <p:spPr>
            <a:xfrm>
              <a:off x="13589528" y="8340728"/>
              <a:ext cx="8763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1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results</a:t>
              </a:r>
            </a:p>
          </p:txBody>
        </p:sp>
        <p:sp>
          <p:nvSpPr>
            <p:cNvPr id="227" name="227 Locations"/>
            <p:cNvSpPr/>
            <p:nvPr/>
          </p:nvSpPr>
          <p:spPr>
            <a:xfrm>
              <a:off x="14437253" y="8157372"/>
              <a:ext cx="8763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1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Locations</a:t>
              </a:r>
            </a:p>
          </p:txBody>
        </p:sp>
        <p:sp>
          <p:nvSpPr>
            <p:cNvPr id="228" name="228 Hypotheses"/>
            <p:cNvSpPr/>
            <p:nvPr/>
          </p:nvSpPr>
          <p:spPr>
            <a:xfrm>
              <a:off x="15284978" y="8157372"/>
              <a:ext cx="8763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1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1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Hypotheses</a:t>
              </a:r>
            </a:p>
          </p:txBody>
        </p:sp>
        <p:sp>
          <p:nvSpPr>
            <p:cNvPr id="229" name="229 rect"/>
            <p:cNvSpPr/>
            <p:nvPr/>
          </p:nvSpPr>
          <p:spPr>
            <a:xfrm>
              <a:off x="12417953" y="5188109"/>
              <a:ext cx="3895722" cy="1604807"/>
            </a:xfrm>
            <a:prstGeom prst="roundRect">
              <a:avLst>
                <a:gd name="adj" fmla="val 9239"/>
              </a:avLst>
            </a:prstGeom>
            <a:gradFill>
              <a:gsLst>
                <a:gs pos="0">
                  <a:srgbClr val="E1F6EB"/>
                </a:gs>
                <a:gs pos="100000">
                  <a:srgbClr val="F0FCF7"/>
                </a:gs>
              </a:gsLst>
              <a:lin ang="5400000"/>
            </a:gradFill>
            <a:ln w="14288">
              <a:solidFill>
                <a:srgbClr val="00974C"/>
              </a:solidFill>
            </a:ln>
          </p:spPr>
        </p:sp>
        <p:grpSp>
          <p:nvGrpSpPr>
            <p:cNvPr id="486" name="icon-robot-229"/>
            <p:cNvGrpSpPr/>
            <p:nvPr/>
          </p:nvGrpSpPr>
          <p:grpSpPr>
            <a:xfrm>
              <a:off x="12579985" y="5313596"/>
              <a:ext cx="656122" cy="504168"/>
              <a:chOff x="10086975" y="2975610"/>
              <a:chExt cx="609600" cy="480060"/>
            </a:xfrm>
          </p:grpSpPr>
          <p:sp>
            <p:nvSpPr>
              <p:cNvPr id="230" name="230 path"/>
              <p:cNvSpPr/>
              <p:nvPr/>
            </p:nvSpPr>
            <p:spPr>
              <a:xfrm>
                <a:off x="10391775" y="3028950"/>
                <a:ext cx="95" cy="106680"/>
              </a:xfrm>
              <a:custGeom>
                <a:avLst/>
                <a:gdLst/>
                <a:ahLst/>
                <a:cxnLst/>
                <a:rect l="0" t="0" r="0" b="0"/>
                <a:pathLst>
                  <a:path w="95" h="106680">
                    <a:moveTo>
                      <a:pt x="0" y="0"/>
                    </a:moveTo>
                    <a:lnTo>
                      <a:pt x="0" y="106680"/>
                    </a:lnTo>
                  </a:path>
                </a:pathLst>
              </a:custGeom>
              <a:noFill/>
              <a:ln w="30670">
                <a:solidFill>
                  <a:srgbClr val="071A47"/>
                </a:solidFill>
              </a:ln>
            </p:spPr>
          </p:sp>
          <p:sp>
            <p:nvSpPr>
              <p:cNvPr id="231" name="231 ellipse"/>
              <p:cNvSpPr/>
              <p:nvPr/>
            </p:nvSpPr>
            <p:spPr>
              <a:xfrm>
                <a:off x="10353675" y="2975610"/>
                <a:ext cx="76200" cy="66675"/>
              </a:xfrm>
              <a:prstGeom prst="ellipse">
                <a:avLst/>
              </a:prstGeom>
              <a:solidFill>
                <a:srgbClr val="FFFFFF"/>
              </a:solidFill>
              <a:ln w="24003">
                <a:solidFill>
                  <a:srgbClr val="071A47"/>
                </a:solidFill>
              </a:ln>
            </p:spPr>
          </p:sp>
          <p:sp>
            <p:nvSpPr>
              <p:cNvPr id="232" name="232 rect"/>
              <p:cNvSpPr/>
              <p:nvPr/>
            </p:nvSpPr>
            <p:spPr>
              <a:xfrm>
                <a:off x="10086975" y="3228975"/>
                <a:ext cx="76200" cy="146685"/>
              </a:xfrm>
              <a:prstGeom prst="roundRect">
                <a:avLst>
                  <a:gd name="adj" fmla="val 35000"/>
                </a:avLst>
              </a:prstGeom>
              <a:solidFill>
                <a:srgbClr val="9CE3AF"/>
              </a:solidFill>
              <a:ln w="26670">
                <a:solidFill>
                  <a:srgbClr val="071A47"/>
                </a:solidFill>
              </a:ln>
            </p:spPr>
          </p:sp>
          <p:sp>
            <p:nvSpPr>
              <p:cNvPr id="233" name="233 rect"/>
              <p:cNvSpPr/>
              <p:nvPr/>
            </p:nvSpPr>
            <p:spPr>
              <a:xfrm>
                <a:off x="10620375" y="3228975"/>
                <a:ext cx="76200" cy="146685"/>
              </a:xfrm>
              <a:prstGeom prst="roundRect">
                <a:avLst>
                  <a:gd name="adj" fmla="val 35000"/>
                </a:avLst>
              </a:prstGeom>
              <a:solidFill>
                <a:srgbClr val="9CE3AF"/>
              </a:solidFill>
              <a:ln w="26670">
                <a:solidFill>
                  <a:srgbClr val="071A47"/>
                </a:solidFill>
              </a:ln>
            </p:spPr>
          </p:sp>
          <p:sp>
            <p:nvSpPr>
              <p:cNvPr id="234" name="234 rect"/>
              <p:cNvSpPr/>
              <p:nvPr/>
            </p:nvSpPr>
            <p:spPr>
              <a:xfrm>
                <a:off x="10163175" y="3122295"/>
                <a:ext cx="457200" cy="333375"/>
              </a:xfrm>
              <a:prstGeom prst="roundRect">
                <a:avLst>
                  <a:gd name="adj" fmla="val 2800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9CE3AF"/>
                  </a:gs>
                </a:gsLst>
                <a:lin ang="5400000"/>
              </a:gradFill>
              <a:ln w="29337">
                <a:solidFill>
                  <a:srgbClr val="071A47"/>
                </a:solidFill>
              </a:ln>
            </p:spPr>
          </p:sp>
          <p:sp>
            <p:nvSpPr>
              <p:cNvPr id="235" name="235 rect"/>
              <p:cNvSpPr/>
              <p:nvPr/>
            </p:nvSpPr>
            <p:spPr>
              <a:xfrm>
                <a:off x="10239375" y="3202305"/>
                <a:ext cx="304800" cy="160020"/>
              </a:xfrm>
              <a:prstGeom prst="roundRect">
                <a:avLst>
                  <a:gd name="adj" fmla="val 33333"/>
                </a:avLst>
              </a:prstGeom>
              <a:solidFill>
                <a:srgbClr val="15154A"/>
              </a:solidFill>
              <a:ln w="13335">
                <a:solidFill>
                  <a:srgbClr val="071A47"/>
                </a:solidFill>
              </a:ln>
            </p:spPr>
          </p:sp>
          <p:sp>
            <p:nvSpPr>
              <p:cNvPr id="236" name="236 ellipse"/>
              <p:cNvSpPr/>
              <p:nvPr/>
            </p:nvSpPr>
            <p:spPr>
              <a:xfrm>
                <a:off x="10300335" y="3242310"/>
                <a:ext cx="60960" cy="66675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37" name="237 ellipse"/>
              <p:cNvSpPr/>
              <p:nvPr/>
            </p:nvSpPr>
            <p:spPr>
              <a:xfrm>
                <a:off x="10437495" y="3242310"/>
                <a:ext cx="60960" cy="66675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238" name="238 Repair Agent"/>
            <p:cNvSpPr/>
            <p:nvPr/>
          </p:nvSpPr>
          <p:spPr>
            <a:xfrm>
              <a:off x="13357817" y="5298690"/>
              <a:ext cx="2665494" cy="33137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092B2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175" b="1" dirty="0">
                  <a:solidFill>
                    <a:srgbClr val="092B2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Repair Agent</a:t>
              </a:r>
            </a:p>
          </p:txBody>
        </p:sp>
        <p:sp>
          <p:nvSpPr>
            <p:cNvPr id="239" name="239 Patch and Validate"/>
            <p:cNvSpPr/>
            <p:nvPr/>
          </p:nvSpPr>
          <p:spPr>
            <a:xfrm>
              <a:off x="13357817" y="5639648"/>
              <a:ext cx="2655242" cy="26281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725" b="0">
                  <a:solidFill>
                    <a:srgbClr val="12332D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725" b="1">
                  <a:solidFill>
                    <a:srgbClr val="12332D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Patch and Validate</a:t>
              </a:r>
            </a:p>
          </p:txBody>
        </p:sp>
        <p:sp>
          <p:nvSpPr>
            <p:cNvPr id="240" name="240 rect"/>
            <p:cNvSpPr/>
            <p:nvPr/>
          </p:nvSpPr>
          <p:spPr>
            <a:xfrm>
              <a:off x="12581983" y="5952961"/>
              <a:ext cx="3567661" cy="801712"/>
            </a:xfrm>
            <a:prstGeom prst="roundRect">
              <a:avLst>
                <a:gd name="adj" fmla="val 11494"/>
              </a:avLst>
            </a:prstGeom>
            <a:solidFill>
              <a:srgbClr val="FDFFFE"/>
            </a:solidFill>
            <a:ln w="9525">
              <a:solidFill>
                <a:srgbClr val="CBE7DC"/>
              </a:solidFill>
            </a:ln>
          </p:spPr>
        </p:sp>
        <p:sp>
          <p:nvSpPr>
            <p:cNvPr id="241" name="241 rect"/>
            <p:cNvSpPr/>
            <p:nvPr/>
          </p:nvSpPr>
          <p:spPr>
            <a:xfrm>
              <a:off x="12705006" y="6063542"/>
              <a:ext cx="3331867" cy="239592"/>
            </a:xfrm>
            <a:prstGeom prst="roundRect">
              <a:avLst>
                <a:gd name="adj" fmla="val 7692"/>
              </a:avLst>
            </a:prstGeom>
            <a:solidFill>
              <a:srgbClr val="FFE7E9"/>
            </a:solidFill>
            <a:ln w="0">
              <a:noFill/>
            </a:ln>
          </p:spPr>
        </p:sp>
        <p:sp>
          <p:nvSpPr>
            <p:cNvPr id="242" name="242 rect"/>
            <p:cNvSpPr/>
            <p:nvPr/>
          </p:nvSpPr>
          <p:spPr>
            <a:xfrm>
              <a:off x="12705006" y="6303134"/>
              <a:ext cx="3331867" cy="248807"/>
            </a:xfrm>
            <a:prstGeom prst="roundRect">
              <a:avLst>
                <a:gd name="adj" fmla="val 7407"/>
              </a:avLst>
            </a:prstGeom>
            <a:solidFill>
              <a:srgbClr val="D5F3E5"/>
            </a:solidFill>
            <a:ln w="0">
              <a:noFill/>
            </a:ln>
          </p:spPr>
        </p:sp>
        <p:sp>
          <p:nvSpPr>
            <p:cNvPr id="243" name="243 -  loss = x.sum()"/>
            <p:cNvSpPr/>
            <p:nvPr/>
          </p:nvSpPr>
          <p:spPr>
            <a:xfrm>
              <a:off x="12787021" y="6081972"/>
              <a:ext cx="3085822" cy="21710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AD061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4" b="1">
                  <a:solidFill>
                    <a:srgbClr val="AD061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  loss = x.sum()</a:t>
              </a:r>
            </a:p>
          </p:txBody>
        </p:sp>
        <p:sp>
          <p:nvSpPr>
            <p:cNvPr id="244" name="244 +  loss = x.mean()"/>
            <p:cNvSpPr/>
            <p:nvPr/>
          </p:nvSpPr>
          <p:spPr>
            <a:xfrm>
              <a:off x="12787021" y="6321564"/>
              <a:ext cx="3085822" cy="21710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124835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4" b="1">
                  <a:solidFill>
                    <a:srgbClr val="124835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+  loss = x.mean()</a:t>
              </a:r>
            </a:p>
          </p:txBody>
        </p:sp>
        <p:sp>
          <p:nvSpPr>
            <p:cNvPr id="245" name="245 …"/>
            <p:cNvSpPr/>
            <p:nvPr/>
          </p:nvSpPr>
          <p:spPr>
            <a:xfrm>
              <a:off x="13053571" y="6505866"/>
              <a:ext cx="2357937" cy="2399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</a:p>
          </p:txBody>
        </p:sp>
        <p:sp>
          <p:nvSpPr>
            <p:cNvPr id="246" name="246 rect"/>
            <p:cNvSpPr/>
            <p:nvPr/>
          </p:nvSpPr>
          <p:spPr>
            <a:xfrm>
              <a:off x="10422471" y="3782801"/>
              <a:ext cx="6035677" cy="733425"/>
            </a:xfrm>
            <a:prstGeom prst="roundRect">
              <a:avLst>
                <a:gd name="adj" fmla="val 20779"/>
              </a:avLst>
            </a:prstGeom>
            <a:gradFill>
              <a:gsLst>
                <a:gs pos="0">
                  <a:srgbClr val="C3E4FF"/>
                </a:gs>
                <a:gs pos="100000">
                  <a:srgbClr val="E0F2FF"/>
                </a:gs>
              </a:gsLst>
              <a:lin ang="5400000"/>
            </a:gradFill>
            <a:ln w="14288">
              <a:solidFill>
                <a:srgbClr val="168FFF"/>
              </a:solidFill>
            </a:ln>
          </p:spPr>
        </p:sp>
        <p:grpSp>
          <p:nvGrpSpPr>
            <p:cNvPr id="488" name="icon-orchestrator-246"/>
            <p:cNvGrpSpPr/>
            <p:nvPr/>
          </p:nvGrpSpPr>
          <p:grpSpPr>
            <a:xfrm>
              <a:off x="10511146" y="3976696"/>
              <a:ext cx="428625" cy="325040"/>
              <a:chOff x="5281613" y="5371624"/>
              <a:chExt cx="428625" cy="325040"/>
            </a:xfrm>
          </p:grpSpPr>
          <p:sp>
            <p:nvSpPr>
              <p:cNvPr id="247" name="247 path"/>
              <p:cNvSpPr/>
              <p:nvPr/>
            </p:nvSpPr>
            <p:spPr>
              <a:xfrm>
                <a:off x="5329238" y="5427345"/>
                <a:ext cx="166688" cy="213598"/>
              </a:xfrm>
              <a:custGeom>
                <a:avLst/>
                <a:gdLst/>
                <a:ahLst/>
                <a:cxnLst/>
                <a:rect l="0" t="0" r="0" b="0"/>
                <a:pathLst>
                  <a:path w="166688" h="213598">
                    <a:moveTo>
                      <a:pt x="166688" y="0"/>
                    </a:moveTo>
                    <a:lnTo>
                      <a:pt x="166688" y="102156"/>
                    </a:lnTo>
                    <a:lnTo>
                      <a:pt x="0" y="102156"/>
                    </a:lnTo>
                    <a:lnTo>
                      <a:pt x="0" y="213598"/>
                    </a:lnTo>
                  </a:path>
                </a:pathLst>
              </a:custGeom>
              <a:noFill/>
              <a:ln w="23217">
                <a:solidFill>
                  <a:srgbClr val="003496"/>
                </a:solidFill>
              </a:ln>
            </p:spPr>
          </p:sp>
          <p:sp>
            <p:nvSpPr>
              <p:cNvPr id="248" name="248 path"/>
              <p:cNvSpPr/>
              <p:nvPr/>
            </p:nvSpPr>
            <p:spPr>
              <a:xfrm>
                <a:off x="5495925" y="5529501"/>
                <a:ext cx="166688" cy="111443"/>
              </a:xfrm>
              <a:custGeom>
                <a:avLst/>
                <a:gdLst/>
                <a:ahLst/>
                <a:cxnLst/>
                <a:rect l="0" t="0" r="0" b="0"/>
                <a:pathLst>
                  <a:path w="166688" h="111443">
                    <a:moveTo>
                      <a:pt x="0" y="0"/>
                    </a:moveTo>
                    <a:lnTo>
                      <a:pt x="166688" y="0"/>
                    </a:lnTo>
                    <a:lnTo>
                      <a:pt x="166688" y="111443"/>
                    </a:lnTo>
                  </a:path>
                </a:pathLst>
              </a:custGeom>
              <a:noFill/>
              <a:ln w="23217">
                <a:solidFill>
                  <a:srgbClr val="003496"/>
                </a:solidFill>
              </a:ln>
            </p:spPr>
          </p:sp>
          <p:sp>
            <p:nvSpPr>
              <p:cNvPr id="249" name="249 path"/>
              <p:cNvSpPr/>
              <p:nvPr/>
            </p:nvSpPr>
            <p:spPr>
              <a:xfrm>
                <a:off x="5495925" y="5529501"/>
                <a:ext cx="95" cy="111443"/>
              </a:xfrm>
              <a:custGeom>
                <a:avLst/>
                <a:gdLst/>
                <a:ahLst/>
                <a:cxnLst/>
                <a:rect l="0" t="0" r="0" b="0"/>
                <a:pathLst>
                  <a:path w="95" h="111443">
                    <a:moveTo>
                      <a:pt x="0" y="0"/>
                    </a:moveTo>
                    <a:lnTo>
                      <a:pt x="0" y="111443"/>
                    </a:lnTo>
                  </a:path>
                </a:pathLst>
              </a:custGeom>
              <a:noFill/>
              <a:ln w="23217">
                <a:solidFill>
                  <a:srgbClr val="003496"/>
                </a:solidFill>
              </a:ln>
            </p:spPr>
          </p:sp>
          <p:sp>
            <p:nvSpPr>
              <p:cNvPr id="250" name="250 ellipse"/>
              <p:cNvSpPr/>
              <p:nvPr/>
            </p:nvSpPr>
            <p:spPr>
              <a:xfrm>
                <a:off x="5448300" y="5371624"/>
                <a:ext cx="95250" cy="74295"/>
              </a:xfrm>
              <a:prstGeom prst="ellipse">
                <a:avLst/>
              </a:prstGeom>
              <a:solidFill>
                <a:srgbClr val="77C8FF"/>
              </a:solidFill>
              <a:ln w="23217">
                <a:solidFill>
                  <a:srgbClr val="003496"/>
                </a:solidFill>
              </a:ln>
            </p:spPr>
          </p:sp>
          <p:sp>
            <p:nvSpPr>
              <p:cNvPr id="251" name="251 ellipse"/>
              <p:cNvSpPr/>
              <p:nvPr/>
            </p:nvSpPr>
            <p:spPr>
              <a:xfrm>
                <a:off x="5281613" y="5622369"/>
                <a:ext cx="95250" cy="74295"/>
              </a:xfrm>
              <a:prstGeom prst="ellipse">
                <a:avLst/>
              </a:prstGeom>
              <a:solidFill>
                <a:srgbClr val="77C8FF"/>
              </a:solidFill>
              <a:ln w="23217">
                <a:solidFill>
                  <a:srgbClr val="003496"/>
                </a:solidFill>
              </a:ln>
            </p:spPr>
          </p:sp>
          <p:sp>
            <p:nvSpPr>
              <p:cNvPr id="252" name="252 ellipse"/>
              <p:cNvSpPr/>
              <p:nvPr/>
            </p:nvSpPr>
            <p:spPr>
              <a:xfrm>
                <a:off x="5448300" y="5622369"/>
                <a:ext cx="95250" cy="74295"/>
              </a:xfrm>
              <a:prstGeom prst="ellipse">
                <a:avLst/>
              </a:prstGeom>
              <a:solidFill>
                <a:srgbClr val="77C8FF"/>
              </a:solidFill>
              <a:ln w="23217">
                <a:solidFill>
                  <a:srgbClr val="003496"/>
                </a:solidFill>
              </a:ln>
            </p:spPr>
          </p:sp>
          <p:sp>
            <p:nvSpPr>
              <p:cNvPr id="253" name="253 ellipse"/>
              <p:cNvSpPr/>
              <p:nvPr/>
            </p:nvSpPr>
            <p:spPr>
              <a:xfrm>
                <a:off x="5614988" y="5622369"/>
                <a:ext cx="95250" cy="74295"/>
              </a:xfrm>
              <a:prstGeom prst="ellipse">
                <a:avLst/>
              </a:prstGeom>
              <a:solidFill>
                <a:srgbClr val="77C8FF"/>
              </a:solidFill>
              <a:ln w="23217">
                <a:solidFill>
                  <a:srgbClr val="003496"/>
                </a:solidFill>
              </a:ln>
            </p:spPr>
          </p:sp>
        </p:grpSp>
        <p:sp>
          <p:nvSpPr>
            <p:cNvPr id="254" name="254 Orchestrator"/>
            <p:cNvSpPr/>
            <p:nvPr/>
          </p:nvSpPr>
          <p:spPr>
            <a:xfrm>
              <a:off x="11098216" y="3964948"/>
              <a:ext cx="1943100" cy="3779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40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40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Orchestrator</a:t>
              </a:r>
            </a:p>
          </p:txBody>
        </p:sp>
        <p:sp>
          <p:nvSpPr>
            <p:cNvPr id="256" name="256 path"/>
            <p:cNvSpPr/>
            <p:nvPr/>
          </p:nvSpPr>
          <p:spPr>
            <a:xfrm>
              <a:off x="13073942" y="3987300"/>
              <a:ext cx="95" cy="323850"/>
            </a:xfrm>
            <a:custGeom>
              <a:avLst/>
              <a:gdLst/>
              <a:ahLst/>
              <a:cxnLst/>
              <a:rect l="0" t="0" r="0" b="0"/>
              <a:pathLst>
                <a:path w="9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10478">
              <a:solidFill>
                <a:srgbClr val="3097F1"/>
              </a:solidFill>
            </a:ln>
          </p:spPr>
        </p:sp>
        <p:sp>
          <p:nvSpPr>
            <p:cNvPr id="257" name="257 path"/>
            <p:cNvSpPr/>
            <p:nvPr/>
          </p:nvSpPr>
          <p:spPr>
            <a:xfrm>
              <a:off x="14512926" y="3987300"/>
              <a:ext cx="95" cy="323850"/>
            </a:xfrm>
            <a:custGeom>
              <a:avLst/>
              <a:gdLst/>
              <a:ahLst/>
              <a:cxnLst/>
              <a:rect l="0" t="0" r="0" b="0"/>
              <a:pathLst>
                <a:path w="9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10478">
              <a:solidFill>
                <a:srgbClr val="3097F1"/>
              </a:solidFill>
            </a:ln>
          </p:spPr>
        </p:sp>
        <p:sp>
          <p:nvSpPr>
            <p:cNvPr id="258" name="258 Execute"/>
            <p:cNvSpPr/>
            <p:nvPr/>
          </p:nvSpPr>
          <p:spPr>
            <a:xfrm>
              <a:off x="13243458" y="4019304"/>
              <a:ext cx="1047750" cy="2598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6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Execute</a:t>
              </a:r>
            </a:p>
          </p:txBody>
        </p:sp>
        <p:sp>
          <p:nvSpPr>
            <p:cNvPr id="260" name="260 Coordinate Agents"/>
            <p:cNvSpPr/>
            <p:nvPr/>
          </p:nvSpPr>
          <p:spPr>
            <a:xfrm>
              <a:off x="14424034" y="4026833"/>
              <a:ext cx="2076450" cy="2598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6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Coordinate Agents</a:t>
              </a:r>
            </a:p>
          </p:txBody>
        </p:sp>
        <p:sp>
          <p:nvSpPr>
            <p:cNvPr id="279" name="279 revised"/>
            <p:cNvSpPr/>
            <p:nvPr/>
          </p:nvSpPr>
          <p:spPr>
            <a:xfrm>
              <a:off x="13661457" y="4619795"/>
              <a:ext cx="1133475" cy="4434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</a:t>
              </a:r>
              <a:r>
                <a:rPr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evised</a:t>
              </a:r>
              <a:endParaRPr lang="en-US" sz="1424" b="1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altLang="zh-CN"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program</a:t>
              </a:r>
              <a:endParaRPr sz="1424" b="1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83" name="283 execute"/>
            <p:cNvSpPr/>
            <p:nvPr/>
          </p:nvSpPr>
          <p:spPr>
            <a:xfrm>
              <a:off x="15060512" y="4585993"/>
              <a:ext cx="1238250" cy="5323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</a:t>
              </a:r>
              <a:r>
                <a:rPr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xecute</a:t>
              </a:r>
              <a:endParaRPr lang="en-US" sz="1424" b="1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altLang="zh-CN"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&amp; validate</a:t>
              </a:r>
            </a:p>
          </p:txBody>
        </p:sp>
        <p:sp>
          <p:nvSpPr>
            <p:cNvPr id="335" name="335 rect"/>
            <p:cNvSpPr/>
            <p:nvPr/>
          </p:nvSpPr>
          <p:spPr>
            <a:xfrm>
              <a:off x="4732340" y="9181474"/>
              <a:ext cx="13858872" cy="2073015"/>
            </a:xfrm>
            <a:prstGeom prst="roundRect">
              <a:avLst>
                <a:gd name="adj" fmla="val 5385"/>
              </a:avLst>
            </a:prstGeom>
            <a:gradFill>
              <a:gsLst>
                <a:gs pos="0">
                  <a:srgbClr val="EEE9FF"/>
                </a:gs>
                <a:gs pos="100000">
                  <a:srgbClr val="F6F3FF"/>
                </a:gs>
              </a:gsLst>
              <a:lin ang="5400000"/>
            </a:gradFill>
            <a:ln w="14288">
              <a:solidFill>
                <a:srgbClr val="947AFF"/>
              </a:solidFill>
            </a:ln>
          </p:spPr>
        </p:sp>
        <p:sp>
          <p:nvSpPr>
            <p:cNvPr id="343" name="343 Repository Context Management"/>
            <p:cNvSpPr/>
            <p:nvPr/>
          </p:nvSpPr>
          <p:spPr>
            <a:xfrm>
              <a:off x="4980522" y="9418707"/>
              <a:ext cx="1594904" cy="13385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175" b="1">
                  <a:solidFill>
                    <a:srgbClr val="110F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175" b="1" dirty="0">
                  <a:solidFill>
                    <a:srgbClr val="110F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Repo</a:t>
              </a:r>
              <a:r>
                <a:rPr lang="en-US" sz="2175" b="1" dirty="0">
                  <a:solidFill>
                    <a:srgbClr val="110F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sitory</a:t>
              </a:r>
            </a:p>
            <a:p>
              <a:pPr algn="l">
                <a:defRPr sz="2175" b="1">
                  <a:solidFill>
                    <a:srgbClr val="110F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2175" b="1" dirty="0">
                  <a:solidFill>
                    <a:srgbClr val="110F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Context</a:t>
              </a:r>
              <a:endParaRPr lang="en-US" sz="2175" b="1" dirty="0">
                <a:solidFill>
                  <a:srgbClr val="110F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>
                <a:defRPr sz="2175" b="1">
                  <a:solidFill>
                    <a:srgbClr val="110F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altLang="zh-CN" sz="2175" b="1" dirty="0">
                  <a:solidFill>
                    <a:srgbClr val="110F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Management</a:t>
              </a:r>
              <a:endParaRPr sz="2175" b="1" dirty="0">
                <a:solidFill>
                  <a:srgbClr val="110F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46" name="346 rect"/>
            <p:cNvSpPr/>
            <p:nvPr/>
          </p:nvSpPr>
          <p:spPr>
            <a:xfrm>
              <a:off x="13076237" y="9301865"/>
              <a:ext cx="5391150" cy="1828800"/>
            </a:xfrm>
            <a:prstGeom prst="roundRect">
              <a:avLst>
                <a:gd name="adj" fmla="val 5208"/>
              </a:avLst>
            </a:prstGeom>
            <a:solidFill>
              <a:srgbClr val="FCFBFF"/>
            </a:solidFill>
            <a:ln w="10478">
              <a:solidFill>
                <a:srgbClr val="C7B9FF"/>
              </a:solidFill>
            </a:ln>
          </p:spPr>
        </p:sp>
        <p:sp>
          <p:nvSpPr>
            <p:cNvPr id="402" name="402 Evidence Retrieval &amp; Context Reconstruction"/>
            <p:cNvSpPr/>
            <p:nvPr/>
          </p:nvSpPr>
          <p:spPr>
            <a:xfrm>
              <a:off x="13314680" y="9349493"/>
              <a:ext cx="5080002" cy="2598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650" b="1">
                  <a:solidFill>
                    <a:srgbClr val="100C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1" dirty="0">
                  <a:solidFill>
                    <a:srgbClr val="100C59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Evidence Retrieval &amp; Context Reconstruction</a:t>
              </a:r>
            </a:p>
          </p:txBody>
        </p:sp>
        <p:grpSp>
          <p:nvGrpSpPr>
            <p:cNvPr id="508" name="database-402"/>
            <p:cNvGrpSpPr/>
            <p:nvPr/>
          </p:nvGrpSpPr>
          <p:grpSpPr>
            <a:xfrm>
              <a:off x="13891000" y="9955631"/>
              <a:ext cx="427561" cy="568643"/>
              <a:chOff x="10706100" y="7343775"/>
              <a:chExt cx="619220" cy="847725"/>
            </a:xfrm>
          </p:grpSpPr>
          <p:sp>
            <p:nvSpPr>
              <p:cNvPr id="403" name="403 rect"/>
              <p:cNvSpPr/>
              <p:nvPr/>
            </p:nvSpPr>
            <p:spPr>
              <a:xfrm>
                <a:off x="10706100" y="7453979"/>
                <a:ext cx="619125" cy="618839"/>
              </a:xfrm>
              <a:prstGeom prst="rect">
                <a:avLst/>
              </a:prstGeom>
              <a:gradFill>
                <a:gsLst>
                  <a:gs pos="0">
                    <a:srgbClr val="B4A0EB"/>
                  </a:gs>
                  <a:gs pos="100000">
                    <a:srgbClr val="7551CB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404" name="404 ellipse"/>
              <p:cNvSpPr/>
              <p:nvPr/>
            </p:nvSpPr>
            <p:spPr>
              <a:xfrm>
                <a:off x="10706100" y="7962614"/>
                <a:ext cx="619125" cy="228886"/>
              </a:xfrm>
              <a:prstGeom prst="ellipse">
                <a:avLst/>
              </a:prstGeom>
              <a:solidFill>
                <a:srgbClr val="7958CA"/>
              </a:solidFill>
              <a:ln w="13335">
                <a:solidFill>
                  <a:srgbClr val="6944BD"/>
                </a:solidFill>
              </a:ln>
            </p:spPr>
          </p:sp>
          <p:sp>
            <p:nvSpPr>
              <p:cNvPr id="405" name="405 path"/>
              <p:cNvSpPr/>
              <p:nvPr/>
            </p:nvSpPr>
            <p:spPr>
              <a:xfrm>
                <a:off x="10706100" y="7665911"/>
                <a:ext cx="619125" cy="127159"/>
              </a:xfrm>
              <a:custGeom>
                <a:avLst/>
                <a:gdLst/>
                <a:ahLst/>
                <a:cxnLst/>
                <a:rect l="0" t="0" r="0" b="0"/>
                <a:pathLst>
                  <a:path w="619125" h="127159">
                    <a:moveTo>
                      <a:pt x="0" y="0"/>
                    </a:moveTo>
                    <a:lnTo>
                      <a:pt x="9838" y="16389"/>
                    </a:lnTo>
                    <a:lnTo>
                      <a:pt x="21911" y="31648"/>
                    </a:lnTo>
                    <a:lnTo>
                      <a:pt x="36058" y="45777"/>
                    </a:lnTo>
                    <a:lnTo>
                      <a:pt x="52120" y="58776"/>
                    </a:lnTo>
                    <a:lnTo>
                      <a:pt x="69938" y="70644"/>
                    </a:lnTo>
                    <a:lnTo>
                      <a:pt x="89352" y="81382"/>
                    </a:lnTo>
                    <a:lnTo>
                      <a:pt x="110202" y="90989"/>
                    </a:lnTo>
                    <a:lnTo>
                      <a:pt x="132329" y="99466"/>
                    </a:lnTo>
                    <a:lnTo>
                      <a:pt x="155574" y="106813"/>
                    </a:lnTo>
                    <a:lnTo>
                      <a:pt x="179776" y="113030"/>
                    </a:lnTo>
                    <a:lnTo>
                      <a:pt x="204775" y="118116"/>
                    </a:lnTo>
                    <a:lnTo>
                      <a:pt x="230414" y="122072"/>
                    </a:lnTo>
                    <a:lnTo>
                      <a:pt x="256531" y="124898"/>
                    </a:lnTo>
                    <a:lnTo>
                      <a:pt x="282967" y="126594"/>
                    </a:lnTo>
                    <a:lnTo>
                      <a:pt x="309563" y="127159"/>
                    </a:lnTo>
                    <a:lnTo>
                      <a:pt x="336158" y="126594"/>
                    </a:lnTo>
                    <a:lnTo>
                      <a:pt x="362594" y="124898"/>
                    </a:lnTo>
                    <a:lnTo>
                      <a:pt x="388711" y="122072"/>
                    </a:lnTo>
                    <a:lnTo>
                      <a:pt x="414350" y="118116"/>
                    </a:lnTo>
                    <a:lnTo>
                      <a:pt x="439349" y="113030"/>
                    </a:lnTo>
                    <a:lnTo>
                      <a:pt x="463551" y="106813"/>
                    </a:lnTo>
                    <a:lnTo>
                      <a:pt x="486796" y="99466"/>
                    </a:lnTo>
                    <a:lnTo>
                      <a:pt x="508923" y="90989"/>
                    </a:lnTo>
                    <a:lnTo>
                      <a:pt x="529773" y="81382"/>
                    </a:lnTo>
                    <a:lnTo>
                      <a:pt x="549187" y="70644"/>
                    </a:lnTo>
                    <a:lnTo>
                      <a:pt x="567005" y="58776"/>
                    </a:lnTo>
                    <a:lnTo>
                      <a:pt x="583067" y="45777"/>
                    </a:lnTo>
                    <a:lnTo>
                      <a:pt x="597214" y="31648"/>
                    </a:lnTo>
                    <a:lnTo>
                      <a:pt x="609287" y="16389"/>
                    </a:lnTo>
                    <a:lnTo>
                      <a:pt x="619125" y="0"/>
                    </a:lnTo>
                  </a:path>
                </a:pathLst>
              </a:custGeom>
              <a:noFill/>
              <a:ln w="15240">
                <a:solidFill>
                  <a:srgbClr val="FFFFFF"/>
                </a:solidFill>
              </a:ln>
            </p:spPr>
          </p:sp>
          <p:sp>
            <p:nvSpPr>
              <p:cNvPr id="406" name="406 path"/>
              <p:cNvSpPr/>
              <p:nvPr/>
            </p:nvSpPr>
            <p:spPr>
              <a:xfrm>
                <a:off x="10706100" y="7886319"/>
                <a:ext cx="619125" cy="127159"/>
              </a:xfrm>
              <a:custGeom>
                <a:avLst/>
                <a:gdLst/>
                <a:ahLst/>
                <a:cxnLst/>
                <a:rect l="0" t="0" r="0" b="0"/>
                <a:pathLst>
                  <a:path w="619125" h="127159">
                    <a:moveTo>
                      <a:pt x="0" y="0"/>
                    </a:moveTo>
                    <a:lnTo>
                      <a:pt x="9838" y="16389"/>
                    </a:lnTo>
                    <a:lnTo>
                      <a:pt x="21911" y="31648"/>
                    </a:lnTo>
                    <a:lnTo>
                      <a:pt x="36058" y="45777"/>
                    </a:lnTo>
                    <a:lnTo>
                      <a:pt x="52120" y="58776"/>
                    </a:lnTo>
                    <a:lnTo>
                      <a:pt x="69938" y="70644"/>
                    </a:lnTo>
                    <a:lnTo>
                      <a:pt x="89352" y="81382"/>
                    </a:lnTo>
                    <a:lnTo>
                      <a:pt x="110202" y="90989"/>
                    </a:lnTo>
                    <a:lnTo>
                      <a:pt x="132329" y="99466"/>
                    </a:lnTo>
                    <a:lnTo>
                      <a:pt x="155574" y="106813"/>
                    </a:lnTo>
                    <a:lnTo>
                      <a:pt x="179776" y="113030"/>
                    </a:lnTo>
                    <a:lnTo>
                      <a:pt x="204775" y="118116"/>
                    </a:lnTo>
                    <a:lnTo>
                      <a:pt x="230414" y="122072"/>
                    </a:lnTo>
                    <a:lnTo>
                      <a:pt x="256531" y="124898"/>
                    </a:lnTo>
                    <a:lnTo>
                      <a:pt x="282967" y="126594"/>
                    </a:lnTo>
                    <a:lnTo>
                      <a:pt x="309563" y="127159"/>
                    </a:lnTo>
                    <a:lnTo>
                      <a:pt x="336158" y="126594"/>
                    </a:lnTo>
                    <a:lnTo>
                      <a:pt x="362594" y="124898"/>
                    </a:lnTo>
                    <a:lnTo>
                      <a:pt x="388711" y="122072"/>
                    </a:lnTo>
                    <a:lnTo>
                      <a:pt x="414350" y="118116"/>
                    </a:lnTo>
                    <a:lnTo>
                      <a:pt x="439349" y="113030"/>
                    </a:lnTo>
                    <a:lnTo>
                      <a:pt x="463551" y="106813"/>
                    </a:lnTo>
                    <a:lnTo>
                      <a:pt x="486796" y="99466"/>
                    </a:lnTo>
                    <a:lnTo>
                      <a:pt x="508923" y="90989"/>
                    </a:lnTo>
                    <a:lnTo>
                      <a:pt x="529773" y="81382"/>
                    </a:lnTo>
                    <a:lnTo>
                      <a:pt x="549187" y="70644"/>
                    </a:lnTo>
                    <a:lnTo>
                      <a:pt x="567005" y="58776"/>
                    </a:lnTo>
                    <a:lnTo>
                      <a:pt x="583067" y="45777"/>
                    </a:lnTo>
                    <a:lnTo>
                      <a:pt x="597214" y="31648"/>
                    </a:lnTo>
                    <a:lnTo>
                      <a:pt x="609287" y="16389"/>
                    </a:lnTo>
                    <a:lnTo>
                      <a:pt x="619125" y="0"/>
                    </a:lnTo>
                  </a:path>
                </a:pathLst>
              </a:custGeom>
              <a:noFill/>
              <a:ln w="15240">
                <a:solidFill>
                  <a:srgbClr val="FFFFFF"/>
                </a:solidFill>
              </a:ln>
            </p:spPr>
          </p:sp>
          <p:sp>
            <p:nvSpPr>
              <p:cNvPr id="407" name="407 ellipse"/>
              <p:cNvSpPr/>
              <p:nvPr/>
            </p:nvSpPr>
            <p:spPr>
              <a:xfrm>
                <a:off x="10706100" y="7343775"/>
                <a:ext cx="619125" cy="237363"/>
              </a:xfrm>
              <a:prstGeom prst="ellipse">
                <a:avLst/>
              </a:prstGeom>
              <a:solidFill>
                <a:srgbClr val="BBA9EF"/>
              </a:solidFill>
              <a:ln w="13335">
                <a:solidFill>
                  <a:srgbClr val="8963D6"/>
                </a:solidFill>
              </a:ln>
            </p:spPr>
          </p:sp>
          <p:sp>
            <p:nvSpPr>
              <p:cNvPr id="408" name="408 path"/>
              <p:cNvSpPr/>
              <p:nvPr/>
            </p:nvSpPr>
            <p:spPr>
              <a:xfrm>
                <a:off x="10706100" y="7462457"/>
                <a:ext cx="95" cy="601885"/>
              </a:xfrm>
              <a:custGeom>
                <a:avLst/>
                <a:gdLst/>
                <a:ahLst/>
                <a:cxnLst/>
                <a:rect l="0" t="0" r="0" b="0"/>
                <a:pathLst>
                  <a:path w="95" h="601885">
                    <a:moveTo>
                      <a:pt x="0" y="0"/>
                    </a:moveTo>
                    <a:lnTo>
                      <a:pt x="0" y="601885"/>
                    </a:lnTo>
                  </a:path>
                </a:pathLst>
              </a:custGeom>
              <a:noFill/>
              <a:ln w="11430">
                <a:solidFill>
                  <a:srgbClr val="8963D6"/>
                </a:solidFill>
              </a:ln>
            </p:spPr>
          </p:sp>
          <p:sp>
            <p:nvSpPr>
              <p:cNvPr id="409" name="409 path"/>
              <p:cNvSpPr/>
              <p:nvPr/>
            </p:nvSpPr>
            <p:spPr>
              <a:xfrm>
                <a:off x="11325225" y="7462457"/>
                <a:ext cx="95" cy="601885"/>
              </a:xfrm>
              <a:custGeom>
                <a:avLst/>
                <a:gdLst/>
                <a:ahLst/>
                <a:cxnLst/>
                <a:rect l="0" t="0" r="0" b="0"/>
                <a:pathLst>
                  <a:path w="95" h="601885">
                    <a:moveTo>
                      <a:pt x="0" y="0"/>
                    </a:moveTo>
                    <a:lnTo>
                      <a:pt x="0" y="601885"/>
                    </a:lnTo>
                  </a:path>
                </a:pathLst>
              </a:custGeom>
              <a:noFill/>
              <a:ln w="11430">
                <a:solidFill>
                  <a:srgbClr val="8963D6"/>
                </a:solidFill>
              </a:ln>
            </p:spPr>
          </p:sp>
        </p:grpSp>
        <p:sp>
          <p:nvSpPr>
            <p:cNvPr id="410" name="410 Evidence store"/>
            <p:cNvSpPr/>
            <p:nvPr/>
          </p:nvSpPr>
          <p:spPr>
            <a:xfrm>
              <a:off x="13513328" y="10625843"/>
              <a:ext cx="1197762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9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9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Evidence store</a:t>
              </a:r>
            </a:p>
          </p:txBody>
        </p:sp>
        <p:sp>
          <p:nvSpPr>
            <p:cNvPr id="413" name="413 rect"/>
            <p:cNvSpPr/>
            <p:nvPr/>
          </p:nvSpPr>
          <p:spPr>
            <a:xfrm>
              <a:off x="14766051" y="9701918"/>
              <a:ext cx="1665181" cy="247650"/>
            </a:xfrm>
            <a:prstGeom prst="roundRect">
              <a:avLst>
                <a:gd name="adj" fmla="val 19231"/>
              </a:avLst>
            </a:prstGeom>
            <a:solidFill>
              <a:srgbClr val="EBF1FE"/>
            </a:solidFill>
            <a:ln w="6668">
              <a:solidFill>
                <a:srgbClr val="DCE6F9"/>
              </a:solidFill>
            </a:ln>
          </p:spPr>
        </p:sp>
        <p:grpSp>
          <p:nvGrpSpPr>
            <p:cNvPr id="509" name="icon-document-413"/>
            <p:cNvGrpSpPr/>
            <p:nvPr/>
          </p:nvGrpSpPr>
          <p:grpSpPr>
            <a:xfrm>
              <a:off x="14958861" y="9740018"/>
              <a:ext cx="120263" cy="171450"/>
              <a:chOff x="12028170" y="7258050"/>
              <a:chExt cx="117634" cy="171450"/>
            </a:xfrm>
          </p:grpSpPr>
          <p:sp>
            <p:nvSpPr>
              <p:cNvPr id="414" name="414 path"/>
              <p:cNvSpPr/>
              <p:nvPr/>
            </p:nvSpPr>
            <p:spPr>
              <a:xfrm>
                <a:off x="12028170" y="7258050"/>
                <a:ext cx="117634" cy="171450"/>
              </a:xfrm>
              <a:custGeom>
                <a:avLst/>
                <a:gdLst/>
                <a:ahLst/>
                <a:cxnLst/>
                <a:rect l="0" t="0" r="0" b="0"/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F9FCFF"/>
              </a:solidFill>
              <a:ln w="9049">
                <a:solidFill>
                  <a:srgbClr val="003496"/>
                </a:solidFill>
              </a:ln>
            </p:spPr>
          </p:sp>
          <p:sp>
            <p:nvSpPr>
              <p:cNvPr id="415" name="415 path"/>
              <p:cNvSpPr/>
              <p:nvPr/>
            </p:nvSpPr>
            <p:spPr>
              <a:xfrm>
                <a:off x="12105084" y="7258050"/>
                <a:ext cx="40719" cy="47625"/>
              </a:xfrm>
              <a:custGeom>
                <a:avLst/>
                <a:gdLst/>
                <a:ahLst/>
                <a:cxnLst/>
                <a:rect l="0" t="0" r="0" b="0"/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16" name="416 path"/>
              <p:cNvSpPr/>
              <p:nvPr/>
            </p:nvSpPr>
            <p:spPr>
              <a:xfrm>
                <a:off x="12050792" y="7334250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17" name="417 path"/>
              <p:cNvSpPr/>
              <p:nvPr/>
            </p:nvSpPr>
            <p:spPr>
              <a:xfrm>
                <a:off x="12050792" y="7358063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18" name="418 path"/>
              <p:cNvSpPr/>
              <p:nvPr/>
            </p:nvSpPr>
            <p:spPr>
              <a:xfrm>
                <a:off x="12050792" y="7381875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19" name="419 path"/>
              <p:cNvSpPr/>
              <p:nvPr/>
            </p:nvSpPr>
            <p:spPr>
              <a:xfrm>
                <a:off x="12050792" y="7405688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</p:grpSp>
        <p:sp>
          <p:nvSpPr>
            <p:cNvPr id="420" name="420 Code snippets"/>
            <p:cNvSpPr/>
            <p:nvPr/>
          </p:nvSpPr>
          <p:spPr>
            <a:xfrm>
              <a:off x="15233470" y="9720968"/>
              <a:ext cx="1178286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Code snippets</a:t>
              </a:r>
            </a:p>
          </p:txBody>
        </p:sp>
        <p:sp>
          <p:nvSpPr>
            <p:cNvPr id="421" name="421 rect"/>
            <p:cNvSpPr/>
            <p:nvPr/>
          </p:nvSpPr>
          <p:spPr>
            <a:xfrm>
              <a:off x="14766051" y="9968618"/>
              <a:ext cx="1665181" cy="247650"/>
            </a:xfrm>
            <a:prstGeom prst="roundRect">
              <a:avLst>
                <a:gd name="adj" fmla="val 19231"/>
              </a:avLst>
            </a:prstGeom>
            <a:solidFill>
              <a:srgbClr val="EBF1FE"/>
            </a:solidFill>
            <a:ln w="6668">
              <a:solidFill>
                <a:srgbClr val="DCE6F9"/>
              </a:solidFill>
            </a:ln>
          </p:spPr>
        </p:sp>
        <p:grpSp>
          <p:nvGrpSpPr>
            <p:cNvPr id="510" name="icon-document-421"/>
            <p:cNvGrpSpPr/>
            <p:nvPr/>
          </p:nvGrpSpPr>
          <p:grpSpPr>
            <a:xfrm>
              <a:off x="14958861" y="10006718"/>
              <a:ext cx="120263" cy="171450"/>
              <a:chOff x="12028170" y="7524750"/>
              <a:chExt cx="117634" cy="171450"/>
            </a:xfrm>
          </p:grpSpPr>
          <p:sp>
            <p:nvSpPr>
              <p:cNvPr id="422" name="422 path"/>
              <p:cNvSpPr/>
              <p:nvPr/>
            </p:nvSpPr>
            <p:spPr>
              <a:xfrm>
                <a:off x="12028170" y="7524750"/>
                <a:ext cx="117634" cy="171450"/>
              </a:xfrm>
              <a:custGeom>
                <a:avLst/>
                <a:gdLst/>
                <a:ahLst/>
                <a:cxnLst/>
                <a:rect l="0" t="0" r="0" b="0"/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F9FCFF"/>
              </a:solidFill>
              <a:ln w="9049">
                <a:solidFill>
                  <a:srgbClr val="003496"/>
                </a:solidFill>
              </a:ln>
            </p:spPr>
          </p:sp>
          <p:sp>
            <p:nvSpPr>
              <p:cNvPr id="423" name="423 path"/>
              <p:cNvSpPr/>
              <p:nvPr/>
            </p:nvSpPr>
            <p:spPr>
              <a:xfrm>
                <a:off x="12105084" y="7524750"/>
                <a:ext cx="40719" cy="47625"/>
              </a:xfrm>
              <a:custGeom>
                <a:avLst/>
                <a:gdLst/>
                <a:ahLst/>
                <a:cxnLst/>
                <a:rect l="0" t="0" r="0" b="0"/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24" name="424 path"/>
              <p:cNvSpPr/>
              <p:nvPr/>
            </p:nvSpPr>
            <p:spPr>
              <a:xfrm>
                <a:off x="12050792" y="7600950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25" name="425 path"/>
              <p:cNvSpPr/>
              <p:nvPr/>
            </p:nvSpPr>
            <p:spPr>
              <a:xfrm>
                <a:off x="12050792" y="7624763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26" name="426 path"/>
              <p:cNvSpPr/>
              <p:nvPr/>
            </p:nvSpPr>
            <p:spPr>
              <a:xfrm>
                <a:off x="12050792" y="7648575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27" name="427 path"/>
              <p:cNvSpPr/>
              <p:nvPr/>
            </p:nvSpPr>
            <p:spPr>
              <a:xfrm>
                <a:off x="12050792" y="7672388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</p:grpSp>
        <p:sp>
          <p:nvSpPr>
            <p:cNvPr id="428" name="428 Test results"/>
            <p:cNvSpPr/>
            <p:nvPr/>
          </p:nvSpPr>
          <p:spPr>
            <a:xfrm>
              <a:off x="15233470" y="9987668"/>
              <a:ext cx="1178286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Test results</a:t>
              </a:r>
            </a:p>
          </p:txBody>
        </p:sp>
        <p:sp>
          <p:nvSpPr>
            <p:cNvPr id="429" name="429 rect"/>
            <p:cNvSpPr/>
            <p:nvPr/>
          </p:nvSpPr>
          <p:spPr>
            <a:xfrm>
              <a:off x="14766051" y="10235318"/>
              <a:ext cx="1665181" cy="247650"/>
            </a:xfrm>
            <a:prstGeom prst="roundRect">
              <a:avLst>
                <a:gd name="adj" fmla="val 19231"/>
              </a:avLst>
            </a:prstGeom>
            <a:solidFill>
              <a:srgbClr val="EBF1FE"/>
            </a:solidFill>
            <a:ln w="6668">
              <a:solidFill>
                <a:srgbClr val="DCE6F9"/>
              </a:solidFill>
            </a:ln>
          </p:spPr>
        </p:sp>
        <p:grpSp>
          <p:nvGrpSpPr>
            <p:cNvPr id="511" name="icon-document-429"/>
            <p:cNvGrpSpPr/>
            <p:nvPr/>
          </p:nvGrpSpPr>
          <p:grpSpPr>
            <a:xfrm>
              <a:off x="14958861" y="10273418"/>
              <a:ext cx="120263" cy="171450"/>
              <a:chOff x="12028170" y="7791450"/>
              <a:chExt cx="117634" cy="171450"/>
            </a:xfrm>
          </p:grpSpPr>
          <p:sp>
            <p:nvSpPr>
              <p:cNvPr id="430" name="430 path"/>
              <p:cNvSpPr/>
              <p:nvPr/>
            </p:nvSpPr>
            <p:spPr>
              <a:xfrm>
                <a:off x="12028170" y="7791450"/>
                <a:ext cx="117634" cy="171450"/>
              </a:xfrm>
              <a:custGeom>
                <a:avLst/>
                <a:gdLst/>
                <a:ahLst/>
                <a:cxnLst/>
                <a:rect l="0" t="0" r="0" b="0"/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F9FCFF"/>
              </a:solidFill>
              <a:ln w="9049">
                <a:solidFill>
                  <a:srgbClr val="003496"/>
                </a:solidFill>
              </a:ln>
            </p:spPr>
          </p:sp>
          <p:sp>
            <p:nvSpPr>
              <p:cNvPr id="431" name="431 path"/>
              <p:cNvSpPr/>
              <p:nvPr/>
            </p:nvSpPr>
            <p:spPr>
              <a:xfrm>
                <a:off x="12105084" y="7791450"/>
                <a:ext cx="40719" cy="47625"/>
              </a:xfrm>
              <a:custGeom>
                <a:avLst/>
                <a:gdLst/>
                <a:ahLst/>
                <a:cxnLst/>
                <a:rect l="0" t="0" r="0" b="0"/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32" name="432 path"/>
              <p:cNvSpPr/>
              <p:nvPr/>
            </p:nvSpPr>
            <p:spPr>
              <a:xfrm>
                <a:off x="12050792" y="7867650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33" name="433 path"/>
              <p:cNvSpPr/>
              <p:nvPr/>
            </p:nvSpPr>
            <p:spPr>
              <a:xfrm>
                <a:off x="12050792" y="7891463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34" name="434 path"/>
              <p:cNvSpPr/>
              <p:nvPr/>
            </p:nvSpPr>
            <p:spPr>
              <a:xfrm>
                <a:off x="12050792" y="7915275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35" name="435 path"/>
              <p:cNvSpPr/>
              <p:nvPr/>
            </p:nvSpPr>
            <p:spPr>
              <a:xfrm>
                <a:off x="12050792" y="7939088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</p:grpSp>
        <p:sp>
          <p:nvSpPr>
            <p:cNvPr id="436" name="436 Error logs"/>
            <p:cNvSpPr/>
            <p:nvPr/>
          </p:nvSpPr>
          <p:spPr>
            <a:xfrm>
              <a:off x="15233470" y="10254368"/>
              <a:ext cx="1178286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Error logs</a:t>
              </a:r>
            </a:p>
          </p:txBody>
        </p:sp>
        <p:sp>
          <p:nvSpPr>
            <p:cNvPr id="437" name="437 rect"/>
            <p:cNvSpPr/>
            <p:nvPr/>
          </p:nvSpPr>
          <p:spPr>
            <a:xfrm>
              <a:off x="14766051" y="10502018"/>
              <a:ext cx="1665181" cy="247650"/>
            </a:xfrm>
            <a:prstGeom prst="roundRect">
              <a:avLst>
                <a:gd name="adj" fmla="val 19231"/>
              </a:avLst>
            </a:prstGeom>
            <a:solidFill>
              <a:srgbClr val="EBF1FE"/>
            </a:solidFill>
            <a:ln w="6668">
              <a:solidFill>
                <a:srgbClr val="DCE6F9"/>
              </a:solidFill>
            </a:ln>
          </p:spPr>
        </p:sp>
        <p:grpSp>
          <p:nvGrpSpPr>
            <p:cNvPr id="512" name="icon-document-437"/>
            <p:cNvGrpSpPr/>
            <p:nvPr/>
          </p:nvGrpSpPr>
          <p:grpSpPr>
            <a:xfrm>
              <a:off x="14958862" y="10540118"/>
              <a:ext cx="120263" cy="171450"/>
              <a:chOff x="12028170" y="8058150"/>
              <a:chExt cx="117634" cy="171450"/>
            </a:xfrm>
          </p:grpSpPr>
          <p:sp>
            <p:nvSpPr>
              <p:cNvPr id="438" name="438 path"/>
              <p:cNvSpPr/>
              <p:nvPr/>
            </p:nvSpPr>
            <p:spPr>
              <a:xfrm>
                <a:off x="12028170" y="8058150"/>
                <a:ext cx="117634" cy="171450"/>
              </a:xfrm>
              <a:custGeom>
                <a:avLst/>
                <a:gdLst/>
                <a:ahLst/>
                <a:cxnLst/>
                <a:rect l="0" t="0" r="0" b="0"/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F9FCFF"/>
              </a:solidFill>
              <a:ln w="9049">
                <a:solidFill>
                  <a:srgbClr val="003496"/>
                </a:solidFill>
              </a:ln>
            </p:spPr>
          </p:sp>
          <p:sp>
            <p:nvSpPr>
              <p:cNvPr id="439" name="439 path"/>
              <p:cNvSpPr/>
              <p:nvPr/>
            </p:nvSpPr>
            <p:spPr>
              <a:xfrm>
                <a:off x="12105084" y="8058150"/>
                <a:ext cx="40719" cy="47625"/>
              </a:xfrm>
              <a:custGeom>
                <a:avLst/>
                <a:gdLst/>
                <a:ahLst/>
                <a:cxnLst/>
                <a:rect l="0" t="0" r="0" b="0"/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40" name="440 path"/>
              <p:cNvSpPr/>
              <p:nvPr/>
            </p:nvSpPr>
            <p:spPr>
              <a:xfrm>
                <a:off x="12050792" y="8134350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41" name="441 path"/>
              <p:cNvSpPr/>
              <p:nvPr/>
            </p:nvSpPr>
            <p:spPr>
              <a:xfrm>
                <a:off x="12050792" y="8158163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42" name="442 path"/>
              <p:cNvSpPr/>
              <p:nvPr/>
            </p:nvSpPr>
            <p:spPr>
              <a:xfrm>
                <a:off x="12050792" y="8181975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43" name="443 path"/>
              <p:cNvSpPr/>
              <p:nvPr/>
            </p:nvSpPr>
            <p:spPr>
              <a:xfrm>
                <a:off x="12050792" y="8205788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</p:grpSp>
        <p:sp>
          <p:nvSpPr>
            <p:cNvPr id="444" name="444 Historical fixes"/>
            <p:cNvSpPr/>
            <p:nvPr/>
          </p:nvSpPr>
          <p:spPr>
            <a:xfrm>
              <a:off x="15233471" y="10521068"/>
              <a:ext cx="1178286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Historical fixes</a:t>
              </a:r>
            </a:p>
          </p:txBody>
        </p:sp>
        <p:sp>
          <p:nvSpPr>
            <p:cNvPr id="445" name="445 rect"/>
            <p:cNvSpPr/>
            <p:nvPr/>
          </p:nvSpPr>
          <p:spPr>
            <a:xfrm>
              <a:off x="14766053" y="10768718"/>
              <a:ext cx="1665181" cy="247650"/>
            </a:xfrm>
            <a:prstGeom prst="roundRect">
              <a:avLst>
                <a:gd name="adj" fmla="val 19231"/>
              </a:avLst>
            </a:prstGeom>
            <a:solidFill>
              <a:srgbClr val="EBF1FE"/>
            </a:solidFill>
            <a:ln w="6668">
              <a:solidFill>
                <a:srgbClr val="DCE6F9"/>
              </a:solidFill>
            </a:ln>
          </p:spPr>
        </p:sp>
        <p:grpSp>
          <p:nvGrpSpPr>
            <p:cNvPr id="513" name="icon-document-445"/>
            <p:cNvGrpSpPr/>
            <p:nvPr/>
          </p:nvGrpSpPr>
          <p:grpSpPr>
            <a:xfrm>
              <a:off x="14958863" y="10806818"/>
              <a:ext cx="120263" cy="171450"/>
              <a:chOff x="12028170" y="8324850"/>
              <a:chExt cx="117634" cy="171450"/>
            </a:xfrm>
          </p:grpSpPr>
          <p:sp>
            <p:nvSpPr>
              <p:cNvPr id="446" name="446 path"/>
              <p:cNvSpPr/>
              <p:nvPr/>
            </p:nvSpPr>
            <p:spPr>
              <a:xfrm>
                <a:off x="12028170" y="8324850"/>
                <a:ext cx="117634" cy="171450"/>
              </a:xfrm>
              <a:custGeom>
                <a:avLst/>
                <a:gdLst/>
                <a:ahLst/>
                <a:cxnLst/>
                <a:rect l="0" t="0" r="0" b="0"/>
                <a:pathLst>
                  <a:path w="117634" h="171450">
                    <a:moveTo>
                      <a:pt x="0" y="0"/>
                    </a:moveTo>
                    <a:lnTo>
                      <a:pt x="76914" y="0"/>
                    </a:lnTo>
                    <a:lnTo>
                      <a:pt x="117634" y="42863"/>
                    </a:lnTo>
                    <a:lnTo>
                      <a:pt x="117634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F9FCFF"/>
              </a:solidFill>
              <a:ln w="9049">
                <a:solidFill>
                  <a:srgbClr val="003496"/>
                </a:solidFill>
              </a:ln>
            </p:spPr>
          </p:sp>
          <p:sp>
            <p:nvSpPr>
              <p:cNvPr id="447" name="447 path"/>
              <p:cNvSpPr/>
              <p:nvPr/>
            </p:nvSpPr>
            <p:spPr>
              <a:xfrm>
                <a:off x="12105084" y="8324850"/>
                <a:ext cx="40719" cy="47625"/>
              </a:xfrm>
              <a:custGeom>
                <a:avLst/>
                <a:gdLst/>
                <a:ahLst/>
                <a:cxnLst/>
                <a:rect l="0" t="0" r="0" b="0"/>
                <a:pathLst>
                  <a:path w="40719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0719" y="47625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48" name="448 path"/>
              <p:cNvSpPr/>
              <p:nvPr/>
            </p:nvSpPr>
            <p:spPr>
              <a:xfrm>
                <a:off x="12050792" y="8401050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49" name="449 path"/>
              <p:cNvSpPr/>
              <p:nvPr/>
            </p:nvSpPr>
            <p:spPr>
              <a:xfrm>
                <a:off x="12050792" y="8424863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50" name="450 path"/>
              <p:cNvSpPr/>
              <p:nvPr/>
            </p:nvSpPr>
            <p:spPr>
              <a:xfrm>
                <a:off x="12050792" y="8448675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  <p:sp>
            <p:nvSpPr>
              <p:cNvPr id="451" name="451 path"/>
              <p:cNvSpPr/>
              <p:nvPr/>
            </p:nvSpPr>
            <p:spPr>
              <a:xfrm>
                <a:off x="12050792" y="8472488"/>
                <a:ext cx="63341" cy="95"/>
              </a:xfrm>
              <a:custGeom>
                <a:avLst/>
                <a:gdLst/>
                <a:ahLst/>
                <a:cxnLst/>
                <a:rect l="0" t="0" r="0" b="0"/>
                <a:pathLst>
                  <a:path w="63341" h="95">
                    <a:moveTo>
                      <a:pt x="0" y="0"/>
                    </a:moveTo>
                    <a:lnTo>
                      <a:pt x="63341" y="0"/>
                    </a:lnTo>
                  </a:path>
                </a:pathLst>
              </a:custGeom>
              <a:noFill/>
              <a:ln w="6787">
                <a:solidFill>
                  <a:srgbClr val="003496"/>
                </a:solidFill>
              </a:ln>
            </p:spPr>
          </p:sp>
        </p:grpSp>
        <p:sp>
          <p:nvSpPr>
            <p:cNvPr id="452" name="452 …"/>
            <p:cNvSpPr/>
            <p:nvPr/>
          </p:nvSpPr>
          <p:spPr>
            <a:xfrm>
              <a:off x="15233471" y="10787768"/>
              <a:ext cx="1178286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</a:t>
              </a:r>
            </a:p>
          </p:txBody>
        </p:sp>
        <p:grpSp>
          <p:nvGrpSpPr>
            <p:cNvPr id="514" name="icon-document-454"/>
            <p:cNvGrpSpPr/>
            <p:nvPr/>
          </p:nvGrpSpPr>
          <p:grpSpPr>
            <a:xfrm>
              <a:off x="16892151" y="10013862"/>
              <a:ext cx="291164" cy="471488"/>
              <a:chOff x="14003655" y="7531894"/>
              <a:chExt cx="284798" cy="471488"/>
            </a:xfrm>
          </p:grpSpPr>
          <p:sp>
            <p:nvSpPr>
              <p:cNvPr id="455" name="455 path"/>
              <p:cNvSpPr/>
              <p:nvPr/>
            </p:nvSpPr>
            <p:spPr>
              <a:xfrm>
                <a:off x="14003655" y="7531894"/>
                <a:ext cx="284797" cy="471488"/>
              </a:xfrm>
              <a:custGeom>
                <a:avLst/>
                <a:gdLst/>
                <a:ahLst/>
                <a:cxnLst/>
                <a:rect l="0" t="0" r="0" b="0"/>
                <a:pathLst>
                  <a:path w="284797" h="471488">
                    <a:moveTo>
                      <a:pt x="0" y="0"/>
                    </a:moveTo>
                    <a:lnTo>
                      <a:pt x="186214" y="0"/>
                    </a:lnTo>
                    <a:lnTo>
                      <a:pt x="284797" y="117872"/>
                    </a:lnTo>
                    <a:lnTo>
                      <a:pt x="284797" y="471488"/>
                    </a:lnTo>
                    <a:lnTo>
                      <a:pt x="0" y="471488"/>
                    </a:lnTo>
                    <a:close/>
                  </a:path>
                </a:pathLst>
              </a:custGeom>
              <a:solidFill>
                <a:srgbClr val="F9FCFF"/>
              </a:solidFill>
              <a:ln w="21908">
                <a:solidFill>
                  <a:srgbClr val="003496"/>
                </a:solidFill>
              </a:ln>
            </p:spPr>
          </p:sp>
          <p:sp>
            <p:nvSpPr>
              <p:cNvPr id="456" name="456 path"/>
              <p:cNvSpPr/>
              <p:nvPr/>
            </p:nvSpPr>
            <p:spPr>
              <a:xfrm>
                <a:off x="14189869" y="7531894"/>
                <a:ext cx="98584" cy="130969"/>
              </a:xfrm>
              <a:custGeom>
                <a:avLst/>
                <a:gdLst/>
                <a:ahLst/>
                <a:cxnLst/>
                <a:rect l="0" t="0" r="0" b="0"/>
                <a:pathLst>
                  <a:path w="98584" h="130969">
                    <a:moveTo>
                      <a:pt x="0" y="0"/>
                    </a:moveTo>
                    <a:lnTo>
                      <a:pt x="0" y="130969"/>
                    </a:lnTo>
                    <a:lnTo>
                      <a:pt x="98584" y="130969"/>
                    </a:lnTo>
                  </a:path>
                </a:pathLst>
              </a:custGeom>
              <a:noFill/>
              <a:ln w="16431">
                <a:solidFill>
                  <a:srgbClr val="003496"/>
                </a:solidFill>
              </a:ln>
            </p:spPr>
          </p:sp>
          <p:sp>
            <p:nvSpPr>
              <p:cNvPr id="457" name="457 path"/>
              <p:cNvSpPr/>
              <p:nvPr/>
            </p:nvSpPr>
            <p:spPr>
              <a:xfrm>
                <a:off x="14058424" y="7741444"/>
                <a:ext cx="153352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53352" h="9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/>
              <a:ln w="16431">
                <a:solidFill>
                  <a:srgbClr val="003496"/>
                </a:solidFill>
              </a:ln>
            </p:spPr>
          </p:sp>
          <p:sp>
            <p:nvSpPr>
              <p:cNvPr id="458" name="458 path"/>
              <p:cNvSpPr/>
              <p:nvPr/>
            </p:nvSpPr>
            <p:spPr>
              <a:xfrm>
                <a:off x="14058424" y="7806928"/>
                <a:ext cx="153352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53352" h="9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/>
              <a:ln w="16431">
                <a:solidFill>
                  <a:srgbClr val="003496"/>
                </a:solidFill>
              </a:ln>
            </p:spPr>
          </p:sp>
          <p:sp>
            <p:nvSpPr>
              <p:cNvPr id="459" name="459 path"/>
              <p:cNvSpPr/>
              <p:nvPr/>
            </p:nvSpPr>
            <p:spPr>
              <a:xfrm>
                <a:off x="14058424" y="7872413"/>
                <a:ext cx="153352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53352" h="9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/>
              <a:ln w="16431">
                <a:solidFill>
                  <a:srgbClr val="003496"/>
                </a:solidFill>
              </a:ln>
            </p:spPr>
          </p:sp>
          <p:sp>
            <p:nvSpPr>
              <p:cNvPr id="460" name="460 path"/>
              <p:cNvSpPr/>
              <p:nvPr/>
            </p:nvSpPr>
            <p:spPr>
              <a:xfrm>
                <a:off x="14058424" y="7937897"/>
                <a:ext cx="153352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53352" h="9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/>
              <a:ln w="16431">
                <a:solidFill>
                  <a:srgbClr val="003496"/>
                </a:solidFill>
              </a:ln>
            </p:spPr>
          </p:sp>
        </p:grpSp>
        <p:sp>
          <p:nvSpPr>
            <p:cNvPr id="461" name="461 Reconstructed"/>
            <p:cNvSpPr/>
            <p:nvPr/>
          </p:nvSpPr>
          <p:spPr>
            <a:xfrm>
              <a:off x="17281001" y="9940043"/>
              <a:ext cx="1090646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Reconstructed</a:t>
              </a:r>
            </a:p>
          </p:txBody>
        </p:sp>
        <p:sp>
          <p:nvSpPr>
            <p:cNvPr id="462" name="462 context for"/>
            <p:cNvSpPr/>
            <p:nvPr/>
          </p:nvSpPr>
          <p:spPr>
            <a:xfrm>
              <a:off x="17280999" y="10128638"/>
              <a:ext cx="1090646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context for</a:t>
              </a:r>
            </a:p>
          </p:txBody>
        </p:sp>
        <p:sp>
          <p:nvSpPr>
            <p:cNvPr id="463" name="463 repair"/>
            <p:cNvSpPr/>
            <p:nvPr/>
          </p:nvSpPr>
          <p:spPr>
            <a:xfrm>
              <a:off x="17281005" y="10317233"/>
              <a:ext cx="1090646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repair</a:t>
              </a:r>
            </a:p>
          </p:txBody>
        </p:sp>
        <p:sp>
          <p:nvSpPr>
            <p:cNvPr id="286" name="286 rect"/>
            <p:cNvSpPr/>
            <p:nvPr/>
          </p:nvSpPr>
          <p:spPr>
            <a:xfrm>
              <a:off x="16800196" y="3685694"/>
              <a:ext cx="1800225" cy="5162997"/>
            </a:xfrm>
            <a:prstGeom prst="roundRect">
              <a:avLst>
                <a:gd name="adj" fmla="val 7407"/>
              </a:avLst>
            </a:prstGeom>
            <a:solidFill>
              <a:schemeClr val="bg1"/>
            </a:solidFill>
            <a:ln w="13335">
              <a:solidFill>
                <a:schemeClr val="tx1"/>
              </a:solidFill>
            </a:ln>
          </p:spPr>
        </p:sp>
        <p:sp>
          <p:nvSpPr>
            <p:cNvPr id="288" name="288 Verified Output"/>
            <p:cNvSpPr/>
            <p:nvPr/>
          </p:nvSpPr>
          <p:spPr>
            <a:xfrm>
              <a:off x="16867185" y="3933502"/>
              <a:ext cx="1600200" cy="2908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785" b="1">
                  <a:solidFill>
                    <a:srgbClr val="082A3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785" b="1" dirty="0">
                  <a:solidFill>
                    <a:srgbClr val="082A3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Verified Output</a:t>
              </a:r>
            </a:p>
          </p:txBody>
        </p:sp>
        <p:grpSp>
          <p:nvGrpSpPr>
            <p:cNvPr id="491" name="icon-check-288"/>
            <p:cNvGrpSpPr/>
            <p:nvPr/>
          </p:nvGrpSpPr>
          <p:grpSpPr>
            <a:xfrm>
              <a:off x="16964342" y="4454269"/>
              <a:ext cx="443230" cy="459105"/>
              <a:chOff x="14165818" y="1335643"/>
              <a:chExt cx="443389" cy="443389"/>
            </a:xfrm>
          </p:grpSpPr>
          <p:sp>
            <p:nvSpPr>
              <p:cNvPr id="289" name="289 ellipse"/>
              <p:cNvSpPr/>
              <p:nvPr/>
            </p:nvSpPr>
            <p:spPr>
              <a:xfrm>
                <a:off x="14165818" y="1335643"/>
                <a:ext cx="443389" cy="443389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7001">
                <a:solidFill>
                  <a:srgbClr val="198D48"/>
                </a:solidFill>
              </a:ln>
            </p:spPr>
          </p:sp>
          <p:sp>
            <p:nvSpPr>
              <p:cNvPr id="290" name="290 path"/>
              <p:cNvSpPr/>
              <p:nvPr/>
            </p:nvSpPr>
            <p:spPr>
              <a:xfrm>
                <a:off x="14270831" y="1463993"/>
                <a:ext cx="221694" cy="175022"/>
              </a:xfrm>
              <a:custGeom>
                <a:avLst/>
                <a:gdLst/>
                <a:ahLst/>
                <a:cxnLst/>
                <a:rect l="0" t="0" r="0" b="0"/>
                <a:pathLst>
                  <a:path w="221694" h="175022">
                    <a:moveTo>
                      <a:pt x="0" y="93345"/>
                    </a:moveTo>
                    <a:lnTo>
                      <a:pt x="81677" y="175022"/>
                    </a:lnTo>
                    <a:lnTo>
                      <a:pt x="221694" y="0"/>
                    </a:lnTo>
                  </a:path>
                </a:pathLst>
              </a:custGeom>
              <a:noFill/>
              <a:ln w="46673">
                <a:solidFill>
                  <a:srgbClr val="FFFFFF"/>
                </a:solidFill>
              </a:ln>
            </p:spPr>
          </p:sp>
        </p:grpSp>
        <p:sp>
          <p:nvSpPr>
            <p:cNvPr id="291" name="291 Migrated"/>
            <p:cNvSpPr/>
            <p:nvPr/>
          </p:nvSpPr>
          <p:spPr>
            <a:xfrm>
              <a:off x="17524412" y="4432678"/>
              <a:ext cx="952500" cy="2686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Migrated</a:t>
              </a:r>
            </a:p>
          </p:txBody>
        </p:sp>
        <p:sp>
          <p:nvSpPr>
            <p:cNvPr id="292" name="292 Program"/>
            <p:cNvSpPr/>
            <p:nvPr/>
          </p:nvSpPr>
          <p:spPr>
            <a:xfrm>
              <a:off x="17524412" y="4670803"/>
              <a:ext cx="952500" cy="2686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Program</a:t>
              </a:r>
            </a:p>
          </p:txBody>
        </p:sp>
        <p:sp>
          <p:nvSpPr>
            <p:cNvPr id="293" name="293 rect"/>
            <p:cNvSpPr/>
            <p:nvPr/>
          </p:nvSpPr>
          <p:spPr>
            <a:xfrm>
              <a:off x="16876715" y="5184182"/>
              <a:ext cx="1571625" cy="1014001"/>
            </a:xfrm>
            <a:prstGeom prst="roundRect">
              <a:avLst>
                <a:gd name="adj" fmla="val 13253"/>
              </a:avLst>
            </a:prstGeom>
            <a:solidFill>
              <a:srgbClr val="FFFFFF"/>
            </a:solidFill>
            <a:ln w="9525">
              <a:solidFill>
                <a:srgbClr val="D8EDE9"/>
              </a:solidFill>
            </a:ln>
          </p:spPr>
        </p:sp>
        <p:grpSp>
          <p:nvGrpSpPr>
            <p:cNvPr id="492" name="icon-java-293"/>
            <p:cNvGrpSpPr/>
            <p:nvPr/>
          </p:nvGrpSpPr>
          <p:grpSpPr>
            <a:xfrm>
              <a:off x="16964345" y="5207679"/>
              <a:ext cx="348615" cy="359410"/>
              <a:chOff x="14401800" y="2172901"/>
              <a:chExt cx="419100" cy="530998"/>
            </a:xfrm>
          </p:grpSpPr>
          <p:sp>
            <p:nvSpPr>
              <p:cNvPr id="294" name="294 java vector path"/>
              <p:cNvSpPr/>
              <p:nvPr/>
            </p:nvSpPr>
            <p:spPr>
              <a:xfrm>
                <a:off x="14401800" y="2172901"/>
                <a:ext cx="419100" cy="530998"/>
              </a:xfrm>
              <a:custGeom>
                <a:avLst/>
                <a:gdLst/>
                <a:ahLst/>
                <a:cxnLst/>
                <a:rect l="0" t="0" r="0" b="0"/>
                <a:pathLst>
                  <a:path w="419100" h="530998">
                    <a:moveTo>
                      <a:pt x="330784" y="91278"/>
                    </a:moveTo>
                    <a:lnTo>
                      <a:pt x="324938" y="95283"/>
                    </a:lnTo>
                    <a:lnTo>
                      <a:pt x="319146" y="99244"/>
                    </a:lnTo>
                    <a:lnTo>
                      <a:pt x="313375" y="103208"/>
                    </a:lnTo>
                    <a:lnTo>
                      <a:pt x="307592" y="107220"/>
                    </a:lnTo>
                    <a:lnTo>
                      <a:pt x="301762" y="111325"/>
                    </a:lnTo>
                    <a:lnTo>
                      <a:pt x="295851" y="115570"/>
                    </a:lnTo>
                    <a:lnTo>
                      <a:pt x="289827" y="120002"/>
                    </a:lnTo>
                    <a:lnTo>
                      <a:pt x="283655" y="124664"/>
                    </a:lnTo>
                    <a:lnTo>
                      <a:pt x="278476" y="128563"/>
                    </a:lnTo>
                    <a:lnTo>
                      <a:pt x="272743" y="132903"/>
                    </a:lnTo>
                    <a:lnTo>
                      <a:pt x="266825" y="137660"/>
                    </a:lnTo>
                    <a:lnTo>
                      <a:pt x="261091" y="142810"/>
                    </a:lnTo>
                    <a:lnTo>
                      <a:pt x="255907" y="148327"/>
                    </a:lnTo>
                    <a:lnTo>
                      <a:pt x="251643" y="154188"/>
                    </a:lnTo>
                    <a:lnTo>
                      <a:pt x="248665" y="160369"/>
                    </a:lnTo>
                    <a:lnTo>
                      <a:pt x="247343" y="166846"/>
                    </a:lnTo>
                    <a:lnTo>
                      <a:pt x="247747" y="173934"/>
                    </a:lnTo>
                    <a:lnTo>
                      <a:pt x="249678" y="180979"/>
                    </a:lnTo>
                    <a:lnTo>
                      <a:pt x="252741" y="188022"/>
                    </a:lnTo>
                    <a:lnTo>
                      <a:pt x="256541" y="195104"/>
                    </a:lnTo>
                    <a:lnTo>
                      <a:pt x="260681" y="202267"/>
                    </a:lnTo>
                    <a:lnTo>
                      <a:pt x="264768" y="209552"/>
                    </a:lnTo>
                    <a:lnTo>
                      <a:pt x="268404" y="217000"/>
                    </a:lnTo>
                    <a:lnTo>
                      <a:pt x="271195" y="224652"/>
                    </a:lnTo>
                    <a:lnTo>
                      <a:pt x="272745" y="232549"/>
                    </a:lnTo>
                    <a:lnTo>
                      <a:pt x="272659" y="240732"/>
                    </a:lnTo>
                    <a:lnTo>
                      <a:pt x="270541" y="249243"/>
                    </a:lnTo>
                    <a:lnTo>
                      <a:pt x="265996" y="258123"/>
                    </a:lnTo>
                    <a:lnTo>
                      <a:pt x="262412" y="262931"/>
                    </a:lnTo>
                    <a:lnTo>
                      <a:pt x="258298" y="267131"/>
                    </a:lnTo>
                    <a:lnTo>
                      <a:pt x="253678" y="270849"/>
                    </a:lnTo>
                    <a:lnTo>
                      <a:pt x="248575" y="274212"/>
                    </a:lnTo>
                    <a:lnTo>
                      <a:pt x="243014" y="277344"/>
                    </a:lnTo>
                    <a:lnTo>
                      <a:pt x="237018" y="280372"/>
                    </a:lnTo>
                    <a:lnTo>
                      <a:pt x="230610" y="283421"/>
                    </a:lnTo>
                    <a:lnTo>
                      <a:pt x="223814" y="286616"/>
                    </a:lnTo>
                    <a:lnTo>
                      <a:pt x="223454" y="285145"/>
                    </a:lnTo>
                    <a:lnTo>
                      <a:pt x="223777" y="283672"/>
                    </a:lnTo>
                    <a:lnTo>
                      <a:pt x="224632" y="282197"/>
                    </a:lnTo>
                    <a:lnTo>
                      <a:pt x="225869" y="280721"/>
                    </a:lnTo>
                    <a:lnTo>
                      <a:pt x="227338" y="279245"/>
                    </a:lnTo>
                    <a:lnTo>
                      <a:pt x="228888" y="277770"/>
                    </a:lnTo>
                    <a:lnTo>
                      <a:pt x="230370" y="276296"/>
                    </a:lnTo>
                    <a:lnTo>
                      <a:pt x="231634" y="274825"/>
                    </a:lnTo>
                    <a:lnTo>
                      <a:pt x="236147" y="267227"/>
                    </a:lnTo>
                    <a:lnTo>
                      <a:pt x="238797" y="260199"/>
                    </a:lnTo>
                    <a:lnTo>
                      <a:pt x="239814" y="253642"/>
                    </a:lnTo>
                    <a:lnTo>
                      <a:pt x="239427" y="247459"/>
                    </a:lnTo>
                    <a:lnTo>
                      <a:pt x="237867" y="241552"/>
                    </a:lnTo>
                    <a:lnTo>
                      <a:pt x="235363" y="235824"/>
                    </a:lnTo>
                    <a:lnTo>
                      <a:pt x="232146" y="230177"/>
                    </a:lnTo>
                    <a:lnTo>
                      <a:pt x="228446" y="224512"/>
                    </a:lnTo>
                    <a:lnTo>
                      <a:pt x="224494" y="218733"/>
                    </a:lnTo>
                    <a:lnTo>
                      <a:pt x="220518" y="212741"/>
                    </a:lnTo>
                    <a:lnTo>
                      <a:pt x="216749" y="206438"/>
                    </a:lnTo>
                    <a:lnTo>
                      <a:pt x="213417" y="199727"/>
                    </a:lnTo>
                    <a:lnTo>
                      <a:pt x="210752" y="192511"/>
                    </a:lnTo>
                    <a:lnTo>
                      <a:pt x="208985" y="184690"/>
                    </a:lnTo>
                    <a:lnTo>
                      <a:pt x="208345" y="176167"/>
                    </a:lnTo>
                    <a:lnTo>
                      <a:pt x="209062" y="166846"/>
                    </a:lnTo>
                    <a:lnTo>
                      <a:pt x="211123" y="157502"/>
                    </a:lnTo>
                    <a:lnTo>
                      <a:pt x="214298" y="148949"/>
                    </a:lnTo>
                    <a:lnTo>
                      <a:pt x="218509" y="141149"/>
                    </a:lnTo>
                    <a:lnTo>
                      <a:pt x="223673" y="134064"/>
                    </a:lnTo>
                    <a:lnTo>
                      <a:pt x="229711" y="127657"/>
                    </a:lnTo>
                    <a:lnTo>
                      <a:pt x="236543" y="121891"/>
                    </a:lnTo>
                    <a:lnTo>
                      <a:pt x="244087" y="116729"/>
                    </a:lnTo>
                    <a:lnTo>
                      <a:pt x="252263" y="112133"/>
                    </a:lnTo>
                    <a:lnTo>
                      <a:pt x="260992" y="108066"/>
                    </a:lnTo>
                    <a:lnTo>
                      <a:pt x="270191" y="104491"/>
                    </a:lnTo>
                    <a:lnTo>
                      <a:pt x="279782" y="101370"/>
                    </a:lnTo>
                    <a:lnTo>
                      <a:pt x="289683" y="98667"/>
                    </a:lnTo>
                    <a:lnTo>
                      <a:pt x="299814" y="96343"/>
                    </a:lnTo>
                    <a:lnTo>
                      <a:pt x="310095" y="94362"/>
                    </a:lnTo>
                    <a:lnTo>
                      <a:pt x="320445" y="92686"/>
                    </a:lnTo>
                    <a:lnTo>
                      <a:pt x="330784" y="91278"/>
                    </a:lnTo>
                    <a:close/>
                  </a:path>
                </a:pathLst>
              </a:custGeom>
              <a:solidFill>
                <a:srgbClr val="FF1515"/>
              </a:solidFill>
              <a:ln w="0">
                <a:noFill/>
              </a:ln>
            </p:spPr>
          </p:sp>
          <p:sp>
            <p:nvSpPr>
              <p:cNvPr id="295" name="295 java vector path"/>
              <p:cNvSpPr/>
              <p:nvPr/>
            </p:nvSpPr>
            <p:spPr>
              <a:xfrm>
                <a:off x="14401800" y="2172901"/>
                <a:ext cx="419100" cy="530998"/>
              </a:xfrm>
              <a:custGeom>
                <a:avLst/>
                <a:gdLst/>
                <a:ahLst/>
                <a:cxnLst/>
                <a:rect l="0" t="0" r="0" b="0"/>
                <a:pathLst>
                  <a:path w="419100" h="530998">
                    <a:moveTo>
                      <a:pt x="243424" y="0"/>
                    </a:moveTo>
                    <a:lnTo>
                      <a:pt x="246634" y="3665"/>
                    </a:lnTo>
                    <a:lnTo>
                      <a:pt x="249601" y="7975"/>
                    </a:lnTo>
                    <a:lnTo>
                      <a:pt x="252270" y="12839"/>
                    </a:lnTo>
                    <a:lnTo>
                      <a:pt x="254581" y="18163"/>
                    </a:lnTo>
                    <a:lnTo>
                      <a:pt x="256479" y="23855"/>
                    </a:lnTo>
                    <a:lnTo>
                      <a:pt x="257906" y="29823"/>
                    </a:lnTo>
                    <a:lnTo>
                      <a:pt x="258804" y="35975"/>
                    </a:lnTo>
                    <a:lnTo>
                      <a:pt x="259116" y="42217"/>
                    </a:lnTo>
                    <a:lnTo>
                      <a:pt x="258408" y="52328"/>
                    </a:lnTo>
                    <a:lnTo>
                      <a:pt x="256382" y="61886"/>
                    </a:lnTo>
                    <a:lnTo>
                      <a:pt x="253188" y="70939"/>
                    </a:lnTo>
                    <a:lnTo>
                      <a:pt x="248973" y="79537"/>
                    </a:lnTo>
                    <a:lnTo>
                      <a:pt x="243885" y="87728"/>
                    </a:lnTo>
                    <a:lnTo>
                      <a:pt x="238074" y="95561"/>
                    </a:lnTo>
                    <a:lnTo>
                      <a:pt x="231687" y="103086"/>
                    </a:lnTo>
                    <a:lnTo>
                      <a:pt x="224873" y="110350"/>
                    </a:lnTo>
                    <a:lnTo>
                      <a:pt x="217781" y="117404"/>
                    </a:lnTo>
                    <a:lnTo>
                      <a:pt x="210558" y="124295"/>
                    </a:lnTo>
                    <a:lnTo>
                      <a:pt x="203353" y="131074"/>
                    </a:lnTo>
                    <a:lnTo>
                      <a:pt x="196314" y="137788"/>
                    </a:lnTo>
                    <a:lnTo>
                      <a:pt x="189590" y="144486"/>
                    </a:lnTo>
                    <a:lnTo>
                      <a:pt x="183329" y="151219"/>
                    </a:lnTo>
                    <a:lnTo>
                      <a:pt x="177679" y="158034"/>
                    </a:lnTo>
                    <a:lnTo>
                      <a:pt x="175388" y="161156"/>
                    </a:lnTo>
                    <a:lnTo>
                      <a:pt x="173034" y="164611"/>
                    </a:lnTo>
                    <a:lnTo>
                      <a:pt x="170729" y="168364"/>
                    </a:lnTo>
                    <a:lnTo>
                      <a:pt x="168588" y="172382"/>
                    </a:lnTo>
                    <a:lnTo>
                      <a:pt x="166724" y="176631"/>
                    </a:lnTo>
                    <a:lnTo>
                      <a:pt x="165252" y="181077"/>
                    </a:lnTo>
                    <a:lnTo>
                      <a:pt x="164285" y="185687"/>
                    </a:lnTo>
                    <a:lnTo>
                      <a:pt x="163938" y="190427"/>
                    </a:lnTo>
                    <a:lnTo>
                      <a:pt x="164773" y="199037"/>
                    </a:lnTo>
                    <a:lnTo>
                      <a:pt x="167085" y="207756"/>
                    </a:lnTo>
                    <a:lnTo>
                      <a:pt x="170586" y="216512"/>
                    </a:lnTo>
                    <a:lnTo>
                      <a:pt x="174988" y="225235"/>
                    </a:lnTo>
                    <a:lnTo>
                      <a:pt x="180002" y="233852"/>
                    </a:lnTo>
                    <a:lnTo>
                      <a:pt x="185339" y="242294"/>
                    </a:lnTo>
                    <a:lnTo>
                      <a:pt x="190711" y="250488"/>
                    </a:lnTo>
                    <a:lnTo>
                      <a:pt x="195829" y="258363"/>
                    </a:lnTo>
                    <a:lnTo>
                      <a:pt x="200405" y="265850"/>
                    </a:lnTo>
                    <a:lnTo>
                      <a:pt x="204151" y="272875"/>
                    </a:lnTo>
                    <a:lnTo>
                      <a:pt x="197325" y="268229"/>
                    </a:lnTo>
                    <a:lnTo>
                      <a:pt x="190164" y="263157"/>
                    </a:lnTo>
                    <a:lnTo>
                      <a:pt x="182794" y="257693"/>
                    </a:lnTo>
                    <a:lnTo>
                      <a:pt x="175341" y="251871"/>
                    </a:lnTo>
                    <a:lnTo>
                      <a:pt x="167932" y="245726"/>
                    </a:lnTo>
                    <a:lnTo>
                      <a:pt x="160694" y="239292"/>
                    </a:lnTo>
                    <a:lnTo>
                      <a:pt x="153753" y="232603"/>
                    </a:lnTo>
                    <a:lnTo>
                      <a:pt x="147236" y="225694"/>
                    </a:lnTo>
                    <a:lnTo>
                      <a:pt x="142012" y="218785"/>
                    </a:lnTo>
                    <a:lnTo>
                      <a:pt x="136981" y="211186"/>
                    </a:lnTo>
                    <a:lnTo>
                      <a:pt x="132409" y="203008"/>
                    </a:lnTo>
                    <a:lnTo>
                      <a:pt x="128563" y="194368"/>
                    </a:lnTo>
                    <a:lnTo>
                      <a:pt x="125711" y="185377"/>
                    </a:lnTo>
                    <a:lnTo>
                      <a:pt x="124119" y="176150"/>
                    </a:lnTo>
                    <a:lnTo>
                      <a:pt x="124054" y="166802"/>
                    </a:lnTo>
                    <a:lnTo>
                      <a:pt x="125784" y="157445"/>
                    </a:lnTo>
                    <a:lnTo>
                      <a:pt x="129576" y="148193"/>
                    </a:lnTo>
                    <a:lnTo>
                      <a:pt x="134118" y="140828"/>
                    </a:lnTo>
                    <a:lnTo>
                      <a:pt x="139569" y="133781"/>
                    </a:lnTo>
                    <a:lnTo>
                      <a:pt x="145803" y="127000"/>
                    </a:lnTo>
                    <a:lnTo>
                      <a:pt x="152692" y="120435"/>
                    </a:lnTo>
                    <a:lnTo>
                      <a:pt x="160110" y="114037"/>
                    </a:lnTo>
                    <a:lnTo>
                      <a:pt x="167931" y="107754"/>
                    </a:lnTo>
                    <a:lnTo>
                      <a:pt x="176028" y="101537"/>
                    </a:lnTo>
                    <a:lnTo>
                      <a:pt x="184275" y="95336"/>
                    </a:lnTo>
                    <a:lnTo>
                      <a:pt x="192545" y="89099"/>
                    </a:lnTo>
                    <a:lnTo>
                      <a:pt x="200712" y="82776"/>
                    </a:lnTo>
                    <a:lnTo>
                      <a:pt x="208649" y="76318"/>
                    </a:lnTo>
                    <a:lnTo>
                      <a:pt x="216231" y="69674"/>
                    </a:lnTo>
                    <a:lnTo>
                      <a:pt x="223329" y="62794"/>
                    </a:lnTo>
                    <a:lnTo>
                      <a:pt x="229818" y="55626"/>
                    </a:lnTo>
                    <a:lnTo>
                      <a:pt x="235572" y="48122"/>
                    </a:lnTo>
                    <a:lnTo>
                      <a:pt x="240463" y="40231"/>
                    </a:lnTo>
                    <a:lnTo>
                      <a:pt x="242612" y="35925"/>
                    </a:lnTo>
                    <a:lnTo>
                      <a:pt x="244527" y="31182"/>
                    </a:lnTo>
                    <a:lnTo>
                      <a:pt x="246069" y="26118"/>
                    </a:lnTo>
                    <a:lnTo>
                      <a:pt x="247104" y="20847"/>
                    </a:lnTo>
                    <a:lnTo>
                      <a:pt x="247493" y="15484"/>
                    </a:lnTo>
                    <a:lnTo>
                      <a:pt x="247101" y="10146"/>
                    </a:lnTo>
                    <a:lnTo>
                      <a:pt x="245790" y="4946"/>
                    </a:lnTo>
                    <a:lnTo>
                      <a:pt x="243424" y="0"/>
                    </a:lnTo>
                    <a:close/>
                  </a:path>
                </a:pathLst>
              </a:custGeom>
              <a:solidFill>
                <a:srgbClr val="FF1515"/>
              </a:solidFill>
              <a:ln w="0">
                <a:noFill/>
              </a:ln>
            </p:spPr>
          </p:sp>
          <p:sp>
            <p:nvSpPr>
              <p:cNvPr id="296" name="296 java vector path"/>
              <p:cNvSpPr/>
              <p:nvPr/>
            </p:nvSpPr>
            <p:spPr>
              <a:xfrm>
                <a:off x="14401800" y="2172901"/>
                <a:ext cx="419100" cy="530998"/>
              </a:xfrm>
              <a:custGeom>
                <a:avLst/>
                <a:gdLst/>
                <a:ahLst/>
                <a:cxnLst/>
                <a:rect l="0" t="0" r="0" b="0"/>
                <a:pathLst>
                  <a:path w="419100" h="530998">
                    <a:moveTo>
                      <a:pt x="130923" y="268673"/>
                    </a:moveTo>
                    <a:lnTo>
                      <a:pt x="132868" y="268123"/>
                    </a:lnTo>
                    <a:lnTo>
                      <a:pt x="134786" y="267573"/>
                    </a:lnTo>
                    <a:lnTo>
                      <a:pt x="136669" y="267020"/>
                    </a:lnTo>
                    <a:lnTo>
                      <a:pt x="138510" y="266459"/>
                    </a:lnTo>
                    <a:lnTo>
                      <a:pt x="140300" y="265885"/>
                    </a:lnTo>
                    <a:lnTo>
                      <a:pt x="142031" y="265294"/>
                    </a:lnTo>
                    <a:lnTo>
                      <a:pt x="143696" y="264683"/>
                    </a:lnTo>
                    <a:lnTo>
                      <a:pt x="145285" y="264045"/>
                    </a:lnTo>
                    <a:lnTo>
                      <a:pt x="143383" y="263907"/>
                    </a:lnTo>
                    <a:lnTo>
                      <a:pt x="141480" y="263825"/>
                    </a:lnTo>
                    <a:lnTo>
                      <a:pt x="139577" y="263799"/>
                    </a:lnTo>
                    <a:lnTo>
                      <a:pt x="137674" y="263828"/>
                    </a:lnTo>
                    <a:lnTo>
                      <a:pt x="135774" y="263912"/>
                    </a:lnTo>
                    <a:lnTo>
                      <a:pt x="133875" y="264050"/>
                    </a:lnTo>
                    <a:lnTo>
                      <a:pt x="131981" y="264243"/>
                    </a:lnTo>
                    <a:lnTo>
                      <a:pt x="130090" y="264489"/>
                    </a:lnTo>
                    <a:lnTo>
                      <a:pt x="129167" y="264587"/>
                    </a:lnTo>
                    <a:lnTo>
                      <a:pt x="128274" y="264681"/>
                    </a:lnTo>
                    <a:lnTo>
                      <a:pt x="127414" y="264768"/>
                    </a:lnTo>
                    <a:lnTo>
                      <a:pt x="126588" y="264845"/>
                    </a:lnTo>
                    <a:lnTo>
                      <a:pt x="125799" y="264910"/>
                    </a:lnTo>
                    <a:lnTo>
                      <a:pt x="125048" y="264960"/>
                    </a:lnTo>
                    <a:lnTo>
                      <a:pt x="124339" y="264992"/>
                    </a:lnTo>
                    <a:lnTo>
                      <a:pt x="123671" y="265003"/>
                    </a:lnTo>
                    <a:lnTo>
                      <a:pt x="118281" y="265410"/>
                    </a:lnTo>
                    <a:lnTo>
                      <a:pt x="109420" y="266103"/>
                    </a:lnTo>
                    <a:lnTo>
                      <a:pt x="99450" y="267009"/>
                    </a:lnTo>
                    <a:lnTo>
                      <a:pt x="88859" y="268225"/>
                    </a:lnTo>
                    <a:lnTo>
                      <a:pt x="78133" y="269847"/>
                    </a:lnTo>
                    <a:lnTo>
                      <a:pt x="67760" y="271971"/>
                    </a:lnTo>
                    <a:lnTo>
                      <a:pt x="58228" y="274693"/>
                    </a:lnTo>
                    <a:lnTo>
                      <a:pt x="50025" y="278108"/>
                    </a:lnTo>
                    <a:lnTo>
                      <a:pt x="43638" y="282314"/>
                    </a:lnTo>
                    <a:lnTo>
                      <a:pt x="39555" y="287405"/>
                    </a:lnTo>
                    <a:lnTo>
                      <a:pt x="38263" y="293478"/>
                    </a:lnTo>
                    <a:lnTo>
                      <a:pt x="40010" y="299487"/>
                    </a:lnTo>
                    <a:lnTo>
                      <a:pt x="44821" y="304503"/>
                    </a:lnTo>
                    <a:lnTo>
                      <a:pt x="52048" y="308624"/>
                    </a:lnTo>
                    <a:lnTo>
                      <a:pt x="61045" y="311947"/>
                    </a:lnTo>
                    <a:lnTo>
                      <a:pt x="71164" y="314567"/>
                    </a:lnTo>
                    <a:lnTo>
                      <a:pt x="81759" y="316583"/>
                    </a:lnTo>
                    <a:lnTo>
                      <a:pt x="92183" y="318091"/>
                    </a:lnTo>
                    <a:lnTo>
                      <a:pt x="101789" y="319187"/>
                    </a:lnTo>
                    <a:lnTo>
                      <a:pt x="109930" y="319968"/>
                    </a:lnTo>
                    <a:lnTo>
                      <a:pt x="120391" y="320509"/>
                    </a:lnTo>
                    <a:lnTo>
                      <a:pt x="131260" y="320880"/>
                    </a:lnTo>
                    <a:lnTo>
                      <a:pt x="142455" y="321075"/>
                    </a:lnTo>
                    <a:lnTo>
                      <a:pt x="153894" y="321089"/>
                    </a:lnTo>
                    <a:lnTo>
                      <a:pt x="165497" y="320914"/>
                    </a:lnTo>
                    <a:lnTo>
                      <a:pt x="177181" y="320546"/>
                    </a:lnTo>
                    <a:lnTo>
                      <a:pt x="188865" y="319979"/>
                    </a:lnTo>
                    <a:lnTo>
                      <a:pt x="200467" y="319205"/>
                    </a:lnTo>
                    <a:lnTo>
                      <a:pt x="211905" y="318221"/>
                    </a:lnTo>
                    <a:lnTo>
                      <a:pt x="223099" y="317019"/>
                    </a:lnTo>
                    <a:lnTo>
                      <a:pt x="233966" y="315594"/>
                    </a:lnTo>
                    <a:lnTo>
                      <a:pt x="244424" y="313939"/>
                    </a:lnTo>
                    <a:lnTo>
                      <a:pt x="254393" y="312050"/>
                    </a:lnTo>
                    <a:lnTo>
                      <a:pt x="263790" y="309919"/>
                    </a:lnTo>
                    <a:lnTo>
                      <a:pt x="272534" y="307542"/>
                    </a:lnTo>
                    <a:lnTo>
                      <a:pt x="280543" y="304912"/>
                    </a:lnTo>
                    <a:lnTo>
                      <a:pt x="287736" y="302023"/>
                    </a:lnTo>
                    <a:lnTo>
                      <a:pt x="294032" y="298870"/>
                    </a:lnTo>
                    <a:lnTo>
                      <a:pt x="299347" y="295446"/>
                    </a:lnTo>
                    <a:lnTo>
                      <a:pt x="301344" y="294209"/>
                    </a:lnTo>
                    <a:lnTo>
                      <a:pt x="303536" y="292756"/>
                    </a:lnTo>
                    <a:lnTo>
                      <a:pt x="305750" y="291145"/>
                    </a:lnTo>
                    <a:lnTo>
                      <a:pt x="307816" y="289431"/>
                    </a:lnTo>
                    <a:lnTo>
                      <a:pt x="309559" y="287673"/>
                    </a:lnTo>
                    <a:lnTo>
                      <a:pt x="310809" y="285927"/>
                    </a:lnTo>
                    <a:lnTo>
                      <a:pt x="311393" y="284249"/>
                    </a:lnTo>
                    <a:lnTo>
                      <a:pt x="311138" y="282698"/>
                    </a:lnTo>
                    <a:lnTo>
                      <a:pt x="302432" y="284215"/>
                    </a:lnTo>
                    <a:lnTo>
                      <a:pt x="293321" y="285645"/>
                    </a:lnTo>
                    <a:lnTo>
                      <a:pt x="283846" y="286985"/>
                    </a:lnTo>
                    <a:lnTo>
                      <a:pt x="274049" y="288228"/>
                    </a:lnTo>
                    <a:lnTo>
                      <a:pt x="263971" y="289371"/>
                    </a:lnTo>
                    <a:lnTo>
                      <a:pt x="253656" y="290409"/>
                    </a:lnTo>
                    <a:lnTo>
                      <a:pt x="243145" y="291336"/>
                    </a:lnTo>
                    <a:lnTo>
                      <a:pt x="232479" y="292148"/>
                    </a:lnTo>
                    <a:lnTo>
                      <a:pt x="221701" y="292840"/>
                    </a:lnTo>
                    <a:lnTo>
                      <a:pt x="210852" y="293408"/>
                    </a:lnTo>
                    <a:lnTo>
                      <a:pt x="199974" y="293845"/>
                    </a:lnTo>
                    <a:lnTo>
                      <a:pt x="189110" y="294148"/>
                    </a:lnTo>
                    <a:lnTo>
                      <a:pt x="178301" y="294312"/>
                    </a:lnTo>
                    <a:lnTo>
                      <a:pt x="167589" y="294332"/>
                    </a:lnTo>
                    <a:lnTo>
                      <a:pt x="157017" y="294203"/>
                    </a:lnTo>
                    <a:lnTo>
                      <a:pt x="146625" y="293920"/>
                    </a:lnTo>
                    <a:lnTo>
                      <a:pt x="136455" y="293478"/>
                    </a:lnTo>
                    <a:lnTo>
                      <a:pt x="131267" y="293463"/>
                    </a:lnTo>
                    <a:lnTo>
                      <a:pt x="126053" y="293355"/>
                    </a:lnTo>
                    <a:lnTo>
                      <a:pt x="120883" y="293063"/>
                    </a:lnTo>
                    <a:lnTo>
                      <a:pt x="115828" y="292494"/>
                    </a:lnTo>
                    <a:lnTo>
                      <a:pt x="110956" y="291556"/>
                    </a:lnTo>
                    <a:lnTo>
                      <a:pt x="106338" y="290157"/>
                    </a:lnTo>
                    <a:lnTo>
                      <a:pt x="102042" y="288204"/>
                    </a:lnTo>
                    <a:lnTo>
                      <a:pt x="98139" y="285606"/>
                    </a:lnTo>
                    <a:lnTo>
                      <a:pt x="101020" y="282262"/>
                    </a:lnTo>
                    <a:lnTo>
                      <a:pt x="104439" y="279394"/>
                    </a:lnTo>
                    <a:lnTo>
                      <a:pt x="108300" y="276941"/>
                    </a:lnTo>
                    <a:lnTo>
                      <a:pt x="112510" y="274839"/>
                    </a:lnTo>
                    <a:lnTo>
                      <a:pt x="116972" y="273024"/>
                    </a:lnTo>
                    <a:lnTo>
                      <a:pt x="121592" y="271433"/>
                    </a:lnTo>
                    <a:lnTo>
                      <a:pt x="126274" y="270004"/>
                    </a:lnTo>
                    <a:lnTo>
                      <a:pt x="130923" y="268673"/>
                    </a:lnTo>
                    <a:close/>
                    <a:moveTo>
                      <a:pt x="116668" y="327344"/>
                    </a:moveTo>
                    <a:lnTo>
                      <a:pt x="117307" y="326743"/>
                    </a:lnTo>
                    <a:lnTo>
                      <a:pt x="117862" y="326181"/>
                    </a:lnTo>
                    <a:lnTo>
                      <a:pt x="118286" y="325663"/>
                    </a:lnTo>
                    <a:lnTo>
                      <a:pt x="118532" y="325194"/>
                    </a:lnTo>
                    <a:lnTo>
                      <a:pt x="118553" y="324780"/>
                    </a:lnTo>
                    <a:lnTo>
                      <a:pt x="118301" y="324426"/>
                    </a:lnTo>
                    <a:lnTo>
                      <a:pt x="117730" y="324139"/>
                    </a:lnTo>
                    <a:lnTo>
                      <a:pt x="116792" y="323922"/>
                    </a:lnTo>
                    <a:lnTo>
                      <a:pt x="111770" y="325206"/>
                    </a:lnTo>
                    <a:lnTo>
                      <a:pt x="105862" y="326908"/>
                    </a:lnTo>
                    <a:lnTo>
                      <a:pt x="99562" y="329073"/>
                    </a:lnTo>
                    <a:lnTo>
                      <a:pt x="93365" y="331748"/>
                    </a:lnTo>
                    <a:lnTo>
                      <a:pt x="87765" y="334976"/>
                    </a:lnTo>
                    <a:lnTo>
                      <a:pt x="83256" y="338805"/>
                    </a:lnTo>
                    <a:lnTo>
                      <a:pt x="80332" y="343279"/>
                    </a:lnTo>
                    <a:lnTo>
                      <a:pt x="79487" y="348443"/>
                    </a:lnTo>
                    <a:lnTo>
                      <a:pt x="80940" y="352677"/>
                    </a:lnTo>
                    <a:lnTo>
                      <a:pt x="84280" y="356528"/>
                    </a:lnTo>
                    <a:lnTo>
                      <a:pt x="89091" y="359986"/>
                    </a:lnTo>
                    <a:lnTo>
                      <a:pt x="94959" y="363040"/>
                    </a:lnTo>
                    <a:lnTo>
                      <a:pt x="101469" y="365680"/>
                    </a:lnTo>
                    <a:lnTo>
                      <a:pt x="108208" y="367897"/>
                    </a:lnTo>
                    <a:lnTo>
                      <a:pt x="114760" y="369678"/>
                    </a:lnTo>
                    <a:lnTo>
                      <a:pt x="120710" y="371014"/>
                    </a:lnTo>
                    <a:lnTo>
                      <a:pt x="130545" y="372790"/>
                    </a:lnTo>
                    <a:lnTo>
                      <a:pt x="140701" y="374196"/>
                    </a:lnTo>
                    <a:lnTo>
                      <a:pt x="151118" y="375241"/>
                    </a:lnTo>
                    <a:lnTo>
                      <a:pt x="161734" y="375939"/>
                    </a:lnTo>
                    <a:lnTo>
                      <a:pt x="172489" y="376298"/>
                    </a:lnTo>
                    <a:lnTo>
                      <a:pt x="183323" y="376332"/>
                    </a:lnTo>
                    <a:lnTo>
                      <a:pt x="194174" y="376050"/>
                    </a:lnTo>
                    <a:lnTo>
                      <a:pt x="204983" y="375464"/>
                    </a:lnTo>
                    <a:lnTo>
                      <a:pt x="215689" y="374585"/>
                    </a:lnTo>
                    <a:lnTo>
                      <a:pt x="226231" y="373424"/>
                    </a:lnTo>
                    <a:lnTo>
                      <a:pt x="236549" y="371993"/>
                    </a:lnTo>
                    <a:lnTo>
                      <a:pt x="246581" y="370301"/>
                    </a:lnTo>
                    <a:lnTo>
                      <a:pt x="256268" y="368361"/>
                    </a:lnTo>
                    <a:lnTo>
                      <a:pt x="265549" y="366184"/>
                    </a:lnTo>
                    <a:lnTo>
                      <a:pt x="274362" y="363781"/>
                    </a:lnTo>
                    <a:lnTo>
                      <a:pt x="282649" y="361162"/>
                    </a:lnTo>
                    <a:lnTo>
                      <a:pt x="290347" y="358339"/>
                    </a:lnTo>
                    <a:lnTo>
                      <a:pt x="297397" y="355323"/>
                    </a:lnTo>
                    <a:lnTo>
                      <a:pt x="295338" y="354832"/>
                    </a:lnTo>
                    <a:lnTo>
                      <a:pt x="293333" y="354089"/>
                    </a:lnTo>
                    <a:lnTo>
                      <a:pt x="291372" y="353129"/>
                    </a:lnTo>
                    <a:lnTo>
                      <a:pt x="289447" y="351985"/>
                    </a:lnTo>
                    <a:lnTo>
                      <a:pt x="287549" y="350693"/>
                    </a:lnTo>
                    <a:lnTo>
                      <a:pt x="285670" y="349289"/>
                    </a:lnTo>
                    <a:lnTo>
                      <a:pt x="283802" y="347806"/>
                    </a:lnTo>
                    <a:lnTo>
                      <a:pt x="281935" y="346280"/>
                    </a:lnTo>
                    <a:lnTo>
                      <a:pt x="279842" y="344595"/>
                    </a:lnTo>
                    <a:lnTo>
                      <a:pt x="277731" y="342951"/>
                    </a:lnTo>
                    <a:lnTo>
                      <a:pt x="275590" y="341395"/>
                    </a:lnTo>
                    <a:lnTo>
                      <a:pt x="273407" y="339977"/>
                    </a:lnTo>
                    <a:lnTo>
                      <a:pt x="271171" y="338745"/>
                    </a:lnTo>
                    <a:lnTo>
                      <a:pt x="268870" y="337748"/>
                    </a:lnTo>
                    <a:lnTo>
                      <a:pt x="266493" y="337034"/>
                    </a:lnTo>
                    <a:lnTo>
                      <a:pt x="264028" y="336652"/>
                    </a:lnTo>
                    <a:lnTo>
                      <a:pt x="262544" y="336510"/>
                    </a:lnTo>
                    <a:lnTo>
                      <a:pt x="261019" y="336545"/>
                    </a:lnTo>
                    <a:lnTo>
                      <a:pt x="259451" y="336736"/>
                    </a:lnTo>
                    <a:lnTo>
                      <a:pt x="257842" y="337058"/>
                    </a:lnTo>
                    <a:lnTo>
                      <a:pt x="256190" y="337489"/>
                    </a:lnTo>
                    <a:lnTo>
                      <a:pt x="254495" y="338006"/>
                    </a:lnTo>
                    <a:lnTo>
                      <a:pt x="252758" y="338586"/>
                    </a:lnTo>
                    <a:lnTo>
                      <a:pt x="250978" y="339206"/>
                    </a:lnTo>
                    <a:lnTo>
                      <a:pt x="250045" y="339539"/>
                    </a:lnTo>
                    <a:lnTo>
                      <a:pt x="249109" y="339861"/>
                    </a:lnTo>
                    <a:lnTo>
                      <a:pt x="248170" y="340172"/>
                    </a:lnTo>
                    <a:lnTo>
                      <a:pt x="247228" y="340473"/>
                    </a:lnTo>
                    <a:lnTo>
                      <a:pt x="246282" y="340764"/>
                    </a:lnTo>
                    <a:lnTo>
                      <a:pt x="245333" y="341046"/>
                    </a:lnTo>
                    <a:lnTo>
                      <a:pt x="244380" y="341318"/>
                    </a:lnTo>
                    <a:lnTo>
                      <a:pt x="243424" y="341581"/>
                    </a:lnTo>
                    <a:lnTo>
                      <a:pt x="235324" y="343041"/>
                    </a:lnTo>
                    <a:lnTo>
                      <a:pt x="226301" y="344437"/>
                    </a:lnTo>
                    <a:lnTo>
                      <a:pt x="216540" y="345705"/>
                    </a:lnTo>
                    <a:lnTo>
                      <a:pt x="206229" y="346780"/>
                    </a:lnTo>
                    <a:lnTo>
                      <a:pt x="195554" y="347598"/>
                    </a:lnTo>
                    <a:lnTo>
                      <a:pt x="184700" y="348094"/>
                    </a:lnTo>
                    <a:lnTo>
                      <a:pt x="173856" y="348204"/>
                    </a:lnTo>
                    <a:lnTo>
                      <a:pt x="163207" y="347863"/>
                    </a:lnTo>
                    <a:lnTo>
                      <a:pt x="152939" y="347008"/>
                    </a:lnTo>
                    <a:lnTo>
                      <a:pt x="143239" y="345573"/>
                    </a:lnTo>
                    <a:lnTo>
                      <a:pt x="134294" y="343495"/>
                    </a:lnTo>
                    <a:lnTo>
                      <a:pt x="126289" y="340708"/>
                    </a:lnTo>
                    <a:lnTo>
                      <a:pt x="119412" y="337148"/>
                    </a:lnTo>
                    <a:lnTo>
                      <a:pt x="113849" y="332752"/>
                    </a:lnTo>
                    <a:lnTo>
                      <a:pt x="113631" y="332030"/>
                    </a:lnTo>
                    <a:lnTo>
                      <a:pt x="113656" y="331316"/>
                    </a:lnTo>
                    <a:lnTo>
                      <a:pt x="113884" y="330612"/>
                    </a:lnTo>
                    <a:lnTo>
                      <a:pt x="114274" y="329921"/>
                    </a:lnTo>
                    <a:lnTo>
                      <a:pt x="114788" y="329247"/>
                    </a:lnTo>
                    <a:lnTo>
                      <a:pt x="115385" y="328590"/>
                    </a:lnTo>
                    <a:lnTo>
                      <a:pt x="116025" y="327955"/>
                    </a:lnTo>
                    <a:lnTo>
                      <a:pt x="116668" y="327344"/>
                    </a:lnTo>
                    <a:close/>
                    <a:moveTo>
                      <a:pt x="134452" y="382007"/>
                    </a:moveTo>
                    <a:lnTo>
                      <a:pt x="134876" y="381551"/>
                    </a:lnTo>
                    <a:lnTo>
                      <a:pt x="135270" y="381093"/>
                    </a:lnTo>
                    <a:lnTo>
                      <a:pt x="135586" y="380644"/>
                    </a:lnTo>
                    <a:lnTo>
                      <a:pt x="135782" y="380214"/>
                    </a:lnTo>
                    <a:lnTo>
                      <a:pt x="135811" y="379813"/>
                    </a:lnTo>
                    <a:lnTo>
                      <a:pt x="135629" y="379452"/>
                    </a:lnTo>
                    <a:lnTo>
                      <a:pt x="135191" y="379139"/>
                    </a:lnTo>
                    <a:lnTo>
                      <a:pt x="134452" y="378887"/>
                    </a:lnTo>
                    <a:lnTo>
                      <a:pt x="128689" y="380394"/>
                    </a:lnTo>
                    <a:lnTo>
                      <a:pt x="122797" y="381946"/>
                    </a:lnTo>
                    <a:lnTo>
                      <a:pt x="117160" y="383698"/>
                    </a:lnTo>
                    <a:lnTo>
                      <a:pt x="111980" y="385863"/>
                    </a:lnTo>
                    <a:lnTo>
                      <a:pt x="107463" y="388652"/>
                    </a:lnTo>
                    <a:lnTo>
                      <a:pt x="103813" y="392277"/>
                    </a:lnTo>
                    <a:lnTo>
                      <a:pt x="101235" y="396950"/>
                    </a:lnTo>
                    <a:lnTo>
                      <a:pt x="99931" y="402883"/>
                    </a:lnTo>
                    <a:lnTo>
                      <a:pt x="100107" y="410288"/>
                    </a:lnTo>
                    <a:lnTo>
                      <a:pt x="106881" y="414826"/>
                    </a:lnTo>
                    <a:lnTo>
                      <a:pt x="114477" y="418738"/>
                    </a:lnTo>
                    <a:lnTo>
                      <a:pt x="122804" y="422044"/>
                    </a:lnTo>
                    <a:lnTo>
                      <a:pt x="131772" y="424766"/>
                    </a:lnTo>
                    <a:lnTo>
                      <a:pt x="141290" y="426925"/>
                    </a:lnTo>
                    <a:lnTo>
                      <a:pt x="151269" y="428543"/>
                    </a:lnTo>
                    <a:lnTo>
                      <a:pt x="161617" y="429641"/>
                    </a:lnTo>
                    <a:lnTo>
                      <a:pt x="172243" y="430241"/>
                    </a:lnTo>
                    <a:lnTo>
                      <a:pt x="183059" y="430364"/>
                    </a:lnTo>
                    <a:lnTo>
                      <a:pt x="193971" y="430031"/>
                    </a:lnTo>
                    <a:lnTo>
                      <a:pt x="204892" y="429264"/>
                    </a:lnTo>
                    <a:lnTo>
                      <a:pt x="215729" y="428085"/>
                    </a:lnTo>
                    <a:lnTo>
                      <a:pt x="226392" y="426515"/>
                    </a:lnTo>
                    <a:lnTo>
                      <a:pt x="236791" y="424574"/>
                    </a:lnTo>
                    <a:lnTo>
                      <a:pt x="246835" y="422286"/>
                    </a:lnTo>
                    <a:lnTo>
                      <a:pt x="256434" y="419671"/>
                    </a:lnTo>
                    <a:lnTo>
                      <a:pt x="265497" y="416750"/>
                    </a:lnTo>
                    <a:lnTo>
                      <a:pt x="273934" y="413545"/>
                    </a:lnTo>
                    <a:lnTo>
                      <a:pt x="281654" y="410078"/>
                    </a:lnTo>
                    <a:lnTo>
                      <a:pt x="288567" y="406369"/>
                    </a:lnTo>
                    <a:lnTo>
                      <a:pt x="286488" y="405743"/>
                    </a:lnTo>
                    <a:lnTo>
                      <a:pt x="284520" y="404892"/>
                    </a:lnTo>
                    <a:lnTo>
                      <a:pt x="282647" y="403848"/>
                    </a:lnTo>
                    <a:lnTo>
                      <a:pt x="280849" y="402639"/>
                    </a:lnTo>
                    <a:lnTo>
                      <a:pt x="279110" y="401295"/>
                    </a:lnTo>
                    <a:lnTo>
                      <a:pt x="277411" y="399844"/>
                    </a:lnTo>
                    <a:lnTo>
                      <a:pt x="275735" y="398317"/>
                    </a:lnTo>
                    <a:lnTo>
                      <a:pt x="274063" y="396742"/>
                    </a:lnTo>
                    <a:lnTo>
                      <a:pt x="271989" y="394814"/>
                    </a:lnTo>
                    <a:lnTo>
                      <a:pt x="269866" y="392927"/>
                    </a:lnTo>
                    <a:lnTo>
                      <a:pt x="267660" y="391139"/>
                    </a:lnTo>
                    <a:lnTo>
                      <a:pt x="265337" y="389510"/>
                    </a:lnTo>
                    <a:lnTo>
                      <a:pt x="262865" y="388097"/>
                    </a:lnTo>
                    <a:lnTo>
                      <a:pt x="260207" y="386960"/>
                    </a:lnTo>
                    <a:lnTo>
                      <a:pt x="257332" y="386158"/>
                    </a:lnTo>
                    <a:lnTo>
                      <a:pt x="254205" y="385749"/>
                    </a:lnTo>
                    <a:lnTo>
                      <a:pt x="252634" y="385601"/>
                    </a:lnTo>
                    <a:lnTo>
                      <a:pt x="251061" y="385657"/>
                    </a:lnTo>
                    <a:lnTo>
                      <a:pt x="249485" y="385887"/>
                    </a:lnTo>
                    <a:lnTo>
                      <a:pt x="247908" y="386263"/>
                    </a:lnTo>
                    <a:lnTo>
                      <a:pt x="246330" y="386755"/>
                    </a:lnTo>
                    <a:lnTo>
                      <a:pt x="244752" y="387334"/>
                    </a:lnTo>
                    <a:lnTo>
                      <a:pt x="243175" y="387972"/>
                    </a:lnTo>
                    <a:lnTo>
                      <a:pt x="241598" y="388639"/>
                    </a:lnTo>
                    <a:lnTo>
                      <a:pt x="240956" y="388910"/>
                    </a:lnTo>
                    <a:lnTo>
                      <a:pt x="240320" y="389178"/>
                    </a:lnTo>
                    <a:lnTo>
                      <a:pt x="239689" y="389442"/>
                    </a:lnTo>
                    <a:lnTo>
                      <a:pt x="239060" y="389698"/>
                    </a:lnTo>
                    <a:lnTo>
                      <a:pt x="238435" y="389946"/>
                    </a:lnTo>
                    <a:lnTo>
                      <a:pt x="237811" y="390185"/>
                    </a:lnTo>
                    <a:lnTo>
                      <a:pt x="237187" y="390411"/>
                    </a:lnTo>
                    <a:lnTo>
                      <a:pt x="236563" y="390625"/>
                    </a:lnTo>
                    <a:lnTo>
                      <a:pt x="228365" y="392347"/>
                    </a:lnTo>
                    <a:lnTo>
                      <a:pt x="219176" y="394005"/>
                    </a:lnTo>
                    <a:lnTo>
                      <a:pt x="209273" y="395492"/>
                    </a:lnTo>
                    <a:lnTo>
                      <a:pt x="198931" y="396702"/>
                    </a:lnTo>
                    <a:lnTo>
                      <a:pt x="188426" y="397531"/>
                    </a:lnTo>
                    <a:lnTo>
                      <a:pt x="178034" y="397872"/>
                    </a:lnTo>
                    <a:lnTo>
                      <a:pt x="168030" y="397620"/>
                    </a:lnTo>
                    <a:lnTo>
                      <a:pt x="158691" y="396669"/>
                    </a:lnTo>
                    <a:lnTo>
                      <a:pt x="150292" y="394913"/>
                    </a:lnTo>
                    <a:lnTo>
                      <a:pt x="143109" y="392247"/>
                    </a:lnTo>
                    <a:lnTo>
                      <a:pt x="137418" y="388566"/>
                    </a:lnTo>
                    <a:lnTo>
                      <a:pt x="133494" y="383763"/>
                    </a:lnTo>
                    <a:lnTo>
                      <a:pt x="133401" y="383615"/>
                    </a:lnTo>
                    <a:lnTo>
                      <a:pt x="133392" y="383441"/>
                    </a:lnTo>
                    <a:lnTo>
                      <a:pt x="133456" y="383241"/>
                    </a:lnTo>
                    <a:lnTo>
                      <a:pt x="133581" y="383020"/>
                    </a:lnTo>
                    <a:lnTo>
                      <a:pt x="133755" y="382780"/>
                    </a:lnTo>
                    <a:lnTo>
                      <a:pt x="133966" y="382524"/>
                    </a:lnTo>
                    <a:lnTo>
                      <a:pt x="134202" y="382253"/>
                    </a:lnTo>
                    <a:lnTo>
                      <a:pt x="134452" y="381972"/>
                    </a:lnTo>
                    <a:lnTo>
                      <a:pt x="134452" y="382007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  <p:sp>
            <p:nvSpPr>
              <p:cNvPr id="297" name="297 java vector path"/>
              <p:cNvSpPr/>
              <p:nvPr/>
            </p:nvSpPr>
            <p:spPr>
              <a:xfrm>
                <a:off x="14401800" y="2172901"/>
                <a:ext cx="419100" cy="530998"/>
              </a:xfrm>
              <a:custGeom>
                <a:avLst/>
                <a:gdLst/>
                <a:ahLst/>
                <a:cxnLst/>
                <a:rect l="0" t="0" r="0" b="0"/>
                <a:pathLst>
                  <a:path w="419100" h="530998">
                    <a:moveTo>
                      <a:pt x="82855" y="420483"/>
                    </a:moveTo>
                    <a:lnTo>
                      <a:pt x="84792" y="420370"/>
                    </a:lnTo>
                    <a:lnTo>
                      <a:pt x="86672" y="420252"/>
                    </a:lnTo>
                    <a:lnTo>
                      <a:pt x="88485" y="420124"/>
                    </a:lnTo>
                    <a:lnTo>
                      <a:pt x="90220" y="419980"/>
                    </a:lnTo>
                    <a:lnTo>
                      <a:pt x="91869" y="419813"/>
                    </a:lnTo>
                    <a:lnTo>
                      <a:pt x="93420" y="419618"/>
                    </a:lnTo>
                    <a:lnTo>
                      <a:pt x="94863" y="419388"/>
                    </a:lnTo>
                    <a:lnTo>
                      <a:pt x="96189" y="419118"/>
                    </a:lnTo>
                    <a:lnTo>
                      <a:pt x="90147" y="415090"/>
                    </a:lnTo>
                    <a:lnTo>
                      <a:pt x="82660" y="412054"/>
                    </a:lnTo>
                    <a:lnTo>
                      <a:pt x="74061" y="409991"/>
                    </a:lnTo>
                    <a:lnTo>
                      <a:pt x="64682" y="408882"/>
                    </a:lnTo>
                    <a:lnTo>
                      <a:pt x="54856" y="408708"/>
                    </a:lnTo>
                    <a:lnTo>
                      <a:pt x="44913" y="409450"/>
                    </a:lnTo>
                    <a:lnTo>
                      <a:pt x="35188" y="411090"/>
                    </a:lnTo>
                    <a:lnTo>
                      <a:pt x="26012" y="413609"/>
                    </a:lnTo>
                    <a:lnTo>
                      <a:pt x="17717" y="416988"/>
                    </a:lnTo>
                    <a:lnTo>
                      <a:pt x="10636" y="421208"/>
                    </a:lnTo>
                    <a:lnTo>
                      <a:pt x="5101" y="426251"/>
                    </a:lnTo>
                    <a:lnTo>
                      <a:pt x="1445" y="432097"/>
                    </a:lnTo>
                    <a:lnTo>
                      <a:pt x="0" y="438728"/>
                    </a:lnTo>
                    <a:lnTo>
                      <a:pt x="690" y="445127"/>
                    </a:lnTo>
                    <a:lnTo>
                      <a:pt x="3265" y="451040"/>
                    </a:lnTo>
                    <a:lnTo>
                      <a:pt x="7402" y="456443"/>
                    </a:lnTo>
                    <a:lnTo>
                      <a:pt x="12779" y="461317"/>
                    </a:lnTo>
                    <a:lnTo>
                      <a:pt x="19076" y="465638"/>
                    </a:lnTo>
                    <a:lnTo>
                      <a:pt x="25971" y="469386"/>
                    </a:lnTo>
                    <a:lnTo>
                      <a:pt x="33142" y="472539"/>
                    </a:lnTo>
                    <a:lnTo>
                      <a:pt x="40266" y="475076"/>
                    </a:lnTo>
                    <a:lnTo>
                      <a:pt x="48366" y="477635"/>
                    </a:lnTo>
                    <a:lnTo>
                      <a:pt x="56864" y="479970"/>
                    </a:lnTo>
                    <a:lnTo>
                      <a:pt x="65729" y="482084"/>
                    </a:lnTo>
                    <a:lnTo>
                      <a:pt x="74932" y="483985"/>
                    </a:lnTo>
                    <a:lnTo>
                      <a:pt x="84444" y="485676"/>
                    </a:lnTo>
                    <a:lnTo>
                      <a:pt x="94237" y="487164"/>
                    </a:lnTo>
                    <a:lnTo>
                      <a:pt x="104280" y="488455"/>
                    </a:lnTo>
                    <a:lnTo>
                      <a:pt x="114543" y="489553"/>
                    </a:lnTo>
                    <a:lnTo>
                      <a:pt x="124999" y="490465"/>
                    </a:lnTo>
                    <a:lnTo>
                      <a:pt x="135618" y="491195"/>
                    </a:lnTo>
                    <a:lnTo>
                      <a:pt x="146369" y="491749"/>
                    </a:lnTo>
                    <a:lnTo>
                      <a:pt x="157224" y="492133"/>
                    </a:lnTo>
                    <a:lnTo>
                      <a:pt x="168154" y="492353"/>
                    </a:lnTo>
                    <a:lnTo>
                      <a:pt x="179129" y="492413"/>
                    </a:lnTo>
                    <a:lnTo>
                      <a:pt x="190120" y="492320"/>
                    </a:lnTo>
                    <a:lnTo>
                      <a:pt x="201098" y="492078"/>
                    </a:lnTo>
                    <a:lnTo>
                      <a:pt x="212032" y="491694"/>
                    </a:lnTo>
                    <a:lnTo>
                      <a:pt x="222895" y="491172"/>
                    </a:lnTo>
                    <a:lnTo>
                      <a:pt x="233656" y="490519"/>
                    </a:lnTo>
                    <a:lnTo>
                      <a:pt x="244287" y="489740"/>
                    </a:lnTo>
                    <a:lnTo>
                      <a:pt x="254757" y="488839"/>
                    </a:lnTo>
                    <a:lnTo>
                      <a:pt x="265038" y="487824"/>
                    </a:lnTo>
                    <a:lnTo>
                      <a:pt x="272534" y="486892"/>
                    </a:lnTo>
                    <a:lnTo>
                      <a:pt x="281118" y="485651"/>
                    </a:lnTo>
                    <a:lnTo>
                      <a:pt x="290546" y="484079"/>
                    </a:lnTo>
                    <a:lnTo>
                      <a:pt x="300570" y="482156"/>
                    </a:lnTo>
                    <a:lnTo>
                      <a:pt x="310946" y="479860"/>
                    </a:lnTo>
                    <a:lnTo>
                      <a:pt x="321425" y="477172"/>
                    </a:lnTo>
                    <a:lnTo>
                      <a:pt x="331764" y="474069"/>
                    </a:lnTo>
                    <a:lnTo>
                      <a:pt x="341715" y="470532"/>
                    </a:lnTo>
                    <a:lnTo>
                      <a:pt x="351032" y="466539"/>
                    </a:lnTo>
                    <a:lnTo>
                      <a:pt x="359469" y="462070"/>
                    </a:lnTo>
                    <a:lnTo>
                      <a:pt x="366780" y="457103"/>
                    </a:lnTo>
                    <a:lnTo>
                      <a:pt x="372720" y="451619"/>
                    </a:lnTo>
                    <a:lnTo>
                      <a:pt x="377041" y="445595"/>
                    </a:lnTo>
                    <a:lnTo>
                      <a:pt x="379498" y="439012"/>
                    </a:lnTo>
                    <a:lnTo>
                      <a:pt x="379844" y="431848"/>
                    </a:lnTo>
                    <a:lnTo>
                      <a:pt x="378796" y="428321"/>
                    </a:lnTo>
                    <a:lnTo>
                      <a:pt x="377173" y="425102"/>
                    </a:lnTo>
                    <a:lnTo>
                      <a:pt x="375045" y="422226"/>
                    </a:lnTo>
                    <a:lnTo>
                      <a:pt x="372479" y="419727"/>
                    </a:lnTo>
                    <a:lnTo>
                      <a:pt x="369546" y="417640"/>
                    </a:lnTo>
                    <a:lnTo>
                      <a:pt x="366313" y="415998"/>
                    </a:lnTo>
                    <a:lnTo>
                      <a:pt x="362849" y="414836"/>
                    </a:lnTo>
                    <a:lnTo>
                      <a:pt x="359224" y="414189"/>
                    </a:lnTo>
                    <a:lnTo>
                      <a:pt x="359831" y="421707"/>
                    </a:lnTo>
                    <a:lnTo>
                      <a:pt x="358201" y="428435"/>
                    </a:lnTo>
                    <a:lnTo>
                      <a:pt x="354608" y="434416"/>
                    </a:lnTo>
                    <a:lnTo>
                      <a:pt x="349326" y="439698"/>
                    </a:lnTo>
                    <a:lnTo>
                      <a:pt x="342628" y="444325"/>
                    </a:lnTo>
                    <a:lnTo>
                      <a:pt x="334787" y="448344"/>
                    </a:lnTo>
                    <a:lnTo>
                      <a:pt x="326078" y="451800"/>
                    </a:lnTo>
                    <a:lnTo>
                      <a:pt x="316774" y="454740"/>
                    </a:lnTo>
                    <a:lnTo>
                      <a:pt x="307149" y="457208"/>
                    </a:lnTo>
                    <a:lnTo>
                      <a:pt x="297476" y="459251"/>
                    </a:lnTo>
                    <a:lnTo>
                      <a:pt x="288029" y="460914"/>
                    </a:lnTo>
                    <a:lnTo>
                      <a:pt x="279081" y="462244"/>
                    </a:lnTo>
                    <a:lnTo>
                      <a:pt x="270907" y="463285"/>
                    </a:lnTo>
                    <a:lnTo>
                      <a:pt x="259910" y="464386"/>
                    </a:lnTo>
                    <a:lnTo>
                      <a:pt x="248736" y="465337"/>
                    </a:lnTo>
                    <a:lnTo>
                      <a:pt x="237430" y="466133"/>
                    </a:lnTo>
                    <a:lnTo>
                      <a:pt x="226035" y="466771"/>
                    </a:lnTo>
                    <a:lnTo>
                      <a:pt x="214596" y="467247"/>
                    </a:lnTo>
                    <a:lnTo>
                      <a:pt x="203157" y="467558"/>
                    </a:lnTo>
                    <a:lnTo>
                      <a:pt x="191762" y="467700"/>
                    </a:lnTo>
                    <a:lnTo>
                      <a:pt x="180456" y="467668"/>
                    </a:lnTo>
                    <a:lnTo>
                      <a:pt x="169281" y="467461"/>
                    </a:lnTo>
                    <a:lnTo>
                      <a:pt x="158284" y="467073"/>
                    </a:lnTo>
                    <a:lnTo>
                      <a:pt x="147507" y="466501"/>
                    </a:lnTo>
                    <a:lnTo>
                      <a:pt x="136996" y="465741"/>
                    </a:lnTo>
                    <a:lnTo>
                      <a:pt x="126794" y="464790"/>
                    </a:lnTo>
                    <a:lnTo>
                      <a:pt x="116945" y="463644"/>
                    </a:lnTo>
                    <a:lnTo>
                      <a:pt x="107494" y="462300"/>
                    </a:lnTo>
                    <a:lnTo>
                      <a:pt x="98484" y="460753"/>
                    </a:lnTo>
                    <a:lnTo>
                      <a:pt x="89961" y="459000"/>
                    </a:lnTo>
                    <a:lnTo>
                      <a:pt x="81968" y="457038"/>
                    </a:lnTo>
                    <a:lnTo>
                      <a:pt x="74549" y="454862"/>
                    </a:lnTo>
                    <a:lnTo>
                      <a:pt x="67749" y="452469"/>
                    </a:lnTo>
                    <a:lnTo>
                      <a:pt x="64646" y="451152"/>
                    </a:lnTo>
                    <a:lnTo>
                      <a:pt x="61371" y="449441"/>
                    </a:lnTo>
                    <a:lnTo>
                      <a:pt x="58121" y="447405"/>
                    </a:lnTo>
                    <a:lnTo>
                      <a:pt x="55091" y="445115"/>
                    </a:lnTo>
                    <a:lnTo>
                      <a:pt x="52478" y="442641"/>
                    </a:lnTo>
                    <a:lnTo>
                      <a:pt x="50477" y="440052"/>
                    </a:lnTo>
                    <a:lnTo>
                      <a:pt x="49285" y="437418"/>
                    </a:lnTo>
                    <a:lnTo>
                      <a:pt x="49096" y="434809"/>
                    </a:lnTo>
                    <a:lnTo>
                      <a:pt x="50367" y="430709"/>
                    </a:lnTo>
                    <a:lnTo>
                      <a:pt x="52947" y="427525"/>
                    </a:lnTo>
                    <a:lnTo>
                      <a:pt x="56603" y="425129"/>
                    </a:lnTo>
                    <a:lnTo>
                      <a:pt x="61102" y="423395"/>
                    </a:lnTo>
                    <a:lnTo>
                      <a:pt x="66210" y="422195"/>
                    </a:lnTo>
                    <a:lnTo>
                      <a:pt x="71694" y="421400"/>
                    </a:lnTo>
                    <a:lnTo>
                      <a:pt x="77320" y="420884"/>
                    </a:lnTo>
                    <a:lnTo>
                      <a:pt x="82855" y="420518"/>
                    </a:lnTo>
                    <a:lnTo>
                      <a:pt x="82855" y="420483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  <p:sp>
            <p:nvSpPr>
              <p:cNvPr id="298" name="298 java vector path"/>
              <p:cNvSpPr/>
              <p:nvPr/>
            </p:nvSpPr>
            <p:spPr>
              <a:xfrm>
                <a:off x="14401800" y="2172901"/>
                <a:ext cx="419100" cy="530998"/>
              </a:xfrm>
              <a:custGeom>
                <a:avLst/>
                <a:gdLst/>
                <a:ahLst/>
                <a:cxnLst/>
                <a:rect l="0" t="0" r="0" b="0"/>
                <a:pathLst>
                  <a:path w="419100" h="530998">
                    <a:moveTo>
                      <a:pt x="209062" y="530041"/>
                    </a:moveTo>
                    <a:lnTo>
                      <a:pt x="198372" y="528754"/>
                    </a:lnTo>
                    <a:lnTo>
                      <a:pt x="187754" y="527417"/>
                    </a:lnTo>
                    <a:lnTo>
                      <a:pt x="177221" y="526007"/>
                    </a:lnTo>
                    <a:lnTo>
                      <a:pt x="166785" y="524505"/>
                    </a:lnTo>
                    <a:lnTo>
                      <a:pt x="156461" y="522887"/>
                    </a:lnTo>
                    <a:lnTo>
                      <a:pt x="146260" y="521133"/>
                    </a:lnTo>
                    <a:lnTo>
                      <a:pt x="136196" y="519221"/>
                    </a:lnTo>
                    <a:lnTo>
                      <a:pt x="126281" y="517129"/>
                    </a:lnTo>
                    <a:lnTo>
                      <a:pt x="116529" y="514836"/>
                    </a:lnTo>
                    <a:lnTo>
                      <a:pt x="106952" y="512320"/>
                    </a:lnTo>
                    <a:lnTo>
                      <a:pt x="97564" y="509559"/>
                    </a:lnTo>
                    <a:lnTo>
                      <a:pt x="88376" y="506533"/>
                    </a:lnTo>
                    <a:lnTo>
                      <a:pt x="79403" y="503220"/>
                    </a:lnTo>
                    <a:lnTo>
                      <a:pt x="70657" y="499597"/>
                    </a:lnTo>
                    <a:lnTo>
                      <a:pt x="80135" y="501778"/>
                    </a:lnTo>
                    <a:lnTo>
                      <a:pt x="89848" y="503812"/>
                    </a:lnTo>
                    <a:lnTo>
                      <a:pt x="99776" y="505697"/>
                    </a:lnTo>
                    <a:lnTo>
                      <a:pt x="109899" y="507427"/>
                    </a:lnTo>
                    <a:lnTo>
                      <a:pt x="120198" y="508999"/>
                    </a:lnTo>
                    <a:lnTo>
                      <a:pt x="130652" y="510410"/>
                    </a:lnTo>
                    <a:lnTo>
                      <a:pt x="141243" y="511656"/>
                    </a:lnTo>
                    <a:lnTo>
                      <a:pt x="151950" y="512733"/>
                    </a:lnTo>
                    <a:lnTo>
                      <a:pt x="162753" y="513637"/>
                    </a:lnTo>
                    <a:lnTo>
                      <a:pt x="173634" y="514365"/>
                    </a:lnTo>
                    <a:lnTo>
                      <a:pt x="184571" y="514912"/>
                    </a:lnTo>
                    <a:lnTo>
                      <a:pt x="195545" y="515276"/>
                    </a:lnTo>
                    <a:lnTo>
                      <a:pt x="206537" y="515451"/>
                    </a:lnTo>
                    <a:lnTo>
                      <a:pt x="217526" y="515436"/>
                    </a:lnTo>
                    <a:lnTo>
                      <a:pt x="228493" y="515225"/>
                    </a:lnTo>
                    <a:lnTo>
                      <a:pt x="239418" y="514815"/>
                    </a:lnTo>
                    <a:lnTo>
                      <a:pt x="250282" y="514203"/>
                    </a:lnTo>
                    <a:lnTo>
                      <a:pt x="261064" y="513384"/>
                    </a:lnTo>
                    <a:lnTo>
                      <a:pt x="271745" y="512355"/>
                    </a:lnTo>
                    <a:lnTo>
                      <a:pt x="282305" y="511112"/>
                    </a:lnTo>
                    <a:lnTo>
                      <a:pt x="292724" y="509652"/>
                    </a:lnTo>
                    <a:lnTo>
                      <a:pt x="302983" y="507970"/>
                    </a:lnTo>
                    <a:lnTo>
                      <a:pt x="313061" y="506063"/>
                    </a:lnTo>
                    <a:lnTo>
                      <a:pt x="322939" y="503927"/>
                    </a:lnTo>
                    <a:lnTo>
                      <a:pt x="332598" y="501558"/>
                    </a:lnTo>
                    <a:lnTo>
                      <a:pt x="342017" y="498953"/>
                    </a:lnTo>
                    <a:lnTo>
                      <a:pt x="351176" y="496108"/>
                    </a:lnTo>
                    <a:lnTo>
                      <a:pt x="360056" y="493019"/>
                    </a:lnTo>
                    <a:lnTo>
                      <a:pt x="368638" y="489682"/>
                    </a:lnTo>
                    <a:lnTo>
                      <a:pt x="376901" y="486094"/>
                    </a:lnTo>
                    <a:lnTo>
                      <a:pt x="384825" y="482251"/>
                    </a:lnTo>
                    <a:lnTo>
                      <a:pt x="392391" y="478149"/>
                    </a:lnTo>
                    <a:lnTo>
                      <a:pt x="399579" y="473785"/>
                    </a:lnTo>
                    <a:lnTo>
                      <a:pt x="406369" y="469154"/>
                    </a:lnTo>
                    <a:lnTo>
                      <a:pt x="406770" y="468850"/>
                    </a:lnTo>
                    <a:lnTo>
                      <a:pt x="407173" y="468525"/>
                    </a:lnTo>
                    <a:lnTo>
                      <a:pt x="407577" y="468183"/>
                    </a:lnTo>
                    <a:lnTo>
                      <a:pt x="407983" y="467824"/>
                    </a:lnTo>
                    <a:lnTo>
                      <a:pt x="408388" y="467452"/>
                    </a:lnTo>
                    <a:lnTo>
                      <a:pt x="408793" y="467069"/>
                    </a:lnTo>
                    <a:lnTo>
                      <a:pt x="409196" y="466678"/>
                    </a:lnTo>
                    <a:lnTo>
                      <a:pt x="409596" y="466281"/>
                    </a:lnTo>
                    <a:lnTo>
                      <a:pt x="410695" y="465250"/>
                    </a:lnTo>
                    <a:lnTo>
                      <a:pt x="411812" y="464247"/>
                    </a:lnTo>
                    <a:lnTo>
                      <a:pt x="412951" y="463317"/>
                    </a:lnTo>
                    <a:lnTo>
                      <a:pt x="414115" y="462505"/>
                    </a:lnTo>
                    <a:lnTo>
                      <a:pt x="415309" y="461856"/>
                    </a:lnTo>
                    <a:lnTo>
                      <a:pt x="416535" y="461414"/>
                    </a:lnTo>
                    <a:lnTo>
                      <a:pt x="417798" y="461226"/>
                    </a:lnTo>
                    <a:lnTo>
                      <a:pt x="419100" y="461334"/>
                    </a:lnTo>
                    <a:lnTo>
                      <a:pt x="415509" y="470200"/>
                    </a:lnTo>
                    <a:lnTo>
                      <a:pt x="410996" y="478159"/>
                    </a:lnTo>
                    <a:lnTo>
                      <a:pt x="405627" y="485271"/>
                    </a:lnTo>
                    <a:lnTo>
                      <a:pt x="399465" y="491597"/>
                    </a:lnTo>
                    <a:lnTo>
                      <a:pt x="392578" y="497196"/>
                    </a:lnTo>
                    <a:lnTo>
                      <a:pt x="385029" y="502128"/>
                    </a:lnTo>
                    <a:lnTo>
                      <a:pt x="376884" y="506452"/>
                    </a:lnTo>
                    <a:lnTo>
                      <a:pt x="368209" y="510229"/>
                    </a:lnTo>
                    <a:lnTo>
                      <a:pt x="359067" y="513518"/>
                    </a:lnTo>
                    <a:lnTo>
                      <a:pt x="349524" y="516380"/>
                    </a:lnTo>
                    <a:lnTo>
                      <a:pt x="339646" y="518873"/>
                    </a:lnTo>
                    <a:lnTo>
                      <a:pt x="329498" y="521058"/>
                    </a:lnTo>
                    <a:lnTo>
                      <a:pt x="319144" y="522995"/>
                    </a:lnTo>
                    <a:lnTo>
                      <a:pt x="308650" y="524743"/>
                    </a:lnTo>
                    <a:lnTo>
                      <a:pt x="298082" y="526363"/>
                    </a:lnTo>
                    <a:lnTo>
                      <a:pt x="287503" y="527913"/>
                    </a:lnTo>
                    <a:lnTo>
                      <a:pt x="284924" y="528297"/>
                    </a:lnTo>
                    <a:lnTo>
                      <a:pt x="282348" y="528679"/>
                    </a:lnTo>
                    <a:lnTo>
                      <a:pt x="279775" y="529061"/>
                    </a:lnTo>
                    <a:lnTo>
                      <a:pt x="277206" y="529442"/>
                    </a:lnTo>
                    <a:lnTo>
                      <a:pt x="274642" y="529826"/>
                    </a:lnTo>
                    <a:lnTo>
                      <a:pt x="272084" y="530212"/>
                    </a:lnTo>
                    <a:lnTo>
                      <a:pt x="269532" y="530602"/>
                    </a:lnTo>
                    <a:lnTo>
                      <a:pt x="266989" y="530998"/>
                    </a:lnTo>
                    <a:lnTo>
                      <a:pt x="264500" y="530682"/>
                    </a:lnTo>
                    <a:lnTo>
                      <a:pt x="257938" y="530445"/>
                    </a:lnTo>
                    <a:lnTo>
                      <a:pt x="248660" y="530275"/>
                    </a:lnTo>
                    <a:lnTo>
                      <a:pt x="238025" y="530161"/>
                    </a:lnTo>
                    <a:lnTo>
                      <a:pt x="227391" y="530091"/>
                    </a:lnTo>
                    <a:lnTo>
                      <a:pt x="218113" y="530056"/>
                    </a:lnTo>
                    <a:lnTo>
                      <a:pt x="211551" y="530043"/>
                    </a:lnTo>
                    <a:lnTo>
                      <a:pt x="209062" y="530041"/>
                    </a:lnTo>
                    <a:close/>
                    <a:moveTo>
                      <a:pt x="398497" y="303301"/>
                    </a:moveTo>
                    <a:lnTo>
                      <a:pt x="397333" y="293890"/>
                    </a:lnTo>
                    <a:lnTo>
                      <a:pt x="394474" y="285792"/>
                    </a:lnTo>
                    <a:lnTo>
                      <a:pt x="390147" y="279011"/>
                    </a:lnTo>
                    <a:lnTo>
                      <a:pt x="384582" y="273550"/>
                    </a:lnTo>
                    <a:lnTo>
                      <a:pt x="378007" y="269412"/>
                    </a:lnTo>
                    <a:lnTo>
                      <a:pt x="370651" y="266601"/>
                    </a:lnTo>
                    <a:lnTo>
                      <a:pt x="362742" y="265120"/>
                    </a:lnTo>
                    <a:lnTo>
                      <a:pt x="354509" y="264972"/>
                    </a:lnTo>
                    <a:lnTo>
                      <a:pt x="346181" y="266162"/>
                    </a:lnTo>
                    <a:lnTo>
                      <a:pt x="337986" y="268692"/>
                    </a:lnTo>
                    <a:lnTo>
                      <a:pt x="330153" y="272566"/>
                    </a:lnTo>
                    <a:lnTo>
                      <a:pt x="322911" y="277787"/>
                    </a:lnTo>
                    <a:lnTo>
                      <a:pt x="330854" y="276616"/>
                    </a:lnTo>
                    <a:lnTo>
                      <a:pt x="338382" y="276712"/>
                    </a:lnTo>
                    <a:lnTo>
                      <a:pt x="345356" y="277957"/>
                    </a:lnTo>
                    <a:lnTo>
                      <a:pt x="351639" y="280238"/>
                    </a:lnTo>
                    <a:lnTo>
                      <a:pt x="357092" y="283437"/>
                    </a:lnTo>
                    <a:lnTo>
                      <a:pt x="361578" y="287441"/>
                    </a:lnTo>
                    <a:lnTo>
                      <a:pt x="364959" y="292132"/>
                    </a:lnTo>
                    <a:lnTo>
                      <a:pt x="367096" y="297397"/>
                    </a:lnTo>
                    <a:lnTo>
                      <a:pt x="367985" y="307537"/>
                    </a:lnTo>
                    <a:lnTo>
                      <a:pt x="366617" y="317099"/>
                    </a:lnTo>
                    <a:lnTo>
                      <a:pt x="363359" y="326087"/>
                    </a:lnTo>
                    <a:lnTo>
                      <a:pt x="358575" y="334504"/>
                    </a:lnTo>
                    <a:lnTo>
                      <a:pt x="352633" y="342356"/>
                    </a:lnTo>
                    <a:lnTo>
                      <a:pt x="345898" y="349647"/>
                    </a:lnTo>
                    <a:lnTo>
                      <a:pt x="338736" y="356381"/>
                    </a:lnTo>
                    <a:lnTo>
                      <a:pt x="331513" y="362562"/>
                    </a:lnTo>
                    <a:lnTo>
                      <a:pt x="324595" y="368195"/>
                    </a:lnTo>
                    <a:lnTo>
                      <a:pt x="322944" y="369532"/>
                    </a:lnTo>
                    <a:lnTo>
                      <a:pt x="321344" y="370830"/>
                    </a:lnTo>
                    <a:lnTo>
                      <a:pt x="319802" y="372091"/>
                    </a:lnTo>
                    <a:lnTo>
                      <a:pt x="318321" y="373315"/>
                    </a:lnTo>
                    <a:lnTo>
                      <a:pt x="316908" y="374505"/>
                    </a:lnTo>
                    <a:lnTo>
                      <a:pt x="315567" y="375660"/>
                    </a:lnTo>
                    <a:lnTo>
                      <a:pt x="314304" y="376784"/>
                    </a:lnTo>
                    <a:lnTo>
                      <a:pt x="313124" y="377876"/>
                    </a:lnTo>
                    <a:lnTo>
                      <a:pt x="321282" y="377084"/>
                    </a:lnTo>
                    <a:lnTo>
                      <a:pt x="329690" y="375550"/>
                    </a:lnTo>
                    <a:lnTo>
                      <a:pt x="338207" y="373286"/>
                    </a:lnTo>
                    <a:lnTo>
                      <a:pt x="346689" y="370303"/>
                    </a:lnTo>
                    <a:lnTo>
                      <a:pt x="354996" y="366611"/>
                    </a:lnTo>
                    <a:lnTo>
                      <a:pt x="362986" y="362221"/>
                    </a:lnTo>
                    <a:lnTo>
                      <a:pt x="370518" y="357145"/>
                    </a:lnTo>
                    <a:lnTo>
                      <a:pt x="377449" y="351392"/>
                    </a:lnTo>
                    <a:lnTo>
                      <a:pt x="383638" y="344975"/>
                    </a:lnTo>
                    <a:lnTo>
                      <a:pt x="388944" y="337905"/>
                    </a:lnTo>
                    <a:lnTo>
                      <a:pt x="393224" y="330191"/>
                    </a:lnTo>
                    <a:lnTo>
                      <a:pt x="396338" y="321845"/>
                    </a:lnTo>
                    <a:lnTo>
                      <a:pt x="398143" y="312878"/>
                    </a:lnTo>
                    <a:lnTo>
                      <a:pt x="398497" y="303301"/>
                    </a:lnTo>
                    <a:close/>
                  </a:path>
                </a:pathLst>
              </a:custGeom>
              <a:solidFill>
                <a:srgbClr val="2365C4"/>
              </a:solidFill>
              <a:ln w="0">
                <a:noFill/>
              </a:ln>
            </p:spPr>
          </p:sp>
        </p:grpSp>
        <p:sp>
          <p:nvSpPr>
            <p:cNvPr id="299" name="299 Java"/>
            <p:cNvSpPr/>
            <p:nvPr/>
          </p:nvSpPr>
          <p:spPr>
            <a:xfrm>
              <a:off x="17049750" y="5650909"/>
              <a:ext cx="1193800" cy="50028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6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sz="165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Target </a:t>
              </a:r>
            </a:p>
            <a:p>
              <a:pPr algn="ctr">
                <a:defRPr sz="16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altLang="zh-CN" sz="165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environment</a:t>
              </a:r>
              <a:endParaRPr lang="en-US" sz="1650" b="1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01" name="301 rect"/>
            <p:cNvSpPr/>
            <p:nvPr/>
          </p:nvSpPr>
          <p:spPr>
            <a:xfrm>
              <a:off x="16935149" y="6510495"/>
              <a:ext cx="1571625" cy="203073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8EDE9"/>
              </a:solidFill>
            </a:ln>
          </p:spPr>
        </p:sp>
        <p:grpSp>
          <p:nvGrpSpPr>
            <p:cNvPr id="493" name="folder-301"/>
            <p:cNvGrpSpPr/>
            <p:nvPr/>
          </p:nvGrpSpPr>
          <p:grpSpPr>
            <a:xfrm>
              <a:off x="16971962" y="6683061"/>
              <a:ext cx="190500" cy="127635"/>
              <a:chOff x="14173200" y="3184017"/>
              <a:chExt cx="190500" cy="123063"/>
            </a:xfrm>
          </p:grpSpPr>
          <p:sp>
            <p:nvSpPr>
              <p:cNvPr id="302" name="302 folder"/>
              <p:cNvSpPr/>
              <p:nvPr/>
            </p:nvSpPr>
            <p:spPr>
              <a:xfrm>
                <a:off x="14173200" y="3184017"/>
                <a:ext cx="190500" cy="123063"/>
              </a:xfrm>
              <a:custGeom>
                <a:avLst/>
                <a:gdLst/>
                <a:ahLst/>
                <a:cxnLst/>
                <a:rect l="0" t="0" r="0" b="0"/>
                <a:pathLst>
                  <a:path w="190500" h="123063">
                    <a:moveTo>
                      <a:pt x="0" y="0"/>
                    </a:moveTo>
                    <a:lnTo>
                      <a:pt x="76200" y="0"/>
                    </a:lnTo>
                    <a:lnTo>
                      <a:pt x="99060" y="20269"/>
                    </a:lnTo>
                    <a:lnTo>
                      <a:pt x="190500" y="20269"/>
                    </a:lnTo>
                    <a:lnTo>
                      <a:pt x="190500" y="123063"/>
                    </a:lnTo>
                    <a:lnTo>
                      <a:pt x="0" y="123063"/>
                    </a:lnTo>
                    <a:close/>
                  </a:path>
                </a:pathLst>
              </a:custGeom>
              <a:solidFill>
                <a:srgbClr val="B5E4FF"/>
              </a:solidFill>
              <a:ln w="15240">
                <a:solidFill>
                  <a:srgbClr val="003496"/>
                </a:solidFill>
              </a:ln>
            </p:spPr>
          </p:sp>
          <p:sp>
            <p:nvSpPr>
              <p:cNvPr id="303" name="303 path"/>
              <p:cNvSpPr/>
              <p:nvPr/>
            </p:nvSpPr>
            <p:spPr>
              <a:xfrm>
                <a:off x="14182725" y="3215869"/>
                <a:ext cx="17145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71450" h="9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9525">
                <a:solidFill>
                  <a:srgbClr val="56B3EC"/>
                </a:solidFill>
              </a:ln>
            </p:spPr>
          </p:sp>
        </p:grpSp>
        <p:sp>
          <p:nvSpPr>
            <p:cNvPr id="304" name="304 my_project/"/>
            <p:cNvSpPr/>
            <p:nvPr/>
          </p:nvSpPr>
          <p:spPr>
            <a:xfrm>
              <a:off x="17257712" y="6611303"/>
              <a:ext cx="1143000" cy="2324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24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my_project/</a:t>
              </a:r>
            </a:p>
          </p:txBody>
        </p:sp>
        <p:sp>
          <p:nvSpPr>
            <p:cNvPr id="305" name="305 path"/>
            <p:cNvSpPr/>
            <p:nvPr/>
          </p:nvSpPr>
          <p:spPr>
            <a:xfrm>
              <a:off x="17057687" y="6937059"/>
              <a:ext cx="0" cy="1399540"/>
            </a:xfrm>
            <a:custGeom>
              <a:avLst/>
              <a:gdLst/>
              <a:ahLst/>
              <a:cxnLst/>
              <a:rect l="0" t="0" r="0" b="0"/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11430">
              <a:solidFill>
                <a:srgbClr val="587394"/>
              </a:solidFill>
            </a:ln>
          </p:spPr>
        </p:sp>
        <p:sp>
          <p:nvSpPr>
            <p:cNvPr id="306" name="306 path"/>
            <p:cNvSpPr/>
            <p:nvPr/>
          </p:nvSpPr>
          <p:spPr>
            <a:xfrm>
              <a:off x="17057690" y="7173278"/>
              <a:ext cx="104775" cy="0"/>
            </a:xfrm>
            <a:custGeom>
              <a:avLst/>
              <a:gdLst/>
              <a:ahLst/>
              <a:cxnLst/>
              <a:rect l="0" t="0" r="0" b="0"/>
              <a:pathLst>
                <a:path w="104775" h="9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1430">
              <a:solidFill>
                <a:srgbClr val="587394"/>
              </a:solidFill>
            </a:ln>
          </p:spPr>
        </p:sp>
        <p:grpSp>
          <p:nvGrpSpPr>
            <p:cNvPr id="494" name="icon-document-306"/>
            <p:cNvGrpSpPr/>
            <p:nvPr/>
          </p:nvGrpSpPr>
          <p:grpSpPr>
            <a:xfrm>
              <a:off x="17244377" y="7059616"/>
              <a:ext cx="142240" cy="257175"/>
              <a:chOff x="14445615" y="3547586"/>
              <a:chExt cx="142399" cy="248603"/>
            </a:xfrm>
          </p:grpSpPr>
          <p:sp>
            <p:nvSpPr>
              <p:cNvPr id="307" name="307 path"/>
              <p:cNvSpPr/>
              <p:nvPr/>
            </p:nvSpPr>
            <p:spPr>
              <a:xfrm>
                <a:off x="14445615" y="3547586"/>
                <a:ext cx="142399" cy="248603"/>
              </a:xfrm>
              <a:custGeom>
                <a:avLst/>
                <a:gdLst/>
                <a:ahLst/>
                <a:cxnLst/>
                <a:rect l="0" t="0" r="0" b="0"/>
                <a:pathLst>
                  <a:path w="142399" h="248603">
                    <a:moveTo>
                      <a:pt x="0" y="0"/>
                    </a:moveTo>
                    <a:lnTo>
                      <a:pt x="93107" y="0"/>
                    </a:lnTo>
                    <a:lnTo>
                      <a:pt x="142399" y="62151"/>
                    </a:lnTo>
                    <a:lnTo>
                      <a:pt x="142399" y="248603"/>
                    </a:lnTo>
                    <a:lnTo>
                      <a:pt x="0" y="248603"/>
                    </a:lnTo>
                    <a:close/>
                  </a:path>
                </a:pathLst>
              </a:custGeom>
              <a:solidFill>
                <a:srgbClr val="F9FCFF"/>
              </a:solidFill>
              <a:ln w="10954">
                <a:solidFill>
                  <a:srgbClr val="003496"/>
                </a:solidFill>
              </a:ln>
            </p:spPr>
          </p:sp>
          <p:sp>
            <p:nvSpPr>
              <p:cNvPr id="308" name="308 path"/>
              <p:cNvSpPr/>
              <p:nvPr/>
            </p:nvSpPr>
            <p:spPr>
              <a:xfrm>
                <a:off x="14538722" y="3547586"/>
                <a:ext cx="49292" cy="69056"/>
              </a:xfrm>
              <a:custGeom>
                <a:avLst/>
                <a:gdLst/>
                <a:ahLst/>
                <a:cxnLst/>
                <a:rect l="0" t="0" r="0" b="0"/>
                <a:pathLst>
                  <a:path w="49292" h="69056">
                    <a:moveTo>
                      <a:pt x="0" y="0"/>
                    </a:moveTo>
                    <a:lnTo>
                      <a:pt x="0" y="69056"/>
                    </a:lnTo>
                    <a:lnTo>
                      <a:pt x="49292" y="69056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09" name="309 path"/>
              <p:cNvSpPr/>
              <p:nvPr/>
            </p:nvSpPr>
            <p:spPr>
              <a:xfrm>
                <a:off x="14472999" y="3658076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10" name="310 path"/>
              <p:cNvSpPr/>
              <p:nvPr/>
            </p:nvSpPr>
            <p:spPr>
              <a:xfrm>
                <a:off x="14472999" y="3692604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11" name="311 path"/>
              <p:cNvSpPr/>
              <p:nvPr/>
            </p:nvSpPr>
            <p:spPr>
              <a:xfrm>
                <a:off x="14472999" y="3727133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12" name="312 path"/>
              <p:cNvSpPr/>
              <p:nvPr/>
            </p:nvSpPr>
            <p:spPr>
              <a:xfrm>
                <a:off x="14472999" y="3761661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</p:grpSp>
        <p:sp>
          <p:nvSpPr>
            <p:cNvPr id="313" name="313 rect"/>
            <p:cNvSpPr/>
            <p:nvPr/>
          </p:nvSpPr>
          <p:spPr>
            <a:xfrm>
              <a:off x="17457740" y="7015798"/>
              <a:ext cx="904875" cy="335280"/>
            </a:xfrm>
            <a:prstGeom prst="roundRect">
              <a:avLst>
                <a:gd name="adj" fmla="val 17647"/>
              </a:avLst>
            </a:prstGeom>
            <a:solidFill>
              <a:srgbClr val="F3F5F8"/>
            </a:solidFill>
            <a:ln w="0">
              <a:noFill/>
            </a:ln>
          </p:spPr>
        </p:sp>
        <p:sp>
          <p:nvSpPr>
            <p:cNvPr id="314" name="314 Main.java"/>
            <p:cNvSpPr/>
            <p:nvPr/>
          </p:nvSpPr>
          <p:spPr>
            <a:xfrm>
              <a:off x="17524413" y="7064696"/>
              <a:ext cx="81915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6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6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Main.java</a:t>
              </a:r>
            </a:p>
          </p:txBody>
        </p:sp>
        <p:sp>
          <p:nvSpPr>
            <p:cNvPr id="315" name="315 path"/>
            <p:cNvSpPr/>
            <p:nvPr/>
          </p:nvSpPr>
          <p:spPr>
            <a:xfrm>
              <a:off x="17057690" y="7547928"/>
              <a:ext cx="104775" cy="0"/>
            </a:xfrm>
            <a:custGeom>
              <a:avLst/>
              <a:gdLst/>
              <a:ahLst/>
              <a:cxnLst/>
              <a:rect l="0" t="0" r="0" b="0"/>
              <a:pathLst>
                <a:path w="104775" h="9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1430">
              <a:solidFill>
                <a:srgbClr val="587394"/>
              </a:solidFill>
            </a:ln>
          </p:spPr>
        </p:sp>
        <p:grpSp>
          <p:nvGrpSpPr>
            <p:cNvPr id="495" name="icon-document-315"/>
            <p:cNvGrpSpPr/>
            <p:nvPr/>
          </p:nvGrpSpPr>
          <p:grpSpPr>
            <a:xfrm>
              <a:off x="17244377" y="7434266"/>
              <a:ext cx="142240" cy="257175"/>
              <a:chOff x="14445615" y="3909536"/>
              <a:chExt cx="142399" cy="248603"/>
            </a:xfrm>
          </p:grpSpPr>
          <p:sp>
            <p:nvSpPr>
              <p:cNvPr id="316" name="316 path"/>
              <p:cNvSpPr/>
              <p:nvPr/>
            </p:nvSpPr>
            <p:spPr>
              <a:xfrm>
                <a:off x="14445615" y="3909536"/>
                <a:ext cx="142399" cy="248603"/>
              </a:xfrm>
              <a:custGeom>
                <a:avLst/>
                <a:gdLst/>
                <a:ahLst/>
                <a:cxnLst/>
                <a:rect l="0" t="0" r="0" b="0"/>
                <a:pathLst>
                  <a:path w="142399" h="248603">
                    <a:moveTo>
                      <a:pt x="0" y="0"/>
                    </a:moveTo>
                    <a:lnTo>
                      <a:pt x="93107" y="0"/>
                    </a:lnTo>
                    <a:lnTo>
                      <a:pt x="142399" y="62151"/>
                    </a:lnTo>
                    <a:lnTo>
                      <a:pt x="142399" y="248603"/>
                    </a:lnTo>
                    <a:lnTo>
                      <a:pt x="0" y="248603"/>
                    </a:lnTo>
                    <a:close/>
                  </a:path>
                </a:pathLst>
              </a:custGeom>
              <a:solidFill>
                <a:srgbClr val="F9FCFF"/>
              </a:solidFill>
              <a:ln w="10954">
                <a:solidFill>
                  <a:srgbClr val="003496"/>
                </a:solidFill>
              </a:ln>
            </p:spPr>
          </p:sp>
          <p:sp>
            <p:nvSpPr>
              <p:cNvPr id="317" name="317 path"/>
              <p:cNvSpPr/>
              <p:nvPr/>
            </p:nvSpPr>
            <p:spPr>
              <a:xfrm>
                <a:off x="14538722" y="3909536"/>
                <a:ext cx="49292" cy="69056"/>
              </a:xfrm>
              <a:custGeom>
                <a:avLst/>
                <a:gdLst/>
                <a:ahLst/>
                <a:cxnLst/>
                <a:rect l="0" t="0" r="0" b="0"/>
                <a:pathLst>
                  <a:path w="49292" h="69056">
                    <a:moveTo>
                      <a:pt x="0" y="0"/>
                    </a:moveTo>
                    <a:lnTo>
                      <a:pt x="0" y="69056"/>
                    </a:lnTo>
                    <a:lnTo>
                      <a:pt x="49292" y="69056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18" name="318 path"/>
              <p:cNvSpPr/>
              <p:nvPr/>
            </p:nvSpPr>
            <p:spPr>
              <a:xfrm>
                <a:off x="14472999" y="4020026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19" name="319 path"/>
              <p:cNvSpPr/>
              <p:nvPr/>
            </p:nvSpPr>
            <p:spPr>
              <a:xfrm>
                <a:off x="14472999" y="4054554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20" name="320 path"/>
              <p:cNvSpPr/>
              <p:nvPr/>
            </p:nvSpPr>
            <p:spPr>
              <a:xfrm>
                <a:off x="14472999" y="4089083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21" name="321 path"/>
              <p:cNvSpPr/>
              <p:nvPr/>
            </p:nvSpPr>
            <p:spPr>
              <a:xfrm>
                <a:off x="14472999" y="4123611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</p:grpSp>
        <p:sp>
          <p:nvSpPr>
            <p:cNvPr id="322" name="322 rect"/>
            <p:cNvSpPr/>
            <p:nvPr/>
          </p:nvSpPr>
          <p:spPr>
            <a:xfrm>
              <a:off x="17457740" y="7390448"/>
              <a:ext cx="904875" cy="335280"/>
            </a:xfrm>
            <a:prstGeom prst="roundRect">
              <a:avLst>
                <a:gd name="adj" fmla="val 17647"/>
              </a:avLst>
            </a:prstGeom>
            <a:solidFill>
              <a:srgbClr val="F3F5F8"/>
            </a:solidFill>
            <a:ln w="0">
              <a:noFill/>
            </a:ln>
          </p:spPr>
        </p:sp>
        <p:sp>
          <p:nvSpPr>
            <p:cNvPr id="323" name="323 Model.java"/>
            <p:cNvSpPr/>
            <p:nvPr/>
          </p:nvSpPr>
          <p:spPr>
            <a:xfrm>
              <a:off x="17524413" y="7439343"/>
              <a:ext cx="819150" cy="2247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8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Model.java</a:t>
              </a:r>
            </a:p>
          </p:txBody>
        </p:sp>
        <p:sp>
          <p:nvSpPr>
            <p:cNvPr id="324" name="324 path"/>
            <p:cNvSpPr/>
            <p:nvPr/>
          </p:nvSpPr>
          <p:spPr>
            <a:xfrm>
              <a:off x="17057690" y="7922578"/>
              <a:ext cx="104775" cy="0"/>
            </a:xfrm>
            <a:custGeom>
              <a:avLst/>
              <a:gdLst/>
              <a:ahLst/>
              <a:cxnLst/>
              <a:rect l="0" t="0" r="0" b="0"/>
              <a:pathLst>
                <a:path w="104775" h="9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1430">
              <a:solidFill>
                <a:srgbClr val="587394"/>
              </a:solidFill>
            </a:ln>
          </p:spPr>
        </p:sp>
        <p:grpSp>
          <p:nvGrpSpPr>
            <p:cNvPr id="496" name="icon-document-324"/>
            <p:cNvGrpSpPr/>
            <p:nvPr/>
          </p:nvGrpSpPr>
          <p:grpSpPr>
            <a:xfrm>
              <a:off x="17244377" y="7808916"/>
              <a:ext cx="142240" cy="257175"/>
              <a:chOff x="14445615" y="4271486"/>
              <a:chExt cx="142399" cy="248603"/>
            </a:xfrm>
          </p:grpSpPr>
          <p:sp>
            <p:nvSpPr>
              <p:cNvPr id="325" name="325 path"/>
              <p:cNvSpPr/>
              <p:nvPr/>
            </p:nvSpPr>
            <p:spPr>
              <a:xfrm>
                <a:off x="14445615" y="4271486"/>
                <a:ext cx="142399" cy="248603"/>
              </a:xfrm>
              <a:custGeom>
                <a:avLst/>
                <a:gdLst/>
                <a:ahLst/>
                <a:cxnLst/>
                <a:rect l="0" t="0" r="0" b="0"/>
                <a:pathLst>
                  <a:path w="142399" h="248603">
                    <a:moveTo>
                      <a:pt x="0" y="0"/>
                    </a:moveTo>
                    <a:lnTo>
                      <a:pt x="93107" y="0"/>
                    </a:lnTo>
                    <a:lnTo>
                      <a:pt x="142399" y="62151"/>
                    </a:lnTo>
                    <a:lnTo>
                      <a:pt x="142399" y="248603"/>
                    </a:lnTo>
                    <a:lnTo>
                      <a:pt x="0" y="248603"/>
                    </a:lnTo>
                    <a:close/>
                  </a:path>
                </a:pathLst>
              </a:custGeom>
              <a:solidFill>
                <a:srgbClr val="F9FCFF"/>
              </a:solidFill>
              <a:ln w="10954">
                <a:solidFill>
                  <a:srgbClr val="003496"/>
                </a:solidFill>
              </a:ln>
            </p:spPr>
          </p:sp>
          <p:sp>
            <p:nvSpPr>
              <p:cNvPr id="326" name="326 path"/>
              <p:cNvSpPr/>
              <p:nvPr/>
            </p:nvSpPr>
            <p:spPr>
              <a:xfrm>
                <a:off x="14538722" y="4271486"/>
                <a:ext cx="49292" cy="69056"/>
              </a:xfrm>
              <a:custGeom>
                <a:avLst/>
                <a:gdLst/>
                <a:ahLst/>
                <a:cxnLst/>
                <a:rect l="0" t="0" r="0" b="0"/>
                <a:pathLst>
                  <a:path w="49292" h="69056">
                    <a:moveTo>
                      <a:pt x="0" y="0"/>
                    </a:moveTo>
                    <a:lnTo>
                      <a:pt x="0" y="69056"/>
                    </a:lnTo>
                    <a:lnTo>
                      <a:pt x="49292" y="69056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27" name="327 path"/>
              <p:cNvSpPr/>
              <p:nvPr/>
            </p:nvSpPr>
            <p:spPr>
              <a:xfrm>
                <a:off x="14472999" y="4381976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28" name="328 path"/>
              <p:cNvSpPr/>
              <p:nvPr/>
            </p:nvSpPr>
            <p:spPr>
              <a:xfrm>
                <a:off x="14472999" y="4416504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29" name="329 path"/>
              <p:cNvSpPr/>
              <p:nvPr/>
            </p:nvSpPr>
            <p:spPr>
              <a:xfrm>
                <a:off x="14472999" y="4451033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  <p:sp>
            <p:nvSpPr>
              <p:cNvPr id="330" name="330 path"/>
              <p:cNvSpPr/>
              <p:nvPr/>
            </p:nvSpPr>
            <p:spPr>
              <a:xfrm>
                <a:off x="14472999" y="4485561"/>
                <a:ext cx="76676" cy="95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95">
                    <a:moveTo>
                      <a:pt x="0" y="0"/>
                    </a:moveTo>
                    <a:lnTo>
                      <a:pt x="76676" y="0"/>
                    </a:lnTo>
                  </a:path>
                </a:pathLst>
              </a:custGeom>
              <a:noFill/>
              <a:ln w="8215">
                <a:solidFill>
                  <a:srgbClr val="003496"/>
                </a:solidFill>
              </a:ln>
            </p:spPr>
          </p:sp>
        </p:grpSp>
        <p:sp>
          <p:nvSpPr>
            <p:cNvPr id="331" name="331 rect"/>
            <p:cNvSpPr/>
            <p:nvPr/>
          </p:nvSpPr>
          <p:spPr>
            <a:xfrm>
              <a:off x="17457740" y="7764463"/>
              <a:ext cx="904875" cy="335280"/>
            </a:xfrm>
            <a:prstGeom prst="roundRect">
              <a:avLst>
                <a:gd name="adj" fmla="val 17647"/>
              </a:avLst>
            </a:prstGeom>
            <a:solidFill>
              <a:srgbClr val="F3F5F8"/>
            </a:solidFill>
            <a:ln w="0">
              <a:noFill/>
            </a:ln>
          </p:spPr>
        </p:sp>
        <p:sp>
          <p:nvSpPr>
            <p:cNvPr id="332" name="332 Data.java"/>
            <p:cNvSpPr/>
            <p:nvPr/>
          </p:nvSpPr>
          <p:spPr>
            <a:xfrm>
              <a:off x="17524413" y="7813996"/>
              <a:ext cx="81915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6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46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Data.java</a:t>
              </a:r>
            </a:p>
          </p:txBody>
        </p:sp>
        <p:sp>
          <p:nvSpPr>
            <p:cNvPr id="333" name="333 path"/>
            <p:cNvSpPr/>
            <p:nvPr/>
          </p:nvSpPr>
          <p:spPr>
            <a:xfrm>
              <a:off x="17057690" y="8238173"/>
              <a:ext cx="104775" cy="0"/>
            </a:xfrm>
            <a:custGeom>
              <a:avLst/>
              <a:gdLst/>
              <a:ahLst/>
              <a:cxnLst/>
              <a:rect l="0" t="0" r="0" b="0"/>
              <a:pathLst>
                <a:path w="104775" h="9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1430">
              <a:solidFill>
                <a:srgbClr val="587394"/>
              </a:solidFill>
            </a:ln>
          </p:spPr>
        </p:sp>
        <p:sp>
          <p:nvSpPr>
            <p:cNvPr id="334" name="334 …  …"/>
            <p:cNvSpPr/>
            <p:nvPr/>
          </p:nvSpPr>
          <p:spPr>
            <a:xfrm>
              <a:off x="17229140" y="8109906"/>
              <a:ext cx="1152525" cy="2686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5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…  …</a:t>
              </a:r>
            </a:p>
          </p:txBody>
        </p:sp>
        <p:grpSp>
          <p:nvGrpSpPr>
            <p:cNvPr id="146" name="icon-jax-46"/>
            <p:cNvGrpSpPr/>
            <p:nvPr/>
          </p:nvGrpSpPr>
          <p:grpSpPr>
            <a:xfrm>
              <a:off x="17407573" y="5271178"/>
              <a:ext cx="514350" cy="295910"/>
              <a:chOff x="1752600" y="4519227"/>
              <a:chExt cx="514350" cy="296045"/>
            </a:xfrm>
          </p:grpSpPr>
          <p:sp>
            <p:nvSpPr>
              <p:cNvPr id="147" name="47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57150" y="148017"/>
                    </a:moveTo>
                    <a:lnTo>
                      <a:pt x="28575" y="197368"/>
                    </a:lnTo>
                    <a:lnTo>
                      <a:pt x="85725" y="197368"/>
                    </a:lnTo>
                    <a:lnTo>
                      <a:pt x="114300" y="148017"/>
                    </a:lnTo>
                    <a:lnTo>
                      <a:pt x="57150" y="148017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148" name="48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0" y="246706"/>
                    </a:moveTo>
                    <a:lnTo>
                      <a:pt x="28575" y="197368"/>
                    </a:lnTo>
                    <a:lnTo>
                      <a:pt x="85725" y="197368"/>
                    </a:lnTo>
                    <a:lnTo>
                      <a:pt x="57150" y="246706"/>
                    </a:lnTo>
                    <a:lnTo>
                      <a:pt x="0" y="246706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16" name="49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142875" y="197368"/>
                    </a:moveTo>
                    <a:lnTo>
                      <a:pt x="85725" y="197368"/>
                    </a:lnTo>
                    <a:lnTo>
                      <a:pt x="57150" y="246706"/>
                    </a:lnTo>
                    <a:lnTo>
                      <a:pt x="114300" y="246706"/>
                    </a:lnTo>
                    <a:lnTo>
                      <a:pt x="142875" y="197368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17" name="50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00025" y="197368"/>
                    </a:moveTo>
                    <a:lnTo>
                      <a:pt x="142875" y="197368"/>
                    </a:lnTo>
                    <a:lnTo>
                      <a:pt x="114300" y="246706"/>
                    </a:lnTo>
                    <a:lnTo>
                      <a:pt x="171451" y="246706"/>
                    </a:lnTo>
                    <a:lnTo>
                      <a:pt x="200025" y="197368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18" name="51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171451" y="148017"/>
                    </a:moveTo>
                    <a:lnTo>
                      <a:pt x="142875" y="197368"/>
                    </a:lnTo>
                    <a:lnTo>
                      <a:pt x="200025" y="197368"/>
                    </a:lnTo>
                    <a:lnTo>
                      <a:pt x="228600" y="148017"/>
                    </a:lnTo>
                    <a:lnTo>
                      <a:pt x="171451" y="148017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19" name="52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00025" y="98678"/>
                    </a:moveTo>
                    <a:lnTo>
                      <a:pt x="171451" y="148017"/>
                    </a:lnTo>
                    <a:lnTo>
                      <a:pt x="228600" y="148017"/>
                    </a:lnTo>
                    <a:lnTo>
                      <a:pt x="257175" y="98678"/>
                    </a:lnTo>
                    <a:lnTo>
                      <a:pt x="200025" y="98678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20" name="53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28600" y="49339"/>
                    </a:moveTo>
                    <a:lnTo>
                      <a:pt x="200025" y="98678"/>
                    </a:lnTo>
                    <a:lnTo>
                      <a:pt x="257175" y="98678"/>
                    </a:lnTo>
                    <a:lnTo>
                      <a:pt x="285750" y="49339"/>
                    </a:lnTo>
                    <a:lnTo>
                      <a:pt x="228600" y="49339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21" name="54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57175" y="0"/>
                    </a:moveTo>
                    <a:lnTo>
                      <a:pt x="228600" y="49339"/>
                    </a:lnTo>
                    <a:lnTo>
                      <a:pt x="285750" y="49339"/>
                    </a:lnTo>
                    <a:lnTo>
                      <a:pt x="314325" y="0"/>
                    </a:lnTo>
                    <a:lnTo>
                      <a:pt x="257175" y="0"/>
                    </a:lnTo>
                    <a:close/>
                  </a:path>
                </a:pathLst>
              </a:custGeom>
              <a:solidFill>
                <a:srgbClr val="5E97F6"/>
              </a:solidFill>
              <a:ln w="0">
                <a:noFill/>
              </a:ln>
            </p:spPr>
          </p:sp>
          <p:sp>
            <p:nvSpPr>
              <p:cNvPr id="522" name="55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0" y="246706"/>
                    </a:moveTo>
                    <a:lnTo>
                      <a:pt x="28575" y="296045"/>
                    </a:lnTo>
                    <a:lnTo>
                      <a:pt x="85725" y="296045"/>
                    </a:lnTo>
                    <a:lnTo>
                      <a:pt x="57150" y="246706"/>
                    </a:lnTo>
                    <a:lnTo>
                      <a:pt x="0" y="246706"/>
                    </a:lnTo>
                    <a:close/>
                  </a:path>
                </a:pathLst>
              </a:custGeom>
              <a:solidFill>
                <a:srgbClr val="2A56C6"/>
              </a:solidFill>
              <a:ln w="0">
                <a:noFill/>
              </a:ln>
            </p:spPr>
          </p:sp>
          <p:sp>
            <p:nvSpPr>
              <p:cNvPr id="523" name="56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142875" y="296045"/>
                    </a:moveTo>
                    <a:lnTo>
                      <a:pt x="85725" y="296045"/>
                    </a:lnTo>
                    <a:lnTo>
                      <a:pt x="57150" y="246706"/>
                    </a:lnTo>
                    <a:lnTo>
                      <a:pt x="114300" y="246706"/>
                    </a:lnTo>
                    <a:lnTo>
                      <a:pt x="142875" y="296045"/>
                    </a:lnTo>
                    <a:close/>
                  </a:path>
                </a:pathLst>
              </a:custGeom>
              <a:solidFill>
                <a:srgbClr val="2A56C6"/>
              </a:solidFill>
              <a:ln w="0">
                <a:noFill/>
              </a:ln>
            </p:spPr>
          </p:sp>
          <p:sp>
            <p:nvSpPr>
              <p:cNvPr id="524" name="57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00025" y="296045"/>
                    </a:moveTo>
                    <a:lnTo>
                      <a:pt x="142875" y="296045"/>
                    </a:lnTo>
                    <a:lnTo>
                      <a:pt x="114300" y="246706"/>
                    </a:lnTo>
                    <a:lnTo>
                      <a:pt x="171451" y="246706"/>
                    </a:lnTo>
                    <a:lnTo>
                      <a:pt x="200025" y="296045"/>
                    </a:lnTo>
                    <a:close/>
                  </a:path>
                </a:pathLst>
              </a:custGeom>
              <a:solidFill>
                <a:srgbClr val="2A56C6"/>
              </a:solidFill>
              <a:ln w="0">
                <a:noFill/>
              </a:ln>
            </p:spPr>
          </p:sp>
          <p:sp>
            <p:nvSpPr>
              <p:cNvPr id="525" name="58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28600" y="246706"/>
                    </a:moveTo>
                    <a:lnTo>
                      <a:pt x="200025" y="197368"/>
                    </a:lnTo>
                    <a:lnTo>
                      <a:pt x="171451" y="246706"/>
                    </a:lnTo>
                    <a:lnTo>
                      <a:pt x="200025" y="296045"/>
                    </a:lnTo>
                    <a:lnTo>
                      <a:pt x="228600" y="246706"/>
                    </a:lnTo>
                    <a:close/>
                  </a:path>
                </a:pathLst>
              </a:custGeom>
              <a:solidFill>
                <a:srgbClr val="00796B"/>
              </a:solidFill>
              <a:ln w="0">
                <a:noFill/>
              </a:ln>
            </p:spPr>
          </p:sp>
          <p:sp>
            <p:nvSpPr>
              <p:cNvPr id="526" name="59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85750" y="148017"/>
                    </a:moveTo>
                    <a:lnTo>
                      <a:pt x="257175" y="98678"/>
                    </a:lnTo>
                    <a:lnTo>
                      <a:pt x="228600" y="148017"/>
                    </a:lnTo>
                    <a:lnTo>
                      <a:pt x="285750" y="148017"/>
                    </a:lnTo>
                    <a:close/>
                  </a:path>
                </a:pathLst>
              </a:custGeom>
              <a:solidFill>
                <a:srgbClr val="00796B"/>
              </a:solidFill>
              <a:ln w="0">
                <a:noFill/>
              </a:ln>
            </p:spPr>
          </p:sp>
          <p:sp>
            <p:nvSpPr>
              <p:cNvPr id="527" name="60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85750" y="49339"/>
                    </a:moveTo>
                    <a:lnTo>
                      <a:pt x="257175" y="98678"/>
                    </a:lnTo>
                    <a:lnTo>
                      <a:pt x="285750" y="148017"/>
                    </a:lnTo>
                    <a:lnTo>
                      <a:pt x="314325" y="98678"/>
                    </a:lnTo>
                    <a:lnTo>
                      <a:pt x="285750" y="49339"/>
                    </a:lnTo>
                    <a:close/>
                  </a:path>
                </a:pathLst>
              </a:custGeom>
              <a:solidFill>
                <a:srgbClr val="00796B"/>
              </a:solidFill>
              <a:ln w="0">
                <a:noFill/>
              </a:ln>
            </p:spPr>
          </p:sp>
          <p:sp>
            <p:nvSpPr>
              <p:cNvPr id="528" name="61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142875" y="197368"/>
                    </a:moveTo>
                    <a:lnTo>
                      <a:pt x="114300" y="148017"/>
                    </a:lnTo>
                    <a:lnTo>
                      <a:pt x="85725" y="197368"/>
                    </a:lnTo>
                    <a:lnTo>
                      <a:pt x="142875" y="197368"/>
                    </a:lnTo>
                    <a:close/>
                  </a:path>
                </a:pathLst>
              </a:custGeom>
              <a:solidFill>
                <a:srgbClr val="3367D6"/>
              </a:solidFill>
              <a:ln w="0">
                <a:noFill/>
              </a:ln>
            </p:spPr>
          </p:sp>
          <p:sp>
            <p:nvSpPr>
              <p:cNvPr id="529" name="62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85750" y="148017"/>
                    </a:moveTo>
                    <a:lnTo>
                      <a:pt x="228600" y="148017"/>
                    </a:lnTo>
                    <a:lnTo>
                      <a:pt x="200025" y="197368"/>
                    </a:lnTo>
                    <a:lnTo>
                      <a:pt x="257175" y="197368"/>
                    </a:lnTo>
                    <a:lnTo>
                      <a:pt x="285750" y="148017"/>
                    </a:lnTo>
                    <a:close/>
                  </a:path>
                </a:pathLst>
              </a:custGeom>
              <a:solidFill>
                <a:srgbClr val="26A69A"/>
              </a:solidFill>
              <a:ln w="0">
                <a:noFill/>
              </a:ln>
            </p:spPr>
          </p:sp>
          <p:sp>
            <p:nvSpPr>
              <p:cNvPr id="530" name="63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42900" y="148017"/>
                    </a:moveTo>
                    <a:lnTo>
                      <a:pt x="285750" y="148017"/>
                    </a:lnTo>
                    <a:lnTo>
                      <a:pt x="257175" y="197368"/>
                    </a:lnTo>
                    <a:lnTo>
                      <a:pt x="314325" y="197368"/>
                    </a:lnTo>
                    <a:lnTo>
                      <a:pt x="342900" y="148017"/>
                    </a:lnTo>
                    <a:close/>
                  </a:path>
                </a:pathLst>
              </a:custGeom>
              <a:solidFill>
                <a:srgbClr val="26A69A"/>
              </a:solidFill>
              <a:ln w="0">
                <a:noFill/>
              </a:ln>
            </p:spPr>
          </p:sp>
          <p:sp>
            <p:nvSpPr>
              <p:cNvPr id="531" name="64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00051" y="49339"/>
                    </a:moveTo>
                    <a:lnTo>
                      <a:pt x="371475" y="0"/>
                    </a:lnTo>
                    <a:lnTo>
                      <a:pt x="342900" y="49339"/>
                    </a:lnTo>
                    <a:lnTo>
                      <a:pt x="371475" y="98678"/>
                    </a:lnTo>
                    <a:lnTo>
                      <a:pt x="400051" y="49339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532" name="65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28625" y="98678"/>
                    </a:moveTo>
                    <a:lnTo>
                      <a:pt x="400051" y="49339"/>
                    </a:lnTo>
                    <a:lnTo>
                      <a:pt x="371475" y="98678"/>
                    </a:lnTo>
                    <a:lnTo>
                      <a:pt x="400051" y="148017"/>
                    </a:lnTo>
                    <a:lnTo>
                      <a:pt x="428625" y="98678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533" name="66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57200" y="148017"/>
                    </a:moveTo>
                    <a:lnTo>
                      <a:pt x="428625" y="98678"/>
                    </a:lnTo>
                    <a:lnTo>
                      <a:pt x="400051" y="148017"/>
                    </a:lnTo>
                    <a:lnTo>
                      <a:pt x="428625" y="197368"/>
                    </a:lnTo>
                    <a:lnTo>
                      <a:pt x="457200" y="148017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534" name="67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85775" y="197368"/>
                    </a:moveTo>
                    <a:lnTo>
                      <a:pt x="457200" y="148017"/>
                    </a:lnTo>
                    <a:lnTo>
                      <a:pt x="428625" y="197368"/>
                    </a:lnTo>
                    <a:lnTo>
                      <a:pt x="457200" y="246706"/>
                    </a:lnTo>
                    <a:lnTo>
                      <a:pt x="485775" y="197368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535" name="68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514350" y="246706"/>
                    </a:moveTo>
                    <a:lnTo>
                      <a:pt x="485775" y="197368"/>
                    </a:lnTo>
                    <a:lnTo>
                      <a:pt x="457200" y="246706"/>
                    </a:lnTo>
                    <a:lnTo>
                      <a:pt x="485775" y="296045"/>
                    </a:lnTo>
                    <a:lnTo>
                      <a:pt x="514350" y="246706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536" name="69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85775" y="0"/>
                    </a:moveTo>
                    <a:lnTo>
                      <a:pt x="457200" y="49339"/>
                    </a:lnTo>
                    <a:lnTo>
                      <a:pt x="485775" y="98678"/>
                    </a:lnTo>
                    <a:lnTo>
                      <a:pt x="514350" y="49339"/>
                    </a:lnTo>
                    <a:lnTo>
                      <a:pt x="485775" y="0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537" name="70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28625" y="98678"/>
                    </a:moveTo>
                    <a:lnTo>
                      <a:pt x="457200" y="49339"/>
                    </a:lnTo>
                    <a:lnTo>
                      <a:pt x="485775" y="98678"/>
                    </a:lnTo>
                    <a:lnTo>
                      <a:pt x="457200" y="148017"/>
                    </a:lnTo>
                    <a:lnTo>
                      <a:pt x="428625" y="98678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538" name="71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00051" y="148017"/>
                    </a:moveTo>
                    <a:lnTo>
                      <a:pt x="371475" y="197368"/>
                    </a:lnTo>
                    <a:lnTo>
                      <a:pt x="400051" y="246706"/>
                    </a:lnTo>
                    <a:lnTo>
                      <a:pt x="428625" y="197368"/>
                    </a:lnTo>
                    <a:lnTo>
                      <a:pt x="400051" y="148017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539" name="72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71475" y="296045"/>
                    </a:moveTo>
                    <a:lnTo>
                      <a:pt x="342900" y="246706"/>
                    </a:lnTo>
                    <a:lnTo>
                      <a:pt x="371475" y="197368"/>
                    </a:lnTo>
                    <a:lnTo>
                      <a:pt x="400051" y="246706"/>
                    </a:lnTo>
                    <a:lnTo>
                      <a:pt x="371475" y="296045"/>
                    </a:lnTo>
                    <a:close/>
                  </a:path>
                </a:pathLst>
              </a:custGeom>
              <a:solidFill>
                <a:srgbClr val="9C27B0"/>
              </a:solidFill>
              <a:ln w="0">
                <a:noFill/>
              </a:ln>
            </p:spPr>
          </p:sp>
          <p:sp>
            <p:nvSpPr>
              <p:cNvPr id="540" name="73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14325" y="296045"/>
                    </a:moveTo>
                    <a:lnTo>
                      <a:pt x="285750" y="246706"/>
                    </a:lnTo>
                    <a:lnTo>
                      <a:pt x="342900" y="246706"/>
                    </a:lnTo>
                    <a:lnTo>
                      <a:pt x="371475" y="296045"/>
                    </a:lnTo>
                    <a:lnTo>
                      <a:pt x="314325" y="296045"/>
                    </a:lnTo>
                    <a:close/>
                  </a:path>
                </a:pathLst>
              </a:custGeom>
              <a:solidFill>
                <a:srgbClr val="6A1B9A"/>
              </a:solidFill>
              <a:ln w="0">
                <a:noFill/>
              </a:ln>
            </p:spPr>
          </p:sp>
          <p:sp>
            <p:nvSpPr>
              <p:cNvPr id="541" name="74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257175" y="197368"/>
                    </a:moveTo>
                    <a:lnTo>
                      <a:pt x="200025" y="197368"/>
                    </a:lnTo>
                    <a:lnTo>
                      <a:pt x="228600" y="246706"/>
                    </a:lnTo>
                    <a:lnTo>
                      <a:pt x="285750" y="246706"/>
                    </a:lnTo>
                    <a:lnTo>
                      <a:pt x="257175" y="197368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542" name="75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14325" y="197368"/>
                    </a:moveTo>
                    <a:lnTo>
                      <a:pt x="257175" y="197368"/>
                    </a:lnTo>
                    <a:lnTo>
                      <a:pt x="285750" y="246706"/>
                    </a:lnTo>
                    <a:lnTo>
                      <a:pt x="314325" y="197368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543" name="76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14325" y="98678"/>
                    </a:moveTo>
                    <a:lnTo>
                      <a:pt x="342900" y="148017"/>
                    </a:lnTo>
                    <a:lnTo>
                      <a:pt x="400051" y="148017"/>
                    </a:lnTo>
                    <a:lnTo>
                      <a:pt x="371475" y="98678"/>
                    </a:lnTo>
                    <a:lnTo>
                      <a:pt x="314325" y="98678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544" name="77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42900" y="49339"/>
                    </a:moveTo>
                    <a:lnTo>
                      <a:pt x="285750" y="49339"/>
                    </a:lnTo>
                    <a:lnTo>
                      <a:pt x="314325" y="98678"/>
                    </a:lnTo>
                    <a:lnTo>
                      <a:pt x="371475" y="98678"/>
                    </a:lnTo>
                    <a:lnTo>
                      <a:pt x="342900" y="49339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545" name="78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85775" y="296045"/>
                    </a:moveTo>
                    <a:lnTo>
                      <a:pt x="457200" y="246706"/>
                    </a:lnTo>
                    <a:lnTo>
                      <a:pt x="400051" y="246706"/>
                    </a:lnTo>
                    <a:lnTo>
                      <a:pt x="428625" y="296045"/>
                    </a:lnTo>
                    <a:lnTo>
                      <a:pt x="485775" y="296045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546" name="79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28625" y="197368"/>
                    </a:moveTo>
                    <a:lnTo>
                      <a:pt x="400051" y="246706"/>
                    </a:lnTo>
                    <a:lnTo>
                      <a:pt x="457200" y="246706"/>
                    </a:lnTo>
                    <a:lnTo>
                      <a:pt x="428625" y="197368"/>
                    </a:lnTo>
                    <a:close/>
                  </a:path>
                </a:pathLst>
              </a:custGeom>
              <a:solidFill>
                <a:srgbClr val="00695C"/>
              </a:solidFill>
              <a:ln w="0">
                <a:noFill/>
              </a:ln>
            </p:spPr>
          </p:sp>
          <p:sp>
            <p:nvSpPr>
              <p:cNvPr id="547" name="80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71475" y="0"/>
                    </a:moveTo>
                    <a:lnTo>
                      <a:pt x="314325" y="0"/>
                    </a:lnTo>
                    <a:lnTo>
                      <a:pt x="285750" y="49339"/>
                    </a:lnTo>
                    <a:lnTo>
                      <a:pt x="342900" y="49339"/>
                    </a:lnTo>
                    <a:lnTo>
                      <a:pt x="371475" y="0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  <p:sp>
            <p:nvSpPr>
              <p:cNvPr id="548" name="81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371475" y="197368"/>
                    </a:moveTo>
                    <a:lnTo>
                      <a:pt x="314325" y="197368"/>
                    </a:lnTo>
                    <a:lnTo>
                      <a:pt x="285750" y="246706"/>
                    </a:lnTo>
                    <a:lnTo>
                      <a:pt x="342900" y="246706"/>
                    </a:lnTo>
                    <a:lnTo>
                      <a:pt x="371475" y="197368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  <p:sp>
            <p:nvSpPr>
              <p:cNvPr id="549" name="82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00051" y="148017"/>
                    </a:moveTo>
                    <a:lnTo>
                      <a:pt x="342900" y="148017"/>
                    </a:lnTo>
                    <a:lnTo>
                      <a:pt x="314325" y="197368"/>
                    </a:lnTo>
                    <a:lnTo>
                      <a:pt x="371475" y="197368"/>
                    </a:lnTo>
                    <a:lnTo>
                      <a:pt x="400051" y="148017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  <p:sp>
            <p:nvSpPr>
              <p:cNvPr id="550" name="83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85775" y="0"/>
                    </a:moveTo>
                    <a:lnTo>
                      <a:pt x="428625" y="0"/>
                    </a:lnTo>
                    <a:lnTo>
                      <a:pt x="400051" y="49339"/>
                    </a:lnTo>
                    <a:lnTo>
                      <a:pt x="457200" y="49339"/>
                    </a:lnTo>
                    <a:lnTo>
                      <a:pt x="485775" y="0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  <p:sp>
            <p:nvSpPr>
              <p:cNvPr id="551" name="84 jax vector path"/>
              <p:cNvSpPr/>
              <p:nvPr/>
            </p:nvSpPr>
            <p:spPr>
              <a:xfrm>
                <a:off x="1752600" y="4519227"/>
                <a:ext cx="514350" cy="296045"/>
              </a:xfrm>
              <a:custGeom>
                <a:avLst/>
                <a:gdLst/>
                <a:ahLst/>
                <a:cxnLst/>
                <a:rect l="0" t="0" r="0" b="0"/>
                <a:pathLst>
                  <a:path w="514350" h="296045">
                    <a:moveTo>
                      <a:pt x="428625" y="98678"/>
                    </a:moveTo>
                    <a:lnTo>
                      <a:pt x="400051" y="49339"/>
                    </a:lnTo>
                    <a:lnTo>
                      <a:pt x="457200" y="49339"/>
                    </a:lnTo>
                    <a:lnTo>
                      <a:pt x="428625" y="98678"/>
                    </a:lnTo>
                    <a:close/>
                  </a:path>
                </a:pathLst>
              </a:custGeom>
              <a:solidFill>
                <a:srgbClr val="EA80FC"/>
              </a:solidFill>
              <a:ln w="0">
                <a:noFill/>
              </a:ln>
            </p:spPr>
          </p:sp>
        </p:grpSp>
        <p:sp>
          <p:nvSpPr>
            <p:cNvPr id="552" name="299 Java"/>
            <p:cNvSpPr/>
            <p:nvPr/>
          </p:nvSpPr>
          <p:spPr>
            <a:xfrm>
              <a:off x="17838740" y="5281975"/>
              <a:ext cx="638175" cy="2686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6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sz="165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...</a:t>
              </a:r>
            </a:p>
          </p:txBody>
        </p:sp>
        <p:sp>
          <p:nvSpPr>
            <p:cNvPr id="127" name="127 rect"/>
            <p:cNvSpPr/>
            <p:nvPr/>
          </p:nvSpPr>
          <p:spPr>
            <a:xfrm>
              <a:off x="7831260" y="5977099"/>
              <a:ext cx="4219575" cy="2676525"/>
            </a:xfrm>
            <a:prstGeom prst="roundRect">
              <a:avLst>
                <a:gd name="adj" fmla="val 3915"/>
              </a:avLst>
            </a:prstGeom>
            <a:solidFill>
              <a:srgbClr val="FCFEFF"/>
            </a:solidFill>
            <a:ln w="9525">
              <a:solidFill>
                <a:srgbClr val="D3E8FB"/>
              </a:solidFill>
            </a:ln>
          </p:spPr>
        </p:sp>
        <p:sp>
          <p:nvSpPr>
            <p:cNvPr id="128" name="128 Stage"/>
            <p:cNvSpPr/>
            <p:nvPr/>
          </p:nvSpPr>
          <p:spPr>
            <a:xfrm>
              <a:off x="7936035" y="6034249"/>
              <a:ext cx="1238250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Stage</a:t>
              </a:r>
            </a:p>
          </p:txBody>
        </p:sp>
        <p:sp>
          <p:nvSpPr>
            <p:cNvPr id="129" name="129 Source"/>
            <p:cNvSpPr/>
            <p:nvPr/>
          </p:nvSpPr>
          <p:spPr>
            <a:xfrm>
              <a:off x="9374310" y="6034249"/>
              <a:ext cx="1066800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1">
                  <a:solidFill>
                    <a:srgbClr val="006FF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1" dirty="0">
                  <a:solidFill>
                    <a:srgbClr val="006FF2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Source</a:t>
              </a:r>
            </a:p>
          </p:txBody>
        </p:sp>
        <p:sp>
          <p:nvSpPr>
            <p:cNvPr id="130" name="130 Target"/>
            <p:cNvSpPr/>
            <p:nvPr/>
          </p:nvSpPr>
          <p:spPr>
            <a:xfrm>
              <a:off x="10784010" y="6034249"/>
              <a:ext cx="1066800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1">
                  <a:solidFill>
                    <a:srgbClr val="F20A1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1" dirty="0">
                  <a:solidFill>
                    <a:schemeClr val="accent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Target</a:t>
              </a:r>
            </a:p>
          </p:txBody>
        </p:sp>
        <p:sp>
          <p:nvSpPr>
            <p:cNvPr id="132" name="132 path"/>
            <p:cNvSpPr/>
            <p:nvPr/>
          </p:nvSpPr>
          <p:spPr>
            <a:xfrm>
              <a:off x="7916985" y="6300949"/>
              <a:ext cx="4038600" cy="95"/>
            </a:xfrm>
            <a:custGeom>
              <a:avLst/>
              <a:gdLst/>
              <a:ahLst/>
              <a:cxnLst/>
              <a:rect l="0" t="0" r="0" b="0"/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rgbClr val="C7DDF2"/>
              </a:solidFill>
            </a:ln>
          </p:spPr>
        </p:sp>
        <p:sp>
          <p:nvSpPr>
            <p:cNvPr id="133" name="133 rect"/>
            <p:cNvSpPr/>
            <p:nvPr/>
          </p:nvSpPr>
          <p:spPr>
            <a:xfrm>
              <a:off x="7925451" y="7188682"/>
              <a:ext cx="4029075" cy="457200"/>
            </a:xfrm>
            <a:prstGeom prst="rect">
              <a:avLst/>
            </a:prstGeom>
            <a:gradFill>
              <a:gsLst>
                <a:gs pos="0">
                  <a:srgbClr val="FFEDEE"/>
                </a:gs>
                <a:gs pos="100000">
                  <a:srgbClr val="FFF6F6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34" name="134 Execution"/>
            <p:cNvSpPr/>
            <p:nvPr/>
          </p:nvSpPr>
          <p:spPr>
            <a:xfrm>
              <a:off x="7936035" y="6377149"/>
              <a:ext cx="1276350" cy="217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8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Execution</a:t>
              </a:r>
            </a:p>
          </p:txBody>
        </p:sp>
        <p:sp>
          <p:nvSpPr>
            <p:cNvPr id="135" name="135 path"/>
            <p:cNvSpPr/>
            <p:nvPr/>
          </p:nvSpPr>
          <p:spPr>
            <a:xfrm>
              <a:off x="9440985" y="6405724"/>
              <a:ext cx="95" cy="180975"/>
            </a:xfrm>
            <a:custGeom>
              <a:avLst/>
              <a:gdLst/>
              <a:ahLst/>
              <a:cxnLst/>
              <a:rect l="0" t="0" r="0" b="0"/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36" name="136 path"/>
            <p:cNvSpPr/>
            <p:nvPr/>
          </p:nvSpPr>
          <p:spPr>
            <a:xfrm>
              <a:off x="9440985" y="6586699"/>
              <a:ext cx="942975" cy="95"/>
            </a:xfrm>
            <a:custGeom>
              <a:avLst/>
              <a:gdLst/>
              <a:ahLst/>
              <a:cxnLst/>
              <a:rect l="0" t="0" r="0" b="0"/>
              <a:pathLst>
                <a:path w="942975" h="95">
                  <a:moveTo>
                    <a:pt x="0" y="0"/>
                  </a:moveTo>
                  <a:lnTo>
                    <a:pt x="942975" y="0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37" name="137 Source execution curve"/>
            <p:cNvSpPr/>
            <p:nvPr/>
          </p:nvSpPr>
          <p:spPr>
            <a:xfrm>
              <a:off x="9440985" y="6460588"/>
              <a:ext cx="942975" cy="75438"/>
            </a:xfrm>
            <a:custGeom>
              <a:avLst/>
              <a:gdLst/>
              <a:ahLst/>
              <a:cxnLst/>
              <a:rect l="0" t="0" r="0" b="0"/>
              <a:pathLst>
                <a:path w="942975" h="75438">
                  <a:moveTo>
                    <a:pt x="0" y="75438"/>
                  </a:moveTo>
                  <a:lnTo>
                    <a:pt x="13097" y="71735"/>
                  </a:lnTo>
                  <a:lnTo>
                    <a:pt x="26194" y="61423"/>
                  </a:lnTo>
                  <a:lnTo>
                    <a:pt x="39291" y="46571"/>
                  </a:lnTo>
                  <a:lnTo>
                    <a:pt x="52388" y="30067"/>
                  </a:lnTo>
                  <a:lnTo>
                    <a:pt x="65484" y="15062"/>
                  </a:lnTo>
                  <a:lnTo>
                    <a:pt x="78581" y="4380"/>
                  </a:lnTo>
                  <a:lnTo>
                    <a:pt x="91678" y="0"/>
                  </a:lnTo>
                  <a:lnTo>
                    <a:pt x="104775" y="2696"/>
                  </a:lnTo>
                  <a:lnTo>
                    <a:pt x="117872" y="11912"/>
                  </a:lnTo>
                  <a:lnTo>
                    <a:pt x="130969" y="25886"/>
                  </a:lnTo>
                  <a:lnTo>
                    <a:pt x="144066" y="41996"/>
                  </a:lnTo>
                  <a:lnTo>
                    <a:pt x="157163" y="57265"/>
                  </a:lnTo>
                  <a:lnTo>
                    <a:pt x="170259" y="68918"/>
                  </a:lnTo>
                  <a:lnTo>
                    <a:pt x="183356" y="74895"/>
                  </a:lnTo>
                  <a:lnTo>
                    <a:pt x="196453" y="74229"/>
                  </a:lnTo>
                  <a:lnTo>
                    <a:pt x="209550" y="67206"/>
                  </a:lnTo>
                  <a:lnTo>
                    <a:pt x="222647" y="55287"/>
                  </a:lnTo>
                  <a:lnTo>
                    <a:pt x="235744" y="40827"/>
                  </a:lnTo>
                  <a:lnTo>
                    <a:pt x="248841" y="26611"/>
                  </a:lnTo>
                  <a:lnTo>
                    <a:pt x="261938" y="15334"/>
                  </a:lnTo>
                  <a:lnTo>
                    <a:pt x="275034" y="9100"/>
                  </a:lnTo>
                  <a:lnTo>
                    <a:pt x="288131" y="9036"/>
                  </a:lnTo>
                  <a:lnTo>
                    <a:pt x="301228" y="15104"/>
                  </a:lnTo>
                  <a:lnTo>
                    <a:pt x="314325" y="26123"/>
                  </a:lnTo>
                  <a:lnTo>
                    <a:pt x="327422" y="40010"/>
                  </a:lnTo>
                  <a:lnTo>
                    <a:pt x="340519" y="54186"/>
                  </a:lnTo>
                  <a:lnTo>
                    <a:pt x="353616" y="66063"/>
                  </a:lnTo>
                  <a:lnTo>
                    <a:pt x="366713" y="73525"/>
                  </a:lnTo>
                  <a:lnTo>
                    <a:pt x="379809" y="75319"/>
                  </a:lnTo>
                  <a:lnTo>
                    <a:pt x="392906" y="71266"/>
                  </a:lnTo>
                  <a:lnTo>
                    <a:pt x="406003" y="62282"/>
                  </a:lnTo>
                  <a:lnTo>
                    <a:pt x="419100" y="50181"/>
                  </a:lnTo>
                  <a:lnTo>
                    <a:pt x="432197" y="37327"/>
                  </a:lnTo>
                  <a:lnTo>
                    <a:pt x="445294" y="26177"/>
                  </a:lnTo>
                  <a:lnTo>
                    <a:pt x="458391" y="18826"/>
                  </a:lnTo>
                  <a:lnTo>
                    <a:pt x="471488" y="16622"/>
                  </a:lnTo>
                  <a:lnTo>
                    <a:pt x="484584" y="19928"/>
                  </a:lnTo>
                  <a:lnTo>
                    <a:pt x="497681" y="28076"/>
                  </a:lnTo>
                  <a:lnTo>
                    <a:pt x="510778" y="39510"/>
                  </a:lnTo>
                  <a:lnTo>
                    <a:pt x="523875" y="52092"/>
                  </a:lnTo>
                  <a:lnTo>
                    <a:pt x="536972" y="63514"/>
                  </a:lnTo>
                  <a:lnTo>
                    <a:pt x="550069" y="71731"/>
                  </a:lnTo>
                  <a:lnTo>
                    <a:pt x="563166" y="75334"/>
                  </a:lnTo>
                  <a:lnTo>
                    <a:pt x="576263" y="73804"/>
                  </a:lnTo>
                  <a:lnTo>
                    <a:pt x="589359" y="67587"/>
                  </a:lnTo>
                  <a:lnTo>
                    <a:pt x="602456" y="57990"/>
                  </a:lnTo>
                  <a:lnTo>
                    <a:pt x="615553" y="46924"/>
                  </a:lnTo>
                  <a:lnTo>
                    <a:pt x="628650" y="36529"/>
                  </a:lnTo>
                  <a:lnTo>
                    <a:pt x="641747" y="28776"/>
                  </a:lnTo>
                  <a:lnTo>
                    <a:pt x="654844" y="25100"/>
                  </a:lnTo>
                  <a:lnTo>
                    <a:pt x="667941" y="26148"/>
                  </a:lnTo>
                  <a:lnTo>
                    <a:pt x="681038" y="31670"/>
                  </a:lnTo>
                  <a:lnTo>
                    <a:pt x="694134" y="40592"/>
                  </a:lnTo>
                  <a:lnTo>
                    <a:pt x="707231" y="51233"/>
                  </a:lnTo>
                  <a:lnTo>
                    <a:pt x="720328" y="61630"/>
                  </a:lnTo>
                  <a:lnTo>
                    <a:pt x="733425" y="69911"/>
                  </a:lnTo>
                  <a:lnTo>
                    <a:pt x="746522" y="74643"/>
                  </a:lnTo>
                  <a:lnTo>
                    <a:pt x="759619" y="75088"/>
                  </a:lnTo>
                  <a:lnTo>
                    <a:pt x="772716" y="71322"/>
                  </a:lnTo>
                  <a:lnTo>
                    <a:pt x="785813" y="64203"/>
                  </a:lnTo>
                  <a:lnTo>
                    <a:pt x="798909" y="55190"/>
                  </a:lnTo>
                  <a:lnTo>
                    <a:pt x="812006" y="46058"/>
                  </a:lnTo>
                  <a:lnTo>
                    <a:pt x="825103" y="38558"/>
                  </a:lnTo>
                  <a:lnTo>
                    <a:pt x="838200" y="34094"/>
                  </a:lnTo>
                  <a:lnTo>
                    <a:pt x="851297" y="33467"/>
                  </a:lnTo>
                  <a:lnTo>
                    <a:pt x="864394" y="36743"/>
                  </a:lnTo>
                  <a:lnTo>
                    <a:pt x="877491" y="43262"/>
                  </a:lnTo>
                  <a:lnTo>
                    <a:pt x="890588" y="51779"/>
                  </a:lnTo>
                  <a:lnTo>
                    <a:pt x="903684" y="60711"/>
                  </a:lnTo>
                  <a:lnTo>
                    <a:pt x="916781" y="68444"/>
                  </a:lnTo>
                  <a:lnTo>
                    <a:pt x="929878" y="73631"/>
                  </a:lnTo>
                  <a:lnTo>
                    <a:pt x="942975" y="75438"/>
                  </a:lnTo>
                </a:path>
              </a:pathLst>
            </a:custGeom>
            <a:noFill/>
            <a:ln w="17145">
              <a:solidFill>
                <a:srgbClr val="0082FF"/>
              </a:solidFill>
            </a:ln>
          </p:spPr>
        </p:sp>
        <p:sp>
          <p:nvSpPr>
            <p:cNvPr id="138" name="138 path"/>
            <p:cNvSpPr/>
            <p:nvPr/>
          </p:nvSpPr>
          <p:spPr>
            <a:xfrm>
              <a:off x="10822110" y="6405724"/>
              <a:ext cx="95" cy="180975"/>
            </a:xfrm>
            <a:custGeom>
              <a:avLst/>
              <a:gdLst/>
              <a:ahLst/>
              <a:cxnLst/>
              <a:rect l="0" t="0" r="0" b="0"/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39" name="139 path"/>
            <p:cNvSpPr/>
            <p:nvPr/>
          </p:nvSpPr>
          <p:spPr>
            <a:xfrm>
              <a:off x="10822110" y="6586699"/>
              <a:ext cx="933450" cy="95"/>
            </a:xfrm>
            <a:custGeom>
              <a:avLst/>
              <a:gdLst/>
              <a:ahLst/>
              <a:cxnLst/>
              <a:rect l="0" t="0" r="0" b="0"/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41" name="141 path"/>
            <p:cNvSpPr/>
            <p:nvPr/>
          </p:nvSpPr>
          <p:spPr>
            <a:xfrm>
              <a:off x="7916985" y="6720049"/>
              <a:ext cx="4038600" cy="95"/>
            </a:xfrm>
            <a:custGeom>
              <a:avLst/>
              <a:gdLst/>
              <a:ahLst/>
              <a:cxnLst/>
              <a:rect l="0" t="0" r="0" b="0"/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rgbClr val="B9D3EC"/>
              </a:solidFill>
            </a:ln>
          </p:spPr>
        </p:sp>
        <p:sp>
          <p:nvSpPr>
            <p:cNvPr id="142" name="142 Forward"/>
            <p:cNvSpPr/>
            <p:nvPr/>
          </p:nvSpPr>
          <p:spPr>
            <a:xfrm>
              <a:off x="7936035" y="6843874"/>
              <a:ext cx="1276350" cy="217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8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Forward</a:t>
              </a:r>
            </a:p>
          </p:txBody>
        </p:sp>
        <p:sp>
          <p:nvSpPr>
            <p:cNvPr id="143" name="143 path"/>
            <p:cNvSpPr/>
            <p:nvPr/>
          </p:nvSpPr>
          <p:spPr>
            <a:xfrm>
              <a:off x="9440985" y="6872449"/>
              <a:ext cx="95" cy="180975"/>
            </a:xfrm>
            <a:custGeom>
              <a:avLst/>
              <a:gdLst/>
              <a:ahLst/>
              <a:cxnLst/>
              <a:rect l="0" t="0" r="0" b="0"/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44" name="144 path"/>
            <p:cNvSpPr/>
            <p:nvPr/>
          </p:nvSpPr>
          <p:spPr>
            <a:xfrm>
              <a:off x="9440985" y="7053424"/>
              <a:ext cx="942975" cy="95"/>
            </a:xfrm>
            <a:custGeom>
              <a:avLst/>
              <a:gdLst/>
              <a:ahLst/>
              <a:cxnLst/>
              <a:rect l="0" t="0" r="0" b="0"/>
              <a:pathLst>
                <a:path w="942975" h="95">
                  <a:moveTo>
                    <a:pt x="0" y="0"/>
                  </a:moveTo>
                  <a:lnTo>
                    <a:pt x="942975" y="0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45" name="145 Source forward curve"/>
            <p:cNvSpPr/>
            <p:nvPr/>
          </p:nvSpPr>
          <p:spPr>
            <a:xfrm>
              <a:off x="9440985" y="6927313"/>
              <a:ext cx="942975" cy="75438"/>
            </a:xfrm>
            <a:custGeom>
              <a:avLst/>
              <a:gdLst/>
              <a:ahLst/>
              <a:cxnLst/>
              <a:rect l="0" t="0" r="0" b="0"/>
              <a:pathLst>
                <a:path w="942975" h="75438">
                  <a:moveTo>
                    <a:pt x="0" y="75438"/>
                  </a:moveTo>
                  <a:lnTo>
                    <a:pt x="13097" y="71735"/>
                  </a:lnTo>
                  <a:lnTo>
                    <a:pt x="26194" y="61423"/>
                  </a:lnTo>
                  <a:lnTo>
                    <a:pt x="39291" y="46571"/>
                  </a:lnTo>
                  <a:lnTo>
                    <a:pt x="52388" y="30067"/>
                  </a:lnTo>
                  <a:lnTo>
                    <a:pt x="65484" y="15062"/>
                  </a:lnTo>
                  <a:lnTo>
                    <a:pt x="78581" y="4380"/>
                  </a:lnTo>
                  <a:lnTo>
                    <a:pt x="91678" y="0"/>
                  </a:lnTo>
                  <a:lnTo>
                    <a:pt x="104775" y="2696"/>
                  </a:lnTo>
                  <a:lnTo>
                    <a:pt x="117872" y="11912"/>
                  </a:lnTo>
                  <a:lnTo>
                    <a:pt x="130969" y="25886"/>
                  </a:lnTo>
                  <a:lnTo>
                    <a:pt x="144066" y="41996"/>
                  </a:lnTo>
                  <a:lnTo>
                    <a:pt x="157163" y="57265"/>
                  </a:lnTo>
                  <a:lnTo>
                    <a:pt x="170259" y="68918"/>
                  </a:lnTo>
                  <a:lnTo>
                    <a:pt x="183356" y="74895"/>
                  </a:lnTo>
                  <a:lnTo>
                    <a:pt x="196453" y="74229"/>
                  </a:lnTo>
                  <a:lnTo>
                    <a:pt x="209550" y="67206"/>
                  </a:lnTo>
                  <a:lnTo>
                    <a:pt x="222647" y="55287"/>
                  </a:lnTo>
                  <a:lnTo>
                    <a:pt x="235744" y="40827"/>
                  </a:lnTo>
                  <a:lnTo>
                    <a:pt x="248841" y="26611"/>
                  </a:lnTo>
                  <a:lnTo>
                    <a:pt x="261938" y="15334"/>
                  </a:lnTo>
                  <a:lnTo>
                    <a:pt x="275034" y="9100"/>
                  </a:lnTo>
                  <a:lnTo>
                    <a:pt x="288131" y="9036"/>
                  </a:lnTo>
                  <a:lnTo>
                    <a:pt x="301228" y="15104"/>
                  </a:lnTo>
                  <a:lnTo>
                    <a:pt x="314325" y="26123"/>
                  </a:lnTo>
                  <a:lnTo>
                    <a:pt x="327422" y="40010"/>
                  </a:lnTo>
                  <a:lnTo>
                    <a:pt x="340519" y="54186"/>
                  </a:lnTo>
                  <a:lnTo>
                    <a:pt x="353616" y="66063"/>
                  </a:lnTo>
                  <a:lnTo>
                    <a:pt x="366713" y="73525"/>
                  </a:lnTo>
                  <a:lnTo>
                    <a:pt x="379809" y="75319"/>
                  </a:lnTo>
                  <a:lnTo>
                    <a:pt x="392906" y="71266"/>
                  </a:lnTo>
                  <a:lnTo>
                    <a:pt x="406003" y="62282"/>
                  </a:lnTo>
                  <a:lnTo>
                    <a:pt x="419100" y="50181"/>
                  </a:lnTo>
                  <a:lnTo>
                    <a:pt x="432197" y="37327"/>
                  </a:lnTo>
                  <a:lnTo>
                    <a:pt x="445294" y="26177"/>
                  </a:lnTo>
                  <a:lnTo>
                    <a:pt x="458391" y="18826"/>
                  </a:lnTo>
                  <a:lnTo>
                    <a:pt x="471488" y="16622"/>
                  </a:lnTo>
                  <a:lnTo>
                    <a:pt x="484584" y="19928"/>
                  </a:lnTo>
                  <a:lnTo>
                    <a:pt x="497681" y="28076"/>
                  </a:lnTo>
                  <a:lnTo>
                    <a:pt x="510778" y="39510"/>
                  </a:lnTo>
                  <a:lnTo>
                    <a:pt x="523875" y="52092"/>
                  </a:lnTo>
                  <a:lnTo>
                    <a:pt x="536972" y="63514"/>
                  </a:lnTo>
                  <a:lnTo>
                    <a:pt x="550069" y="71731"/>
                  </a:lnTo>
                  <a:lnTo>
                    <a:pt x="563166" y="75334"/>
                  </a:lnTo>
                  <a:lnTo>
                    <a:pt x="576263" y="73804"/>
                  </a:lnTo>
                  <a:lnTo>
                    <a:pt x="589359" y="67587"/>
                  </a:lnTo>
                  <a:lnTo>
                    <a:pt x="602456" y="57990"/>
                  </a:lnTo>
                  <a:lnTo>
                    <a:pt x="615553" y="46924"/>
                  </a:lnTo>
                  <a:lnTo>
                    <a:pt x="628650" y="36529"/>
                  </a:lnTo>
                  <a:lnTo>
                    <a:pt x="641747" y="28776"/>
                  </a:lnTo>
                  <a:lnTo>
                    <a:pt x="654844" y="25100"/>
                  </a:lnTo>
                  <a:lnTo>
                    <a:pt x="667941" y="26148"/>
                  </a:lnTo>
                  <a:lnTo>
                    <a:pt x="681038" y="31670"/>
                  </a:lnTo>
                  <a:lnTo>
                    <a:pt x="694134" y="40592"/>
                  </a:lnTo>
                  <a:lnTo>
                    <a:pt x="707231" y="51233"/>
                  </a:lnTo>
                  <a:lnTo>
                    <a:pt x="720328" y="61630"/>
                  </a:lnTo>
                  <a:lnTo>
                    <a:pt x="733425" y="69911"/>
                  </a:lnTo>
                  <a:lnTo>
                    <a:pt x="746522" y="74643"/>
                  </a:lnTo>
                  <a:lnTo>
                    <a:pt x="759619" y="75088"/>
                  </a:lnTo>
                  <a:lnTo>
                    <a:pt x="772716" y="71322"/>
                  </a:lnTo>
                  <a:lnTo>
                    <a:pt x="785813" y="64203"/>
                  </a:lnTo>
                  <a:lnTo>
                    <a:pt x="798909" y="55190"/>
                  </a:lnTo>
                  <a:lnTo>
                    <a:pt x="812006" y="46058"/>
                  </a:lnTo>
                  <a:lnTo>
                    <a:pt x="825103" y="38558"/>
                  </a:lnTo>
                  <a:lnTo>
                    <a:pt x="838200" y="34094"/>
                  </a:lnTo>
                  <a:lnTo>
                    <a:pt x="851297" y="33467"/>
                  </a:lnTo>
                  <a:lnTo>
                    <a:pt x="864394" y="36743"/>
                  </a:lnTo>
                  <a:lnTo>
                    <a:pt x="877491" y="43262"/>
                  </a:lnTo>
                  <a:lnTo>
                    <a:pt x="890588" y="51779"/>
                  </a:lnTo>
                  <a:lnTo>
                    <a:pt x="903684" y="60711"/>
                  </a:lnTo>
                  <a:lnTo>
                    <a:pt x="916781" y="68444"/>
                  </a:lnTo>
                  <a:lnTo>
                    <a:pt x="929878" y="73631"/>
                  </a:lnTo>
                  <a:lnTo>
                    <a:pt x="942975" y="75438"/>
                  </a:lnTo>
                </a:path>
              </a:pathLst>
            </a:custGeom>
            <a:noFill/>
            <a:ln w="17145">
              <a:solidFill>
                <a:srgbClr val="0082FF"/>
              </a:solidFill>
            </a:ln>
          </p:spPr>
        </p:sp>
        <p:sp>
          <p:nvSpPr>
            <p:cNvPr id="149" name="149 path"/>
            <p:cNvSpPr/>
            <p:nvPr/>
          </p:nvSpPr>
          <p:spPr>
            <a:xfrm>
              <a:off x="7916985" y="7186774"/>
              <a:ext cx="4038600" cy="95"/>
            </a:xfrm>
            <a:custGeom>
              <a:avLst/>
              <a:gdLst/>
              <a:ahLst/>
              <a:cxnLst/>
              <a:rect l="0" t="0" r="0" b="0"/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rgbClr val="B9D3EC"/>
              </a:solidFill>
            </a:ln>
          </p:spPr>
        </p:sp>
        <p:sp>
          <p:nvSpPr>
            <p:cNvPr id="150" name="150 Gradients"/>
            <p:cNvSpPr/>
            <p:nvPr/>
          </p:nvSpPr>
          <p:spPr>
            <a:xfrm>
              <a:off x="7936035" y="7310599"/>
              <a:ext cx="1276350" cy="217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8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Gradients</a:t>
              </a:r>
            </a:p>
          </p:txBody>
        </p:sp>
        <p:sp>
          <p:nvSpPr>
            <p:cNvPr id="151" name="151 path"/>
            <p:cNvSpPr/>
            <p:nvPr/>
          </p:nvSpPr>
          <p:spPr>
            <a:xfrm>
              <a:off x="9440985" y="7339174"/>
              <a:ext cx="95" cy="180975"/>
            </a:xfrm>
            <a:custGeom>
              <a:avLst/>
              <a:gdLst/>
              <a:ahLst/>
              <a:cxnLst/>
              <a:rect l="0" t="0" r="0" b="0"/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52" name="152 path"/>
            <p:cNvSpPr/>
            <p:nvPr/>
          </p:nvSpPr>
          <p:spPr>
            <a:xfrm>
              <a:off x="9440985" y="7520149"/>
              <a:ext cx="942975" cy="95"/>
            </a:xfrm>
            <a:custGeom>
              <a:avLst/>
              <a:gdLst/>
              <a:ahLst/>
              <a:cxnLst/>
              <a:rect l="0" t="0" r="0" b="0"/>
              <a:pathLst>
                <a:path w="942975" h="95">
                  <a:moveTo>
                    <a:pt x="0" y="0"/>
                  </a:moveTo>
                  <a:lnTo>
                    <a:pt x="942975" y="0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53" name="153 Source gradients curve"/>
            <p:cNvSpPr/>
            <p:nvPr/>
          </p:nvSpPr>
          <p:spPr>
            <a:xfrm>
              <a:off x="9440985" y="7361025"/>
              <a:ext cx="942975" cy="122929"/>
            </a:xfrm>
            <a:custGeom>
              <a:avLst/>
              <a:gdLst/>
              <a:ahLst/>
              <a:cxnLst/>
              <a:rect l="0" t="0" r="0" b="0"/>
              <a:pathLst>
                <a:path w="942975" h="122929">
                  <a:moveTo>
                    <a:pt x="0" y="122929"/>
                  </a:moveTo>
                  <a:lnTo>
                    <a:pt x="13097" y="118667"/>
                  </a:lnTo>
                  <a:lnTo>
                    <a:pt x="26194" y="106588"/>
                  </a:lnTo>
                  <a:lnTo>
                    <a:pt x="39291" y="88837"/>
                  </a:lnTo>
                  <a:lnTo>
                    <a:pt x="52388" y="68649"/>
                  </a:lnTo>
                  <a:lnTo>
                    <a:pt x="65484" y="49757"/>
                  </a:lnTo>
                  <a:lnTo>
                    <a:pt x="78581" y="35689"/>
                  </a:lnTo>
                  <a:lnTo>
                    <a:pt x="91678" y="29102"/>
                  </a:lnTo>
                  <a:lnTo>
                    <a:pt x="104775" y="31270"/>
                  </a:lnTo>
                  <a:lnTo>
                    <a:pt x="117872" y="41831"/>
                  </a:lnTo>
                  <a:lnTo>
                    <a:pt x="130969" y="58838"/>
                  </a:lnTo>
                  <a:lnTo>
                    <a:pt x="144066" y="79105"/>
                  </a:lnTo>
                  <a:lnTo>
                    <a:pt x="157163" y="98799"/>
                  </a:lnTo>
                  <a:lnTo>
                    <a:pt x="170259" y="114156"/>
                  </a:lnTo>
                  <a:lnTo>
                    <a:pt x="183356" y="122188"/>
                  </a:lnTo>
                  <a:lnTo>
                    <a:pt x="196453" y="121259"/>
                  </a:lnTo>
                  <a:lnTo>
                    <a:pt x="209550" y="111403"/>
                  </a:lnTo>
                  <a:lnTo>
                    <a:pt x="222647" y="94339"/>
                  </a:lnTo>
                  <a:lnTo>
                    <a:pt x="235744" y="73161"/>
                  </a:lnTo>
                  <a:lnTo>
                    <a:pt x="248841" y="51771"/>
                  </a:lnTo>
                  <a:lnTo>
                    <a:pt x="261938" y="34149"/>
                  </a:lnTo>
                  <a:lnTo>
                    <a:pt x="275034" y="23606"/>
                  </a:lnTo>
                  <a:lnTo>
                    <a:pt x="288131" y="22153"/>
                  </a:lnTo>
                  <a:lnTo>
                    <a:pt x="301228" y="30107"/>
                  </a:lnTo>
                  <a:lnTo>
                    <a:pt x="314325" y="46015"/>
                  </a:lnTo>
                  <a:lnTo>
                    <a:pt x="327422" y="66911"/>
                  </a:lnTo>
                  <a:lnTo>
                    <a:pt x="340519" y="88860"/>
                  </a:lnTo>
                  <a:lnTo>
                    <a:pt x="353616" y="107690"/>
                  </a:lnTo>
                  <a:lnTo>
                    <a:pt x="366713" y="119776"/>
                  </a:lnTo>
                  <a:lnTo>
                    <a:pt x="379809" y="122729"/>
                  </a:lnTo>
                  <a:lnTo>
                    <a:pt x="392906" y="115857"/>
                  </a:lnTo>
                  <a:lnTo>
                    <a:pt x="406003" y="100314"/>
                  </a:lnTo>
                  <a:lnTo>
                    <a:pt x="419100" y="78895"/>
                  </a:lnTo>
                  <a:lnTo>
                    <a:pt x="432197" y="55534"/>
                  </a:lnTo>
                  <a:lnTo>
                    <a:pt x="445294" y="34564"/>
                  </a:lnTo>
                  <a:lnTo>
                    <a:pt x="458391" y="19910"/>
                  </a:lnTo>
                  <a:lnTo>
                    <a:pt x="471488" y="14344"/>
                  </a:lnTo>
                  <a:lnTo>
                    <a:pt x="484584" y="18952"/>
                  </a:lnTo>
                  <a:lnTo>
                    <a:pt x="497681" y="32912"/>
                  </a:lnTo>
                  <a:lnTo>
                    <a:pt x="510778" y="53636"/>
                  </a:lnTo>
                  <a:lnTo>
                    <a:pt x="523875" y="77234"/>
                  </a:lnTo>
                  <a:lnTo>
                    <a:pt x="536972" y="99242"/>
                  </a:lnTo>
                  <a:lnTo>
                    <a:pt x="550069" y="115453"/>
                  </a:lnTo>
                  <a:lnTo>
                    <a:pt x="563166" y="122716"/>
                  </a:lnTo>
                  <a:lnTo>
                    <a:pt x="576263" y="119534"/>
                  </a:lnTo>
                  <a:lnTo>
                    <a:pt x="589359" y="106365"/>
                  </a:lnTo>
                  <a:lnTo>
                    <a:pt x="602456" y="85552"/>
                  </a:lnTo>
                  <a:lnTo>
                    <a:pt x="615553" y="60899"/>
                  </a:lnTo>
                  <a:lnTo>
                    <a:pt x="628650" y="36966"/>
                  </a:lnTo>
                  <a:lnTo>
                    <a:pt x="641747" y="18219"/>
                  </a:lnTo>
                  <a:lnTo>
                    <a:pt x="654844" y="8185"/>
                  </a:lnTo>
                  <a:lnTo>
                    <a:pt x="667941" y="8782"/>
                  </a:lnTo>
                  <a:lnTo>
                    <a:pt x="681038" y="19944"/>
                  </a:lnTo>
                  <a:lnTo>
                    <a:pt x="694134" y="39613"/>
                  </a:lnTo>
                  <a:lnTo>
                    <a:pt x="707231" y="64112"/>
                  </a:lnTo>
                  <a:lnTo>
                    <a:pt x="720328" y="88824"/>
                  </a:lnTo>
                  <a:lnTo>
                    <a:pt x="733425" y="109051"/>
                  </a:lnTo>
                  <a:lnTo>
                    <a:pt x="746522" y="120899"/>
                  </a:lnTo>
                  <a:lnTo>
                    <a:pt x="759619" y="122020"/>
                  </a:lnTo>
                  <a:lnTo>
                    <a:pt x="772716" y="112065"/>
                  </a:lnTo>
                  <a:lnTo>
                    <a:pt x="785813" y="92767"/>
                  </a:lnTo>
                  <a:lnTo>
                    <a:pt x="798909" y="67632"/>
                  </a:lnTo>
                  <a:lnTo>
                    <a:pt x="812006" y="41297"/>
                  </a:lnTo>
                  <a:lnTo>
                    <a:pt x="825103" y="18661"/>
                  </a:lnTo>
                  <a:lnTo>
                    <a:pt x="838200" y="3967"/>
                  </a:lnTo>
                  <a:lnTo>
                    <a:pt x="851297" y="0"/>
                  </a:lnTo>
                  <a:lnTo>
                    <a:pt x="864394" y="7547"/>
                  </a:lnTo>
                  <a:lnTo>
                    <a:pt x="877491" y="25235"/>
                  </a:lnTo>
                  <a:lnTo>
                    <a:pt x="890588" y="49769"/>
                  </a:lnTo>
                  <a:lnTo>
                    <a:pt x="903684" y="76541"/>
                  </a:lnTo>
                  <a:lnTo>
                    <a:pt x="916781" y="100482"/>
                  </a:lnTo>
                  <a:lnTo>
                    <a:pt x="929878" y="117018"/>
                  </a:lnTo>
                  <a:lnTo>
                    <a:pt x="942975" y="122929"/>
                  </a:lnTo>
                </a:path>
              </a:pathLst>
            </a:custGeom>
            <a:noFill/>
            <a:ln w="17145">
              <a:solidFill>
                <a:srgbClr val="0082FF"/>
              </a:solidFill>
            </a:ln>
          </p:spPr>
        </p:sp>
        <p:sp>
          <p:nvSpPr>
            <p:cNvPr id="154" name="154 path"/>
            <p:cNvSpPr/>
            <p:nvPr/>
          </p:nvSpPr>
          <p:spPr>
            <a:xfrm>
              <a:off x="10822110" y="7339174"/>
              <a:ext cx="95" cy="180975"/>
            </a:xfrm>
            <a:custGeom>
              <a:avLst/>
              <a:gdLst/>
              <a:ahLst/>
              <a:cxnLst/>
              <a:rect l="0" t="0" r="0" b="0"/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55" name="155 path"/>
            <p:cNvSpPr/>
            <p:nvPr/>
          </p:nvSpPr>
          <p:spPr>
            <a:xfrm>
              <a:off x="10822110" y="7520149"/>
              <a:ext cx="933450" cy="95"/>
            </a:xfrm>
            <a:custGeom>
              <a:avLst/>
              <a:gdLst/>
              <a:ahLst/>
              <a:cxnLst/>
              <a:rect l="0" t="0" r="0" b="0"/>
              <a:pathLst>
                <a:path w="933450" h="9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156" name="156 Target gradients curve"/>
            <p:cNvSpPr/>
            <p:nvPr/>
          </p:nvSpPr>
          <p:spPr>
            <a:xfrm>
              <a:off x="10822110" y="7380935"/>
              <a:ext cx="933450" cy="129444"/>
            </a:xfrm>
            <a:custGeom>
              <a:avLst/>
              <a:gdLst/>
              <a:ahLst/>
              <a:cxnLst/>
              <a:rect l="0" t="0" r="0" b="0"/>
              <a:pathLst>
                <a:path w="933450" h="129444">
                  <a:moveTo>
                    <a:pt x="0" y="103019"/>
                  </a:moveTo>
                  <a:lnTo>
                    <a:pt x="12965" y="98757"/>
                  </a:lnTo>
                  <a:lnTo>
                    <a:pt x="25929" y="86678"/>
                  </a:lnTo>
                  <a:lnTo>
                    <a:pt x="38894" y="68926"/>
                  </a:lnTo>
                  <a:lnTo>
                    <a:pt x="51858" y="48739"/>
                  </a:lnTo>
                  <a:lnTo>
                    <a:pt x="64823" y="29847"/>
                  </a:lnTo>
                  <a:lnTo>
                    <a:pt x="77787" y="15779"/>
                  </a:lnTo>
                  <a:lnTo>
                    <a:pt x="90752" y="9191"/>
                  </a:lnTo>
                  <a:lnTo>
                    <a:pt x="103717" y="11360"/>
                  </a:lnTo>
                  <a:lnTo>
                    <a:pt x="116681" y="21921"/>
                  </a:lnTo>
                  <a:lnTo>
                    <a:pt x="129646" y="38928"/>
                  </a:lnTo>
                  <a:lnTo>
                    <a:pt x="142610" y="59195"/>
                  </a:lnTo>
                  <a:lnTo>
                    <a:pt x="155575" y="78889"/>
                  </a:lnTo>
                  <a:lnTo>
                    <a:pt x="168540" y="94246"/>
                  </a:lnTo>
                  <a:lnTo>
                    <a:pt x="181504" y="102278"/>
                  </a:lnTo>
                  <a:lnTo>
                    <a:pt x="194469" y="101349"/>
                  </a:lnTo>
                  <a:lnTo>
                    <a:pt x="207433" y="91493"/>
                  </a:lnTo>
                  <a:lnTo>
                    <a:pt x="220398" y="74429"/>
                  </a:lnTo>
                  <a:lnTo>
                    <a:pt x="233363" y="53251"/>
                  </a:lnTo>
                  <a:lnTo>
                    <a:pt x="246327" y="31860"/>
                  </a:lnTo>
                  <a:lnTo>
                    <a:pt x="259292" y="14239"/>
                  </a:lnTo>
                  <a:lnTo>
                    <a:pt x="272256" y="3696"/>
                  </a:lnTo>
                  <a:lnTo>
                    <a:pt x="285221" y="2243"/>
                  </a:lnTo>
                  <a:lnTo>
                    <a:pt x="298185" y="10197"/>
                  </a:lnTo>
                  <a:lnTo>
                    <a:pt x="311150" y="26105"/>
                  </a:lnTo>
                  <a:lnTo>
                    <a:pt x="324115" y="47001"/>
                  </a:lnTo>
                  <a:lnTo>
                    <a:pt x="337079" y="68950"/>
                  </a:lnTo>
                  <a:lnTo>
                    <a:pt x="350044" y="87780"/>
                  </a:lnTo>
                  <a:lnTo>
                    <a:pt x="363008" y="99866"/>
                  </a:lnTo>
                  <a:lnTo>
                    <a:pt x="375973" y="102819"/>
                  </a:lnTo>
                  <a:lnTo>
                    <a:pt x="388938" y="95947"/>
                  </a:lnTo>
                  <a:lnTo>
                    <a:pt x="401902" y="80403"/>
                  </a:lnTo>
                  <a:lnTo>
                    <a:pt x="414867" y="58985"/>
                  </a:lnTo>
                  <a:lnTo>
                    <a:pt x="427831" y="35624"/>
                  </a:lnTo>
                  <a:lnTo>
                    <a:pt x="440796" y="14654"/>
                  </a:lnTo>
                  <a:lnTo>
                    <a:pt x="453760" y="0"/>
                  </a:lnTo>
                  <a:lnTo>
                    <a:pt x="466725" y="45865"/>
                  </a:lnTo>
                  <a:lnTo>
                    <a:pt x="479690" y="49077"/>
                  </a:lnTo>
                  <a:lnTo>
                    <a:pt x="492654" y="49053"/>
                  </a:lnTo>
                  <a:lnTo>
                    <a:pt x="505619" y="46511"/>
                  </a:lnTo>
                  <a:lnTo>
                    <a:pt x="518583" y="42928"/>
                  </a:lnTo>
                  <a:lnTo>
                    <a:pt x="531548" y="40093"/>
                  </a:lnTo>
                  <a:lnTo>
                    <a:pt x="544512" y="39570"/>
                  </a:lnTo>
                  <a:lnTo>
                    <a:pt x="557477" y="42228"/>
                  </a:lnTo>
                  <a:lnTo>
                    <a:pt x="570442" y="47980"/>
                  </a:lnTo>
                  <a:lnTo>
                    <a:pt x="583406" y="55806"/>
                  </a:lnTo>
                  <a:lnTo>
                    <a:pt x="596371" y="64064"/>
                  </a:lnTo>
                  <a:lnTo>
                    <a:pt x="609335" y="70982"/>
                  </a:lnTo>
                  <a:lnTo>
                    <a:pt x="622300" y="75191"/>
                  </a:lnTo>
                  <a:lnTo>
                    <a:pt x="635265" y="76136"/>
                  </a:lnTo>
                  <a:lnTo>
                    <a:pt x="648229" y="74244"/>
                  </a:lnTo>
                  <a:lnTo>
                    <a:pt x="661194" y="70797"/>
                  </a:lnTo>
                  <a:lnTo>
                    <a:pt x="674158" y="67542"/>
                  </a:lnTo>
                  <a:lnTo>
                    <a:pt x="687123" y="66170"/>
                  </a:lnTo>
                  <a:lnTo>
                    <a:pt x="700088" y="67806"/>
                  </a:lnTo>
                  <a:lnTo>
                    <a:pt x="713052" y="72668"/>
                  </a:lnTo>
                  <a:lnTo>
                    <a:pt x="726017" y="80007"/>
                  </a:lnTo>
                  <a:lnTo>
                    <a:pt x="738981" y="88325"/>
                  </a:lnTo>
                  <a:lnTo>
                    <a:pt x="751946" y="95834"/>
                  </a:lnTo>
                  <a:lnTo>
                    <a:pt x="764910" y="100985"/>
                  </a:lnTo>
                  <a:lnTo>
                    <a:pt x="777875" y="102941"/>
                  </a:lnTo>
                  <a:lnTo>
                    <a:pt x="790840" y="101825"/>
                  </a:lnTo>
                  <a:lnTo>
                    <a:pt x="803804" y="98685"/>
                  </a:lnTo>
                  <a:lnTo>
                    <a:pt x="816769" y="95176"/>
                  </a:lnTo>
                  <a:lnTo>
                    <a:pt x="829733" y="93065"/>
                  </a:lnTo>
                  <a:lnTo>
                    <a:pt x="842698" y="93700"/>
                  </a:lnTo>
                  <a:lnTo>
                    <a:pt x="855663" y="97600"/>
                  </a:lnTo>
                  <a:lnTo>
                    <a:pt x="868627" y="104304"/>
                  </a:lnTo>
                  <a:lnTo>
                    <a:pt x="881592" y="112507"/>
                  </a:lnTo>
                  <a:lnTo>
                    <a:pt x="894556" y="120454"/>
                  </a:lnTo>
                  <a:lnTo>
                    <a:pt x="907521" y="126465"/>
                  </a:lnTo>
                  <a:lnTo>
                    <a:pt x="920485" y="129444"/>
                  </a:lnTo>
                  <a:lnTo>
                    <a:pt x="933450" y="129207"/>
                  </a:lnTo>
                </a:path>
              </a:pathLst>
            </a:custGeom>
            <a:noFill/>
            <a:ln w="17145">
              <a:solidFill>
                <a:srgbClr val="FB1419"/>
              </a:solidFill>
            </a:ln>
          </p:spPr>
        </p:sp>
        <p:sp>
          <p:nvSpPr>
            <p:cNvPr id="157" name="157 path"/>
            <p:cNvSpPr/>
            <p:nvPr/>
          </p:nvSpPr>
          <p:spPr>
            <a:xfrm>
              <a:off x="7916985" y="7653499"/>
              <a:ext cx="4038600" cy="95"/>
            </a:xfrm>
            <a:custGeom>
              <a:avLst/>
              <a:gdLst/>
              <a:ahLst/>
              <a:cxnLst/>
              <a:rect l="0" t="0" r="0" b="0"/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rgbClr val="B9D3EC"/>
              </a:solidFill>
            </a:ln>
          </p:spPr>
        </p:sp>
        <p:sp>
          <p:nvSpPr>
            <p:cNvPr id="158" name="158 Parameter update"/>
            <p:cNvSpPr/>
            <p:nvPr/>
          </p:nvSpPr>
          <p:spPr>
            <a:xfrm>
              <a:off x="7913595" y="7768035"/>
              <a:ext cx="1276350" cy="217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8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Parameter update</a:t>
              </a:r>
            </a:p>
          </p:txBody>
        </p:sp>
        <p:sp>
          <p:nvSpPr>
            <p:cNvPr id="165" name="165 path"/>
            <p:cNvSpPr/>
            <p:nvPr/>
          </p:nvSpPr>
          <p:spPr>
            <a:xfrm>
              <a:off x="7916985" y="8120224"/>
              <a:ext cx="4038600" cy="95"/>
            </a:xfrm>
            <a:custGeom>
              <a:avLst/>
              <a:gdLst/>
              <a:ahLst/>
              <a:cxnLst/>
              <a:rect l="0" t="0" r="0" b="0"/>
              <a:pathLst>
                <a:path w="4038600" h="9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rgbClr val="B9D3EC"/>
              </a:solidFill>
            </a:ln>
          </p:spPr>
        </p:sp>
        <p:sp>
          <p:nvSpPr>
            <p:cNvPr id="166" name="166 Next forward"/>
            <p:cNvSpPr/>
            <p:nvPr/>
          </p:nvSpPr>
          <p:spPr>
            <a:xfrm>
              <a:off x="7936035" y="8244049"/>
              <a:ext cx="1276350" cy="217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80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80" b="1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Next forward</a:t>
              </a:r>
            </a:p>
          </p:txBody>
        </p:sp>
        <p:grpSp>
          <p:nvGrpSpPr>
            <p:cNvPr id="476" name="组合 475">
              <a:extLst>
                <a:ext uri="{FF2B5EF4-FFF2-40B4-BE49-F238E27FC236}">
                  <a16:creationId xmlns:a16="http://schemas.microsoft.com/office/drawing/2014/main" id="{D273D051-91F2-4A10-125C-DABA195F4BB1}"/>
                </a:ext>
              </a:extLst>
            </p:cNvPr>
            <p:cNvGrpSpPr/>
            <p:nvPr/>
          </p:nvGrpSpPr>
          <p:grpSpPr>
            <a:xfrm>
              <a:off x="9819556" y="7256881"/>
              <a:ext cx="271463" cy="259460"/>
              <a:chOff x="10133015" y="7052469"/>
              <a:chExt cx="552450" cy="552450"/>
            </a:xfrm>
          </p:grpSpPr>
          <p:sp>
            <p:nvSpPr>
              <p:cNvPr id="174" name="174 path"/>
              <p:cNvSpPr/>
              <p:nvPr/>
            </p:nvSpPr>
            <p:spPr>
              <a:xfrm>
                <a:off x="10678503" y="7328694"/>
                <a:ext cx="6962" cy="61628"/>
              </a:xfrm>
              <a:custGeom>
                <a:avLst/>
                <a:gdLst/>
                <a:ahLst/>
                <a:cxnLst/>
                <a:rect l="0" t="0" r="0" b="0"/>
                <a:pathLst>
                  <a:path w="6962" h="61628">
                    <a:moveTo>
                      <a:pt x="6962" y="0"/>
                    </a:moveTo>
                    <a:lnTo>
                      <a:pt x="6683" y="12426"/>
                    </a:lnTo>
                    <a:lnTo>
                      <a:pt x="5845" y="24827"/>
                    </a:lnTo>
                    <a:lnTo>
                      <a:pt x="4449" y="37177"/>
                    </a:lnTo>
                    <a:lnTo>
                      <a:pt x="2500" y="49452"/>
                    </a:lnTo>
                    <a:lnTo>
                      <a:pt x="0" y="61628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75" name="175 path"/>
              <p:cNvSpPr/>
              <p:nvPr/>
            </p:nvSpPr>
            <p:spPr>
              <a:xfrm>
                <a:off x="10634422" y="7434401"/>
                <a:ext cx="30016" cy="54272"/>
              </a:xfrm>
              <a:custGeom>
                <a:avLst/>
                <a:gdLst/>
                <a:ahLst/>
                <a:cxnLst/>
                <a:rect l="0" t="0" r="0" b="0"/>
                <a:pathLst>
                  <a:path w="30016" h="54272">
                    <a:moveTo>
                      <a:pt x="30016" y="0"/>
                    </a:moveTo>
                    <a:lnTo>
                      <a:pt x="25003" y="11373"/>
                    </a:lnTo>
                    <a:lnTo>
                      <a:pt x="19483" y="22509"/>
                    </a:lnTo>
                    <a:lnTo>
                      <a:pt x="13467" y="33385"/>
                    </a:lnTo>
                    <a:lnTo>
                      <a:pt x="6969" y="43980"/>
                    </a:lnTo>
                    <a:lnTo>
                      <a:pt x="0" y="54272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76" name="176 path"/>
              <p:cNvSpPr/>
              <p:nvPr/>
            </p:nvSpPr>
            <p:spPr>
              <a:xfrm>
                <a:off x="10556060" y="7524015"/>
                <a:ext cx="48500" cy="38654"/>
              </a:xfrm>
              <a:custGeom>
                <a:avLst/>
                <a:gdLst/>
                <a:ahLst/>
                <a:cxnLst/>
                <a:rect l="0" t="0" r="0" b="0"/>
                <a:pathLst>
                  <a:path w="48500" h="38654">
                    <a:moveTo>
                      <a:pt x="48500" y="0"/>
                    </a:moveTo>
                    <a:lnTo>
                      <a:pt x="39516" y="8589"/>
                    </a:lnTo>
                    <a:lnTo>
                      <a:pt x="30155" y="16765"/>
                    </a:lnTo>
                    <a:lnTo>
                      <a:pt x="20435" y="24511"/>
                    </a:lnTo>
                    <a:lnTo>
                      <a:pt x="10377" y="31812"/>
                    </a:lnTo>
                    <a:lnTo>
                      <a:pt x="0" y="38654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77" name="177 path"/>
              <p:cNvSpPr/>
              <p:nvPr/>
            </p:nvSpPr>
            <p:spPr>
              <a:xfrm>
                <a:off x="10455346" y="7583893"/>
                <a:ext cx="59601" cy="17151"/>
              </a:xfrm>
              <a:custGeom>
                <a:avLst/>
                <a:gdLst/>
                <a:ahLst/>
                <a:cxnLst/>
                <a:rect l="0" t="0" r="0" b="0"/>
                <a:pathLst>
                  <a:path w="59601" h="17151">
                    <a:moveTo>
                      <a:pt x="59601" y="0"/>
                    </a:moveTo>
                    <a:lnTo>
                      <a:pt x="48014" y="4497"/>
                    </a:lnTo>
                    <a:lnTo>
                      <a:pt x="36236" y="8468"/>
                    </a:lnTo>
                    <a:lnTo>
                      <a:pt x="24292" y="11905"/>
                    </a:lnTo>
                    <a:lnTo>
                      <a:pt x="12205" y="14802"/>
                    </a:lnTo>
                    <a:lnTo>
                      <a:pt x="0" y="17151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78" name="178 path"/>
              <p:cNvSpPr/>
              <p:nvPr/>
            </p:nvSpPr>
            <p:spPr>
              <a:xfrm>
                <a:off x="10347612" y="7597957"/>
                <a:ext cx="61628" cy="6962"/>
              </a:xfrm>
              <a:custGeom>
                <a:avLst/>
                <a:gdLst/>
                <a:ahLst/>
                <a:cxnLst/>
                <a:rect l="0" t="0" r="0" b="0"/>
                <a:pathLst>
                  <a:path w="61628" h="6962">
                    <a:moveTo>
                      <a:pt x="61628" y="6962"/>
                    </a:moveTo>
                    <a:lnTo>
                      <a:pt x="49202" y="6683"/>
                    </a:lnTo>
                    <a:lnTo>
                      <a:pt x="36801" y="5845"/>
                    </a:lnTo>
                    <a:lnTo>
                      <a:pt x="24450" y="4449"/>
                    </a:lnTo>
                    <a:lnTo>
                      <a:pt x="12175" y="2500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79" name="179 path"/>
              <p:cNvSpPr/>
              <p:nvPr/>
            </p:nvSpPr>
            <p:spPr>
              <a:xfrm>
                <a:off x="10249261" y="7553876"/>
                <a:ext cx="54272" cy="30016"/>
              </a:xfrm>
              <a:custGeom>
                <a:avLst/>
                <a:gdLst/>
                <a:ahLst/>
                <a:cxnLst/>
                <a:rect l="0" t="0" r="0" b="0"/>
                <a:pathLst>
                  <a:path w="54272" h="30016">
                    <a:moveTo>
                      <a:pt x="54272" y="30016"/>
                    </a:moveTo>
                    <a:lnTo>
                      <a:pt x="42899" y="25003"/>
                    </a:lnTo>
                    <a:lnTo>
                      <a:pt x="31763" y="19483"/>
                    </a:lnTo>
                    <a:lnTo>
                      <a:pt x="20887" y="13467"/>
                    </a:lnTo>
                    <a:lnTo>
                      <a:pt x="10292" y="6969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0" name="180 path"/>
              <p:cNvSpPr/>
              <p:nvPr/>
            </p:nvSpPr>
            <p:spPr>
              <a:xfrm>
                <a:off x="10175265" y="7475514"/>
                <a:ext cx="38654" cy="48500"/>
              </a:xfrm>
              <a:custGeom>
                <a:avLst/>
                <a:gdLst/>
                <a:ahLst/>
                <a:cxnLst/>
                <a:rect l="0" t="0" r="0" b="0"/>
                <a:pathLst>
                  <a:path w="38654" h="48500">
                    <a:moveTo>
                      <a:pt x="38654" y="48500"/>
                    </a:moveTo>
                    <a:lnTo>
                      <a:pt x="30065" y="39516"/>
                    </a:lnTo>
                    <a:lnTo>
                      <a:pt x="21889" y="30155"/>
                    </a:lnTo>
                    <a:lnTo>
                      <a:pt x="14143" y="20435"/>
                    </a:lnTo>
                    <a:lnTo>
                      <a:pt x="6842" y="10377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1" name="181 path"/>
              <p:cNvSpPr/>
              <p:nvPr/>
            </p:nvSpPr>
            <p:spPr>
              <a:xfrm>
                <a:off x="10136890" y="7374800"/>
                <a:ext cx="17151" cy="59601"/>
              </a:xfrm>
              <a:custGeom>
                <a:avLst/>
                <a:gdLst/>
                <a:ahLst/>
                <a:cxnLst/>
                <a:rect l="0" t="0" r="0" b="0"/>
                <a:pathLst>
                  <a:path w="17151" h="59601">
                    <a:moveTo>
                      <a:pt x="17151" y="59601"/>
                    </a:moveTo>
                    <a:lnTo>
                      <a:pt x="12654" y="48014"/>
                    </a:lnTo>
                    <a:lnTo>
                      <a:pt x="8683" y="36236"/>
                    </a:lnTo>
                    <a:lnTo>
                      <a:pt x="5246" y="24292"/>
                    </a:lnTo>
                    <a:lnTo>
                      <a:pt x="2350" y="12205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2" name="182 path"/>
              <p:cNvSpPr/>
              <p:nvPr/>
            </p:nvSpPr>
            <p:spPr>
              <a:xfrm>
                <a:off x="10133015" y="7267066"/>
                <a:ext cx="6962" cy="61628"/>
              </a:xfrm>
              <a:custGeom>
                <a:avLst/>
                <a:gdLst/>
                <a:ahLst/>
                <a:cxnLst/>
                <a:rect l="0" t="0" r="0" b="0"/>
                <a:pathLst>
                  <a:path w="6962" h="61628">
                    <a:moveTo>
                      <a:pt x="0" y="61628"/>
                    </a:moveTo>
                    <a:lnTo>
                      <a:pt x="280" y="49202"/>
                    </a:lnTo>
                    <a:lnTo>
                      <a:pt x="1118" y="36801"/>
                    </a:lnTo>
                    <a:lnTo>
                      <a:pt x="2513" y="24450"/>
                    </a:lnTo>
                    <a:lnTo>
                      <a:pt x="4463" y="12175"/>
                    </a:lnTo>
                    <a:lnTo>
                      <a:pt x="6962" y="0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3" name="183 path"/>
              <p:cNvSpPr/>
              <p:nvPr/>
            </p:nvSpPr>
            <p:spPr>
              <a:xfrm>
                <a:off x="10154041" y="7168715"/>
                <a:ext cx="30016" cy="54272"/>
              </a:xfrm>
              <a:custGeom>
                <a:avLst/>
                <a:gdLst/>
                <a:ahLst/>
                <a:cxnLst/>
                <a:rect l="0" t="0" r="0" b="0"/>
                <a:pathLst>
                  <a:path w="30016" h="54272">
                    <a:moveTo>
                      <a:pt x="0" y="54272"/>
                    </a:moveTo>
                    <a:lnTo>
                      <a:pt x="5014" y="42899"/>
                    </a:lnTo>
                    <a:lnTo>
                      <a:pt x="10534" y="31763"/>
                    </a:lnTo>
                    <a:lnTo>
                      <a:pt x="16549" y="20887"/>
                    </a:lnTo>
                    <a:lnTo>
                      <a:pt x="23048" y="10292"/>
                    </a:lnTo>
                    <a:lnTo>
                      <a:pt x="30016" y="0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4" name="184 path"/>
              <p:cNvSpPr/>
              <p:nvPr/>
            </p:nvSpPr>
            <p:spPr>
              <a:xfrm>
                <a:off x="10213919" y="7094719"/>
                <a:ext cx="48500" cy="38654"/>
              </a:xfrm>
              <a:custGeom>
                <a:avLst/>
                <a:gdLst/>
                <a:ahLst/>
                <a:cxnLst/>
                <a:rect l="0" t="0" r="0" b="0"/>
                <a:pathLst>
                  <a:path w="48500" h="38654">
                    <a:moveTo>
                      <a:pt x="0" y="38654"/>
                    </a:moveTo>
                    <a:lnTo>
                      <a:pt x="8984" y="30065"/>
                    </a:lnTo>
                    <a:lnTo>
                      <a:pt x="18346" y="21889"/>
                    </a:lnTo>
                    <a:lnTo>
                      <a:pt x="28065" y="14143"/>
                    </a:lnTo>
                    <a:lnTo>
                      <a:pt x="38124" y="6842"/>
                    </a:lnTo>
                    <a:lnTo>
                      <a:pt x="48500" y="0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5" name="185 path"/>
              <p:cNvSpPr/>
              <p:nvPr/>
            </p:nvSpPr>
            <p:spPr>
              <a:xfrm>
                <a:off x="10303533" y="7056344"/>
                <a:ext cx="59601" cy="17151"/>
              </a:xfrm>
              <a:custGeom>
                <a:avLst/>
                <a:gdLst/>
                <a:ahLst/>
                <a:cxnLst/>
                <a:rect l="0" t="0" r="0" b="0"/>
                <a:pathLst>
                  <a:path w="59601" h="17151">
                    <a:moveTo>
                      <a:pt x="0" y="17151"/>
                    </a:moveTo>
                    <a:lnTo>
                      <a:pt x="11587" y="12654"/>
                    </a:lnTo>
                    <a:lnTo>
                      <a:pt x="23365" y="8683"/>
                    </a:lnTo>
                    <a:lnTo>
                      <a:pt x="35309" y="5246"/>
                    </a:lnTo>
                    <a:lnTo>
                      <a:pt x="47396" y="2350"/>
                    </a:lnTo>
                    <a:lnTo>
                      <a:pt x="59601" y="0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6" name="186 path"/>
              <p:cNvSpPr/>
              <p:nvPr/>
            </p:nvSpPr>
            <p:spPr>
              <a:xfrm>
                <a:off x="10409240" y="7052469"/>
                <a:ext cx="61628" cy="6962"/>
              </a:xfrm>
              <a:custGeom>
                <a:avLst/>
                <a:gdLst/>
                <a:ahLst/>
                <a:cxnLst/>
                <a:rect l="0" t="0" r="0" b="0"/>
                <a:pathLst>
                  <a:path w="61628" h="6962">
                    <a:moveTo>
                      <a:pt x="0" y="0"/>
                    </a:moveTo>
                    <a:lnTo>
                      <a:pt x="12426" y="280"/>
                    </a:lnTo>
                    <a:lnTo>
                      <a:pt x="24827" y="1118"/>
                    </a:lnTo>
                    <a:lnTo>
                      <a:pt x="37177" y="2513"/>
                    </a:lnTo>
                    <a:lnTo>
                      <a:pt x="49452" y="4463"/>
                    </a:lnTo>
                    <a:lnTo>
                      <a:pt x="61628" y="6962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7" name="187 path"/>
              <p:cNvSpPr/>
              <p:nvPr/>
            </p:nvSpPr>
            <p:spPr>
              <a:xfrm>
                <a:off x="10514947" y="7073495"/>
                <a:ext cx="54272" cy="30016"/>
              </a:xfrm>
              <a:custGeom>
                <a:avLst/>
                <a:gdLst/>
                <a:ahLst/>
                <a:cxnLst/>
                <a:rect l="0" t="0" r="0" b="0"/>
                <a:pathLst>
                  <a:path w="54272" h="30016">
                    <a:moveTo>
                      <a:pt x="0" y="0"/>
                    </a:moveTo>
                    <a:lnTo>
                      <a:pt x="11373" y="5014"/>
                    </a:lnTo>
                    <a:lnTo>
                      <a:pt x="22509" y="10534"/>
                    </a:lnTo>
                    <a:lnTo>
                      <a:pt x="33385" y="16549"/>
                    </a:lnTo>
                    <a:lnTo>
                      <a:pt x="43980" y="23048"/>
                    </a:lnTo>
                    <a:lnTo>
                      <a:pt x="54272" y="30016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8" name="188 path"/>
              <p:cNvSpPr/>
              <p:nvPr/>
            </p:nvSpPr>
            <p:spPr>
              <a:xfrm>
                <a:off x="10604561" y="7133373"/>
                <a:ext cx="38654" cy="48500"/>
              </a:xfrm>
              <a:custGeom>
                <a:avLst/>
                <a:gdLst/>
                <a:ahLst/>
                <a:cxnLst/>
                <a:rect l="0" t="0" r="0" b="0"/>
                <a:pathLst>
                  <a:path w="38654" h="48500">
                    <a:moveTo>
                      <a:pt x="0" y="0"/>
                    </a:moveTo>
                    <a:lnTo>
                      <a:pt x="8589" y="8984"/>
                    </a:lnTo>
                    <a:lnTo>
                      <a:pt x="16765" y="18346"/>
                    </a:lnTo>
                    <a:lnTo>
                      <a:pt x="24511" y="28065"/>
                    </a:lnTo>
                    <a:lnTo>
                      <a:pt x="31812" y="38124"/>
                    </a:lnTo>
                    <a:lnTo>
                      <a:pt x="38654" y="48500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  <p:sp>
            <p:nvSpPr>
              <p:cNvPr id="189" name="189 path"/>
              <p:cNvSpPr/>
              <p:nvPr/>
            </p:nvSpPr>
            <p:spPr>
              <a:xfrm>
                <a:off x="10664439" y="7222987"/>
                <a:ext cx="17151" cy="59601"/>
              </a:xfrm>
              <a:custGeom>
                <a:avLst/>
                <a:gdLst/>
                <a:ahLst/>
                <a:cxnLst/>
                <a:rect l="0" t="0" r="0" b="0"/>
                <a:pathLst>
                  <a:path w="17151" h="59601">
                    <a:moveTo>
                      <a:pt x="0" y="0"/>
                    </a:moveTo>
                    <a:lnTo>
                      <a:pt x="4497" y="11587"/>
                    </a:lnTo>
                    <a:lnTo>
                      <a:pt x="8468" y="23365"/>
                    </a:lnTo>
                    <a:lnTo>
                      <a:pt x="11905" y="35309"/>
                    </a:lnTo>
                    <a:lnTo>
                      <a:pt x="14802" y="47396"/>
                    </a:lnTo>
                    <a:lnTo>
                      <a:pt x="17151" y="59601"/>
                    </a:lnTo>
                  </a:path>
                </a:pathLst>
              </a:custGeom>
              <a:noFill/>
              <a:ln w="14288">
                <a:solidFill>
                  <a:srgbClr val="F31017"/>
                </a:solidFill>
              </a:ln>
            </p:spPr>
          </p:sp>
        </p:grpSp>
        <p:sp>
          <p:nvSpPr>
            <p:cNvPr id="190" name="190 First divergence"/>
            <p:cNvSpPr/>
            <p:nvPr/>
          </p:nvSpPr>
          <p:spPr>
            <a:xfrm>
              <a:off x="10603566" y="7067181"/>
              <a:ext cx="1352550" cy="21850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90" b="1">
                  <a:solidFill>
                    <a:srgbClr val="F3101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390" b="1" dirty="0">
                  <a:solidFill>
                    <a:srgbClr val="F3101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First divergence</a:t>
              </a:r>
            </a:p>
          </p:txBody>
        </p:sp>
        <p:sp>
          <p:nvSpPr>
            <p:cNvPr id="515" name="137 Source execution curve"/>
            <p:cNvSpPr/>
            <p:nvPr/>
          </p:nvSpPr>
          <p:spPr>
            <a:xfrm>
              <a:off x="10841157" y="6460334"/>
              <a:ext cx="942975" cy="75438"/>
            </a:xfrm>
            <a:custGeom>
              <a:avLst/>
              <a:gdLst/>
              <a:ahLst/>
              <a:cxnLst/>
              <a:rect l="0" t="0" r="0" b="0"/>
              <a:pathLst>
                <a:path w="942975" h="75438">
                  <a:moveTo>
                    <a:pt x="0" y="75438"/>
                  </a:moveTo>
                  <a:lnTo>
                    <a:pt x="13097" y="71735"/>
                  </a:lnTo>
                  <a:lnTo>
                    <a:pt x="26194" y="61423"/>
                  </a:lnTo>
                  <a:lnTo>
                    <a:pt x="39291" y="46571"/>
                  </a:lnTo>
                  <a:lnTo>
                    <a:pt x="52388" y="30067"/>
                  </a:lnTo>
                  <a:lnTo>
                    <a:pt x="65484" y="15062"/>
                  </a:lnTo>
                  <a:lnTo>
                    <a:pt x="78581" y="4380"/>
                  </a:lnTo>
                  <a:lnTo>
                    <a:pt x="91678" y="0"/>
                  </a:lnTo>
                  <a:lnTo>
                    <a:pt x="104775" y="2696"/>
                  </a:lnTo>
                  <a:lnTo>
                    <a:pt x="117872" y="11912"/>
                  </a:lnTo>
                  <a:lnTo>
                    <a:pt x="130969" y="25886"/>
                  </a:lnTo>
                  <a:lnTo>
                    <a:pt x="144066" y="41996"/>
                  </a:lnTo>
                  <a:lnTo>
                    <a:pt x="157163" y="57265"/>
                  </a:lnTo>
                  <a:lnTo>
                    <a:pt x="170259" y="68918"/>
                  </a:lnTo>
                  <a:lnTo>
                    <a:pt x="183356" y="74895"/>
                  </a:lnTo>
                  <a:lnTo>
                    <a:pt x="196453" y="74229"/>
                  </a:lnTo>
                  <a:lnTo>
                    <a:pt x="209550" y="67206"/>
                  </a:lnTo>
                  <a:lnTo>
                    <a:pt x="222647" y="55287"/>
                  </a:lnTo>
                  <a:lnTo>
                    <a:pt x="235744" y="40827"/>
                  </a:lnTo>
                  <a:lnTo>
                    <a:pt x="248841" y="26611"/>
                  </a:lnTo>
                  <a:lnTo>
                    <a:pt x="261938" y="15334"/>
                  </a:lnTo>
                  <a:lnTo>
                    <a:pt x="275034" y="9100"/>
                  </a:lnTo>
                  <a:lnTo>
                    <a:pt x="288131" y="9036"/>
                  </a:lnTo>
                  <a:lnTo>
                    <a:pt x="301228" y="15104"/>
                  </a:lnTo>
                  <a:lnTo>
                    <a:pt x="314325" y="26123"/>
                  </a:lnTo>
                  <a:lnTo>
                    <a:pt x="327422" y="40010"/>
                  </a:lnTo>
                  <a:lnTo>
                    <a:pt x="340519" y="54186"/>
                  </a:lnTo>
                  <a:lnTo>
                    <a:pt x="353616" y="66063"/>
                  </a:lnTo>
                  <a:lnTo>
                    <a:pt x="366713" y="73525"/>
                  </a:lnTo>
                  <a:lnTo>
                    <a:pt x="379809" y="75319"/>
                  </a:lnTo>
                  <a:lnTo>
                    <a:pt x="392906" y="71266"/>
                  </a:lnTo>
                  <a:lnTo>
                    <a:pt x="406003" y="62282"/>
                  </a:lnTo>
                  <a:lnTo>
                    <a:pt x="419100" y="50181"/>
                  </a:lnTo>
                  <a:lnTo>
                    <a:pt x="432197" y="37327"/>
                  </a:lnTo>
                  <a:lnTo>
                    <a:pt x="445294" y="26177"/>
                  </a:lnTo>
                  <a:lnTo>
                    <a:pt x="458391" y="18826"/>
                  </a:lnTo>
                  <a:lnTo>
                    <a:pt x="471488" y="16622"/>
                  </a:lnTo>
                  <a:lnTo>
                    <a:pt x="484584" y="19928"/>
                  </a:lnTo>
                  <a:lnTo>
                    <a:pt x="497681" y="28076"/>
                  </a:lnTo>
                  <a:lnTo>
                    <a:pt x="510778" y="39510"/>
                  </a:lnTo>
                  <a:lnTo>
                    <a:pt x="523875" y="52092"/>
                  </a:lnTo>
                  <a:lnTo>
                    <a:pt x="536972" y="63514"/>
                  </a:lnTo>
                  <a:lnTo>
                    <a:pt x="550069" y="71731"/>
                  </a:lnTo>
                  <a:lnTo>
                    <a:pt x="563166" y="75334"/>
                  </a:lnTo>
                  <a:lnTo>
                    <a:pt x="576263" y="73804"/>
                  </a:lnTo>
                  <a:lnTo>
                    <a:pt x="589359" y="67587"/>
                  </a:lnTo>
                  <a:lnTo>
                    <a:pt x="602456" y="57990"/>
                  </a:lnTo>
                  <a:lnTo>
                    <a:pt x="615553" y="46924"/>
                  </a:lnTo>
                  <a:lnTo>
                    <a:pt x="628650" y="36529"/>
                  </a:lnTo>
                  <a:lnTo>
                    <a:pt x="641747" y="28776"/>
                  </a:lnTo>
                  <a:lnTo>
                    <a:pt x="654844" y="25100"/>
                  </a:lnTo>
                  <a:lnTo>
                    <a:pt x="667941" y="26148"/>
                  </a:lnTo>
                  <a:lnTo>
                    <a:pt x="681038" y="31670"/>
                  </a:lnTo>
                  <a:lnTo>
                    <a:pt x="694134" y="40592"/>
                  </a:lnTo>
                  <a:lnTo>
                    <a:pt x="707231" y="51233"/>
                  </a:lnTo>
                  <a:lnTo>
                    <a:pt x="720328" y="61630"/>
                  </a:lnTo>
                  <a:lnTo>
                    <a:pt x="733425" y="69911"/>
                  </a:lnTo>
                  <a:lnTo>
                    <a:pt x="746522" y="74643"/>
                  </a:lnTo>
                  <a:lnTo>
                    <a:pt x="759619" y="75088"/>
                  </a:lnTo>
                  <a:lnTo>
                    <a:pt x="772716" y="71322"/>
                  </a:lnTo>
                  <a:lnTo>
                    <a:pt x="785813" y="64203"/>
                  </a:lnTo>
                  <a:lnTo>
                    <a:pt x="798909" y="55190"/>
                  </a:lnTo>
                  <a:lnTo>
                    <a:pt x="812006" y="46058"/>
                  </a:lnTo>
                  <a:lnTo>
                    <a:pt x="825103" y="38558"/>
                  </a:lnTo>
                  <a:lnTo>
                    <a:pt x="838200" y="34094"/>
                  </a:lnTo>
                  <a:lnTo>
                    <a:pt x="851297" y="33467"/>
                  </a:lnTo>
                  <a:lnTo>
                    <a:pt x="864394" y="36743"/>
                  </a:lnTo>
                  <a:lnTo>
                    <a:pt x="877491" y="43262"/>
                  </a:lnTo>
                  <a:lnTo>
                    <a:pt x="890588" y="51779"/>
                  </a:lnTo>
                  <a:lnTo>
                    <a:pt x="903684" y="60711"/>
                  </a:lnTo>
                  <a:lnTo>
                    <a:pt x="916781" y="68444"/>
                  </a:lnTo>
                  <a:lnTo>
                    <a:pt x="929878" y="73631"/>
                  </a:lnTo>
                  <a:lnTo>
                    <a:pt x="942975" y="75438"/>
                  </a:lnTo>
                </a:path>
              </a:pathLst>
            </a:custGeom>
            <a:noFill/>
            <a:ln w="17145">
              <a:solidFill>
                <a:srgbClr val="0082FF"/>
              </a:solidFill>
            </a:ln>
          </p:spPr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BB131181-7202-45D8-0DAC-1A26EDA9793D}"/>
                </a:ext>
              </a:extLst>
            </p:cNvPr>
            <p:cNvCxnSpPr/>
            <p:nvPr/>
          </p:nvCxnSpPr>
          <p:spPr>
            <a:xfrm flipH="1">
              <a:off x="10107733" y="7186774"/>
              <a:ext cx="476250" cy="12382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4" name="143 path">
              <a:extLst>
                <a:ext uri="{FF2B5EF4-FFF2-40B4-BE49-F238E27FC236}">
                  <a16:creationId xmlns:a16="http://schemas.microsoft.com/office/drawing/2014/main" id="{215F808E-E536-4177-4651-5D35864A7647}"/>
                </a:ext>
              </a:extLst>
            </p:cNvPr>
            <p:cNvSpPr/>
            <p:nvPr/>
          </p:nvSpPr>
          <p:spPr>
            <a:xfrm>
              <a:off x="10822110" y="6877877"/>
              <a:ext cx="95" cy="180975"/>
            </a:xfrm>
            <a:custGeom>
              <a:avLst/>
              <a:gdLst/>
              <a:ahLst/>
              <a:cxnLst/>
              <a:rect l="0" t="0" r="0" b="0"/>
              <a:pathLst>
                <a:path w="9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556" name="144 path">
              <a:extLst>
                <a:ext uri="{FF2B5EF4-FFF2-40B4-BE49-F238E27FC236}">
                  <a16:creationId xmlns:a16="http://schemas.microsoft.com/office/drawing/2014/main" id="{3C22B3C8-8BC4-3C02-F508-701DDCEB1F02}"/>
                </a:ext>
              </a:extLst>
            </p:cNvPr>
            <p:cNvSpPr/>
            <p:nvPr/>
          </p:nvSpPr>
          <p:spPr>
            <a:xfrm>
              <a:off x="10822110" y="7058852"/>
              <a:ext cx="942975" cy="95"/>
            </a:xfrm>
            <a:custGeom>
              <a:avLst/>
              <a:gdLst/>
              <a:ahLst/>
              <a:cxnLst/>
              <a:rect l="0" t="0" r="0" b="0"/>
              <a:pathLst>
                <a:path w="942975" h="95">
                  <a:moveTo>
                    <a:pt x="0" y="0"/>
                  </a:moveTo>
                  <a:lnTo>
                    <a:pt x="942975" y="0"/>
                  </a:lnTo>
                </a:path>
              </a:pathLst>
            </a:custGeom>
            <a:noFill/>
            <a:ln w="9525">
              <a:solidFill>
                <a:srgbClr val="7094BD"/>
              </a:solidFill>
            </a:ln>
          </p:spPr>
        </p:sp>
        <p:sp>
          <p:nvSpPr>
            <p:cNvPr id="558" name="145 Source forward curve">
              <a:extLst>
                <a:ext uri="{FF2B5EF4-FFF2-40B4-BE49-F238E27FC236}">
                  <a16:creationId xmlns:a16="http://schemas.microsoft.com/office/drawing/2014/main" id="{D25EE433-8C60-6067-F290-CB748DCDFCEC}"/>
                </a:ext>
              </a:extLst>
            </p:cNvPr>
            <p:cNvSpPr/>
            <p:nvPr/>
          </p:nvSpPr>
          <p:spPr>
            <a:xfrm>
              <a:off x="10822110" y="6932741"/>
              <a:ext cx="942975" cy="75438"/>
            </a:xfrm>
            <a:custGeom>
              <a:avLst/>
              <a:gdLst/>
              <a:ahLst/>
              <a:cxnLst/>
              <a:rect l="0" t="0" r="0" b="0"/>
              <a:pathLst>
                <a:path w="942975" h="75438">
                  <a:moveTo>
                    <a:pt x="0" y="75438"/>
                  </a:moveTo>
                  <a:lnTo>
                    <a:pt x="13097" y="71735"/>
                  </a:lnTo>
                  <a:lnTo>
                    <a:pt x="26194" y="61423"/>
                  </a:lnTo>
                  <a:lnTo>
                    <a:pt x="39291" y="46571"/>
                  </a:lnTo>
                  <a:lnTo>
                    <a:pt x="52388" y="30067"/>
                  </a:lnTo>
                  <a:lnTo>
                    <a:pt x="65484" y="15062"/>
                  </a:lnTo>
                  <a:lnTo>
                    <a:pt x="78581" y="4380"/>
                  </a:lnTo>
                  <a:lnTo>
                    <a:pt x="91678" y="0"/>
                  </a:lnTo>
                  <a:lnTo>
                    <a:pt x="104775" y="2696"/>
                  </a:lnTo>
                  <a:lnTo>
                    <a:pt x="117872" y="11912"/>
                  </a:lnTo>
                  <a:lnTo>
                    <a:pt x="130969" y="25886"/>
                  </a:lnTo>
                  <a:lnTo>
                    <a:pt x="144066" y="41996"/>
                  </a:lnTo>
                  <a:lnTo>
                    <a:pt x="157163" y="57265"/>
                  </a:lnTo>
                  <a:lnTo>
                    <a:pt x="170259" y="68918"/>
                  </a:lnTo>
                  <a:lnTo>
                    <a:pt x="183356" y="74895"/>
                  </a:lnTo>
                  <a:lnTo>
                    <a:pt x="196453" y="74229"/>
                  </a:lnTo>
                  <a:lnTo>
                    <a:pt x="209550" y="67206"/>
                  </a:lnTo>
                  <a:lnTo>
                    <a:pt x="222647" y="55287"/>
                  </a:lnTo>
                  <a:lnTo>
                    <a:pt x="235744" y="40827"/>
                  </a:lnTo>
                  <a:lnTo>
                    <a:pt x="248841" y="26611"/>
                  </a:lnTo>
                  <a:lnTo>
                    <a:pt x="261938" y="15334"/>
                  </a:lnTo>
                  <a:lnTo>
                    <a:pt x="275034" y="9100"/>
                  </a:lnTo>
                  <a:lnTo>
                    <a:pt x="288131" y="9036"/>
                  </a:lnTo>
                  <a:lnTo>
                    <a:pt x="301228" y="15104"/>
                  </a:lnTo>
                  <a:lnTo>
                    <a:pt x="314325" y="26123"/>
                  </a:lnTo>
                  <a:lnTo>
                    <a:pt x="327422" y="40010"/>
                  </a:lnTo>
                  <a:lnTo>
                    <a:pt x="340519" y="54186"/>
                  </a:lnTo>
                  <a:lnTo>
                    <a:pt x="353616" y="66063"/>
                  </a:lnTo>
                  <a:lnTo>
                    <a:pt x="366713" y="73525"/>
                  </a:lnTo>
                  <a:lnTo>
                    <a:pt x="379809" y="75319"/>
                  </a:lnTo>
                  <a:lnTo>
                    <a:pt x="392906" y="71266"/>
                  </a:lnTo>
                  <a:lnTo>
                    <a:pt x="406003" y="62282"/>
                  </a:lnTo>
                  <a:lnTo>
                    <a:pt x="419100" y="50181"/>
                  </a:lnTo>
                  <a:lnTo>
                    <a:pt x="432197" y="37327"/>
                  </a:lnTo>
                  <a:lnTo>
                    <a:pt x="445294" y="26177"/>
                  </a:lnTo>
                  <a:lnTo>
                    <a:pt x="458391" y="18826"/>
                  </a:lnTo>
                  <a:lnTo>
                    <a:pt x="471488" y="16622"/>
                  </a:lnTo>
                  <a:lnTo>
                    <a:pt x="484584" y="19928"/>
                  </a:lnTo>
                  <a:lnTo>
                    <a:pt x="497681" y="28076"/>
                  </a:lnTo>
                  <a:lnTo>
                    <a:pt x="510778" y="39510"/>
                  </a:lnTo>
                  <a:lnTo>
                    <a:pt x="523875" y="52092"/>
                  </a:lnTo>
                  <a:lnTo>
                    <a:pt x="536972" y="63514"/>
                  </a:lnTo>
                  <a:lnTo>
                    <a:pt x="550069" y="71731"/>
                  </a:lnTo>
                  <a:lnTo>
                    <a:pt x="563166" y="75334"/>
                  </a:lnTo>
                  <a:lnTo>
                    <a:pt x="576263" y="73804"/>
                  </a:lnTo>
                  <a:lnTo>
                    <a:pt x="589359" y="67587"/>
                  </a:lnTo>
                  <a:lnTo>
                    <a:pt x="602456" y="57990"/>
                  </a:lnTo>
                  <a:lnTo>
                    <a:pt x="615553" y="46924"/>
                  </a:lnTo>
                  <a:lnTo>
                    <a:pt x="628650" y="36529"/>
                  </a:lnTo>
                  <a:lnTo>
                    <a:pt x="641747" y="28776"/>
                  </a:lnTo>
                  <a:lnTo>
                    <a:pt x="654844" y="25100"/>
                  </a:lnTo>
                  <a:lnTo>
                    <a:pt x="667941" y="26148"/>
                  </a:lnTo>
                  <a:lnTo>
                    <a:pt x="681038" y="31670"/>
                  </a:lnTo>
                  <a:lnTo>
                    <a:pt x="694134" y="40592"/>
                  </a:lnTo>
                  <a:lnTo>
                    <a:pt x="707231" y="51233"/>
                  </a:lnTo>
                  <a:lnTo>
                    <a:pt x="720328" y="61630"/>
                  </a:lnTo>
                  <a:lnTo>
                    <a:pt x="733425" y="69911"/>
                  </a:lnTo>
                  <a:lnTo>
                    <a:pt x="746522" y="74643"/>
                  </a:lnTo>
                  <a:lnTo>
                    <a:pt x="759619" y="75088"/>
                  </a:lnTo>
                  <a:lnTo>
                    <a:pt x="772716" y="71322"/>
                  </a:lnTo>
                  <a:lnTo>
                    <a:pt x="785813" y="64203"/>
                  </a:lnTo>
                  <a:lnTo>
                    <a:pt x="798909" y="55190"/>
                  </a:lnTo>
                  <a:lnTo>
                    <a:pt x="812006" y="46058"/>
                  </a:lnTo>
                  <a:lnTo>
                    <a:pt x="825103" y="38558"/>
                  </a:lnTo>
                  <a:lnTo>
                    <a:pt x="838200" y="34094"/>
                  </a:lnTo>
                  <a:lnTo>
                    <a:pt x="851297" y="33467"/>
                  </a:lnTo>
                  <a:lnTo>
                    <a:pt x="864394" y="36743"/>
                  </a:lnTo>
                  <a:lnTo>
                    <a:pt x="877491" y="43262"/>
                  </a:lnTo>
                  <a:lnTo>
                    <a:pt x="890588" y="51779"/>
                  </a:lnTo>
                  <a:lnTo>
                    <a:pt x="903684" y="60711"/>
                  </a:lnTo>
                  <a:lnTo>
                    <a:pt x="916781" y="68444"/>
                  </a:lnTo>
                  <a:lnTo>
                    <a:pt x="929878" y="73631"/>
                  </a:lnTo>
                  <a:lnTo>
                    <a:pt x="942975" y="75438"/>
                  </a:lnTo>
                </a:path>
              </a:pathLst>
            </a:custGeom>
            <a:noFill/>
            <a:ln w="17145">
              <a:solidFill>
                <a:srgbClr val="0082FF"/>
              </a:solidFill>
            </a:ln>
          </p:spPr>
        </p:sp>
        <p:grpSp>
          <p:nvGrpSpPr>
            <p:cNvPr id="504" name="组合 503">
              <a:extLst>
                <a:ext uri="{FF2B5EF4-FFF2-40B4-BE49-F238E27FC236}">
                  <a16:creationId xmlns:a16="http://schemas.microsoft.com/office/drawing/2014/main" id="{A4F707EC-5983-4B32-A805-060450CCC603}"/>
                </a:ext>
              </a:extLst>
            </p:cNvPr>
            <p:cNvGrpSpPr/>
            <p:nvPr/>
          </p:nvGrpSpPr>
          <p:grpSpPr>
            <a:xfrm>
              <a:off x="6551615" y="9283946"/>
              <a:ext cx="3400421" cy="1828800"/>
              <a:chOff x="4913315" y="9538494"/>
              <a:chExt cx="3400421" cy="1828800"/>
            </a:xfrm>
          </p:grpSpPr>
          <p:sp>
            <p:nvSpPr>
              <p:cNvPr id="344" name="344 rect"/>
              <p:cNvSpPr/>
              <p:nvPr/>
            </p:nvSpPr>
            <p:spPr>
              <a:xfrm>
                <a:off x="4913315" y="9538494"/>
                <a:ext cx="3400421" cy="1828800"/>
              </a:xfrm>
              <a:prstGeom prst="roundRect">
                <a:avLst>
                  <a:gd name="adj" fmla="val 5208"/>
                </a:avLst>
              </a:prstGeom>
              <a:solidFill>
                <a:srgbClr val="FCFBFF"/>
              </a:solidFill>
              <a:ln w="10478">
                <a:solidFill>
                  <a:srgbClr val="C7B9FF"/>
                </a:solidFill>
              </a:ln>
            </p:spPr>
          </p:sp>
          <p:sp>
            <p:nvSpPr>
              <p:cNvPr id="347" name="347 Repository Structural Analysis"/>
              <p:cNvSpPr/>
              <p:nvPr/>
            </p:nvSpPr>
            <p:spPr>
              <a:xfrm>
                <a:off x="5082912" y="9599072"/>
                <a:ext cx="2937405" cy="2598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650" b="1">
                    <a:solidFill>
                      <a:srgbClr val="100C59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500" b="1" dirty="0">
                    <a:solidFill>
                      <a:srgbClr val="100C59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Repository Structural Analysis</a:t>
                </a:r>
              </a:p>
            </p:txBody>
          </p:sp>
          <p:sp>
            <p:nvSpPr>
              <p:cNvPr id="369" name="369 rect"/>
              <p:cNvSpPr/>
              <p:nvPr/>
            </p:nvSpPr>
            <p:spPr>
              <a:xfrm>
                <a:off x="6353712" y="9913143"/>
                <a:ext cx="1857375" cy="342900"/>
              </a:xfrm>
              <a:prstGeom prst="roundRect">
                <a:avLst>
                  <a:gd name="adj" fmla="val 22222"/>
                </a:avLst>
              </a:prstGeom>
              <a:gradFill>
                <a:gsLst>
                  <a:gs pos="0">
                    <a:srgbClr val="EAF0FF"/>
                  </a:gs>
                  <a:gs pos="100000">
                    <a:srgbClr val="F6F8FF"/>
                  </a:gs>
                </a:gsLst>
                <a:lin ang="5400000"/>
              </a:gradFill>
              <a:ln w="7620">
                <a:solidFill>
                  <a:srgbClr val="E1E8FC"/>
                </a:solidFill>
              </a:ln>
            </p:spPr>
          </p:sp>
          <p:sp>
            <p:nvSpPr>
              <p:cNvPr id="370" name="370 ƒx"/>
              <p:cNvSpPr/>
              <p:nvPr/>
            </p:nvSpPr>
            <p:spPr>
              <a:xfrm>
                <a:off x="6496587" y="9922668"/>
                <a:ext cx="371475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75" b="1">
                    <a:solidFill>
                      <a:srgbClr val="004DD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875" b="1">
                    <a:solidFill>
                      <a:srgbClr val="004DD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ƒx</a:t>
                </a:r>
              </a:p>
            </p:txBody>
          </p:sp>
          <p:sp>
            <p:nvSpPr>
              <p:cNvPr id="371" name="371 Functions"/>
              <p:cNvSpPr/>
              <p:nvPr/>
            </p:nvSpPr>
            <p:spPr>
              <a:xfrm>
                <a:off x="6991887" y="9960768"/>
                <a:ext cx="1152525" cy="22440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425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424" b="1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Functions</a:t>
                </a:r>
              </a:p>
            </p:txBody>
          </p:sp>
          <p:sp>
            <p:nvSpPr>
              <p:cNvPr id="372" name="372 rect"/>
              <p:cNvSpPr/>
              <p:nvPr/>
            </p:nvSpPr>
            <p:spPr>
              <a:xfrm>
                <a:off x="6353712" y="10303668"/>
                <a:ext cx="1857375" cy="342900"/>
              </a:xfrm>
              <a:prstGeom prst="roundRect">
                <a:avLst>
                  <a:gd name="adj" fmla="val 22222"/>
                </a:avLst>
              </a:prstGeom>
              <a:gradFill>
                <a:gsLst>
                  <a:gs pos="0">
                    <a:srgbClr val="EAF0FF"/>
                  </a:gs>
                  <a:gs pos="100000">
                    <a:srgbClr val="F6F8FF"/>
                  </a:gs>
                </a:gsLst>
                <a:lin ang="5400000"/>
              </a:gradFill>
              <a:ln w="7620">
                <a:solidFill>
                  <a:srgbClr val="E1E8FC"/>
                </a:solidFill>
              </a:ln>
            </p:spPr>
          </p:sp>
          <p:sp>
            <p:nvSpPr>
              <p:cNvPr id="373" name="373 rect"/>
              <p:cNvSpPr/>
              <p:nvPr/>
            </p:nvSpPr>
            <p:spPr>
              <a:xfrm>
                <a:off x="6553737" y="10360818"/>
                <a:ext cx="180975" cy="209550"/>
              </a:xfrm>
              <a:prstGeom prst="roundRect">
                <a:avLst>
                  <a:gd name="adj" fmla="val 5263"/>
                </a:avLst>
              </a:prstGeom>
              <a:solidFill>
                <a:srgbClr val="BCE4BA"/>
              </a:solidFill>
              <a:ln w="9525">
                <a:solidFill>
                  <a:srgbClr val="178648"/>
                </a:solidFill>
              </a:ln>
            </p:spPr>
          </p:sp>
          <p:sp>
            <p:nvSpPr>
              <p:cNvPr id="374" name="374 C"/>
              <p:cNvSpPr/>
              <p:nvPr/>
            </p:nvSpPr>
            <p:spPr>
              <a:xfrm>
                <a:off x="6563262" y="10332243"/>
                <a:ext cx="161925" cy="26929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710" b="1">
                    <a:solidFill>
                      <a:srgbClr val="078035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710" b="1">
                    <a:solidFill>
                      <a:srgbClr val="078035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C</a:t>
                </a:r>
              </a:p>
            </p:txBody>
          </p:sp>
          <p:sp>
            <p:nvSpPr>
              <p:cNvPr id="375" name="375 Classes"/>
              <p:cNvSpPr/>
              <p:nvPr/>
            </p:nvSpPr>
            <p:spPr>
              <a:xfrm>
                <a:off x="6991887" y="10351293"/>
                <a:ext cx="1152525" cy="22440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425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424" b="1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Classes</a:t>
                </a:r>
              </a:p>
            </p:txBody>
          </p:sp>
          <p:sp>
            <p:nvSpPr>
              <p:cNvPr id="376" name="376 rect"/>
              <p:cNvSpPr/>
              <p:nvPr/>
            </p:nvSpPr>
            <p:spPr>
              <a:xfrm>
                <a:off x="6353712" y="10694193"/>
                <a:ext cx="1857375" cy="342900"/>
              </a:xfrm>
              <a:prstGeom prst="roundRect">
                <a:avLst>
                  <a:gd name="adj" fmla="val 22222"/>
                </a:avLst>
              </a:prstGeom>
              <a:gradFill>
                <a:gsLst>
                  <a:gs pos="0">
                    <a:srgbClr val="EAF0FF"/>
                  </a:gs>
                  <a:gs pos="100000">
                    <a:srgbClr val="F6F8FF"/>
                  </a:gs>
                </a:gsLst>
                <a:lin ang="5400000"/>
              </a:gradFill>
              <a:ln w="7620">
                <a:solidFill>
                  <a:srgbClr val="E1E8FC"/>
                </a:solidFill>
              </a:ln>
            </p:spPr>
          </p:sp>
          <p:grpSp>
            <p:nvGrpSpPr>
              <p:cNvPr id="505" name="icon-document-376"/>
              <p:cNvGrpSpPr/>
              <p:nvPr/>
            </p:nvGrpSpPr>
            <p:grpSpPr>
              <a:xfrm>
                <a:off x="6589932" y="10744676"/>
                <a:ext cx="148590" cy="222885"/>
                <a:chOff x="3541395" y="7975283"/>
                <a:chExt cx="148590" cy="222885"/>
              </a:xfrm>
            </p:grpSpPr>
            <p:sp>
              <p:nvSpPr>
                <p:cNvPr id="377" name="377 path"/>
                <p:cNvSpPr/>
                <p:nvPr/>
              </p:nvSpPr>
              <p:spPr>
                <a:xfrm>
                  <a:off x="3541395" y="7975283"/>
                  <a:ext cx="148590" cy="22288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8590" h="222885">
                      <a:moveTo>
                        <a:pt x="0" y="0"/>
                      </a:moveTo>
                      <a:lnTo>
                        <a:pt x="97155" y="0"/>
                      </a:lnTo>
                      <a:lnTo>
                        <a:pt x="148590" y="55721"/>
                      </a:lnTo>
                      <a:lnTo>
                        <a:pt x="148590" y="222885"/>
                      </a:lnTo>
                      <a:lnTo>
                        <a:pt x="0" y="222885"/>
                      </a:lnTo>
                      <a:close/>
                    </a:path>
                  </a:pathLst>
                </a:custGeom>
                <a:solidFill>
                  <a:srgbClr val="F9FCFF"/>
                </a:solidFill>
                <a:ln w="11430">
                  <a:solidFill>
                    <a:srgbClr val="003496"/>
                  </a:solidFill>
                </a:ln>
              </p:spPr>
            </p:sp>
            <p:sp>
              <p:nvSpPr>
                <p:cNvPr id="378" name="378 path"/>
                <p:cNvSpPr/>
                <p:nvPr/>
              </p:nvSpPr>
              <p:spPr>
                <a:xfrm>
                  <a:off x="3638550" y="7975283"/>
                  <a:ext cx="51435" cy="6191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1435" h="61913">
                      <a:moveTo>
                        <a:pt x="0" y="0"/>
                      </a:moveTo>
                      <a:lnTo>
                        <a:pt x="0" y="61913"/>
                      </a:lnTo>
                      <a:lnTo>
                        <a:pt x="51435" y="61913"/>
                      </a:lnTo>
                    </a:path>
                  </a:pathLst>
                </a:custGeom>
                <a:noFill/>
                <a:ln w="8573">
                  <a:solidFill>
                    <a:srgbClr val="003496"/>
                  </a:solidFill>
                </a:ln>
              </p:spPr>
            </p:sp>
            <p:sp>
              <p:nvSpPr>
                <p:cNvPr id="379" name="379 path"/>
                <p:cNvSpPr/>
                <p:nvPr/>
              </p:nvSpPr>
              <p:spPr>
                <a:xfrm>
                  <a:off x="3569970" y="8074343"/>
                  <a:ext cx="80010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80010" h="95">
                      <a:moveTo>
                        <a:pt x="0" y="0"/>
                      </a:moveTo>
                      <a:lnTo>
                        <a:pt x="80010" y="0"/>
                      </a:lnTo>
                    </a:path>
                  </a:pathLst>
                </a:custGeom>
                <a:noFill/>
                <a:ln w="8573">
                  <a:solidFill>
                    <a:srgbClr val="003496"/>
                  </a:solidFill>
                </a:ln>
              </p:spPr>
            </p:sp>
            <p:sp>
              <p:nvSpPr>
                <p:cNvPr id="380" name="380 path"/>
                <p:cNvSpPr/>
                <p:nvPr/>
              </p:nvSpPr>
              <p:spPr>
                <a:xfrm>
                  <a:off x="3569970" y="8105299"/>
                  <a:ext cx="80010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80010" h="95">
                      <a:moveTo>
                        <a:pt x="0" y="0"/>
                      </a:moveTo>
                      <a:lnTo>
                        <a:pt x="80010" y="0"/>
                      </a:lnTo>
                    </a:path>
                  </a:pathLst>
                </a:custGeom>
                <a:noFill/>
                <a:ln w="8573">
                  <a:solidFill>
                    <a:srgbClr val="003496"/>
                  </a:solidFill>
                </a:ln>
              </p:spPr>
            </p:sp>
            <p:sp>
              <p:nvSpPr>
                <p:cNvPr id="381" name="381 path"/>
                <p:cNvSpPr/>
                <p:nvPr/>
              </p:nvSpPr>
              <p:spPr>
                <a:xfrm>
                  <a:off x="3569970" y="8136255"/>
                  <a:ext cx="80010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80010" h="95">
                      <a:moveTo>
                        <a:pt x="0" y="0"/>
                      </a:moveTo>
                      <a:lnTo>
                        <a:pt x="80010" y="0"/>
                      </a:lnTo>
                    </a:path>
                  </a:pathLst>
                </a:custGeom>
                <a:noFill/>
                <a:ln w="8573">
                  <a:solidFill>
                    <a:srgbClr val="003496"/>
                  </a:solidFill>
                </a:ln>
              </p:spPr>
            </p:sp>
            <p:sp>
              <p:nvSpPr>
                <p:cNvPr id="382" name="382 path"/>
                <p:cNvSpPr/>
                <p:nvPr/>
              </p:nvSpPr>
              <p:spPr>
                <a:xfrm>
                  <a:off x="3569970" y="8167211"/>
                  <a:ext cx="80010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80010" h="95">
                      <a:moveTo>
                        <a:pt x="0" y="0"/>
                      </a:moveTo>
                      <a:lnTo>
                        <a:pt x="80010" y="0"/>
                      </a:lnTo>
                    </a:path>
                  </a:pathLst>
                </a:custGeom>
                <a:noFill/>
                <a:ln w="8573">
                  <a:solidFill>
                    <a:srgbClr val="003496"/>
                  </a:solidFill>
                </a:ln>
              </p:spPr>
            </p:sp>
          </p:grpSp>
          <p:sp>
            <p:nvSpPr>
              <p:cNvPr id="383" name="383 Imports"/>
              <p:cNvSpPr/>
              <p:nvPr/>
            </p:nvSpPr>
            <p:spPr>
              <a:xfrm>
                <a:off x="6991887" y="10741818"/>
                <a:ext cx="1152525" cy="22440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425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424" b="1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Imports</a:t>
                </a:r>
              </a:p>
            </p:txBody>
          </p:sp>
          <p:sp>
            <p:nvSpPr>
              <p:cNvPr id="384" name="384 …"/>
              <p:cNvSpPr/>
              <p:nvPr/>
            </p:nvSpPr>
            <p:spPr>
              <a:xfrm>
                <a:off x="6544212" y="11081544"/>
                <a:ext cx="1409700" cy="22440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425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424" b="1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…</a:t>
                </a:r>
              </a:p>
            </p:txBody>
          </p:sp>
          <p:grpSp>
            <p:nvGrpSpPr>
              <p:cNvPr id="583" name="folder-347">
                <a:extLst>
                  <a:ext uri="{FF2B5EF4-FFF2-40B4-BE49-F238E27FC236}">
                    <a16:creationId xmlns:a16="http://schemas.microsoft.com/office/drawing/2014/main" id="{FD4E0A42-C5ED-36C0-6897-E20F3F35CA9E}"/>
                  </a:ext>
                </a:extLst>
              </p:cNvPr>
              <p:cNvGrpSpPr/>
              <p:nvPr/>
            </p:nvGrpSpPr>
            <p:grpSpPr>
              <a:xfrm>
                <a:off x="5065715" y="9924437"/>
                <a:ext cx="171450" cy="110757"/>
                <a:chOff x="800100" y="7239495"/>
                <a:chExt cx="171450" cy="110757"/>
              </a:xfrm>
            </p:grpSpPr>
            <p:sp>
              <p:nvSpPr>
                <p:cNvPr id="584" name="348 folder">
                  <a:extLst>
                    <a:ext uri="{FF2B5EF4-FFF2-40B4-BE49-F238E27FC236}">
                      <a16:creationId xmlns:a16="http://schemas.microsoft.com/office/drawing/2014/main" id="{B9F4F281-5B76-1400-560B-6C9538C6E0BD}"/>
                    </a:ext>
                  </a:extLst>
                </p:cNvPr>
                <p:cNvSpPr/>
                <p:nvPr/>
              </p:nvSpPr>
              <p:spPr>
                <a:xfrm>
                  <a:off x="800100" y="7239495"/>
                  <a:ext cx="171450" cy="11075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1450" h="110757">
                      <a:moveTo>
                        <a:pt x="0" y="0"/>
                      </a:moveTo>
                      <a:lnTo>
                        <a:pt x="68580" y="0"/>
                      </a:lnTo>
                      <a:lnTo>
                        <a:pt x="89154" y="18242"/>
                      </a:lnTo>
                      <a:lnTo>
                        <a:pt x="171450" y="18242"/>
                      </a:lnTo>
                      <a:lnTo>
                        <a:pt x="171450" y="110757"/>
                      </a:lnTo>
                      <a:lnTo>
                        <a:pt x="0" y="110757"/>
                      </a:lnTo>
                      <a:close/>
                    </a:path>
                  </a:pathLst>
                </a:custGeom>
                <a:solidFill>
                  <a:srgbClr val="B5E4FF"/>
                </a:solidFill>
                <a:ln w="15240">
                  <a:solidFill>
                    <a:srgbClr val="003496"/>
                  </a:solidFill>
                </a:ln>
              </p:spPr>
            </p:sp>
            <p:sp>
              <p:nvSpPr>
                <p:cNvPr id="585" name="349 path">
                  <a:extLst>
                    <a:ext uri="{FF2B5EF4-FFF2-40B4-BE49-F238E27FC236}">
                      <a16:creationId xmlns:a16="http://schemas.microsoft.com/office/drawing/2014/main" id="{862477A0-6E3F-05A0-DFE3-099B49C7F8EA}"/>
                    </a:ext>
                  </a:extLst>
                </p:cNvPr>
                <p:cNvSpPr/>
                <p:nvPr/>
              </p:nvSpPr>
              <p:spPr>
                <a:xfrm>
                  <a:off x="809625" y="7268162"/>
                  <a:ext cx="152400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2400" h="9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9525">
                  <a:solidFill>
                    <a:srgbClr val="56B3EC"/>
                  </a:solidFill>
                </a:ln>
              </p:spPr>
            </p:sp>
          </p:grpSp>
          <p:sp>
            <p:nvSpPr>
              <p:cNvPr id="586" name="351 path">
                <a:extLst>
                  <a:ext uri="{FF2B5EF4-FFF2-40B4-BE49-F238E27FC236}">
                    <a16:creationId xmlns:a16="http://schemas.microsoft.com/office/drawing/2014/main" id="{6242C804-1D57-5006-225E-81B64CD0DAB1}"/>
                  </a:ext>
                </a:extLst>
              </p:cNvPr>
              <p:cNvSpPr/>
              <p:nvPr/>
            </p:nvSpPr>
            <p:spPr>
              <a:xfrm>
                <a:off x="5151440" y="10114442"/>
                <a:ext cx="95" cy="1076325"/>
              </a:xfrm>
              <a:custGeom>
                <a:avLst/>
                <a:gdLst/>
                <a:ahLst/>
                <a:cxnLst/>
                <a:rect l="0" t="0" r="0" b="0"/>
                <a:pathLst>
                  <a:path w="95" h="1076325">
                    <a:moveTo>
                      <a:pt x="0" y="0"/>
                    </a:moveTo>
                    <a:lnTo>
                      <a:pt x="0" y="1076325"/>
                    </a:lnTo>
                  </a:path>
                </a:pathLst>
              </a:custGeom>
              <a:noFill/>
              <a:ln w="14288">
                <a:solidFill>
                  <a:srgbClr val="587394"/>
                </a:solidFill>
              </a:ln>
            </p:spPr>
          </p:sp>
          <p:sp>
            <p:nvSpPr>
              <p:cNvPr id="587" name="352 path">
                <a:extLst>
                  <a:ext uri="{FF2B5EF4-FFF2-40B4-BE49-F238E27FC236}">
                    <a16:creationId xmlns:a16="http://schemas.microsoft.com/office/drawing/2014/main" id="{5742AD1D-9E11-CB42-00FF-84ADD97B9998}"/>
                  </a:ext>
                </a:extLst>
              </p:cNvPr>
              <p:cNvSpPr/>
              <p:nvPr/>
            </p:nvSpPr>
            <p:spPr>
              <a:xfrm>
                <a:off x="5151440" y="10276367"/>
                <a:ext cx="13335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3335">
                <a:solidFill>
                  <a:srgbClr val="587394"/>
                </a:solidFill>
              </a:ln>
            </p:spPr>
          </p:sp>
          <p:grpSp>
            <p:nvGrpSpPr>
              <p:cNvPr id="588" name="folder-352">
                <a:extLst>
                  <a:ext uri="{FF2B5EF4-FFF2-40B4-BE49-F238E27FC236}">
                    <a16:creationId xmlns:a16="http://schemas.microsoft.com/office/drawing/2014/main" id="{376BF771-376E-A35E-0772-82899C5BCC19}"/>
                  </a:ext>
                </a:extLst>
              </p:cNvPr>
              <p:cNvGrpSpPr/>
              <p:nvPr/>
            </p:nvGrpSpPr>
            <p:grpSpPr>
              <a:xfrm>
                <a:off x="5389565" y="10210187"/>
                <a:ext cx="171450" cy="110757"/>
                <a:chOff x="1123950" y="7525245"/>
                <a:chExt cx="171450" cy="110757"/>
              </a:xfrm>
            </p:grpSpPr>
            <p:sp>
              <p:nvSpPr>
                <p:cNvPr id="589" name="353 folder">
                  <a:extLst>
                    <a:ext uri="{FF2B5EF4-FFF2-40B4-BE49-F238E27FC236}">
                      <a16:creationId xmlns:a16="http://schemas.microsoft.com/office/drawing/2014/main" id="{365C8AD6-DD98-C5BE-94F6-3EE81840297B}"/>
                    </a:ext>
                  </a:extLst>
                </p:cNvPr>
                <p:cNvSpPr/>
                <p:nvPr/>
              </p:nvSpPr>
              <p:spPr>
                <a:xfrm>
                  <a:off x="1123950" y="7525245"/>
                  <a:ext cx="171450" cy="11075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1450" h="110757">
                      <a:moveTo>
                        <a:pt x="0" y="0"/>
                      </a:moveTo>
                      <a:lnTo>
                        <a:pt x="68580" y="0"/>
                      </a:lnTo>
                      <a:lnTo>
                        <a:pt x="89154" y="18242"/>
                      </a:lnTo>
                      <a:lnTo>
                        <a:pt x="171450" y="18242"/>
                      </a:lnTo>
                      <a:lnTo>
                        <a:pt x="171450" y="110757"/>
                      </a:lnTo>
                      <a:lnTo>
                        <a:pt x="0" y="110757"/>
                      </a:lnTo>
                      <a:close/>
                    </a:path>
                  </a:pathLst>
                </a:custGeom>
                <a:solidFill>
                  <a:srgbClr val="B5E4FF"/>
                </a:solidFill>
                <a:ln w="15240">
                  <a:solidFill>
                    <a:srgbClr val="003496"/>
                  </a:solidFill>
                </a:ln>
              </p:spPr>
            </p:sp>
            <p:sp>
              <p:nvSpPr>
                <p:cNvPr id="590" name="354 path">
                  <a:extLst>
                    <a:ext uri="{FF2B5EF4-FFF2-40B4-BE49-F238E27FC236}">
                      <a16:creationId xmlns:a16="http://schemas.microsoft.com/office/drawing/2014/main" id="{787A874A-2E06-AC4E-09BA-C22B8176ADAA}"/>
                    </a:ext>
                  </a:extLst>
                </p:cNvPr>
                <p:cNvSpPr/>
                <p:nvPr/>
              </p:nvSpPr>
              <p:spPr>
                <a:xfrm>
                  <a:off x="1133475" y="7553912"/>
                  <a:ext cx="152400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2400" h="9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9525">
                  <a:solidFill>
                    <a:srgbClr val="56B3EC"/>
                  </a:solidFill>
                </a:ln>
              </p:spPr>
            </p:sp>
          </p:grpSp>
          <p:sp>
            <p:nvSpPr>
              <p:cNvPr id="591" name="355 models/">
                <a:extLst>
                  <a:ext uri="{FF2B5EF4-FFF2-40B4-BE49-F238E27FC236}">
                    <a16:creationId xmlns:a16="http://schemas.microsoft.com/office/drawing/2014/main" id="{FBF3707C-EBF4-2C44-37C7-3B8385E18CBB}"/>
                  </a:ext>
                </a:extLst>
              </p:cNvPr>
              <p:cNvSpPr/>
              <p:nvPr/>
            </p:nvSpPr>
            <p:spPr>
              <a:xfrm>
                <a:off x="5656265" y="10143017"/>
                <a:ext cx="1390650" cy="2362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500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500" b="1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models/</a:t>
                </a:r>
              </a:p>
            </p:txBody>
          </p:sp>
          <p:sp>
            <p:nvSpPr>
              <p:cNvPr id="592" name="356 path">
                <a:extLst>
                  <a:ext uri="{FF2B5EF4-FFF2-40B4-BE49-F238E27FC236}">
                    <a16:creationId xmlns:a16="http://schemas.microsoft.com/office/drawing/2014/main" id="{B5DCEA99-F760-61D5-D7D5-22CD40E42AFB}"/>
                  </a:ext>
                </a:extLst>
              </p:cNvPr>
              <p:cNvSpPr/>
              <p:nvPr/>
            </p:nvSpPr>
            <p:spPr>
              <a:xfrm>
                <a:off x="5151440" y="10543067"/>
                <a:ext cx="13335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3335">
                <a:solidFill>
                  <a:srgbClr val="587394"/>
                </a:solidFill>
              </a:ln>
            </p:spPr>
          </p:sp>
          <p:grpSp>
            <p:nvGrpSpPr>
              <p:cNvPr id="593" name="folder-356">
                <a:extLst>
                  <a:ext uri="{FF2B5EF4-FFF2-40B4-BE49-F238E27FC236}">
                    <a16:creationId xmlns:a16="http://schemas.microsoft.com/office/drawing/2014/main" id="{F0FF9880-3266-22F8-D87A-FF9C40D7F454}"/>
                  </a:ext>
                </a:extLst>
              </p:cNvPr>
              <p:cNvGrpSpPr/>
              <p:nvPr/>
            </p:nvGrpSpPr>
            <p:grpSpPr>
              <a:xfrm>
                <a:off x="5389565" y="10476887"/>
                <a:ext cx="171450" cy="110757"/>
                <a:chOff x="1123950" y="7791945"/>
                <a:chExt cx="171450" cy="110757"/>
              </a:xfrm>
            </p:grpSpPr>
            <p:sp>
              <p:nvSpPr>
                <p:cNvPr id="594" name="357 folder">
                  <a:extLst>
                    <a:ext uri="{FF2B5EF4-FFF2-40B4-BE49-F238E27FC236}">
                      <a16:creationId xmlns:a16="http://schemas.microsoft.com/office/drawing/2014/main" id="{00A238A8-AE5D-6F57-957B-5AC312469A4D}"/>
                    </a:ext>
                  </a:extLst>
                </p:cNvPr>
                <p:cNvSpPr/>
                <p:nvPr/>
              </p:nvSpPr>
              <p:spPr>
                <a:xfrm>
                  <a:off x="1123950" y="7791945"/>
                  <a:ext cx="171450" cy="11075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1450" h="110757">
                      <a:moveTo>
                        <a:pt x="0" y="0"/>
                      </a:moveTo>
                      <a:lnTo>
                        <a:pt x="68580" y="0"/>
                      </a:lnTo>
                      <a:lnTo>
                        <a:pt x="89154" y="18242"/>
                      </a:lnTo>
                      <a:lnTo>
                        <a:pt x="171450" y="18242"/>
                      </a:lnTo>
                      <a:lnTo>
                        <a:pt x="171450" y="110757"/>
                      </a:lnTo>
                      <a:lnTo>
                        <a:pt x="0" y="110757"/>
                      </a:lnTo>
                      <a:close/>
                    </a:path>
                  </a:pathLst>
                </a:custGeom>
                <a:solidFill>
                  <a:srgbClr val="B5E4FF"/>
                </a:solidFill>
                <a:ln w="15240">
                  <a:solidFill>
                    <a:srgbClr val="003496"/>
                  </a:solidFill>
                </a:ln>
              </p:spPr>
            </p:sp>
            <p:sp>
              <p:nvSpPr>
                <p:cNvPr id="595" name="358 path">
                  <a:extLst>
                    <a:ext uri="{FF2B5EF4-FFF2-40B4-BE49-F238E27FC236}">
                      <a16:creationId xmlns:a16="http://schemas.microsoft.com/office/drawing/2014/main" id="{D862BDFD-C2F5-37B8-14E2-AC891B33A75C}"/>
                    </a:ext>
                  </a:extLst>
                </p:cNvPr>
                <p:cNvSpPr/>
                <p:nvPr/>
              </p:nvSpPr>
              <p:spPr>
                <a:xfrm>
                  <a:off x="1133475" y="7820612"/>
                  <a:ext cx="152400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2400" h="9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9525">
                  <a:solidFill>
                    <a:srgbClr val="56B3EC"/>
                  </a:solidFill>
                </a:ln>
              </p:spPr>
            </p:sp>
          </p:grpSp>
          <p:sp>
            <p:nvSpPr>
              <p:cNvPr id="596" name="359 data/">
                <a:extLst>
                  <a:ext uri="{FF2B5EF4-FFF2-40B4-BE49-F238E27FC236}">
                    <a16:creationId xmlns:a16="http://schemas.microsoft.com/office/drawing/2014/main" id="{E5BD2295-9C7C-DB95-A32A-FBDD9E96AB5C}"/>
                  </a:ext>
                </a:extLst>
              </p:cNvPr>
              <p:cNvSpPr/>
              <p:nvPr/>
            </p:nvSpPr>
            <p:spPr>
              <a:xfrm>
                <a:off x="5656265" y="10409717"/>
                <a:ext cx="1390650" cy="2362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500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500" b="1" dirty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data/</a:t>
                </a:r>
              </a:p>
            </p:txBody>
          </p:sp>
          <p:sp>
            <p:nvSpPr>
              <p:cNvPr id="597" name="360 path">
                <a:extLst>
                  <a:ext uri="{FF2B5EF4-FFF2-40B4-BE49-F238E27FC236}">
                    <a16:creationId xmlns:a16="http://schemas.microsoft.com/office/drawing/2014/main" id="{2B0DB36B-D1A4-54DF-8219-174F022690A1}"/>
                  </a:ext>
                </a:extLst>
              </p:cNvPr>
              <p:cNvSpPr/>
              <p:nvPr/>
            </p:nvSpPr>
            <p:spPr>
              <a:xfrm>
                <a:off x="5151440" y="10809767"/>
                <a:ext cx="13335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3335">
                <a:solidFill>
                  <a:srgbClr val="587394"/>
                </a:solidFill>
              </a:ln>
            </p:spPr>
          </p:sp>
          <p:grpSp>
            <p:nvGrpSpPr>
              <p:cNvPr id="598" name="folder-360">
                <a:extLst>
                  <a:ext uri="{FF2B5EF4-FFF2-40B4-BE49-F238E27FC236}">
                    <a16:creationId xmlns:a16="http://schemas.microsoft.com/office/drawing/2014/main" id="{1638F3ED-41B0-7F6C-C577-9CF22200592E}"/>
                  </a:ext>
                </a:extLst>
              </p:cNvPr>
              <p:cNvGrpSpPr/>
              <p:nvPr/>
            </p:nvGrpSpPr>
            <p:grpSpPr>
              <a:xfrm>
                <a:off x="5389565" y="10743587"/>
                <a:ext cx="171450" cy="110757"/>
                <a:chOff x="1123950" y="8058645"/>
                <a:chExt cx="171450" cy="110757"/>
              </a:xfrm>
            </p:grpSpPr>
            <p:sp>
              <p:nvSpPr>
                <p:cNvPr id="599" name="361 folder">
                  <a:extLst>
                    <a:ext uri="{FF2B5EF4-FFF2-40B4-BE49-F238E27FC236}">
                      <a16:creationId xmlns:a16="http://schemas.microsoft.com/office/drawing/2014/main" id="{C636E9F8-68D0-8B56-764D-D42AE67637A7}"/>
                    </a:ext>
                  </a:extLst>
                </p:cNvPr>
                <p:cNvSpPr/>
                <p:nvPr/>
              </p:nvSpPr>
              <p:spPr>
                <a:xfrm>
                  <a:off x="1123950" y="8058645"/>
                  <a:ext cx="171450" cy="11075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1450" h="110757">
                      <a:moveTo>
                        <a:pt x="0" y="0"/>
                      </a:moveTo>
                      <a:lnTo>
                        <a:pt x="68580" y="0"/>
                      </a:lnTo>
                      <a:lnTo>
                        <a:pt x="89154" y="18242"/>
                      </a:lnTo>
                      <a:lnTo>
                        <a:pt x="171450" y="18242"/>
                      </a:lnTo>
                      <a:lnTo>
                        <a:pt x="171450" y="110757"/>
                      </a:lnTo>
                      <a:lnTo>
                        <a:pt x="0" y="110757"/>
                      </a:lnTo>
                      <a:close/>
                    </a:path>
                  </a:pathLst>
                </a:custGeom>
                <a:solidFill>
                  <a:srgbClr val="B5E4FF"/>
                </a:solidFill>
                <a:ln w="15240">
                  <a:solidFill>
                    <a:srgbClr val="003496"/>
                  </a:solidFill>
                </a:ln>
              </p:spPr>
            </p:sp>
            <p:sp>
              <p:nvSpPr>
                <p:cNvPr id="600" name="362 path">
                  <a:extLst>
                    <a:ext uri="{FF2B5EF4-FFF2-40B4-BE49-F238E27FC236}">
                      <a16:creationId xmlns:a16="http://schemas.microsoft.com/office/drawing/2014/main" id="{83C13CC8-2C78-7DA1-FC2E-CDDA2911187A}"/>
                    </a:ext>
                  </a:extLst>
                </p:cNvPr>
                <p:cNvSpPr/>
                <p:nvPr/>
              </p:nvSpPr>
              <p:spPr>
                <a:xfrm>
                  <a:off x="1133475" y="8087312"/>
                  <a:ext cx="152400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2400" h="9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9525">
                  <a:solidFill>
                    <a:srgbClr val="56B3EC"/>
                  </a:solidFill>
                </a:ln>
              </p:spPr>
            </p:sp>
          </p:grpSp>
          <p:sp>
            <p:nvSpPr>
              <p:cNvPr id="601" name="363 utils/">
                <a:extLst>
                  <a:ext uri="{FF2B5EF4-FFF2-40B4-BE49-F238E27FC236}">
                    <a16:creationId xmlns:a16="http://schemas.microsoft.com/office/drawing/2014/main" id="{6AB5C5B1-AA98-08D5-0189-E548A04C1DC0}"/>
                  </a:ext>
                </a:extLst>
              </p:cNvPr>
              <p:cNvSpPr/>
              <p:nvPr/>
            </p:nvSpPr>
            <p:spPr>
              <a:xfrm>
                <a:off x="5656265" y="10676417"/>
                <a:ext cx="1390650" cy="2362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500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500" b="1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utils/</a:t>
                </a:r>
              </a:p>
            </p:txBody>
          </p:sp>
          <p:sp>
            <p:nvSpPr>
              <p:cNvPr id="602" name="364 path">
                <a:extLst>
                  <a:ext uri="{FF2B5EF4-FFF2-40B4-BE49-F238E27FC236}">
                    <a16:creationId xmlns:a16="http://schemas.microsoft.com/office/drawing/2014/main" id="{86281067-3888-DE39-1749-F3F21854A3F7}"/>
                  </a:ext>
                </a:extLst>
              </p:cNvPr>
              <p:cNvSpPr/>
              <p:nvPr/>
            </p:nvSpPr>
            <p:spPr>
              <a:xfrm>
                <a:off x="5151440" y="11076467"/>
                <a:ext cx="13335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3335">
                <a:solidFill>
                  <a:srgbClr val="587394"/>
                </a:solidFill>
              </a:ln>
            </p:spPr>
          </p:sp>
          <p:grpSp>
            <p:nvGrpSpPr>
              <p:cNvPr id="603" name="folder-364">
                <a:extLst>
                  <a:ext uri="{FF2B5EF4-FFF2-40B4-BE49-F238E27FC236}">
                    <a16:creationId xmlns:a16="http://schemas.microsoft.com/office/drawing/2014/main" id="{1D92836A-C410-52D4-845D-2E66D45B8867}"/>
                  </a:ext>
                </a:extLst>
              </p:cNvPr>
              <p:cNvGrpSpPr/>
              <p:nvPr/>
            </p:nvGrpSpPr>
            <p:grpSpPr>
              <a:xfrm>
                <a:off x="5389565" y="11010287"/>
                <a:ext cx="171450" cy="110757"/>
                <a:chOff x="1123950" y="8325345"/>
                <a:chExt cx="171450" cy="110757"/>
              </a:xfrm>
            </p:grpSpPr>
            <p:sp>
              <p:nvSpPr>
                <p:cNvPr id="604" name="365 folder">
                  <a:extLst>
                    <a:ext uri="{FF2B5EF4-FFF2-40B4-BE49-F238E27FC236}">
                      <a16:creationId xmlns:a16="http://schemas.microsoft.com/office/drawing/2014/main" id="{98B26B8B-329E-7B93-5FAB-BA7EE925A517}"/>
                    </a:ext>
                  </a:extLst>
                </p:cNvPr>
                <p:cNvSpPr/>
                <p:nvPr/>
              </p:nvSpPr>
              <p:spPr>
                <a:xfrm>
                  <a:off x="1123950" y="8325345"/>
                  <a:ext cx="171450" cy="11075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71450" h="110757">
                      <a:moveTo>
                        <a:pt x="0" y="0"/>
                      </a:moveTo>
                      <a:lnTo>
                        <a:pt x="68580" y="0"/>
                      </a:lnTo>
                      <a:lnTo>
                        <a:pt x="89154" y="18242"/>
                      </a:lnTo>
                      <a:lnTo>
                        <a:pt x="171450" y="18242"/>
                      </a:lnTo>
                      <a:lnTo>
                        <a:pt x="171450" y="110757"/>
                      </a:lnTo>
                      <a:lnTo>
                        <a:pt x="0" y="11075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240">
                  <a:solidFill>
                    <a:srgbClr val="003496"/>
                  </a:solidFill>
                </a:ln>
              </p:spPr>
            </p:sp>
            <p:sp>
              <p:nvSpPr>
                <p:cNvPr id="605" name="366 path">
                  <a:extLst>
                    <a:ext uri="{FF2B5EF4-FFF2-40B4-BE49-F238E27FC236}">
                      <a16:creationId xmlns:a16="http://schemas.microsoft.com/office/drawing/2014/main" id="{244E3322-7D52-D431-BAD2-587DDFC7CAAE}"/>
                    </a:ext>
                  </a:extLst>
                </p:cNvPr>
                <p:cNvSpPr/>
                <p:nvPr/>
              </p:nvSpPr>
              <p:spPr>
                <a:xfrm>
                  <a:off x="1133475" y="8354012"/>
                  <a:ext cx="152400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2400" h="9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9525">
                  <a:solidFill>
                    <a:srgbClr val="56B3EC"/>
                  </a:solidFill>
                </a:ln>
              </p:spPr>
            </p:sp>
          </p:grpSp>
          <p:sp>
            <p:nvSpPr>
              <p:cNvPr id="606" name="367 …">
                <a:extLst>
                  <a:ext uri="{FF2B5EF4-FFF2-40B4-BE49-F238E27FC236}">
                    <a16:creationId xmlns:a16="http://schemas.microsoft.com/office/drawing/2014/main" id="{300EDA87-5A2F-84E4-4F32-777856F62F46}"/>
                  </a:ext>
                </a:extLst>
              </p:cNvPr>
              <p:cNvSpPr/>
              <p:nvPr/>
            </p:nvSpPr>
            <p:spPr>
              <a:xfrm>
                <a:off x="5656265" y="10943117"/>
                <a:ext cx="1390650" cy="2362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500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500" b="1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…</a:t>
                </a:r>
              </a:p>
            </p:txBody>
          </p:sp>
        </p:grpSp>
        <p:sp>
          <p:nvSpPr>
            <p:cNvPr id="645" name="267 execution">
              <a:extLst>
                <a:ext uri="{FF2B5EF4-FFF2-40B4-BE49-F238E27FC236}">
                  <a16:creationId xmlns:a16="http://schemas.microsoft.com/office/drawing/2014/main" id="{C6595D2C-7479-2402-5758-7315177D0541}"/>
                </a:ext>
              </a:extLst>
            </p:cNvPr>
            <p:cNvSpPr/>
            <p:nvPr/>
          </p:nvSpPr>
          <p:spPr>
            <a:xfrm>
              <a:off x="10549473" y="4655406"/>
              <a:ext cx="904875" cy="3679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</a:t>
              </a:r>
              <a:r>
                <a:rPr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xecution</a:t>
              </a:r>
              <a:endParaRPr lang="en-US" sz="1424" b="1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altLang="zh-CN"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results</a:t>
              </a:r>
            </a:p>
          </p:txBody>
        </p:sp>
        <p:sp>
          <p:nvSpPr>
            <p:cNvPr id="653" name="271 diagnosis">
              <a:extLst>
                <a:ext uri="{FF2B5EF4-FFF2-40B4-BE49-F238E27FC236}">
                  <a16:creationId xmlns:a16="http://schemas.microsoft.com/office/drawing/2014/main" id="{6E79C52C-5A2B-904B-B317-CDABD145B75F}"/>
                </a:ext>
              </a:extLst>
            </p:cNvPr>
            <p:cNvSpPr/>
            <p:nvPr/>
          </p:nvSpPr>
          <p:spPr>
            <a:xfrm>
              <a:off x="11413391" y="4657105"/>
              <a:ext cx="1143000" cy="42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</a:t>
              </a:r>
              <a:r>
                <a:rPr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iagnosis</a:t>
              </a:r>
              <a:endParaRPr lang="en-US" sz="1424" b="1" dirty="0">
                <a:solidFill>
                  <a:srgbClr val="071A4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altLang="zh-CN" sz="1424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feedback</a:t>
              </a:r>
            </a:p>
          </p:txBody>
        </p:sp>
        <p:cxnSp>
          <p:nvCxnSpPr>
            <p:cNvPr id="657" name="直接箭头连接符 656">
              <a:extLst>
                <a:ext uri="{FF2B5EF4-FFF2-40B4-BE49-F238E27FC236}">
                  <a16:creationId xmlns:a16="http://schemas.microsoft.com/office/drawing/2014/main" id="{61662BD8-042A-71E4-330C-BA986B839A98}"/>
                </a:ext>
              </a:extLst>
            </p:cNvPr>
            <p:cNvCxnSpPr>
              <a:cxnSpLocks/>
            </p:cNvCxnSpPr>
            <p:nvPr/>
          </p:nvCxnSpPr>
          <p:spPr>
            <a:xfrm>
              <a:off x="10557728" y="4596153"/>
              <a:ext cx="0" cy="511200"/>
            </a:xfrm>
            <a:prstGeom prst="straightConnector1">
              <a:avLst/>
            </a:prstGeom>
            <a:ln w="2540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直接箭头连接符 658">
              <a:extLst>
                <a:ext uri="{FF2B5EF4-FFF2-40B4-BE49-F238E27FC236}">
                  <a16:creationId xmlns:a16="http://schemas.microsoft.com/office/drawing/2014/main" id="{49D98B6B-5DFB-4BE6-7FF9-0A50015450C3}"/>
                </a:ext>
              </a:extLst>
            </p:cNvPr>
            <p:cNvCxnSpPr>
              <a:cxnSpLocks/>
            </p:cNvCxnSpPr>
            <p:nvPr/>
          </p:nvCxnSpPr>
          <p:spPr>
            <a:xfrm>
              <a:off x="9618251" y="4203748"/>
              <a:ext cx="752467" cy="0"/>
            </a:xfrm>
            <a:prstGeom prst="straightConnector1">
              <a:avLst/>
            </a:prstGeom>
            <a:ln w="2540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4" name="267 execution">
              <a:extLst>
                <a:ext uri="{FF2B5EF4-FFF2-40B4-BE49-F238E27FC236}">
                  <a16:creationId xmlns:a16="http://schemas.microsoft.com/office/drawing/2014/main" id="{98507A17-6A55-CCF1-5AC7-B30F347D9C26}"/>
                </a:ext>
              </a:extLst>
            </p:cNvPr>
            <p:cNvSpPr/>
            <p:nvPr/>
          </p:nvSpPr>
          <p:spPr>
            <a:xfrm>
              <a:off x="9339863" y="3907227"/>
              <a:ext cx="1238250" cy="2746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425" b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lang="en-US" sz="110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Candidate</a:t>
              </a:r>
              <a:endParaRPr lang="zh-CN" altLang="zh-CN" sz="1100" b="1" dirty="0">
                <a:solidFill>
                  <a:srgbClr val="071A47"/>
                </a:solidFill>
                <a:latin typeface="Times New Roman" panose="02020603050405020304"/>
              </a:endParaRPr>
            </a:p>
          </p:txBody>
        </p:sp>
        <p:cxnSp>
          <p:nvCxnSpPr>
            <p:cNvPr id="666" name="直接箭头连接符 665">
              <a:extLst>
                <a:ext uri="{FF2B5EF4-FFF2-40B4-BE49-F238E27FC236}">
                  <a16:creationId xmlns:a16="http://schemas.microsoft.com/office/drawing/2014/main" id="{21557CD6-049A-51EF-5832-E93DE1218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4516" y="4585993"/>
              <a:ext cx="0" cy="509403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直接箭头连接符 667">
              <a:extLst>
                <a:ext uri="{FF2B5EF4-FFF2-40B4-BE49-F238E27FC236}">
                  <a16:creationId xmlns:a16="http://schemas.microsoft.com/office/drawing/2014/main" id="{7B952953-0626-BACB-D509-777DB6756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9950" y="4604987"/>
              <a:ext cx="0" cy="511200"/>
            </a:xfrm>
            <a:prstGeom prst="straightConnector1">
              <a:avLst/>
            </a:prstGeom>
            <a:ln w="25400">
              <a:solidFill>
                <a:srgbClr val="0CAF6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直接箭头连接符 672">
              <a:extLst>
                <a:ext uri="{FF2B5EF4-FFF2-40B4-BE49-F238E27FC236}">
                  <a16:creationId xmlns:a16="http://schemas.microsoft.com/office/drawing/2014/main" id="{F881663E-86C6-976F-2162-C769E9214C12}"/>
                </a:ext>
              </a:extLst>
            </p:cNvPr>
            <p:cNvCxnSpPr>
              <a:cxnSpLocks/>
            </p:cNvCxnSpPr>
            <p:nvPr/>
          </p:nvCxnSpPr>
          <p:spPr>
            <a:xfrm>
              <a:off x="14953195" y="4604060"/>
              <a:ext cx="0" cy="511200"/>
            </a:xfrm>
            <a:prstGeom prst="straightConnector1">
              <a:avLst/>
            </a:prstGeom>
            <a:ln w="25400">
              <a:solidFill>
                <a:srgbClr val="0CAF69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2" name="组合 581">
              <a:extLst>
                <a:ext uri="{FF2B5EF4-FFF2-40B4-BE49-F238E27FC236}">
                  <a16:creationId xmlns:a16="http://schemas.microsoft.com/office/drawing/2014/main" id="{A4A06F77-BBBF-2522-A02E-724B8CF4122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160160" y="10060883"/>
              <a:ext cx="353168" cy="384149"/>
              <a:chOff x="13784799" y="11413652"/>
              <a:chExt cx="542925" cy="590550"/>
            </a:xfrm>
          </p:grpSpPr>
          <p:sp>
            <p:nvSpPr>
              <p:cNvPr id="574" name="194 rect">
                <a:extLst>
                  <a:ext uri="{FF2B5EF4-FFF2-40B4-BE49-F238E27FC236}">
                    <a16:creationId xmlns:a16="http://schemas.microsoft.com/office/drawing/2014/main" id="{95DE467F-DC72-A074-09A3-AEC19A1B71D3}"/>
                  </a:ext>
                </a:extLst>
              </p:cNvPr>
              <p:cNvSpPr/>
              <p:nvPr/>
            </p:nvSpPr>
            <p:spPr>
              <a:xfrm>
                <a:off x="13784799" y="11413652"/>
                <a:ext cx="542925" cy="590550"/>
              </a:xfrm>
              <a:prstGeom prst="roundRect">
                <a:avLst>
                  <a:gd name="adj" fmla="val 24561"/>
                </a:avLst>
              </a:prstGeom>
              <a:gradFill>
                <a:gsLst>
                  <a:gs pos="0">
                    <a:srgbClr val="FFD68C"/>
                  </a:gs>
                  <a:gs pos="100000">
                    <a:srgbClr val="FFB14D"/>
                  </a:gs>
                </a:gsLst>
                <a:lin ang="5400000"/>
              </a:gradFill>
              <a:ln w="0">
                <a:noFill/>
              </a:ln>
            </p:spPr>
          </p:sp>
          <p:grpSp>
            <p:nvGrpSpPr>
              <p:cNvPr id="575" name="icon-document-194">
                <a:extLst>
                  <a:ext uri="{FF2B5EF4-FFF2-40B4-BE49-F238E27FC236}">
                    <a16:creationId xmlns:a16="http://schemas.microsoft.com/office/drawing/2014/main" id="{88ED1285-C817-741E-E790-110C0ABE7C2D}"/>
                  </a:ext>
                </a:extLst>
              </p:cNvPr>
              <p:cNvGrpSpPr/>
              <p:nvPr/>
            </p:nvGrpSpPr>
            <p:grpSpPr>
              <a:xfrm>
                <a:off x="13904575" y="11475406"/>
                <a:ext cx="303371" cy="471488"/>
                <a:chOff x="10075545" y="978694"/>
                <a:chExt cx="303371" cy="471488"/>
              </a:xfrm>
            </p:grpSpPr>
            <p:sp>
              <p:nvSpPr>
                <p:cNvPr id="140" name="195 path">
                  <a:extLst>
                    <a:ext uri="{FF2B5EF4-FFF2-40B4-BE49-F238E27FC236}">
                      <a16:creationId xmlns:a16="http://schemas.microsoft.com/office/drawing/2014/main" id="{AC74A7A7-BC3A-79AB-2C67-789CADC55E4C}"/>
                    </a:ext>
                  </a:extLst>
                </p:cNvPr>
                <p:cNvSpPr/>
                <p:nvPr/>
              </p:nvSpPr>
              <p:spPr>
                <a:xfrm>
                  <a:off x="10075545" y="978694"/>
                  <a:ext cx="303371" cy="47148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03371" h="471488">
                      <a:moveTo>
                        <a:pt x="0" y="0"/>
                      </a:moveTo>
                      <a:lnTo>
                        <a:pt x="198358" y="0"/>
                      </a:lnTo>
                      <a:lnTo>
                        <a:pt x="303371" y="117872"/>
                      </a:lnTo>
                      <a:lnTo>
                        <a:pt x="303371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F9FCFF"/>
                </a:solidFill>
                <a:ln w="23336">
                  <a:solidFill>
                    <a:srgbClr val="003496"/>
                  </a:solidFill>
                </a:ln>
              </p:spPr>
            </p:sp>
            <p:sp>
              <p:nvSpPr>
                <p:cNvPr id="162" name="196 path">
                  <a:extLst>
                    <a:ext uri="{FF2B5EF4-FFF2-40B4-BE49-F238E27FC236}">
                      <a16:creationId xmlns:a16="http://schemas.microsoft.com/office/drawing/2014/main" id="{524E2E72-7124-0185-8B55-C26083C8B7B1}"/>
                    </a:ext>
                  </a:extLst>
                </p:cNvPr>
                <p:cNvSpPr/>
                <p:nvPr/>
              </p:nvSpPr>
              <p:spPr>
                <a:xfrm>
                  <a:off x="10273903" y="978694"/>
                  <a:ext cx="105013" cy="13096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5013" h="130969">
                      <a:moveTo>
                        <a:pt x="0" y="0"/>
                      </a:moveTo>
                      <a:lnTo>
                        <a:pt x="0" y="130969"/>
                      </a:lnTo>
                      <a:lnTo>
                        <a:pt x="105013" y="130969"/>
                      </a:lnTo>
                    </a:path>
                  </a:pathLst>
                </a:custGeom>
                <a:noFill/>
                <a:ln w="17502">
                  <a:solidFill>
                    <a:srgbClr val="003496"/>
                  </a:solidFill>
                </a:ln>
              </p:spPr>
            </p:sp>
            <p:sp>
              <p:nvSpPr>
                <p:cNvPr id="163" name="197 path">
                  <a:extLst>
                    <a:ext uri="{FF2B5EF4-FFF2-40B4-BE49-F238E27FC236}">
                      <a16:creationId xmlns:a16="http://schemas.microsoft.com/office/drawing/2014/main" id="{7FD02D09-DB33-0BBE-DCD9-CB57C7D16AAB}"/>
                    </a:ext>
                  </a:extLst>
                </p:cNvPr>
                <p:cNvSpPr/>
                <p:nvPr/>
              </p:nvSpPr>
              <p:spPr>
                <a:xfrm>
                  <a:off x="10133886" y="1188244"/>
                  <a:ext cx="163354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3354" h="95">
                      <a:moveTo>
                        <a:pt x="0" y="0"/>
                      </a:moveTo>
                      <a:lnTo>
                        <a:pt x="163354" y="0"/>
                      </a:lnTo>
                    </a:path>
                  </a:pathLst>
                </a:custGeom>
                <a:noFill/>
                <a:ln w="17502">
                  <a:solidFill>
                    <a:srgbClr val="003496"/>
                  </a:solidFill>
                </a:ln>
              </p:spPr>
            </p:sp>
            <p:sp>
              <p:nvSpPr>
                <p:cNvPr id="164" name="198 path">
                  <a:extLst>
                    <a:ext uri="{FF2B5EF4-FFF2-40B4-BE49-F238E27FC236}">
                      <a16:creationId xmlns:a16="http://schemas.microsoft.com/office/drawing/2014/main" id="{55272731-1E22-7E23-5F12-0F58E01A9C10}"/>
                    </a:ext>
                  </a:extLst>
                </p:cNvPr>
                <p:cNvSpPr/>
                <p:nvPr/>
              </p:nvSpPr>
              <p:spPr>
                <a:xfrm>
                  <a:off x="10133886" y="1253728"/>
                  <a:ext cx="163354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3354" h="95">
                      <a:moveTo>
                        <a:pt x="0" y="0"/>
                      </a:moveTo>
                      <a:lnTo>
                        <a:pt x="163354" y="0"/>
                      </a:lnTo>
                    </a:path>
                  </a:pathLst>
                </a:custGeom>
                <a:noFill/>
                <a:ln w="17502">
                  <a:solidFill>
                    <a:srgbClr val="003496"/>
                  </a:solidFill>
                </a:ln>
              </p:spPr>
            </p:sp>
            <p:sp>
              <p:nvSpPr>
                <p:cNvPr id="170" name="199 path">
                  <a:extLst>
                    <a:ext uri="{FF2B5EF4-FFF2-40B4-BE49-F238E27FC236}">
                      <a16:creationId xmlns:a16="http://schemas.microsoft.com/office/drawing/2014/main" id="{5E25E203-CC73-3481-8ECB-578069322DC4}"/>
                    </a:ext>
                  </a:extLst>
                </p:cNvPr>
                <p:cNvSpPr/>
                <p:nvPr/>
              </p:nvSpPr>
              <p:spPr>
                <a:xfrm>
                  <a:off x="10133886" y="1319213"/>
                  <a:ext cx="163354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3354" h="95">
                      <a:moveTo>
                        <a:pt x="0" y="0"/>
                      </a:moveTo>
                      <a:lnTo>
                        <a:pt x="163354" y="0"/>
                      </a:lnTo>
                    </a:path>
                  </a:pathLst>
                </a:custGeom>
                <a:noFill/>
                <a:ln w="17502">
                  <a:solidFill>
                    <a:srgbClr val="003496"/>
                  </a:solidFill>
                </a:ln>
              </p:spPr>
            </p:sp>
            <p:sp>
              <p:nvSpPr>
                <p:cNvPr id="171" name="200 path">
                  <a:extLst>
                    <a:ext uri="{FF2B5EF4-FFF2-40B4-BE49-F238E27FC236}">
                      <a16:creationId xmlns:a16="http://schemas.microsoft.com/office/drawing/2014/main" id="{840DE15F-2828-6FDE-3F9B-F9B84563763D}"/>
                    </a:ext>
                  </a:extLst>
                </p:cNvPr>
                <p:cNvSpPr/>
                <p:nvPr/>
              </p:nvSpPr>
              <p:spPr>
                <a:xfrm>
                  <a:off x="10133886" y="1384697"/>
                  <a:ext cx="163354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3354" h="95">
                      <a:moveTo>
                        <a:pt x="0" y="0"/>
                      </a:moveTo>
                      <a:lnTo>
                        <a:pt x="163354" y="0"/>
                      </a:lnTo>
                    </a:path>
                  </a:pathLst>
                </a:custGeom>
                <a:noFill/>
                <a:ln w="17502">
                  <a:solidFill>
                    <a:srgbClr val="003496"/>
                  </a:solidFill>
                </a:ln>
              </p:spPr>
            </p:sp>
          </p:grpSp>
        </p:grpSp>
        <p:sp>
          <p:nvSpPr>
            <p:cNvPr id="497" name="文本框 496">
              <a:extLst>
                <a:ext uri="{FF2B5EF4-FFF2-40B4-BE49-F238E27FC236}">
                  <a16:creationId xmlns:a16="http://schemas.microsoft.com/office/drawing/2014/main" id="{FBB0E6E7-665C-BF06-458E-3108768E1A33}"/>
                </a:ext>
              </a:extLst>
            </p:cNvPr>
            <p:cNvSpPr txBox="1"/>
            <p:nvPr/>
          </p:nvSpPr>
          <p:spPr>
            <a:xfrm>
              <a:off x="8451669" y="3870235"/>
              <a:ext cx="1235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Translator</a:t>
              </a:r>
            </a:p>
            <a:p>
              <a:r>
                <a:rPr lang="en-US" altLang="zh-CN" sz="1600" b="1" dirty="0">
                  <a:solidFill>
                    <a:srgbClr val="071A4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Agent</a:t>
              </a:r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CF260879-DBAC-DFC0-204B-D0A386AD62BA}"/>
                </a:ext>
              </a:extLst>
            </p:cNvPr>
            <p:cNvGrpSpPr/>
            <p:nvPr/>
          </p:nvGrpSpPr>
          <p:grpSpPr>
            <a:xfrm>
              <a:off x="10105493" y="9317719"/>
              <a:ext cx="3224745" cy="1828800"/>
              <a:chOff x="9070974" y="9538494"/>
              <a:chExt cx="3224745" cy="1828800"/>
            </a:xfrm>
          </p:grpSpPr>
          <p:sp>
            <p:nvSpPr>
              <p:cNvPr id="345" name="345 rect"/>
              <p:cNvSpPr/>
              <p:nvPr/>
            </p:nvSpPr>
            <p:spPr>
              <a:xfrm>
                <a:off x="9070974" y="9538494"/>
                <a:ext cx="2841626" cy="1828800"/>
              </a:xfrm>
              <a:prstGeom prst="roundRect">
                <a:avLst>
                  <a:gd name="adj" fmla="val 5208"/>
                </a:avLst>
              </a:prstGeom>
              <a:solidFill>
                <a:srgbClr val="FCFBFF"/>
              </a:solidFill>
              <a:ln w="10478">
                <a:solidFill>
                  <a:srgbClr val="C7B9FF"/>
                </a:solidFill>
              </a:ln>
            </p:spPr>
          </p:sp>
          <p:sp>
            <p:nvSpPr>
              <p:cNvPr id="394" name="394 ellipse"/>
              <p:cNvSpPr/>
              <p:nvPr/>
            </p:nvSpPr>
            <p:spPr>
              <a:xfrm>
                <a:off x="9323387" y="10367169"/>
                <a:ext cx="304800" cy="304800"/>
              </a:xfrm>
              <a:prstGeom prst="ellipse">
                <a:avLst/>
              </a:prstGeom>
              <a:gradFill>
                <a:gsLst>
                  <a:gs pos="0">
                    <a:srgbClr val="C6ACFC"/>
                  </a:gs>
                  <a:gs pos="100000">
                    <a:srgbClr val="AF8AF0"/>
                  </a:gs>
                </a:gsLst>
                <a:lin ang="5400000"/>
              </a:gradFill>
              <a:ln w="17145">
                <a:solidFill>
                  <a:srgbClr val="7725DC"/>
                </a:solidFill>
              </a:ln>
            </p:spPr>
          </p:sp>
          <p:sp>
            <p:nvSpPr>
              <p:cNvPr id="395" name="395 train.py"/>
              <p:cNvSpPr/>
              <p:nvPr/>
            </p:nvSpPr>
            <p:spPr>
              <a:xfrm>
                <a:off x="9166224" y="10747903"/>
                <a:ext cx="923925" cy="22440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425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424" b="1" dirty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train.py</a:t>
                </a:r>
              </a:p>
            </p:txBody>
          </p:sp>
          <p:sp>
            <p:nvSpPr>
              <p:cNvPr id="396" name="396 ellipse"/>
              <p:cNvSpPr/>
              <p:nvPr/>
            </p:nvSpPr>
            <p:spPr>
              <a:xfrm>
                <a:off x="10066337" y="10005219"/>
                <a:ext cx="314325" cy="314325"/>
              </a:xfrm>
              <a:prstGeom prst="ellipse">
                <a:avLst/>
              </a:prstGeom>
              <a:gradFill>
                <a:gsLst>
                  <a:gs pos="0">
                    <a:srgbClr val="C7EFFF"/>
                  </a:gs>
                  <a:gs pos="100000">
                    <a:srgbClr val="8FCBFF"/>
                  </a:gs>
                </a:gsLst>
                <a:lin ang="5400000"/>
              </a:gradFill>
              <a:ln w="17145">
                <a:solidFill>
                  <a:srgbClr val="008BFE"/>
                </a:solidFill>
              </a:ln>
            </p:spPr>
          </p:sp>
          <p:sp>
            <p:nvSpPr>
              <p:cNvPr id="397" name="397 model.py"/>
              <p:cNvSpPr/>
              <p:nvPr/>
            </p:nvSpPr>
            <p:spPr>
              <a:xfrm>
                <a:off x="10400244" y="9948272"/>
                <a:ext cx="1304925" cy="22440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425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424" b="1" dirty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model.py</a:t>
                </a:r>
              </a:p>
            </p:txBody>
          </p:sp>
          <p:sp>
            <p:nvSpPr>
              <p:cNvPr id="398" name="398 ellipse"/>
              <p:cNvSpPr/>
              <p:nvPr/>
            </p:nvSpPr>
            <p:spPr>
              <a:xfrm>
                <a:off x="11314112" y="10367169"/>
                <a:ext cx="314325" cy="314325"/>
              </a:xfrm>
              <a:prstGeom prst="ellipse">
                <a:avLst/>
              </a:prstGeom>
              <a:gradFill>
                <a:gsLst>
                  <a:gs pos="0">
                    <a:srgbClr val="C7EFFF"/>
                  </a:gs>
                  <a:gs pos="100000">
                    <a:srgbClr val="8FCBFF"/>
                  </a:gs>
                </a:gsLst>
                <a:lin ang="5400000"/>
              </a:gradFill>
              <a:ln w="17145">
                <a:solidFill>
                  <a:srgbClr val="008BFE"/>
                </a:solidFill>
              </a:ln>
            </p:spPr>
          </p:sp>
          <p:sp>
            <p:nvSpPr>
              <p:cNvPr id="399" name="399 utils.py"/>
              <p:cNvSpPr/>
              <p:nvPr/>
            </p:nvSpPr>
            <p:spPr>
              <a:xfrm>
                <a:off x="11247969" y="10107834"/>
                <a:ext cx="1047750" cy="22440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425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424" b="1" dirty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utils.py</a:t>
                </a:r>
              </a:p>
            </p:txBody>
          </p:sp>
          <p:sp>
            <p:nvSpPr>
              <p:cNvPr id="400" name="400 ellipse"/>
              <p:cNvSpPr/>
              <p:nvPr/>
            </p:nvSpPr>
            <p:spPr>
              <a:xfrm>
                <a:off x="10218737" y="10824369"/>
                <a:ext cx="323850" cy="323850"/>
              </a:xfrm>
              <a:prstGeom prst="ellipse">
                <a:avLst/>
              </a:prstGeom>
              <a:gradFill>
                <a:gsLst>
                  <a:gs pos="0">
                    <a:srgbClr val="B7EAD3"/>
                  </a:gs>
                  <a:gs pos="100000">
                    <a:srgbClr val="71C996"/>
                  </a:gs>
                </a:gsLst>
                <a:lin ang="5400000"/>
              </a:gradFill>
              <a:ln w="17145">
                <a:solidFill>
                  <a:srgbClr val="079A4F"/>
                </a:solidFill>
              </a:ln>
            </p:spPr>
          </p:sp>
          <p:sp>
            <p:nvSpPr>
              <p:cNvPr id="401" name="401 data.py"/>
              <p:cNvSpPr/>
              <p:nvPr/>
            </p:nvSpPr>
            <p:spPr>
              <a:xfrm>
                <a:off x="10685462" y="10900569"/>
                <a:ext cx="1285875" cy="22440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425" b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424" b="1" dirty="0">
                    <a:solidFill>
                      <a:srgbClr val="071A47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data.py</a:t>
                </a:r>
              </a:p>
            </p:txBody>
          </p:sp>
          <p:cxnSp>
            <p:nvCxnSpPr>
              <p:cNvPr id="689" name="直接箭头连接符 688">
                <a:extLst>
                  <a:ext uri="{FF2B5EF4-FFF2-40B4-BE49-F238E27FC236}">
                    <a16:creationId xmlns:a16="http://schemas.microsoft.com/office/drawing/2014/main" id="{C5ACA8F2-F3F0-7BB1-CC74-1A69863688F6}"/>
                  </a:ext>
                </a:extLst>
              </p:cNvPr>
              <p:cNvCxnSpPr/>
              <p:nvPr/>
            </p:nvCxnSpPr>
            <p:spPr>
              <a:xfrm flipV="1">
                <a:off x="10612967" y="10646568"/>
                <a:ext cx="628650" cy="235215"/>
              </a:xfrm>
              <a:prstGeom prst="straightConnector1">
                <a:avLst/>
              </a:prstGeom>
              <a:ln w="1905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1" name="直接箭头连接符 690">
                <a:extLst>
                  <a:ext uri="{FF2B5EF4-FFF2-40B4-BE49-F238E27FC236}">
                    <a16:creationId xmlns:a16="http://schemas.microsoft.com/office/drawing/2014/main" id="{71F25160-0488-7165-9EA1-FFC61B401479}"/>
                  </a:ext>
                </a:extLst>
              </p:cNvPr>
              <p:cNvCxnSpPr/>
              <p:nvPr/>
            </p:nvCxnSpPr>
            <p:spPr>
              <a:xfrm flipH="1">
                <a:off x="9662583" y="10256043"/>
                <a:ext cx="378884" cy="18335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3" name="直接箭头连接符 692">
                <a:extLst>
                  <a:ext uri="{FF2B5EF4-FFF2-40B4-BE49-F238E27FC236}">
                    <a16:creationId xmlns:a16="http://schemas.microsoft.com/office/drawing/2014/main" id="{1CE8EEFC-0E01-5E6C-5E7A-A5750A1EB6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628187" y="10681494"/>
                <a:ext cx="548746" cy="22440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5" name="385 Repair Dependency Graph Planning"/>
              <p:cNvSpPr/>
              <p:nvPr/>
            </p:nvSpPr>
            <p:spPr>
              <a:xfrm>
                <a:off x="9155644" y="9595646"/>
                <a:ext cx="2648056" cy="22440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1">
                    <a:solidFill>
                      <a:srgbClr val="100C59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:r>
                  <a:rPr sz="1600" b="1" dirty="0">
                    <a:solidFill>
                      <a:srgbClr val="100C59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Dependency Graph Planning</a:t>
                </a:r>
              </a:p>
            </p:txBody>
          </p:sp>
        </p:grpSp>
        <p:sp>
          <p:nvSpPr>
            <p:cNvPr id="106" name="箭头: 右 105">
              <a:extLst>
                <a:ext uri="{FF2B5EF4-FFF2-40B4-BE49-F238E27FC236}">
                  <a16:creationId xmlns:a16="http://schemas.microsoft.com/office/drawing/2014/main" id="{60F12D83-E5DF-D434-1D14-628CAA78C992}"/>
                </a:ext>
              </a:extLst>
            </p:cNvPr>
            <p:cNvSpPr/>
            <p:nvPr/>
          </p:nvSpPr>
          <p:spPr>
            <a:xfrm>
              <a:off x="12122679" y="7708900"/>
              <a:ext cx="367672" cy="35136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箭头: 上下 108">
              <a:extLst>
                <a:ext uri="{FF2B5EF4-FFF2-40B4-BE49-F238E27FC236}">
                  <a16:creationId xmlns:a16="http://schemas.microsoft.com/office/drawing/2014/main" id="{C23ECC49-0E41-DACD-54C3-A8A666378419}"/>
                </a:ext>
              </a:extLst>
            </p:cNvPr>
            <p:cNvSpPr/>
            <p:nvPr/>
          </p:nvSpPr>
          <p:spPr>
            <a:xfrm>
              <a:off x="14249254" y="6634860"/>
              <a:ext cx="263672" cy="443477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9" name="直接箭头连接符 608">
              <a:extLst>
                <a:ext uri="{FF2B5EF4-FFF2-40B4-BE49-F238E27FC236}">
                  <a16:creationId xmlns:a16="http://schemas.microsoft.com/office/drawing/2014/main" id="{D5728CF2-7D5D-1A9F-401E-6A5E2D6A091A}"/>
                </a:ext>
              </a:extLst>
            </p:cNvPr>
            <p:cNvCxnSpPr>
              <a:cxnSpLocks/>
            </p:cNvCxnSpPr>
            <p:nvPr/>
          </p:nvCxnSpPr>
          <p:spPr>
            <a:xfrm>
              <a:off x="14424034" y="10232174"/>
              <a:ext cx="2684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直接箭头连接符 610">
              <a:extLst>
                <a:ext uri="{FF2B5EF4-FFF2-40B4-BE49-F238E27FC236}">
                  <a16:creationId xmlns:a16="http://schemas.microsoft.com/office/drawing/2014/main" id="{345FD54C-290C-B544-2DC6-4852156735FF}"/>
                </a:ext>
              </a:extLst>
            </p:cNvPr>
            <p:cNvCxnSpPr>
              <a:cxnSpLocks/>
            </p:cNvCxnSpPr>
            <p:nvPr/>
          </p:nvCxnSpPr>
          <p:spPr>
            <a:xfrm>
              <a:off x="16531783" y="10232174"/>
              <a:ext cx="2684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直接箭头连接符 611">
              <a:extLst>
                <a:ext uri="{FF2B5EF4-FFF2-40B4-BE49-F238E27FC236}">
                  <a16:creationId xmlns:a16="http://schemas.microsoft.com/office/drawing/2014/main" id="{6B17C8B1-7BF0-010E-57FF-5C8951AD3BE0}"/>
                </a:ext>
              </a:extLst>
            </p:cNvPr>
            <p:cNvCxnSpPr>
              <a:cxnSpLocks/>
            </p:cNvCxnSpPr>
            <p:nvPr/>
          </p:nvCxnSpPr>
          <p:spPr>
            <a:xfrm>
              <a:off x="13549401" y="10232174"/>
              <a:ext cx="2684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5" name="文本框 614">
                  <a:extLst>
                    <a:ext uri="{FF2B5EF4-FFF2-40B4-BE49-F238E27FC236}">
                      <a16:creationId xmlns:a16="http://schemas.microsoft.com/office/drawing/2014/main" id="{F1F37889-521E-9DA6-20F6-F1A2C733CED6}"/>
                    </a:ext>
                  </a:extLst>
                </p:cNvPr>
                <p:cNvSpPr txBox="1"/>
                <p:nvPr/>
              </p:nvSpPr>
              <p:spPr>
                <a:xfrm>
                  <a:off x="7990206" y="4569812"/>
                  <a:ext cx="43287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15" name="文本框 614">
                  <a:extLst>
                    <a:ext uri="{FF2B5EF4-FFF2-40B4-BE49-F238E27FC236}">
                      <a16:creationId xmlns:a16="http://schemas.microsoft.com/office/drawing/2014/main" id="{F1F37889-521E-9DA6-20F6-F1A2C733CE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0206" y="4569812"/>
                  <a:ext cx="43287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5493" r="-7042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27" name="图形 626">
              <a:extLst>
                <a:ext uri="{FF2B5EF4-FFF2-40B4-BE49-F238E27FC236}">
                  <a16:creationId xmlns:a16="http://schemas.microsoft.com/office/drawing/2014/main" id="{714989E3-722E-50A5-C778-D42C190DA7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32852" y="4519902"/>
              <a:ext cx="479800" cy="479800"/>
            </a:xfrm>
            <a:prstGeom prst="rect">
              <a:avLst/>
            </a:prstGeom>
          </p:spPr>
        </p:pic>
        <p:cxnSp>
          <p:nvCxnSpPr>
            <p:cNvPr id="629" name="直接箭头连接符 628">
              <a:extLst>
                <a:ext uri="{FF2B5EF4-FFF2-40B4-BE49-F238E27FC236}">
                  <a16:creationId xmlns:a16="http://schemas.microsoft.com/office/drawing/2014/main" id="{CB859921-726F-C3A6-3DF2-3D73D2C546BE}"/>
                </a:ext>
              </a:extLst>
            </p:cNvPr>
            <p:cNvCxnSpPr>
              <a:cxnSpLocks/>
            </p:cNvCxnSpPr>
            <p:nvPr/>
          </p:nvCxnSpPr>
          <p:spPr>
            <a:xfrm>
              <a:off x="8470191" y="4804626"/>
              <a:ext cx="317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1" name="文本框 630">
                  <a:extLst>
                    <a:ext uri="{FF2B5EF4-FFF2-40B4-BE49-F238E27FC236}">
                      <a16:creationId xmlns:a16="http://schemas.microsoft.com/office/drawing/2014/main" id="{7F4C241F-6428-673D-4605-D6EC585B0A98}"/>
                    </a:ext>
                  </a:extLst>
                </p:cNvPr>
                <p:cNvSpPr txBox="1"/>
                <p:nvPr/>
              </p:nvSpPr>
              <p:spPr>
                <a:xfrm>
                  <a:off x="10793602" y="5324197"/>
                  <a:ext cx="42992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31" name="文本框 630">
                  <a:extLst>
                    <a:ext uri="{FF2B5EF4-FFF2-40B4-BE49-F238E27FC236}">
                      <a16:creationId xmlns:a16="http://schemas.microsoft.com/office/drawing/2014/main" id="{7F4C241F-6428-673D-4605-D6EC585B0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3602" y="5324197"/>
                  <a:ext cx="429925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7143" r="-8571"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32" name="图形 631">
              <a:extLst>
                <a:ext uri="{FF2B5EF4-FFF2-40B4-BE49-F238E27FC236}">
                  <a16:creationId xmlns:a16="http://schemas.microsoft.com/office/drawing/2014/main" id="{A849BB94-3DB4-4F12-03E9-B70F5E80A5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36248" y="5274287"/>
              <a:ext cx="479800" cy="479800"/>
            </a:xfrm>
            <a:prstGeom prst="rect">
              <a:avLst/>
            </a:prstGeom>
          </p:spPr>
        </p:pic>
        <p:cxnSp>
          <p:nvCxnSpPr>
            <p:cNvPr id="633" name="直接箭头连接符 632">
              <a:extLst>
                <a:ext uri="{FF2B5EF4-FFF2-40B4-BE49-F238E27FC236}">
                  <a16:creationId xmlns:a16="http://schemas.microsoft.com/office/drawing/2014/main" id="{3789269E-C966-C807-09F5-8CF487E63280}"/>
                </a:ext>
              </a:extLst>
            </p:cNvPr>
            <p:cNvCxnSpPr>
              <a:cxnSpLocks/>
            </p:cNvCxnSpPr>
            <p:nvPr/>
          </p:nvCxnSpPr>
          <p:spPr>
            <a:xfrm>
              <a:off x="11273587" y="5559011"/>
              <a:ext cx="317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0" name="文本框 639">
                  <a:extLst>
                    <a:ext uri="{FF2B5EF4-FFF2-40B4-BE49-F238E27FC236}">
                      <a16:creationId xmlns:a16="http://schemas.microsoft.com/office/drawing/2014/main" id="{B654F3D9-19A3-BC74-8E50-3DA7E459AC2C}"/>
                    </a:ext>
                  </a:extLst>
                </p:cNvPr>
                <p:cNvSpPr txBox="1"/>
                <p:nvPr/>
              </p:nvSpPr>
              <p:spPr>
                <a:xfrm>
                  <a:off x="15097115" y="5306748"/>
                  <a:ext cx="44236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40" name="文本框 639">
                  <a:extLst>
                    <a:ext uri="{FF2B5EF4-FFF2-40B4-BE49-F238E27FC236}">
                      <a16:creationId xmlns:a16="http://schemas.microsoft.com/office/drawing/2014/main" id="{B654F3D9-19A3-BC74-8E50-3DA7E459A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97115" y="5306748"/>
                  <a:ext cx="442365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6667" r="-8333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41" name="图形 640">
              <a:extLst>
                <a:ext uri="{FF2B5EF4-FFF2-40B4-BE49-F238E27FC236}">
                  <a16:creationId xmlns:a16="http://schemas.microsoft.com/office/drawing/2014/main" id="{B6DEB0EB-34F0-C2B4-EEF4-99C9578956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818962" y="5257788"/>
              <a:ext cx="479800" cy="479800"/>
            </a:xfrm>
            <a:prstGeom prst="rect">
              <a:avLst/>
            </a:prstGeom>
          </p:spPr>
        </p:pic>
        <p:cxnSp>
          <p:nvCxnSpPr>
            <p:cNvPr id="642" name="直接箭头连接符 641">
              <a:extLst>
                <a:ext uri="{FF2B5EF4-FFF2-40B4-BE49-F238E27FC236}">
                  <a16:creationId xmlns:a16="http://schemas.microsoft.com/office/drawing/2014/main" id="{4057D249-4005-3BA5-65EB-29B2881ACE92}"/>
                </a:ext>
              </a:extLst>
            </p:cNvPr>
            <p:cNvCxnSpPr>
              <a:cxnSpLocks/>
            </p:cNvCxnSpPr>
            <p:nvPr/>
          </p:nvCxnSpPr>
          <p:spPr>
            <a:xfrm>
              <a:off x="15505113" y="5537798"/>
              <a:ext cx="317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62" name="组合 1161">
              <a:extLst>
                <a:ext uri="{FF2B5EF4-FFF2-40B4-BE49-F238E27FC236}">
                  <a16:creationId xmlns:a16="http://schemas.microsoft.com/office/drawing/2014/main" id="{BE23A16E-1E5D-E9BB-DF22-5E05F9D00EE3}"/>
                </a:ext>
              </a:extLst>
            </p:cNvPr>
            <p:cNvGrpSpPr/>
            <p:nvPr/>
          </p:nvGrpSpPr>
          <p:grpSpPr>
            <a:xfrm>
              <a:off x="4833547" y="11342649"/>
              <a:ext cx="1176736" cy="382599"/>
              <a:chOff x="4833547" y="11160779"/>
              <a:chExt cx="1176736" cy="382599"/>
            </a:xfrm>
          </p:grpSpPr>
          <p:pic>
            <p:nvPicPr>
              <p:cNvPr id="644" name="图形 643">
                <a:extLst>
                  <a:ext uri="{FF2B5EF4-FFF2-40B4-BE49-F238E27FC236}">
                    <a16:creationId xmlns:a16="http://schemas.microsoft.com/office/drawing/2014/main" id="{8FBD04DC-AE16-B39C-A847-C4A684044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833547" y="11160779"/>
                <a:ext cx="373136" cy="373136"/>
              </a:xfrm>
              <a:prstGeom prst="rect">
                <a:avLst/>
              </a:prstGeom>
            </p:spPr>
          </p:pic>
          <p:sp>
            <p:nvSpPr>
              <p:cNvPr id="646" name="文本框 645">
                <a:extLst>
                  <a:ext uri="{FF2B5EF4-FFF2-40B4-BE49-F238E27FC236}">
                    <a16:creationId xmlns:a16="http://schemas.microsoft.com/office/drawing/2014/main" id="{1270A11C-2478-CB67-21AC-AD291B89300D}"/>
                  </a:ext>
                </a:extLst>
              </p:cNvPr>
              <p:cNvSpPr txBox="1"/>
              <p:nvPr/>
            </p:nvSpPr>
            <p:spPr>
              <a:xfrm>
                <a:off x="5276861" y="11174046"/>
                <a:ext cx="7334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8" name="文本框 647">
                  <a:extLst>
                    <a:ext uri="{FF2B5EF4-FFF2-40B4-BE49-F238E27FC236}">
                      <a16:creationId xmlns:a16="http://schemas.microsoft.com/office/drawing/2014/main" id="{2D22E3BE-EF9A-BC8C-EE1C-32AEAB7C8D40}"/>
                    </a:ext>
                  </a:extLst>
                </p:cNvPr>
                <p:cNvSpPr txBox="1"/>
                <p:nvPr/>
              </p:nvSpPr>
              <p:spPr>
                <a:xfrm>
                  <a:off x="7482997" y="11349282"/>
                  <a:ext cx="309661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a14:m>
                  <a:r>
                    <a:rPr lang="en-US" altLang="zh-CN" sz="24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=&lt;prompt…&gt;</a:t>
                  </a:r>
                  <a:endParaRPr lang="zh-CN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48" name="文本框 647">
                  <a:extLst>
                    <a:ext uri="{FF2B5EF4-FFF2-40B4-BE49-F238E27FC236}">
                      <a16:creationId xmlns:a16="http://schemas.microsoft.com/office/drawing/2014/main" id="{2D22E3BE-EF9A-BC8C-EE1C-32AEAB7C8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2997" y="11349282"/>
                  <a:ext cx="3096617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543" t="-26667" r="-4724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3" name="图形 272">
              <a:extLst>
                <a:ext uri="{FF2B5EF4-FFF2-40B4-BE49-F238E27FC236}">
                  <a16:creationId xmlns:a16="http://schemas.microsoft.com/office/drawing/2014/main" id="{4D368BA1-F6A0-A230-820B-3A2BECD02E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27307" y="7671597"/>
              <a:ext cx="430211" cy="430211"/>
            </a:xfrm>
            <a:prstGeom prst="rect">
              <a:avLst/>
            </a:prstGeom>
          </p:spPr>
        </p:pic>
        <p:pic>
          <p:nvPicPr>
            <p:cNvPr id="275" name="图形 274">
              <a:extLst>
                <a:ext uri="{FF2B5EF4-FFF2-40B4-BE49-F238E27FC236}">
                  <a16:creationId xmlns:a16="http://schemas.microsoft.com/office/drawing/2014/main" id="{67054D5C-E66F-27A2-0166-0DED4601E2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407" y="7671597"/>
              <a:ext cx="430211" cy="430211"/>
            </a:xfrm>
            <a:prstGeom prst="rect">
              <a:avLst/>
            </a:prstGeom>
          </p:spPr>
        </p:pic>
        <p:pic>
          <p:nvPicPr>
            <p:cNvPr id="277" name="图形 276">
              <a:extLst>
                <a:ext uri="{FF2B5EF4-FFF2-40B4-BE49-F238E27FC236}">
                  <a16:creationId xmlns:a16="http://schemas.microsoft.com/office/drawing/2014/main" id="{0899906C-1734-A387-78DE-C211612533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27307" y="8184361"/>
              <a:ext cx="430211" cy="430211"/>
            </a:xfrm>
            <a:prstGeom prst="rect">
              <a:avLst/>
            </a:prstGeom>
          </p:spPr>
        </p:pic>
        <p:pic>
          <p:nvPicPr>
            <p:cNvPr id="281" name="图形 280">
              <a:extLst>
                <a:ext uri="{FF2B5EF4-FFF2-40B4-BE49-F238E27FC236}">
                  <a16:creationId xmlns:a16="http://schemas.microsoft.com/office/drawing/2014/main" id="{298863DF-751B-398A-4B38-CCFA7BF937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57632" y="8184361"/>
              <a:ext cx="430211" cy="430211"/>
            </a:xfrm>
            <a:prstGeom prst="rect">
              <a:avLst/>
            </a:prstGeom>
          </p:spPr>
        </p:pic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EA327136-11D7-FBFE-1EE4-BABB9AB6A31A}"/>
                </a:ext>
              </a:extLst>
            </p:cNvPr>
            <p:cNvGrpSpPr/>
            <p:nvPr/>
          </p:nvGrpSpPr>
          <p:grpSpPr>
            <a:xfrm>
              <a:off x="12052328" y="11349282"/>
              <a:ext cx="2645761" cy="369332"/>
              <a:chOff x="11490434" y="11187123"/>
              <a:chExt cx="2645761" cy="369332"/>
            </a:xfrm>
          </p:grpSpPr>
          <p:sp>
            <p:nvSpPr>
              <p:cNvPr id="650" name="394 ellipse">
                <a:extLst>
                  <a:ext uri="{FF2B5EF4-FFF2-40B4-BE49-F238E27FC236}">
                    <a16:creationId xmlns:a16="http://schemas.microsoft.com/office/drawing/2014/main" id="{7A88C093-6055-A521-C22D-81A759C74B5F}"/>
                  </a:ext>
                </a:extLst>
              </p:cNvPr>
              <p:cNvSpPr/>
              <p:nvPr/>
            </p:nvSpPr>
            <p:spPr>
              <a:xfrm>
                <a:off x="11490434" y="11212666"/>
                <a:ext cx="304800" cy="304800"/>
              </a:xfrm>
              <a:prstGeom prst="ellipse">
                <a:avLst/>
              </a:prstGeom>
              <a:gradFill>
                <a:gsLst>
                  <a:gs pos="0">
                    <a:srgbClr val="C6ACFC"/>
                  </a:gs>
                  <a:gs pos="100000">
                    <a:srgbClr val="AF8AF0"/>
                  </a:gs>
                </a:gsLst>
                <a:lin ang="5400000"/>
              </a:gradFill>
              <a:ln w="17145">
                <a:solidFill>
                  <a:srgbClr val="7725DC"/>
                </a:solidFill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269" name="文本框 268">
                <a:extLst>
                  <a:ext uri="{FF2B5EF4-FFF2-40B4-BE49-F238E27FC236}">
                    <a16:creationId xmlns:a16="http://schemas.microsoft.com/office/drawing/2014/main" id="{66B49AA6-650A-F7A9-C90F-3EDABC38CABB}"/>
                  </a:ext>
                </a:extLst>
              </p:cNvPr>
              <p:cNvSpPr txBox="1"/>
              <p:nvPr/>
            </p:nvSpPr>
            <p:spPr>
              <a:xfrm>
                <a:off x="12637028" y="11187123"/>
                <a:ext cx="14991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 unit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2" name="396 ellipse">
                <a:extLst>
                  <a:ext uri="{FF2B5EF4-FFF2-40B4-BE49-F238E27FC236}">
                    <a16:creationId xmlns:a16="http://schemas.microsoft.com/office/drawing/2014/main" id="{BA12DE6C-4BB4-D72D-B1B2-2C8D508FCCD7}"/>
                  </a:ext>
                </a:extLst>
              </p:cNvPr>
              <p:cNvSpPr/>
              <p:nvPr/>
            </p:nvSpPr>
            <p:spPr>
              <a:xfrm>
                <a:off x="11884852" y="11203141"/>
                <a:ext cx="314325" cy="314325"/>
              </a:xfrm>
              <a:prstGeom prst="ellipse">
                <a:avLst/>
              </a:prstGeom>
              <a:gradFill>
                <a:gsLst>
                  <a:gs pos="0">
                    <a:srgbClr val="C7EFFF"/>
                  </a:gs>
                  <a:gs pos="100000">
                    <a:srgbClr val="8FCBFF"/>
                  </a:gs>
                </a:gsLst>
                <a:lin ang="5400000"/>
              </a:gradFill>
              <a:ln w="17145">
                <a:solidFill>
                  <a:srgbClr val="008BFE"/>
                </a:solidFill>
              </a:ln>
            </p:spPr>
          </p:sp>
          <p:sp>
            <p:nvSpPr>
              <p:cNvPr id="1155" name="400 ellipse">
                <a:extLst>
                  <a:ext uri="{FF2B5EF4-FFF2-40B4-BE49-F238E27FC236}">
                    <a16:creationId xmlns:a16="http://schemas.microsoft.com/office/drawing/2014/main" id="{C94BA5D3-225C-1057-C292-D601EB4FC726}"/>
                  </a:ext>
                </a:extLst>
              </p:cNvPr>
              <p:cNvSpPr/>
              <p:nvPr/>
            </p:nvSpPr>
            <p:spPr>
              <a:xfrm>
                <a:off x="12288794" y="11193616"/>
                <a:ext cx="323850" cy="323850"/>
              </a:xfrm>
              <a:prstGeom prst="ellipse">
                <a:avLst/>
              </a:prstGeom>
              <a:gradFill>
                <a:gsLst>
                  <a:gs pos="0">
                    <a:srgbClr val="B7EAD3"/>
                  </a:gs>
                  <a:gs pos="100000">
                    <a:srgbClr val="71C996"/>
                  </a:gs>
                </a:gsLst>
                <a:lin ang="5400000"/>
              </a:gradFill>
              <a:ln w="17145">
                <a:solidFill>
                  <a:srgbClr val="079A4F"/>
                </a:solidFill>
              </a:ln>
            </p:spPr>
          </p:sp>
        </p:grpSp>
        <p:grpSp>
          <p:nvGrpSpPr>
            <p:cNvPr id="1160" name="组合 1159">
              <a:extLst>
                <a:ext uri="{FF2B5EF4-FFF2-40B4-BE49-F238E27FC236}">
                  <a16:creationId xmlns:a16="http://schemas.microsoft.com/office/drawing/2014/main" id="{DD5CC75A-934A-C9B5-71A0-3BE5575650D8}"/>
                </a:ext>
              </a:extLst>
            </p:cNvPr>
            <p:cNvGrpSpPr/>
            <p:nvPr/>
          </p:nvGrpSpPr>
          <p:grpSpPr>
            <a:xfrm>
              <a:off x="16170803" y="11318843"/>
              <a:ext cx="2514091" cy="430211"/>
              <a:chOff x="15223867" y="11144141"/>
              <a:chExt cx="2514091" cy="430211"/>
            </a:xfrm>
          </p:grpSpPr>
          <p:pic>
            <p:nvPicPr>
              <p:cNvPr id="1157" name="图形 1156">
                <a:extLst>
                  <a:ext uri="{FF2B5EF4-FFF2-40B4-BE49-F238E27FC236}">
                    <a16:creationId xmlns:a16="http://schemas.microsoft.com/office/drawing/2014/main" id="{76623F68-6593-11E8-1EED-4785A1482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5223867" y="11144141"/>
                <a:ext cx="430211" cy="430211"/>
              </a:xfrm>
              <a:prstGeom prst="rect">
                <a:avLst/>
              </a:prstGeom>
            </p:spPr>
          </p:pic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99753B1E-BBEE-7F51-7EE8-FA63567E9841}"/>
                  </a:ext>
                </a:extLst>
              </p:cNvPr>
              <p:cNvSpPr txBox="1"/>
              <p:nvPr/>
            </p:nvSpPr>
            <p:spPr>
              <a:xfrm>
                <a:off x="15598641" y="11167649"/>
                <a:ext cx="2139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Stages not reached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64" name="文本框 1163">
              <a:extLst>
                <a:ext uri="{FF2B5EF4-FFF2-40B4-BE49-F238E27FC236}">
                  <a16:creationId xmlns:a16="http://schemas.microsoft.com/office/drawing/2014/main" id="{4ED217DF-4D41-B876-85E7-6B5C844CFD3D}"/>
                </a:ext>
              </a:extLst>
            </p:cNvPr>
            <p:cNvSpPr txBox="1"/>
            <p:nvPr/>
          </p:nvSpPr>
          <p:spPr>
            <a:xfrm>
              <a:off x="4694310" y="3322889"/>
              <a:ext cx="55587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</a:t>
              </a:r>
              <a:r>
                <a:rPr lang="zh-CN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Layered Diagnosis for Multi-Agent Code Migration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6" name="文本框 1165">
              <a:extLst>
                <a:ext uri="{FF2B5EF4-FFF2-40B4-BE49-F238E27FC236}">
                  <a16:creationId xmlns:a16="http://schemas.microsoft.com/office/drawing/2014/main" id="{1B625395-0B54-FA7D-29FE-969729E81D4C}"/>
                </a:ext>
              </a:extLst>
            </p:cNvPr>
            <p:cNvSpPr txBox="1"/>
            <p:nvPr/>
          </p:nvSpPr>
          <p:spPr>
            <a:xfrm>
              <a:off x="4703564" y="8816985"/>
              <a:ext cx="3169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r>
                <a:rPr lang="zh-CN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Repository Coordination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endPara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308</TotalTime>
  <Words>506</Words>
  <Application>Microsoft Office PowerPoint</Application>
  <PresentationFormat>自定义</PresentationFormat>
  <Paragraphs>198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Cambria Math</vt:lpstr>
      <vt:lpstr>Times New Roman</vt:lpstr>
      <vt:lpstr>Office 2013 - 2022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jayus X</cp:lastModifiedBy>
  <cp:revision>10</cp:revision>
  <dcterms:created xsi:type="dcterms:W3CDTF">2026-09-24T14:13:36Z</dcterms:created>
  <dcterms:modified xsi:type="dcterms:W3CDTF">2026-09-25T10:56:50Z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BBEC0CE5F47E4E88B680C8545CF9EE1E_12</vt:lpwstr>
  </property>
</Properties>
</file>