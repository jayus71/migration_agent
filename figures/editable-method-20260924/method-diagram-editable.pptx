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65e721ff5c4d01" /><Relationship Type="http://schemas.openxmlformats.org/officeDocument/2006/relationships/extended-properties" Target="/docProps/app.xml" Id="Rce350957230145d6" /><Relationship Type="http://schemas.openxmlformats.org/officeDocument/2006/relationships/officeDocument" Target="/ppt/presentation.xml" Id="Rf52c1f0aff9040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e5ce6fa9b64cf6"/>
  </p:sldMasterIdLst>
  <p:notesMasterIdLst>
    <p:notesMasterId xmlns:r="http://schemas.openxmlformats.org/officeDocument/2006/relationships" r:id="R60327dea060c48dd"/>
  </p:notesMasterIdLst>
  <p:sldIdLst>
    <p:sldId xmlns:r="http://schemas.openxmlformats.org/officeDocument/2006/relationships" id="256" r:id="Rc440f23165d54639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d93cfa1cc5435f" /><Relationship Type="http://schemas.openxmlformats.org/officeDocument/2006/relationships/slideMaster" Target="/ppt/slideMasters/slideMaster1.xml" Id="Rb8e5ce6fa9b64cf6" /><Relationship Type="http://schemas.openxmlformats.org/officeDocument/2006/relationships/notesMaster" Target="/ppt/notesMasters/notesMaster1.xml" Id="R60327dea060c48dd" /><Relationship Type="http://schemas.openxmlformats.org/officeDocument/2006/relationships/presProps" Target="/ppt/presProps.xml" Id="R47843ce6cee34770" /><Relationship Type="http://schemas.openxmlformats.org/officeDocument/2006/relationships/tableStyles" Target="/ppt/tableStyles.xml" Id="R1fe49a5b03924b38" /><Relationship Type="http://schemas.openxmlformats.org/officeDocument/2006/relationships/slide" Target="/ppt/slides/slide1.xml" Id="Rc440f23165d546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2fcd16bd7648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e0a915a644b4a36" /><Relationship Type="http://schemas.openxmlformats.org/officeDocument/2006/relationships/notesMaster" Target="/ppt/notesMasters/notesMaster1.xml" Id="R99355625a0ae4b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user-supplied image “ChatGPT Image Sep 24, 2026, 11_33_02 AM.png”.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b08c6b7abf49e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b2068eb3a94cb2" /><Relationship Type="http://schemas.openxmlformats.org/officeDocument/2006/relationships/slideLayout" Target="/ppt/slideLayouts/slideLayout1.xml" Id="R5bb81af9a3864c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b81af9a3864c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fe3fbf763c4bce" /><Relationship Type="http://schemas.openxmlformats.org/officeDocument/2006/relationships/notesSlide" Target="/ppt/notesSlides/notesSlide1.xml" Id="Rd42485e2ef55455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506" name="Migration setting"/>
          <p:cNvGrpSpPr/>
          <p:nvPr/>
        </p:nvGrpSpPr>
        <p:grpSpPr>
          <ns0:xfrm xmlns:ns0="http://schemas.openxmlformats.org/drawingml/2006/main">
            <ns0:off x="152400" y="66675"/>
            <ns0:ext cx="4457700" cy="7877175"/>
            <ns0:chOff x="152400" y="66675"/>
            <ns0:chExt cx="4457700" cy="7877175"/>
          </ns0:xfrm>
        </p:grpSpPr>
        <p:sp>
          <p:nvSpPr>
            <p:cNvPr id="505" name="1 orange setting panel">
              <a:extLst xmlns:a="http://schemas.openxmlformats.org/drawingml/2006/main">
                <a:ext uri="{FF2B5EF4-FFF2-40B4-BE49-F238E27FC236}">
                  <a16:creationId xmlns:a16="http://schemas.microsoft.com/office/drawing/2014/main" id="{A8E703A2-6CC5-4CA1-9275-2B4814D1BDC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2400" y="66675"/>
              <a:ext cx="4457700" cy="7877175"/>
            </a:xfrm>
            <a:prstGeom xmlns:a="http://schemas.openxmlformats.org/drawingml/2006/main" prst="roundRect">
              <a:avLst>
                <a:gd name="adj" fmla="val 3846"/>
              </a:avLst>
            </a:prstGeom>
            <a:gradFill xmlns:a="http://schemas.openxmlformats.org/drawingml/2006/main">
              <a:gsLst>
                <a:gs pos="0">
                  <a:srgbClr val="FFEEE2"/>
                </a:gs>
                <a:gs pos="100000">
                  <a:srgbClr val="FFF8F1"/>
                </a:gs>
              </a:gsLst>
              <a:lin ang="5400000"/>
            </a:gradFill>
            <a:ln xmlns:a="http://schemas.openxmlformats.org/drawingml/2006/main" w="10478">
              <a:solidFill>
                <a:srgbClr val="EF6B2C"/>
              </a:solidFill>
            </a:ln>
          </p:spPr>
        </p:sp>
        <p:sp>
          <p:nvSpPr>
            <p:cNvPr id="2" name="2 setting title strip">
              <a:extLst xmlns:a="http://schemas.openxmlformats.org/drawingml/2006/main">
                <a:ext uri="{FF2B5EF4-FFF2-40B4-BE49-F238E27FC236}">
                  <a16:creationId xmlns:a16="http://schemas.microsoft.com/office/drawing/2014/main" id="{B6F52C5B-9F4A-4702-A195-EC5F6A65A55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71450" y="85725"/>
              <a:ext cx="4419600" cy="571500"/>
            </a:xfrm>
            <a:prstGeom xmlns:a="http://schemas.openxmlformats.org/drawingml/2006/main" prst="roundRect">
              <a:avLst>
                <a:gd name="adj" fmla="val 28333"/>
              </a:avLst>
            </a:prstGeom>
            <a:gradFill xmlns:a="http://schemas.openxmlformats.org/drawingml/2006/main">
              <a:gsLst>
                <a:gs pos="0">
                  <a:srgbClr val="FFCFB0"/>
                </a:gs>
                <a:gs pos="100000">
                  <a:srgbClr val="FFE6D3"/>
                </a:gs>
              </a:gsLst>
              <a:lin ang="5400000"/>
            </a:gradFill>
            <a:ln xmlns:a="http://schemas.openxmlformats.org/drawingml/2006/main" w="0">
              <a:noFill/>
            </a:ln>
          </p:spPr>
        </p:sp>
        <p:sp>
          <p:nvSpPr>
            <p:cNvPr id="3" name="3 rect">
              <a:extLst xmlns:a="http://schemas.openxmlformats.org/drawingml/2006/main">
                <a:ext uri="{FF2B5EF4-FFF2-40B4-BE49-F238E27FC236}">
                  <a16:creationId xmlns:a16="http://schemas.microsoft.com/office/drawing/2014/main" id="{BDFF38C3-9F3B-4031-905D-A199CB8CBF8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71450" y="581025"/>
              <a:ext cx="4419600" cy="571500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2E9"/>
            </a:solidFill>
            <a:ln xmlns:a="http://schemas.openxmlformats.org/drawingml/2006/main" w="0">
              <a:noFill/>
            </a:ln>
          </p:spPr>
        </p:sp>
        <p:sp>
          <p:nvSpPr>
            <p:cNvPr id="4" name="4 Migration Setting">
              <a:extLst xmlns:a="http://schemas.openxmlformats.org/drawingml/2006/main">
                <a:ext uri="{FF2B5EF4-FFF2-40B4-BE49-F238E27FC236}">
                  <a16:creationId xmlns:a16="http://schemas.microsoft.com/office/drawing/2014/main" id="{633692EF-C7CD-4F06-A362-3B73FFF9D78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42900" y="152400"/>
              <a:ext cx="4076700" cy="42519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2700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700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Migration Setting</a:t>
              </a:r>
            </a:p>
          </p:txBody>
        </p:sp>
      </p:grpSp>
      <p:grpSp>
        <p:nvGrpSpPr>
          <p:cNvPr id="507" name="Framework background"/>
          <p:cNvGrpSpPr/>
          <p:nvPr/>
        </p:nvGrpSpPr>
        <p:grpSpPr>
          <ns1:xfrm xmlns:ns1="http://schemas.openxmlformats.org/drawingml/2006/main">
            <ns1:off x="4743450" y="66675"/>
            <ns1:ext cx="7429500" cy="7877175"/>
            <ns1:chOff x="4743450" y="66675"/>
            <ns1:chExt cx="7429500" cy="7877175"/>
          </ns1:xfrm>
        </p:grpSpPr>
        <p:sp>
          <p:nvSpPr>
            <p:cNvPr id="5" name="5 green framework panel">
              <a:extLst xmlns:a="http://schemas.openxmlformats.org/drawingml/2006/main">
                <a:ext uri="{FF2B5EF4-FFF2-40B4-BE49-F238E27FC236}">
                  <a16:creationId xmlns:a16="http://schemas.microsoft.com/office/drawing/2014/main" id="{90D14899-68D3-4C8C-9ADC-7F354673CB1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43450" y="66675"/>
              <a:ext cx="7429500" cy="7877175"/>
            </a:xfrm>
            <a:prstGeom xmlns:a="http://schemas.openxmlformats.org/drawingml/2006/main" prst="roundRect">
              <a:avLst>
                <a:gd name="adj" fmla="val 2308"/>
              </a:avLst>
            </a:prstGeom>
            <a:gradFill xmlns:a="http://schemas.openxmlformats.org/drawingml/2006/main">
              <a:gsLst>
                <a:gs pos="0">
                  <a:srgbClr val="EAFEF5"/>
                </a:gs>
                <a:gs pos="100000">
                  <a:srgbClr val="F3FFF8"/>
                </a:gs>
              </a:gsLst>
              <a:lin ang="5400000"/>
            </a:gradFill>
            <a:ln xmlns:a="http://schemas.openxmlformats.org/drawingml/2006/main" w="10478">
              <a:solidFill>
                <a:srgbClr val="20AC7A"/>
              </a:solidFill>
            </a:ln>
          </p:spPr>
        </p:sp>
        <p:sp>
          <p:nvSpPr>
            <p:cNvPr id="6" name="6 rect">
              <a:extLst xmlns:a="http://schemas.openxmlformats.org/drawingml/2006/main">
                <a:ext uri="{FF2B5EF4-FFF2-40B4-BE49-F238E27FC236}">
                  <a16:creationId xmlns:a16="http://schemas.microsoft.com/office/drawing/2014/main" id="{6B164C10-A5C3-4112-B303-6EBBDBBA960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62500" y="85725"/>
              <a:ext cx="7391400" cy="609600"/>
            </a:xfrm>
            <a:prstGeom xmlns:a="http://schemas.openxmlformats.org/drawingml/2006/main" prst="roundRect">
              <a:avLst>
                <a:gd name="adj" fmla="val 26563"/>
              </a:avLst>
            </a:prstGeom>
            <a:gradFill xmlns:a="http://schemas.openxmlformats.org/drawingml/2006/main">
              <a:gsLst>
                <a:gs pos="0">
                  <a:srgbClr val="C0EAD9"/>
                </a:gs>
                <a:gs pos="100000">
                  <a:srgbClr val="D1EFE1"/>
                </a:gs>
              </a:gsLst>
              <a:lin ang="5400000"/>
            </a:gradFill>
            <a:ln xmlns:a="http://schemas.openxmlformats.org/drawingml/2006/main" w="0">
              <a:noFill/>
            </a:ln>
          </p:spPr>
        </p:sp>
        <p:sp>
          <p:nvSpPr>
            <p:cNvPr id="7" name="7 rect">
              <a:extLst xmlns:a="http://schemas.openxmlformats.org/drawingml/2006/main">
                <a:ext uri="{FF2B5EF4-FFF2-40B4-BE49-F238E27FC236}">
                  <a16:creationId xmlns:a16="http://schemas.microsoft.com/office/drawing/2014/main" id="{ED480C9E-C791-4491-A0D7-01B54F2C3F1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62500" y="581025"/>
              <a:ext cx="7391400" cy="742950"/>
            </a:xfrm>
            <a:prstGeom xmlns:a="http://schemas.openxmlformats.org/drawingml/2006/main" prst="roundRect">
              <a:avLst>
                <a:gd name="adj" fmla="val 15385"/>
              </a:avLst>
            </a:prstGeom>
            <a:solidFill xmlns:a="http://schemas.openxmlformats.org/drawingml/2006/main">
              <a:srgbClr val="EEFFF7"/>
            </a:solidFill>
            <a:ln xmlns:a="http://schemas.openxmlformats.org/drawingml/2006/main" w="0">
              <a:noFill/>
            </a:ln>
          </p:spPr>
        </p:sp>
        <p:sp>
          <p:nvSpPr>
            <p:cNvPr id="8" name="8 Dependency Guided Multi-Agent Framework">
              <a:extLst xmlns:a="http://schemas.openxmlformats.org/drawingml/2006/main">
                <a:ext uri="{FF2B5EF4-FFF2-40B4-BE49-F238E27FC236}">
                  <a16:creationId xmlns:a16="http://schemas.microsoft.com/office/drawing/2014/main" id="{3E67ACDD-6EB2-4D12-9E4E-074C4CCFD5A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933950" y="133350"/>
              <a:ext cx="7048500" cy="37795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2400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400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Dependency Guided Multi-Agent Framework</a:t>
              </a:r>
            </a:p>
          </p:txBody>
        </p:sp>
      </p:grpSp>
      <p:grpSp>
        <p:nvGrpSpPr>
          <p:cNvPr id="508" name="Verified output background"/>
          <p:cNvGrpSpPr/>
          <p:nvPr/>
        </p:nvGrpSpPr>
        <p:grpSpPr>
          <ns2:xfrm xmlns:ns2="http://schemas.openxmlformats.org/drawingml/2006/main">
            <ns2:off x="12287250" y="66675"/>
            <ns2:ext cx="3505200" cy="7877175"/>
            <ns2:chOff x="12287250" y="66675"/>
            <ns2:chExt cx="3505200" cy="7877175"/>
          </ns2:xfrm>
        </p:grpSpPr>
        <p:sp>
          <p:nvSpPr>
            <p:cNvPr id="9" name="9 blue output panel">
              <a:extLst xmlns:a="http://schemas.openxmlformats.org/drawingml/2006/main">
                <a:ext uri="{FF2B5EF4-FFF2-40B4-BE49-F238E27FC236}">
                  <a16:creationId xmlns:a16="http://schemas.microsoft.com/office/drawing/2014/main" id="{97F01903-CBD5-47C6-BE62-81572D1E4DC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287250" y="66675"/>
              <a:ext cx="3505200" cy="7877175"/>
            </a:xfrm>
            <a:prstGeom xmlns:a="http://schemas.openxmlformats.org/drawingml/2006/main" prst="roundRect">
              <a:avLst>
                <a:gd name="adj" fmla="val 4891"/>
              </a:avLst>
            </a:prstGeom>
            <a:gradFill xmlns:a="http://schemas.openxmlformats.org/drawingml/2006/main">
              <a:gsLst>
                <a:gs pos="0">
                  <a:srgbClr val="DDEAFF"/>
                </a:gs>
                <a:gs pos="100000">
                  <a:srgbClr val="F1F7FF"/>
                </a:gs>
              </a:gsLst>
              <a:lin ang="5400000"/>
            </a:gradFill>
            <a:ln xmlns:a="http://schemas.openxmlformats.org/drawingml/2006/main" w="10478">
              <a:solidFill>
                <a:srgbClr val="276CE6"/>
              </a:solidFill>
            </a:ln>
          </p:spPr>
        </p:sp>
        <p:sp>
          <p:nvSpPr>
            <p:cNvPr id="10" name="10 rect">
              <a:extLst xmlns:a="http://schemas.openxmlformats.org/drawingml/2006/main">
                <a:ext uri="{FF2B5EF4-FFF2-40B4-BE49-F238E27FC236}">
                  <a16:creationId xmlns:a16="http://schemas.microsoft.com/office/drawing/2014/main" id="{3760353C-237C-4531-B9E8-0D9858D0691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306300" y="85725"/>
              <a:ext cx="3467100" cy="571500"/>
            </a:xfrm>
            <a:prstGeom xmlns:a="http://schemas.openxmlformats.org/drawingml/2006/main" prst="roundRect">
              <a:avLst>
                <a:gd name="adj" fmla="val 28333"/>
              </a:avLst>
            </a:prstGeom>
            <a:gradFill xmlns:a="http://schemas.openxmlformats.org/drawingml/2006/main">
              <a:gsLst>
                <a:gs pos="0">
                  <a:srgbClr val="C0D8FC"/>
                </a:gs>
                <a:gs pos="100000">
                  <a:srgbClr val="DAE8FF"/>
                </a:gs>
              </a:gsLst>
              <a:lin ang="5400000"/>
            </a:gradFill>
            <a:ln xmlns:a="http://schemas.openxmlformats.org/drawingml/2006/main" w="0">
              <a:noFill/>
            </a:ln>
          </p:spPr>
        </p:sp>
        <p:sp>
          <p:nvSpPr>
            <p:cNvPr id="11" name="11 rect">
              <a:extLst xmlns:a="http://schemas.openxmlformats.org/drawingml/2006/main">
                <a:ext uri="{FF2B5EF4-FFF2-40B4-BE49-F238E27FC236}">
                  <a16:creationId xmlns:a16="http://schemas.microsoft.com/office/drawing/2014/main" id="{32A131E9-8D23-4BD1-AA82-39CE249A90D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306300" y="638175"/>
              <a:ext cx="3467100" cy="523875"/>
            </a:xfrm>
            <a:prstGeom xmlns:a="http://schemas.openxmlformats.org/drawingml/2006/main" prst="roundRect">
              <a:avLst>
                <a:gd name="adj" fmla="val 21818"/>
              </a:avLst>
            </a:prstGeom>
            <a:solidFill xmlns:a="http://schemas.openxmlformats.org/drawingml/2006/main">
              <a:srgbClr val="EDF5FF"/>
            </a:solidFill>
            <a:ln xmlns:a="http://schemas.openxmlformats.org/drawingml/2006/main" w="0">
              <a:noFill/>
            </a:ln>
          </p:spPr>
        </p:sp>
        <p:sp>
          <p:nvSpPr>
            <p:cNvPr id="12" name="12 rect">
              <a:extLst xmlns:a="http://schemas.openxmlformats.org/drawingml/2006/main">
                <a:ext uri="{FF2B5EF4-FFF2-40B4-BE49-F238E27FC236}">
                  <a16:creationId xmlns:a16="http://schemas.microsoft.com/office/drawing/2014/main" id="{D91076DC-4AE3-4B15-A7CF-AD4C2AE15BD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420600" y="752475"/>
              <a:ext cx="3257550" cy="7077075"/>
            </a:xfrm>
            <a:prstGeom xmlns:a="http://schemas.openxmlformats.org/drawingml/2006/main" prst="roundRect">
              <a:avLst>
                <a:gd name="adj" fmla="val 4678"/>
              </a:avLst>
            </a:prstGeom>
            <a:noFill xmlns:a="http://schemas.openxmlformats.org/drawingml/2006/main"/>
            <a:ln xmlns:a="http://schemas.openxmlformats.org/drawingml/2006/main" w="6668">
              <a:solidFill>
                <a:srgbClr val="B5D3FE"/>
              </a:solidFill>
            </a:ln>
          </p:spPr>
        </p:sp>
        <p:sp>
          <p:nvSpPr>
            <p:cNvPr id="13" name="13 Verified Output">
              <a:extLst xmlns:a="http://schemas.openxmlformats.org/drawingml/2006/main">
                <a:ext uri="{FF2B5EF4-FFF2-40B4-BE49-F238E27FC236}">
                  <a16:creationId xmlns:a16="http://schemas.microsoft.com/office/drawing/2014/main" id="{125E23F5-6620-4E36-8E7B-4DAC9D7983A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477750" y="152400"/>
              <a:ext cx="3124200" cy="42519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2700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700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Verified Output</a:t>
              </a:r>
            </a:p>
          </p:txBody>
        </p:sp>
      </p:grpSp>
      <p:grpSp>
        <p:nvGrpSpPr>
          <p:cNvPr id="509" name="Source repository"/>
          <p:cNvGrpSpPr/>
          <p:nvPr/>
        </p:nvGrpSpPr>
        <p:grpSpPr>
          <ns10:xfrm xmlns:ns10="http://schemas.openxmlformats.org/drawingml/2006/main">
            <ns10:off x="276225" y="752475"/>
            <ns10:ext cx="4210050" cy="2924175"/>
            <ns10:chOff x="276225" y="752475"/>
            <ns10:chExt cx="4210050" cy="2924175"/>
          </ns10:xfrm>
        </p:grpSpPr>
        <p:sp>
          <p:nvSpPr>
            <p:cNvPr id="14" name="14 rect">
              <a:extLst xmlns:a="http://schemas.openxmlformats.org/drawingml/2006/main">
                <a:ext uri="{FF2B5EF4-FFF2-40B4-BE49-F238E27FC236}">
                  <a16:creationId xmlns:a16="http://schemas.microsoft.com/office/drawing/2014/main" id="{13BB2F5A-5D51-4EFC-8A26-0A5CB03146E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76225" y="752475"/>
              <a:ext cx="4210050" cy="2924175"/>
            </a:xfrm>
            <a:prstGeom xmlns:a="http://schemas.openxmlformats.org/drawingml/2006/main" prst="roundRect">
              <a:avLst>
                <a:gd name="adj" fmla="val 4560"/>
              </a:avLst>
            </a:prstGeom>
            <a:gradFill xmlns:a="http://schemas.openxmlformats.org/drawingml/2006/main">
              <a:gsLst>
                <a:gs pos="0">
                  <a:srgbClr val="FFF2E3"/>
                </a:gs>
                <a:gs pos="100000">
                  <a:srgbClr val="FFF8EE"/>
                </a:gs>
              </a:gsLst>
              <a:lin ang="5400000"/>
            </a:gradFill>
            <a:ln xmlns:a="http://schemas.openxmlformats.org/drawingml/2006/main" w="9525">
              <a:solidFill>
                <a:srgbClr val="F19861"/>
              </a:solidFill>
            </a:ln>
          </p:spPr>
        </p:sp>
        <p:grpSp>
          <p:nvGrpSpPr>
            <p:cNvPr id="510" name="icon-database-14"/>
            <p:cNvGrpSpPr/>
            <p:nvPr/>
          </p:nvGrpSpPr>
          <p:grpSpPr>
            <ns3:xfrm xmlns:ns3="http://schemas.openxmlformats.org/drawingml/2006/main">
              <ns3:off x="457200" y="828675"/>
              <ns3:ext cx="285750" cy="342900"/>
              <ns3:chOff x="457200" y="828675"/>
              <ns3:chExt cx="285750" cy="342900"/>
            </ns3:xfrm>
          </p:grpSpPr>
          <p:sp>
            <p:nvSpPr>
              <p:cNvPr id="15" name="15 rect">
                <a:extLst xmlns:a="http://schemas.openxmlformats.org/drawingml/2006/main">
                  <a:ext uri="{FF2B5EF4-FFF2-40B4-BE49-F238E27FC236}">
                    <a16:creationId xmlns:a16="http://schemas.microsoft.com/office/drawing/2014/main" id="{B9673EBB-CC5D-4ADC-AFCF-78B39EEC2C7C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457200" y="885825"/>
                <a:ext cx="285750" cy="247650"/>
              </a:xfrm>
              <a:prstGeom xmlns:a="http://schemas.openxmlformats.org/drawingml/2006/main" prst="rect">
                <a:avLst/>
              </a:prstGeom>
              <a:gradFill xmlns:a="http://schemas.openxmlformats.org/drawingml/2006/main">
                <a:gsLst>
                  <a:gs pos="0">
                    <a:srgbClr val="A4C3DC"/>
                  </a:gs>
                  <a:gs pos="100000">
                    <a:srgbClr val="87ACDF"/>
                  </a:gs>
                </a:gsLst>
                <a:lin ang="5400000"/>
              </a:gradFill>
              <a:ln xmlns:a="http://schemas.openxmlformats.org/drawingml/2006/main" w="20955">
                <a:solidFill>
                  <a:srgbClr val="090D28"/>
                </a:solidFill>
              </a:ln>
            </p:spPr>
          </p:sp>
          <p:sp>
            <p:nvSpPr>
              <p:cNvPr id="16" name="16 ellipse">
                <a:extLst xmlns:a="http://schemas.openxmlformats.org/drawingml/2006/main">
                  <a:ext uri="{FF2B5EF4-FFF2-40B4-BE49-F238E27FC236}">
                    <a16:creationId xmlns:a16="http://schemas.microsoft.com/office/drawing/2014/main" id="{DF8E7DD7-083D-45E1-84F0-DF4DABF20F5F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457200" y="1047750"/>
                <a:ext cx="285750" cy="123825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94B9E8"/>
              </a:solidFill>
              <a:ln xmlns:a="http://schemas.openxmlformats.org/drawingml/2006/main" w="20955">
                <a:solidFill>
                  <a:srgbClr val="090D28"/>
                </a:solidFill>
              </a:ln>
            </p:spPr>
          </p:sp>
          <p:sp>
            <p:nvSpPr>
              <p:cNvPr id="17" name="17 rect">
                <a:extLst xmlns:a="http://schemas.openxmlformats.org/drawingml/2006/main">
                  <a:ext uri="{FF2B5EF4-FFF2-40B4-BE49-F238E27FC236}">
                    <a16:creationId xmlns:a16="http://schemas.microsoft.com/office/drawing/2014/main" id="{DBF9D346-7EE6-4AD9-B178-5D81AAD9FE92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466725" y="971550"/>
                <a:ext cx="266700" cy="133350"/>
              </a:xfrm>
              <a:prstGeom xmlns:a="http://schemas.openxmlformats.org/drawingml/2006/main" prst="rect">
                <a:avLst/>
              </a:prstGeom>
              <a:gradFill xmlns:a="http://schemas.openxmlformats.org/drawingml/2006/main">
                <a:gsLst>
                  <a:gs pos="0">
                    <a:srgbClr val="A4C3DC"/>
                  </a:gs>
                  <a:gs pos="100000">
                    <a:srgbClr val="9DBDE5"/>
                  </a:gs>
                </a:gsLst>
                <a:lin ang="5400000"/>
              </a:gradFill>
              <a:ln xmlns:a="http://schemas.openxmlformats.org/drawingml/2006/main" w="0">
                <a:noFill/>
              </a:ln>
            </p:spPr>
          </p:sp>
          <p:sp>
            <p:nvSpPr>
              <p:cNvPr id="18" name="18 path">
                <a:extLst xmlns:a="http://schemas.openxmlformats.org/drawingml/2006/main">
                  <a:ext uri="{FF2B5EF4-FFF2-40B4-BE49-F238E27FC236}">
                    <a16:creationId xmlns:a16="http://schemas.microsoft.com/office/drawing/2014/main" id="{73B659D6-609A-4A60-8DBE-666E23DAD968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457200" y="990600"/>
                <a:ext cx="285750" cy="42863"/>
              </a:xfrm>
              <a:custGeom xmlns:a="http://schemas.openxmlformats.org/drawingml/2006/main">
                <a:pathLst>
                  <a:path w="285750" h="42863">
                    <a:moveTo>
                      <a:pt x="0" y="0"/>
                    </a:moveTo>
                    <a:lnTo>
                      <a:pt x="6947" y="5524"/>
                    </a:lnTo>
                    <a:lnTo>
                      <a:pt x="14427" y="10668"/>
                    </a:lnTo>
                    <a:lnTo>
                      <a:pt x="22403" y="15431"/>
                    </a:lnTo>
                    <a:lnTo>
                      <a:pt x="30836" y="19812"/>
                    </a:lnTo>
                    <a:lnTo>
                      <a:pt x="39687" y="23813"/>
                    </a:lnTo>
                    <a:lnTo>
                      <a:pt x="48920" y="27432"/>
                    </a:lnTo>
                    <a:lnTo>
                      <a:pt x="58496" y="30670"/>
                    </a:lnTo>
                    <a:lnTo>
                      <a:pt x="68377" y="33528"/>
                    </a:lnTo>
                    <a:lnTo>
                      <a:pt x="78524" y="36005"/>
                    </a:lnTo>
                    <a:lnTo>
                      <a:pt x="88900" y="38100"/>
                    </a:lnTo>
                    <a:lnTo>
                      <a:pt x="99466" y="39814"/>
                    </a:lnTo>
                    <a:lnTo>
                      <a:pt x="110185" y="41148"/>
                    </a:lnTo>
                    <a:lnTo>
                      <a:pt x="121018" y="42101"/>
                    </a:lnTo>
                    <a:lnTo>
                      <a:pt x="131928" y="42672"/>
                    </a:lnTo>
                    <a:lnTo>
                      <a:pt x="142875" y="42863"/>
                    </a:lnTo>
                    <a:lnTo>
                      <a:pt x="153822" y="42672"/>
                    </a:lnTo>
                    <a:lnTo>
                      <a:pt x="164732" y="42101"/>
                    </a:lnTo>
                    <a:lnTo>
                      <a:pt x="175565" y="41148"/>
                    </a:lnTo>
                    <a:lnTo>
                      <a:pt x="186284" y="39815"/>
                    </a:lnTo>
                    <a:lnTo>
                      <a:pt x="196850" y="38100"/>
                    </a:lnTo>
                    <a:lnTo>
                      <a:pt x="207226" y="36005"/>
                    </a:lnTo>
                    <a:lnTo>
                      <a:pt x="217373" y="33528"/>
                    </a:lnTo>
                    <a:lnTo>
                      <a:pt x="227254" y="30670"/>
                    </a:lnTo>
                    <a:lnTo>
                      <a:pt x="236830" y="27432"/>
                    </a:lnTo>
                    <a:lnTo>
                      <a:pt x="246063" y="23813"/>
                    </a:lnTo>
                    <a:lnTo>
                      <a:pt x="254914" y="19812"/>
                    </a:lnTo>
                    <a:lnTo>
                      <a:pt x="263347" y="15431"/>
                    </a:lnTo>
                    <a:lnTo>
                      <a:pt x="271323" y="10668"/>
                    </a:lnTo>
                    <a:lnTo>
                      <a:pt x="278803" y="5524"/>
                    </a:lnTo>
                    <a:lnTo>
                      <a:pt x="28575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9050">
                <a:solidFill>
                  <a:srgbClr val="090D28"/>
                </a:solidFill>
              </a:ln>
            </p:spPr>
          </p:sp>
          <p:sp>
            <p:nvSpPr>
              <p:cNvPr id="19" name="19 path">
                <a:extLst xmlns:a="http://schemas.openxmlformats.org/drawingml/2006/main">
                  <a:ext uri="{FF2B5EF4-FFF2-40B4-BE49-F238E27FC236}">
                    <a16:creationId xmlns:a16="http://schemas.microsoft.com/office/drawing/2014/main" id="{8CB3B511-3960-45FE-A708-98E0FE4CE30D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457200" y="1066800"/>
                <a:ext cx="285750" cy="42863"/>
              </a:xfrm>
              <a:custGeom xmlns:a="http://schemas.openxmlformats.org/drawingml/2006/main">
                <a:pathLst>
                  <a:path w="285750" h="42863">
                    <a:moveTo>
                      <a:pt x="0" y="0"/>
                    </a:moveTo>
                    <a:lnTo>
                      <a:pt x="6947" y="5524"/>
                    </a:lnTo>
                    <a:lnTo>
                      <a:pt x="14427" y="10668"/>
                    </a:lnTo>
                    <a:lnTo>
                      <a:pt x="22403" y="15431"/>
                    </a:lnTo>
                    <a:lnTo>
                      <a:pt x="30836" y="19812"/>
                    </a:lnTo>
                    <a:lnTo>
                      <a:pt x="39687" y="23813"/>
                    </a:lnTo>
                    <a:lnTo>
                      <a:pt x="48920" y="27432"/>
                    </a:lnTo>
                    <a:lnTo>
                      <a:pt x="58496" y="30670"/>
                    </a:lnTo>
                    <a:lnTo>
                      <a:pt x="68377" y="33528"/>
                    </a:lnTo>
                    <a:lnTo>
                      <a:pt x="78524" y="36004"/>
                    </a:lnTo>
                    <a:lnTo>
                      <a:pt x="88900" y="38100"/>
                    </a:lnTo>
                    <a:lnTo>
                      <a:pt x="99466" y="39814"/>
                    </a:lnTo>
                    <a:lnTo>
                      <a:pt x="110185" y="41148"/>
                    </a:lnTo>
                    <a:lnTo>
                      <a:pt x="121018" y="42101"/>
                    </a:lnTo>
                    <a:lnTo>
                      <a:pt x="131928" y="42672"/>
                    </a:lnTo>
                    <a:lnTo>
                      <a:pt x="142875" y="42863"/>
                    </a:lnTo>
                    <a:lnTo>
                      <a:pt x="153822" y="42672"/>
                    </a:lnTo>
                    <a:lnTo>
                      <a:pt x="164732" y="42101"/>
                    </a:lnTo>
                    <a:lnTo>
                      <a:pt x="175565" y="41148"/>
                    </a:lnTo>
                    <a:lnTo>
                      <a:pt x="186284" y="39815"/>
                    </a:lnTo>
                    <a:lnTo>
                      <a:pt x="196850" y="38100"/>
                    </a:lnTo>
                    <a:lnTo>
                      <a:pt x="207226" y="36005"/>
                    </a:lnTo>
                    <a:lnTo>
                      <a:pt x="217373" y="33528"/>
                    </a:lnTo>
                    <a:lnTo>
                      <a:pt x="227254" y="30670"/>
                    </a:lnTo>
                    <a:lnTo>
                      <a:pt x="236830" y="27432"/>
                    </a:lnTo>
                    <a:lnTo>
                      <a:pt x="246063" y="23813"/>
                    </a:lnTo>
                    <a:lnTo>
                      <a:pt x="254914" y="19812"/>
                    </a:lnTo>
                    <a:lnTo>
                      <a:pt x="263347" y="15431"/>
                    </a:lnTo>
                    <a:lnTo>
                      <a:pt x="271323" y="10668"/>
                    </a:lnTo>
                    <a:lnTo>
                      <a:pt x="278803" y="5524"/>
                    </a:lnTo>
                    <a:lnTo>
                      <a:pt x="28575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9050">
                <a:solidFill>
                  <a:srgbClr val="090D28"/>
                </a:solidFill>
              </a:ln>
            </p:spPr>
          </p:sp>
          <p:sp>
            <p:nvSpPr>
              <p:cNvPr id="20" name="20 ellipse">
                <a:extLst xmlns:a="http://schemas.openxmlformats.org/drawingml/2006/main">
                  <a:ext uri="{FF2B5EF4-FFF2-40B4-BE49-F238E27FC236}">
                    <a16:creationId xmlns:a16="http://schemas.microsoft.com/office/drawing/2014/main" id="{418FDB69-45F1-4F8C-8C81-3B11F4918ABE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457200" y="828675"/>
                <a:ext cx="285750" cy="123825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A4C3DC"/>
              </a:solidFill>
              <a:ln xmlns:a="http://schemas.openxmlformats.org/drawingml/2006/main" w="20955">
                <a:solidFill>
                  <a:srgbClr val="090D28"/>
                </a:solidFill>
              </a:ln>
            </p:spPr>
          </p:sp>
        </p:grpSp>
        <p:sp>
          <p:nvSpPr>
            <p:cNvPr id="21" name="21 Source Repository">
              <a:extLst xmlns:a="http://schemas.openxmlformats.org/drawingml/2006/main">
                <a:ext uri="{FF2B5EF4-FFF2-40B4-BE49-F238E27FC236}">
                  <a16:creationId xmlns:a16="http://schemas.microsoft.com/office/drawing/2014/main" id="{937F76B0-F03F-4A5C-A225-1CD2DF34AE4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23925" y="847725"/>
              <a:ext cx="1771650" cy="271653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725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725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Source Repository</a:t>
              </a:r>
            </a:p>
          </p:txBody>
        </p:sp>
        <p:sp>
          <p:nvSpPr>
            <p:cNvPr id="22" name="22 (Training Project)">
              <a:extLst xmlns:a="http://schemas.openxmlformats.org/drawingml/2006/main">
                <a:ext uri="{FF2B5EF4-FFF2-40B4-BE49-F238E27FC236}">
                  <a16:creationId xmlns:a16="http://schemas.microsoft.com/office/drawing/2014/main" id="{4346AEB1-CCFC-4AA3-A53E-0D0343729BD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724150" y="866775"/>
              <a:ext cx="1638300" cy="25275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605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605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(Training Project)</a:t>
              </a:r>
            </a:p>
          </p:txBody>
        </p:sp>
        <p:sp>
          <p:nvSpPr>
            <p:cNvPr id="23" name="23 rect">
              <a:extLst xmlns:a="http://schemas.openxmlformats.org/drawingml/2006/main">
                <a:ext uri="{FF2B5EF4-FFF2-40B4-BE49-F238E27FC236}">
                  <a16:creationId xmlns:a16="http://schemas.microsoft.com/office/drawing/2014/main" id="{CB8151CB-E0E7-4B22-8671-6F95B11504D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61950" y="1247775"/>
              <a:ext cx="4029075" cy="2286000"/>
            </a:xfrm>
            <a:prstGeom xmlns:a="http://schemas.openxmlformats.org/drawingml/2006/main" prst="roundRect">
              <a:avLst>
                <a:gd name="adj" fmla="val 4583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1430">
              <a:solidFill>
                <a:srgbClr val="738FA3"/>
              </a:solidFill>
            </a:ln>
          </p:spPr>
        </p:sp>
        <p:grpSp>
          <p:nvGrpSpPr>
            <p:cNvPr id="511" name="icon-folder-23"/>
            <p:cNvGrpSpPr/>
            <p:nvPr/>
          </p:nvGrpSpPr>
          <p:grpSpPr>
            <ns4:xfrm xmlns:ns4="http://schemas.openxmlformats.org/drawingml/2006/main">
              <ns4:off x="483156" y="1378744"/>
              <ns4:ext cx="186214" cy="136922"/>
              <ns4:chOff x="483156" y="1378744"/>
              <ns4:chExt cx="186214" cy="136922"/>
            </ns4:xfrm>
          </p:grpSpPr>
          <p:sp>
            <p:nvSpPr>
              <p:cNvPr id="24" name="24 path">
                <a:extLst xmlns:a="http://schemas.openxmlformats.org/drawingml/2006/main">
                  <a:ext uri="{FF2B5EF4-FFF2-40B4-BE49-F238E27FC236}">
                    <a16:creationId xmlns:a16="http://schemas.microsoft.com/office/drawing/2014/main" id="{232B83DC-05AA-4184-BA86-6094C932DF27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483156" y="1378744"/>
                <a:ext cx="186214" cy="136922"/>
              </a:xfrm>
              <a:custGeom xmlns:a="http://schemas.openxmlformats.org/drawingml/2006/main">
                <a:pathLst>
                  <a:path w="186214" h="136922">
                    <a:moveTo>
                      <a:pt x="0" y="0"/>
                    </a:moveTo>
                    <a:lnTo>
                      <a:pt x="65722" y="0"/>
                    </a:lnTo>
                    <a:lnTo>
                      <a:pt x="82153" y="21908"/>
                    </a:lnTo>
                    <a:lnTo>
                      <a:pt x="186214" y="21908"/>
                    </a:lnTo>
                    <a:lnTo>
                      <a:pt x="186214" y="136922"/>
                    </a:lnTo>
                    <a:lnTo>
                      <a:pt x="0" y="136922"/>
                    </a:lnTo>
                    <a:close/>
                  </a:path>
                </a:pathLst>
              </a:custGeom>
              <a:solidFill xmlns:a="http://schemas.openxmlformats.org/drawingml/2006/main">
                <a:srgbClr val="D2ECFF"/>
              </a:solidFill>
              <a:ln xmlns:a="http://schemas.openxmlformats.org/drawingml/2006/main" w="10954">
                <a:solidFill>
                  <a:srgbClr val="003496"/>
                </a:solidFill>
              </a:ln>
            </p:spPr>
          </p:sp>
          <p:sp>
            <p:nvSpPr>
              <p:cNvPr id="25" name="25 path">
                <a:extLst xmlns:a="http://schemas.openxmlformats.org/drawingml/2006/main">
                  <a:ext uri="{FF2B5EF4-FFF2-40B4-BE49-F238E27FC236}">
                    <a16:creationId xmlns:a16="http://schemas.microsoft.com/office/drawing/2014/main" id="{C739228A-0A6E-4BCA-928C-179B60D301AA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488633" y="1417082"/>
                <a:ext cx="175260" cy="98584"/>
              </a:xfrm>
              <a:custGeom xmlns:a="http://schemas.openxmlformats.org/drawingml/2006/main">
                <a:pathLst>
                  <a:path w="175260" h="98584">
                    <a:moveTo>
                      <a:pt x="0" y="0"/>
                    </a:moveTo>
                    <a:lnTo>
                      <a:pt x="175260" y="0"/>
                    </a:lnTo>
                    <a:lnTo>
                      <a:pt x="175260" y="98584"/>
                    </a:lnTo>
                    <a:lnTo>
                      <a:pt x="0" y="98584"/>
                    </a:lnTo>
                    <a:close/>
                  </a:path>
                </a:pathLst>
              </a:custGeom>
              <a:solidFill xmlns:a="http://schemas.openxmlformats.org/drawingml/2006/main">
                <a:srgbClr val="F7FCFF"/>
              </a:solidFill>
              <a:ln xmlns:a="http://schemas.openxmlformats.org/drawingml/2006/main" w="7120">
                <a:solidFill>
                  <a:srgbClr val="003496"/>
                </a:solidFill>
              </a:ln>
            </p:spPr>
          </p:sp>
        </p:grpSp>
        <p:sp>
          <p:nvSpPr>
            <p:cNvPr id="26" name="26 my_project/">
              <a:extLst xmlns:a="http://schemas.openxmlformats.org/drawingml/2006/main">
                <a:ext uri="{FF2B5EF4-FFF2-40B4-BE49-F238E27FC236}">
                  <a16:creationId xmlns:a16="http://schemas.microsoft.com/office/drawing/2014/main" id="{F6E38E3B-E6D9-48BA-A1D8-96F1B94CF17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90575" y="1304925"/>
              <a:ext cx="1343025" cy="24803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7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my_project/</a:t>
              </a:r>
            </a:p>
          </p:txBody>
        </p:sp>
        <p:sp>
          <p:nvSpPr>
            <p:cNvPr id="27" name="27 path">
              <a:extLst xmlns:a="http://schemas.openxmlformats.org/drawingml/2006/main">
                <a:ext uri="{FF2B5EF4-FFF2-40B4-BE49-F238E27FC236}">
                  <a16:creationId xmlns:a16="http://schemas.microsoft.com/office/drawing/2014/main" id="{9C02F50F-7726-4C1F-8020-7B890F1EA71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52450" y="1562100"/>
              <a:ext cx="95" cy="1724025"/>
            </a:xfrm>
            <a:custGeom xmlns:a="http://schemas.openxmlformats.org/drawingml/2006/main">
              <a:pathLst>
                <a:path w="95" h="1724025">
                  <a:moveTo>
                    <a:pt x="0" y="0"/>
                  </a:moveTo>
                  <a:lnTo>
                    <a:pt x="0" y="1724025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656F7B"/>
              </a:solidFill>
            </a:ln>
          </p:spPr>
        </p:sp>
        <p:sp>
          <p:nvSpPr>
            <p:cNvPr id="28" name="28 rect">
              <a:extLst xmlns:a="http://schemas.openxmlformats.org/drawingml/2006/main">
                <a:ext uri="{FF2B5EF4-FFF2-40B4-BE49-F238E27FC236}">
                  <a16:creationId xmlns:a16="http://schemas.microsoft.com/office/drawing/2014/main" id="{E78B294E-6805-41E3-83AA-47C536DCE9D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09650" y="1628775"/>
              <a:ext cx="1095375" cy="295275"/>
            </a:xfrm>
            <a:prstGeom xmlns:a="http://schemas.openxmlformats.org/drawingml/2006/main" prst="roundRect">
              <a:avLst>
                <a:gd name="adj" fmla="val 19355"/>
              </a:avLst>
            </a:prstGeom>
            <a:solidFill xmlns:a="http://schemas.openxmlformats.org/drawingml/2006/main">
              <a:srgbClr val="F2F5F8"/>
            </a:solidFill>
            <a:ln xmlns:a="http://schemas.openxmlformats.org/drawingml/2006/main" w="0">
              <a:noFill/>
            </a:ln>
          </p:spPr>
        </p:sp>
        <p:sp>
          <p:nvSpPr>
            <p:cNvPr id="29" name="29 path">
              <a:extLst xmlns:a="http://schemas.openxmlformats.org/drawingml/2006/main">
                <a:ext uri="{FF2B5EF4-FFF2-40B4-BE49-F238E27FC236}">
                  <a16:creationId xmlns:a16="http://schemas.microsoft.com/office/drawing/2014/main" id="{F92D2216-A7E8-42FD-A6F4-3A057A3B10B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52450" y="1771650"/>
              <a:ext cx="123825" cy="95"/>
            </a:xfrm>
            <a:custGeom xmlns:a="http://schemas.openxmlformats.org/drawingml/2006/main">
              <a:pathLst>
                <a:path w="123825" h="95">
                  <a:moveTo>
                    <a:pt x="0" y="0"/>
                  </a:moveTo>
                  <a:lnTo>
                    <a:pt x="12382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656F7B"/>
              </a:solidFill>
            </a:ln>
          </p:spPr>
        </p:sp>
        <p:grpSp>
          <p:nvGrpSpPr>
            <p:cNvPr id="512" name="icon-python-29"/>
            <p:cNvGrpSpPr/>
            <p:nvPr/>
          </p:nvGrpSpPr>
          <p:grpSpPr>
            <ns5:xfrm xmlns:ns5="http://schemas.openxmlformats.org/drawingml/2006/main">
              <ns5:off x="773430" y="1667113"/>
              <ns5:ext cx="200025" cy="218599"/>
              <ns5:chOff x="773430" y="1667113"/>
              <ns5:chExt cx="200025" cy="218599"/>
            </ns5:xfrm>
          </p:grpSpPr>
          <p:sp>
            <p:nvSpPr>
              <p:cNvPr id="30" name="30 path">
                <a:extLst xmlns:a="http://schemas.openxmlformats.org/drawingml/2006/main">
                  <a:ext uri="{FF2B5EF4-FFF2-40B4-BE49-F238E27FC236}">
                    <a16:creationId xmlns:a16="http://schemas.microsoft.com/office/drawing/2014/main" id="{74A1B6B2-8DA8-477E-9BA5-9CED58B5D9F9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773430" y="1686401"/>
                <a:ext cx="114300" cy="173593"/>
              </a:xfrm>
              <a:custGeom xmlns:a="http://schemas.openxmlformats.org/drawingml/2006/main">
                <a:pathLst>
                  <a:path w="114300" h="173593">
                    <a:moveTo>
                      <a:pt x="17145" y="0"/>
                    </a:moveTo>
                    <a:lnTo>
                      <a:pt x="114300" y="0"/>
                    </a:lnTo>
                    <a:lnTo>
                      <a:pt x="114300" y="109299"/>
                    </a:lnTo>
                    <a:lnTo>
                      <a:pt x="62865" y="109299"/>
                    </a:lnTo>
                    <a:lnTo>
                      <a:pt x="62865" y="173593"/>
                    </a:lnTo>
                    <a:lnTo>
                      <a:pt x="0" y="173593"/>
                    </a:lnTo>
                    <a:lnTo>
                      <a:pt x="0" y="57864"/>
                    </a:lnTo>
                    <a:lnTo>
                      <a:pt x="17145" y="57864"/>
                    </a:lnTo>
                    <a:close/>
                  </a:path>
                </a:pathLst>
              </a:custGeom>
              <a:solidFill xmlns:a="http://schemas.openxmlformats.org/drawingml/2006/main">
                <a:srgbClr val="4AAAE6"/>
              </a:solidFill>
              <a:ln xmlns:a="http://schemas.openxmlformats.org/drawingml/2006/main" w="10287">
                <a:solidFill>
                  <a:srgbClr val="003496"/>
                </a:solidFill>
              </a:ln>
            </p:spPr>
          </p:sp>
          <p:sp>
            <p:nvSpPr>
              <p:cNvPr id="31" name="31 path">
                <a:extLst xmlns:a="http://schemas.openxmlformats.org/drawingml/2006/main">
                  <a:ext uri="{FF2B5EF4-FFF2-40B4-BE49-F238E27FC236}">
                    <a16:creationId xmlns:a16="http://schemas.microsoft.com/office/drawing/2014/main" id="{FAD88B67-C4CD-436F-8D77-9A98A07E894E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847725" y="1667113"/>
                <a:ext cx="125730" cy="218599"/>
              </a:xfrm>
              <a:custGeom xmlns:a="http://schemas.openxmlformats.org/drawingml/2006/main">
                <a:pathLst>
                  <a:path w="125730" h="218599">
                    <a:moveTo>
                      <a:pt x="22860" y="64294"/>
                    </a:moveTo>
                    <a:lnTo>
                      <a:pt x="85725" y="64294"/>
                    </a:lnTo>
                    <a:lnTo>
                      <a:pt x="85725" y="0"/>
                    </a:lnTo>
                    <a:lnTo>
                      <a:pt x="125730" y="0"/>
                    </a:lnTo>
                    <a:lnTo>
                      <a:pt x="125730" y="141446"/>
                    </a:lnTo>
                    <a:lnTo>
                      <a:pt x="85725" y="141446"/>
                    </a:lnTo>
                    <a:lnTo>
                      <a:pt x="85725" y="218599"/>
                    </a:lnTo>
                    <a:lnTo>
                      <a:pt x="0" y="218599"/>
                    </a:lnTo>
                    <a:lnTo>
                      <a:pt x="0" y="122158"/>
                    </a:lnTo>
                    <a:lnTo>
                      <a:pt x="22860" y="122158"/>
                    </a:lnTo>
                    <a:close/>
                  </a:path>
                </a:pathLst>
              </a:custGeom>
              <a:solidFill xmlns:a="http://schemas.openxmlformats.org/drawingml/2006/main">
                <a:srgbClr val="FFD936"/>
              </a:solidFill>
              <a:ln xmlns:a="http://schemas.openxmlformats.org/drawingml/2006/main" w="9144">
                <a:solidFill>
                  <a:srgbClr val="003496"/>
                </a:solidFill>
              </a:ln>
            </p:spPr>
          </p:sp>
          <p:sp>
            <p:nvSpPr>
              <p:cNvPr id="32" name="32 ellipse">
                <a:extLst xmlns:a="http://schemas.openxmlformats.org/drawingml/2006/main">
                  <a:ext uri="{FF2B5EF4-FFF2-40B4-BE49-F238E27FC236}">
                    <a16:creationId xmlns:a16="http://schemas.microsoft.com/office/drawing/2014/main" id="{2D6EF448-AA03-493F-8461-A57F58FF7B6F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813435" y="1712119"/>
                <a:ext cx="11430" cy="12859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33" name="33 ellipse">
                <a:extLst xmlns:a="http://schemas.openxmlformats.org/drawingml/2006/main">
                  <a:ext uri="{FF2B5EF4-FFF2-40B4-BE49-F238E27FC236}">
                    <a16:creationId xmlns:a16="http://schemas.microsoft.com/office/drawing/2014/main" id="{B4EDD5D4-CF35-4A75-9866-60B2772DC628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22020" y="1827848"/>
                <a:ext cx="11430" cy="12859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0">
                <a:noFill/>
              </a:ln>
            </p:spPr>
          </p:sp>
        </p:grpSp>
        <p:sp>
          <p:nvSpPr>
            <p:cNvPr id="34" name="34 train.py">
              <a:extLst xmlns:a="http://schemas.openxmlformats.org/drawingml/2006/main">
                <a:ext uri="{FF2B5EF4-FFF2-40B4-BE49-F238E27FC236}">
                  <a16:creationId xmlns:a16="http://schemas.microsoft.com/office/drawing/2014/main" id="{8A703783-626D-43FD-B589-932832ECBE1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52525" y="1638300"/>
              <a:ext cx="962025" cy="23622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train.py</a:t>
              </a:r>
            </a:p>
          </p:txBody>
        </p:sp>
        <p:sp>
          <p:nvSpPr>
            <p:cNvPr id="35" name="35 rect">
              <a:extLst xmlns:a="http://schemas.openxmlformats.org/drawingml/2006/main">
                <a:ext uri="{FF2B5EF4-FFF2-40B4-BE49-F238E27FC236}">
                  <a16:creationId xmlns:a16="http://schemas.microsoft.com/office/drawing/2014/main" id="{A9FA4B01-7268-49E8-8CC8-A2F95FF2191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09650" y="1962150"/>
              <a:ext cx="1095375" cy="295275"/>
            </a:xfrm>
            <a:prstGeom xmlns:a="http://schemas.openxmlformats.org/drawingml/2006/main" prst="roundRect">
              <a:avLst>
                <a:gd name="adj" fmla="val 19355"/>
              </a:avLst>
            </a:prstGeom>
            <a:solidFill xmlns:a="http://schemas.openxmlformats.org/drawingml/2006/main">
              <a:srgbClr val="F2F5F8"/>
            </a:solidFill>
            <a:ln xmlns:a="http://schemas.openxmlformats.org/drawingml/2006/main" w="0">
              <a:noFill/>
            </a:ln>
          </p:spPr>
        </p:sp>
        <p:sp>
          <p:nvSpPr>
            <p:cNvPr id="36" name="36 path">
              <a:extLst xmlns:a="http://schemas.openxmlformats.org/drawingml/2006/main">
                <a:ext uri="{FF2B5EF4-FFF2-40B4-BE49-F238E27FC236}">
                  <a16:creationId xmlns:a16="http://schemas.microsoft.com/office/drawing/2014/main" id="{3A74BE67-9AB3-4275-8178-53F77D3A5C6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52450" y="2105025"/>
              <a:ext cx="123825" cy="95"/>
            </a:xfrm>
            <a:custGeom xmlns:a="http://schemas.openxmlformats.org/drawingml/2006/main">
              <a:pathLst>
                <a:path w="123825" h="95">
                  <a:moveTo>
                    <a:pt x="0" y="0"/>
                  </a:moveTo>
                  <a:lnTo>
                    <a:pt x="12382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656F7B"/>
              </a:solidFill>
            </a:ln>
          </p:spPr>
        </p:sp>
        <p:grpSp>
          <p:nvGrpSpPr>
            <p:cNvPr id="513" name="icon-document-36"/>
            <p:cNvGrpSpPr/>
            <p:nvPr/>
          </p:nvGrpSpPr>
          <p:grpSpPr>
            <ns6:xfrm xmlns:ns6="http://schemas.openxmlformats.org/drawingml/2006/main">
              <ns6:off x="807720" y="1994059"/>
              <ns6:ext cx="148590" cy="231458"/>
              <ns6:chOff x="807720" y="1994059"/>
              <ns6:chExt cx="148590" cy="231458"/>
            </ns6:xfrm>
          </p:grpSpPr>
          <p:sp>
            <p:nvSpPr>
              <p:cNvPr id="37" name="37 path">
                <a:extLst xmlns:a="http://schemas.openxmlformats.org/drawingml/2006/main">
                  <a:ext uri="{FF2B5EF4-FFF2-40B4-BE49-F238E27FC236}">
                    <a16:creationId xmlns:a16="http://schemas.microsoft.com/office/drawing/2014/main" id="{D7607C3A-00B6-47B5-99D2-E0EECEB3E15D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807720" y="1994059"/>
                <a:ext cx="148590" cy="231458"/>
              </a:xfrm>
              <a:custGeom xmlns:a="http://schemas.openxmlformats.org/drawingml/2006/main">
                <a:pathLst>
                  <a:path w="148590" h="231458">
                    <a:moveTo>
                      <a:pt x="0" y="0"/>
                    </a:moveTo>
                    <a:lnTo>
                      <a:pt x="97155" y="0"/>
                    </a:lnTo>
                    <a:lnTo>
                      <a:pt x="148590" y="57864"/>
                    </a:lnTo>
                    <a:lnTo>
                      <a:pt x="148590" y="231458"/>
                    </a:lnTo>
                    <a:lnTo>
                      <a:pt x="0" y="231458"/>
                    </a:lnTo>
                    <a:close/>
                  </a:path>
                </a:pathLst>
              </a:custGeom>
              <a:solidFill xmlns:a="http://schemas.openxmlformats.org/drawingml/2006/main">
                <a:srgbClr val="F9FCFF"/>
              </a:solidFill>
              <a:ln xmlns:a="http://schemas.openxmlformats.org/drawingml/2006/main" w="11430">
                <a:solidFill>
                  <a:srgbClr val="003496"/>
                </a:solidFill>
              </a:ln>
            </p:spPr>
          </p:sp>
          <p:sp>
            <p:nvSpPr>
              <p:cNvPr id="38" name="38 path">
                <a:extLst xmlns:a="http://schemas.openxmlformats.org/drawingml/2006/main">
                  <a:ext uri="{FF2B5EF4-FFF2-40B4-BE49-F238E27FC236}">
                    <a16:creationId xmlns:a16="http://schemas.microsoft.com/office/drawing/2014/main" id="{FAC82714-1595-4B8D-BF79-6732085836A9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04875" y="1994059"/>
                <a:ext cx="51435" cy="64294"/>
              </a:xfrm>
              <a:custGeom xmlns:a="http://schemas.openxmlformats.org/drawingml/2006/main">
                <a:pathLst>
                  <a:path w="51435" h="64294">
                    <a:moveTo>
                      <a:pt x="0" y="0"/>
                    </a:moveTo>
                    <a:lnTo>
                      <a:pt x="0" y="64294"/>
                    </a:lnTo>
                    <a:lnTo>
                      <a:pt x="51435" y="64294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8573">
                <a:solidFill>
                  <a:srgbClr val="003496"/>
                </a:solidFill>
              </a:ln>
            </p:spPr>
          </p:sp>
          <p:sp>
            <p:nvSpPr>
              <p:cNvPr id="39" name="39 path">
                <a:extLst xmlns:a="http://schemas.openxmlformats.org/drawingml/2006/main">
                  <a:ext uri="{FF2B5EF4-FFF2-40B4-BE49-F238E27FC236}">
                    <a16:creationId xmlns:a16="http://schemas.microsoft.com/office/drawing/2014/main" id="{DC472A38-D146-46CE-B2D3-143DBFD2AC71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836295" y="2096929"/>
                <a:ext cx="80010" cy="95"/>
              </a:xfrm>
              <a:custGeom xmlns:a="http://schemas.openxmlformats.org/drawingml/2006/main"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8573">
                <a:solidFill>
                  <a:srgbClr val="003496"/>
                </a:solidFill>
              </a:ln>
            </p:spPr>
          </p:sp>
          <p:sp>
            <p:nvSpPr>
              <p:cNvPr id="40" name="40 path">
                <a:extLst xmlns:a="http://schemas.openxmlformats.org/drawingml/2006/main">
                  <a:ext uri="{FF2B5EF4-FFF2-40B4-BE49-F238E27FC236}">
                    <a16:creationId xmlns:a16="http://schemas.microsoft.com/office/drawing/2014/main" id="{E3E509B6-3C5B-484C-9F3B-C057E22EE322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836295" y="2129076"/>
                <a:ext cx="80010" cy="95"/>
              </a:xfrm>
              <a:custGeom xmlns:a="http://schemas.openxmlformats.org/drawingml/2006/main"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8573">
                <a:solidFill>
                  <a:srgbClr val="003496"/>
                </a:solidFill>
              </a:ln>
            </p:spPr>
          </p:sp>
          <p:sp>
            <p:nvSpPr>
              <p:cNvPr id="41" name="41 path">
                <a:extLst xmlns:a="http://schemas.openxmlformats.org/drawingml/2006/main">
                  <a:ext uri="{FF2B5EF4-FFF2-40B4-BE49-F238E27FC236}">
                    <a16:creationId xmlns:a16="http://schemas.microsoft.com/office/drawing/2014/main" id="{8896FEE3-8280-411A-8443-07C5FB4F5521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836295" y="2161223"/>
                <a:ext cx="80010" cy="95"/>
              </a:xfrm>
              <a:custGeom xmlns:a="http://schemas.openxmlformats.org/drawingml/2006/main"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8573">
                <a:solidFill>
                  <a:srgbClr val="003496"/>
                </a:solidFill>
              </a:ln>
            </p:spPr>
          </p:sp>
          <p:sp>
            <p:nvSpPr>
              <p:cNvPr id="42" name="42 path">
                <a:extLst xmlns:a="http://schemas.openxmlformats.org/drawingml/2006/main">
                  <a:ext uri="{FF2B5EF4-FFF2-40B4-BE49-F238E27FC236}">
                    <a16:creationId xmlns:a16="http://schemas.microsoft.com/office/drawing/2014/main" id="{03C091C8-C269-4190-A054-CC23F099E108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836295" y="2193369"/>
                <a:ext cx="80010" cy="95"/>
              </a:xfrm>
              <a:custGeom xmlns:a="http://schemas.openxmlformats.org/drawingml/2006/main"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8573">
                <a:solidFill>
                  <a:srgbClr val="003496"/>
                </a:solidFill>
              </a:ln>
            </p:spPr>
          </p:sp>
        </p:grpSp>
        <p:sp>
          <p:nvSpPr>
            <p:cNvPr id="43" name="43 model.py">
              <a:extLst xmlns:a="http://schemas.openxmlformats.org/drawingml/2006/main">
                <a:ext uri="{FF2B5EF4-FFF2-40B4-BE49-F238E27FC236}">
                  <a16:creationId xmlns:a16="http://schemas.microsoft.com/office/drawing/2014/main" id="{00AC5367-781C-4B51-90E1-5D7291CE80F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52525" y="1971675"/>
              <a:ext cx="962025" cy="23622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model.py</a:t>
              </a:r>
            </a:p>
          </p:txBody>
        </p:sp>
        <p:sp>
          <p:nvSpPr>
            <p:cNvPr id="44" name="44 rect">
              <a:extLst xmlns:a="http://schemas.openxmlformats.org/drawingml/2006/main">
                <a:ext uri="{FF2B5EF4-FFF2-40B4-BE49-F238E27FC236}">
                  <a16:creationId xmlns:a16="http://schemas.microsoft.com/office/drawing/2014/main" id="{61026244-676E-4271-A9CA-EF5D8573826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09650" y="2295525"/>
              <a:ext cx="1095375" cy="295275"/>
            </a:xfrm>
            <a:prstGeom xmlns:a="http://schemas.openxmlformats.org/drawingml/2006/main" prst="roundRect">
              <a:avLst>
                <a:gd name="adj" fmla="val 19355"/>
              </a:avLst>
            </a:prstGeom>
            <a:solidFill xmlns:a="http://schemas.openxmlformats.org/drawingml/2006/main">
              <a:srgbClr val="F2F5F8"/>
            </a:solidFill>
            <a:ln xmlns:a="http://schemas.openxmlformats.org/drawingml/2006/main" w="0">
              <a:noFill/>
            </a:ln>
          </p:spPr>
        </p:sp>
        <p:sp>
          <p:nvSpPr>
            <p:cNvPr id="45" name="45 path">
              <a:extLst xmlns:a="http://schemas.openxmlformats.org/drawingml/2006/main">
                <a:ext uri="{FF2B5EF4-FFF2-40B4-BE49-F238E27FC236}">
                  <a16:creationId xmlns:a16="http://schemas.microsoft.com/office/drawing/2014/main" id="{EF7DD43E-6771-4AFE-B0BB-66229E815A0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52450" y="2438400"/>
              <a:ext cx="123825" cy="95"/>
            </a:xfrm>
            <a:custGeom xmlns:a="http://schemas.openxmlformats.org/drawingml/2006/main">
              <a:pathLst>
                <a:path w="123825" h="95">
                  <a:moveTo>
                    <a:pt x="0" y="0"/>
                  </a:moveTo>
                  <a:lnTo>
                    <a:pt x="12382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656F7B"/>
              </a:solidFill>
            </a:ln>
          </p:spPr>
        </p:sp>
        <p:grpSp>
          <p:nvGrpSpPr>
            <p:cNvPr id="514" name="icon-document-45"/>
            <p:cNvGrpSpPr/>
            <p:nvPr/>
          </p:nvGrpSpPr>
          <p:grpSpPr>
            <ns7:xfrm xmlns:ns7="http://schemas.openxmlformats.org/drawingml/2006/main">
              <ns7:off x="807720" y="2327434"/>
              <ns7:ext cx="148590" cy="231457"/>
              <ns7:chOff x="807720" y="2327434"/>
              <ns7:chExt cx="148590" cy="231457"/>
            </ns7:xfrm>
          </p:grpSpPr>
          <p:sp>
            <p:nvSpPr>
              <p:cNvPr id="46" name="46 path">
                <a:extLst xmlns:a="http://schemas.openxmlformats.org/drawingml/2006/main">
                  <a:ext uri="{FF2B5EF4-FFF2-40B4-BE49-F238E27FC236}">
                    <a16:creationId xmlns:a16="http://schemas.microsoft.com/office/drawing/2014/main" id="{18E49490-5D4B-4B7B-B541-91DB991D0F07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807720" y="2327434"/>
                <a:ext cx="148590" cy="231457"/>
              </a:xfrm>
              <a:custGeom xmlns:a="http://schemas.openxmlformats.org/drawingml/2006/main">
                <a:pathLst>
                  <a:path w="148590" h="231457">
                    <a:moveTo>
                      <a:pt x="0" y="0"/>
                    </a:moveTo>
                    <a:lnTo>
                      <a:pt x="97155" y="0"/>
                    </a:lnTo>
                    <a:lnTo>
                      <a:pt x="148590" y="57864"/>
                    </a:lnTo>
                    <a:lnTo>
                      <a:pt x="148590" y="231457"/>
                    </a:lnTo>
                    <a:lnTo>
                      <a:pt x="0" y="231457"/>
                    </a:lnTo>
                    <a:close/>
                  </a:path>
                </a:pathLst>
              </a:custGeom>
              <a:solidFill xmlns:a="http://schemas.openxmlformats.org/drawingml/2006/main">
                <a:srgbClr val="F9FCFF"/>
              </a:solidFill>
              <a:ln xmlns:a="http://schemas.openxmlformats.org/drawingml/2006/main" w="11430">
                <a:solidFill>
                  <a:srgbClr val="003496"/>
                </a:solidFill>
              </a:ln>
            </p:spPr>
          </p:sp>
          <p:sp>
            <p:nvSpPr>
              <p:cNvPr id="47" name="47 path">
                <a:extLst xmlns:a="http://schemas.openxmlformats.org/drawingml/2006/main">
                  <a:ext uri="{FF2B5EF4-FFF2-40B4-BE49-F238E27FC236}">
                    <a16:creationId xmlns:a16="http://schemas.microsoft.com/office/drawing/2014/main" id="{64AC9063-67FD-4138-8718-AFB28DD16A4C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04875" y="2327434"/>
                <a:ext cx="51435" cy="64294"/>
              </a:xfrm>
              <a:custGeom xmlns:a="http://schemas.openxmlformats.org/drawingml/2006/main">
                <a:pathLst>
                  <a:path w="51435" h="64294">
                    <a:moveTo>
                      <a:pt x="0" y="0"/>
                    </a:moveTo>
                    <a:lnTo>
                      <a:pt x="0" y="64294"/>
                    </a:lnTo>
                    <a:lnTo>
                      <a:pt x="51435" y="64294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8573">
                <a:solidFill>
                  <a:srgbClr val="003496"/>
                </a:solidFill>
              </a:ln>
            </p:spPr>
          </p:sp>
          <p:sp>
            <p:nvSpPr>
              <p:cNvPr id="48" name="48 path">
                <a:extLst xmlns:a="http://schemas.openxmlformats.org/drawingml/2006/main">
                  <a:ext uri="{FF2B5EF4-FFF2-40B4-BE49-F238E27FC236}">
                    <a16:creationId xmlns:a16="http://schemas.microsoft.com/office/drawing/2014/main" id="{1352F368-2D31-42D3-AEA2-AC4D4919E438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836295" y="2430304"/>
                <a:ext cx="80010" cy="95"/>
              </a:xfrm>
              <a:custGeom xmlns:a="http://schemas.openxmlformats.org/drawingml/2006/main"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8573">
                <a:solidFill>
                  <a:srgbClr val="003496"/>
                </a:solidFill>
              </a:ln>
            </p:spPr>
          </p:sp>
          <p:sp>
            <p:nvSpPr>
              <p:cNvPr id="49" name="49 path">
                <a:extLst xmlns:a="http://schemas.openxmlformats.org/drawingml/2006/main">
                  <a:ext uri="{FF2B5EF4-FFF2-40B4-BE49-F238E27FC236}">
                    <a16:creationId xmlns:a16="http://schemas.microsoft.com/office/drawing/2014/main" id="{978FE25B-8F2E-40D1-9482-EC6818247676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836295" y="2462451"/>
                <a:ext cx="80010" cy="95"/>
              </a:xfrm>
              <a:custGeom xmlns:a="http://schemas.openxmlformats.org/drawingml/2006/main"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8573">
                <a:solidFill>
                  <a:srgbClr val="003496"/>
                </a:solidFill>
              </a:ln>
            </p:spPr>
          </p:sp>
          <p:sp>
            <p:nvSpPr>
              <p:cNvPr id="50" name="50 path">
                <a:extLst xmlns:a="http://schemas.openxmlformats.org/drawingml/2006/main">
                  <a:ext uri="{FF2B5EF4-FFF2-40B4-BE49-F238E27FC236}">
                    <a16:creationId xmlns:a16="http://schemas.microsoft.com/office/drawing/2014/main" id="{A0EDFB19-50DD-4893-99AE-C9A8D8B44457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836295" y="2494598"/>
                <a:ext cx="80010" cy="95"/>
              </a:xfrm>
              <a:custGeom xmlns:a="http://schemas.openxmlformats.org/drawingml/2006/main"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8573">
                <a:solidFill>
                  <a:srgbClr val="003496"/>
                </a:solidFill>
              </a:ln>
            </p:spPr>
          </p:sp>
          <p:sp>
            <p:nvSpPr>
              <p:cNvPr id="51" name="51 path">
                <a:extLst xmlns:a="http://schemas.openxmlformats.org/drawingml/2006/main">
                  <a:ext uri="{FF2B5EF4-FFF2-40B4-BE49-F238E27FC236}">
                    <a16:creationId xmlns:a16="http://schemas.microsoft.com/office/drawing/2014/main" id="{756210BD-0F39-411F-996B-F771C77019D0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836295" y="2526744"/>
                <a:ext cx="80010" cy="95"/>
              </a:xfrm>
              <a:custGeom xmlns:a="http://schemas.openxmlformats.org/drawingml/2006/main"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8573">
                <a:solidFill>
                  <a:srgbClr val="003496"/>
                </a:solidFill>
              </a:ln>
            </p:spPr>
          </p:sp>
        </p:grpSp>
        <p:sp>
          <p:nvSpPr>
            <p:cNvPr id="52" name="52 data.py">
              <a:extLst xmlns:a="http://schemas.openxmlformats.org/drawingml/2006/main">
                <a:ext uri="{FF2B5EF4-FFF2-40B4-BE49-F238E27FC236}">
                  <a16:creationId xmlns:a16="http://schemas.microsoft.com/office/drawing/2014/main" id="{8300250C-1541-4131-ABE2-22B1237815D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52525" y="2305050"/>
              <a:ext cx="962025" cy="23622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data.py</a:t>
              </a:r>
            </a:p>
          </p:txBody>
        </p:sp>
        <p:sp>
          <p:nvSpPr>
            <p:cNvPr id="53" name="53 rect">
              <a:extLst xmlns:a="http://schemas.openxmlformats.org/drawingml/2006/main">
                <a:ext uri="{FF2B5EF4-FFF2-40B4-BE49-F238E27FC236}">
                  <a16:creationId xmlns:a16="http://schemas.microsoft.com/office/drawing/2014/main" id="{F3B1B5B9-E689-47AE-96DA-BDDEF21A9B4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09650" y="2628900"/>
              <a:ext cx="1095375" cy="295275"/>
            </a:xfrm>
            <a:prstGeom xmlns:a="http://schemas.openxmlformats.org/drawingml/2006/main" prst="roundRect">
              <a:avLst>
                <a:gd name="adj" fmla="val 19355"/>
              </a:avLst>
            </a:prstGeom>
            <a:solidFill xmlns:a="http://schemas.openxmlformats.org/drawingml/2006/main">
              <a:srgbClr val="F2F5F8"/>
            </a:solidFill>
            <a:ln xmlns:a="http://schemas.openxmlformats.org/drawingml/2006/main" w="0">
              <a:noFill/>
            </a:ln>
          </p:spPr>
        </p:sp>
        <p:sp>
          <p:nvSpPr>
            <p:cNvPr id="54" name="54 path">
              <a:extLst xmlns:a="http://schemas.openxmlformats.org/drawingml/2006/main">
                <a:ext uri="{FF2B5EF4-FFF2-40B4-BE49-F238E27FC236}">
                  <a16:creationId xmlns:a16="http://schemas.microsoft.com/office/drawing/2014/main" id="{2CE7A821-B44C-4FAB-BAB7-E4018E8687E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52450" y="2771775"/>
              <a:ext cx="123825" cy="95"/>
            </a:xfrm>
            <a:custGeom xmlns:a="http://schemas.openxmlformats.org/drawingml/2006/main">
              <a:pathLst>
                <a:path w="123825" h="95">
                  <a:moveTo>
                    <a:pt x="0" y="0"/>
                  </a:moveTo>
                  <a:lnTo>
                    <a:pt x="12382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656F7B"/>
              </a:solidFill>
            </a:ln>
          </p:spPr>
        </p:sp>
        <p:grpSp>
          <p:nvGrpSpPr>
            <p:cNvPr id="515" name="icon-document-54"/>
            <p:cNvGrpSpPr/>
            <p:nvPr/>
          </p:nvGrpSpPr>
          <p:grpSpPr>
            <ns8:xfrm xmlns:ns8="http://schemas.openxmlformats.org/drawingml/2006/main">
              <ns8:off x="807720" y="2660809"/>
              <ns8:ext cx="148590" cy="231457"/>
              <ns8:chOff x="807720" y="2660809"/>
              <ns8:chExt cx="148590" cy="231457"/>
            </ns8:xfrm>
          </p:grpSpPr>
          <p:sp>
            <p:nvSpPr>
              <p:cNvPr id="55" name="55 path">
                <a:extLst xmlns:a="http://schemas.openxmlformats.org/drawingml/2006/main">
                  <a:ext uri="{FF2B5EF4-FFF2-40B4-BE49-F238E27FC236}">
                    <a16:creationId xmlns:a16="http://schemas.microsoft.com/office/drawing/2014/main" id="{60B9162B-5B67-494C-BC46-0630FA823BC0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807720" y="2660809"/>
                <a:ext cx="148590" cy="231457"/>
              </a:xfrm>
              <a:custGeom xmlns:a="http://schemas.openxmlformats.org/drawingml/2006/main">
                <a:pathLst>
                  <a:path w="148590" h="231457">
                    <a:moveTo>
                      <a:pt x="0" y="0"/>
                    </a:moveTo>
                    <a:lnTo>
                      <a:pt x="97155" y="0"/>
                    </a:lnTo>
                    <a:lnTo>
                      <a:pt x="148590" y="57864"/>
                    </a:lnTo>
                    <a:lnTo>
                      <a:pt x="148590" y="231457"/>
                    </a:lnTo>
                    <a:lnTo>
                      <a:pt x="0" y="231457"/>
                    </a:lnTo>
                    <a:close/>
                  </a:path>
                </a:pathLst>
              </a:custGeom>
              <a:solidFill xmlns:a="http://schemas.openxmlformats.org/drawingml/2006/main">
                <a:srgbClr val="F9FCFF"/>
              </a:solidFill>
              <a:ln xmlns:a="http://schemas.openxmlformats.org/drawingml/2006/main" w="11430">
                <a:solidFill>
                  <a:srgbClr val="003496"/>
                </a:solidFill>
              </a:ln>
            </p:spPr>
          </p:sp>
          <p:sp>
            <p:nvSpPr>
              <p:cNvPr id="56" name="56 path">
                <a:extLst xmlns:a="http://schemas.openxmlformats.org/drawingml/2006/main">
                  <a:ext uri="{FF2B5EF4-FFF2-40B4-BE49-F238E27FC236}">
                    <a16:creationId xmlns:a16="http://schemas.microsoft.com/office/drawing/2014/main" id="{8ECAF4AC-4852-4C1D-A86D-86AD720287FD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04875" y="2660809"/>
                <a:ext cx="51435" cy="64294"/>
              </a:xfrm>
              <a:custGeom xmlns:a="http://schemas.openxmlformats.org/drawingml/2006/main">
                <a:pathLst>
                  <a:path w="51435" h="64294">
                    <a:moveTo>
                      <a:pt x="0" y="0"/>
                    </a:moveTo>
                    <a:lnTo>
                      <a:pt x="0" y="64294"/>
                    </a:lnTo>
                    <a:lnTo>
                      <a:pt x="51435" y="64294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8573">
                <a:solidFill>
                  <a:srgbClr val="003496"/>
                </a:solidFill>
              </a:ln>
            </p:spPr>
          </p:sp>
          <p:sp>
            <p:nvSpPr>
              <p:cNvPr id="57" name="57 path">
                <a:extLst xmlns:a="http://schemas.openxmlformats.org/drawingml/2006/main">
                  <a:ext uri="{FF2B5EF4-FFF2-40B4-BE49-F238E27FC236}">
                    <a16:creationId xmlns:a16="http://schemas.microsoft.com/office/drawing/2014/main" id="{146EA8F0-69D5-428F-A788-3DBEA5F94E39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836295" y="2763679"/>
                <a:ext cx="80010" cy="95"/>
              </a:xfrm>
              <a:custGeom xmlns:a="http://schemas.openxmlformats.org/drawingml/2006/main"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8573">
                <a:solidFill>
                  <a:srgbClr val="003496"/>
                </a:solidFill>
              </a:ln>
            </p:spPr>
          </p:sp>
          <p:sp>
            <p:nvSpPr>
              <p:cNvPr id="58" name="58 path">
                <a:extLst xmlns:a="http://schemas.openxmlformats.org/drawingml/2006/main">
                  <a:ext uri="{FF2B5EF4-FFF2-40B4-BE49-F238E27FC236}">
                    <a16:creationId xmlns:a16="http://schemas.microsoft.com/office/drawing/2014/main" id="{CE5E7205-A5A8-42EC-8E44-EC9D5E89D286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836295" y="2795826"/>
                <a:ext cx="80010" cy="95"/>
              </a:xfrm>
              <a:custGeom xmlns:a="http://schemas.openxmlformats.org/drawingml/2006/main"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8573">
                <a:solidFill>
                  <a:srgbClr val="003496"/>
                </a:solidFill>
              </a:ln>
            </p:spPr>
          </p:sp>
          <p:sp>
            <p:nvSpPr>
              <p:cNvPr id="59" name="59 path">
                <a:extLst xmlns:a="http://schemas.openxmlformats.org/drawingml/2006/main">
                  <a:ext uri="{FF2B5EF4-FFF2-40B4-BE49-F238E27FC236}">
                    <a16:creationId xmlns:a16="http://schemas.microsoft.com/office/drawing/2014/main" id="{F088AE17-70F8-48CA-AE02-92864A5BEFF0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836295" y="2827973"/>
                <a:ext cx="80010" cy="95"/>
              </a:xfrm>
              <a:custGeom xmlns:a="http://schemas.openxmlformats.org/drawingml/2006/main"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8573">
                <a:solidFill>
                  <a:srgbClr val="003496"/>
                </a:solidFill>
              </a:ln>
            </p:spPr>
          </p:sp>
          <p:sp>
            <p:nvSpPr>
              <p:cNvPr id="60" name="60 path">
                <a:extLst xmlns:a="http://schemas.openxmlformats.org/drawingml/2006/main">
                  <a:ext uri="{FF2B5EF4-FFF2-40B4-BE49-F238E27FC236}">
                    <a16:creationId xmlns:a16="http://schemas.microsoft.com/office/drawing/2014/main" id="{0E891A13-3DD9-4A9A-B346-5AECC014C71C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836295" y="2860119"/>
                <a:ext cx="80010" cy="95"/>
              </a:xfrm>
              <a:custGeom xmlns:a="http://schemas.openxmlformats.org/drawingml/2006/main"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8573">
                <a:solidFill>
                  <a:srgbClr val="003496"/>
                </a:solidFill>
              </a:ln>
            </p:spPr>
          </p:sp>
        </p:grpSp>
        <p:sp>
          <p:nvSpPr>
            <p:cNvPr id="61" name="61 utils.py">
              <a:extLst xmlns:a="http://schemas.openxmlformats.org/drawingml/2006/main">
                <a:ext uri="{FF2B5EF4-FFF2-40B4-BE49-F238E27FC236}">
                  <a16:creationId xmlns:a16="http://schemas.microsoft.com/office/drawing/2014/main" id="{AD6CD1E2-A925-4EDF-9B33-2E6B8616DA6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52525" y="2638425"/>
              <a:ext cx="962025" cy="23622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utils.py</a:t>
              </a:r>
            </a:p>
          </p:txBody>
        </p:sp>
        <p:sp>
          <p:nvSpPr>
            <p:cNvPr id="62" name="62 rect">
              <a:extLst xmlns:a="http://schemas.openxmlformats.org/drawingml/2006/main">
                <a:ext uri="{FF2B5EF4-FFF2-40B4-BE49-F238E27FC236}">
                  <a16:creationId xmlns:a16="http://schemas.microsoft.com/office/drawing/2014/main" id="{0834C094-960D-463C-82D5-02408C86F82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09650" y="2962275"/>
              <a:ext cx="1095375" cy="295275"/>
            </a:xfrm>
            <a:prstGeom xmlns:a="http://schemas.openxmlformats.org/drawingml/2006/main" prst="roundRect">
              <a:avLst>
                <a:gd name="adj" fmla="val 19355"/>
              </a:avLst>
            </a:prstGeom>
            <a:solidFill xmlns:a="http://schemas.openxmlformats.org/drawingml/2006/main">
              <a:srgbClr val="F2F5F8"/>
            </a:solidFill>
            <a:ln xmlns:a="http://schemas.openxmlformats.org/drawingml/2006/main" w="0">
              <a:noFill/>
            </a:ln>
          </p:spPr>
        </p:sp>
        <p:sp>
          <p:nvSpPr>
            <p:cNvPr id="63" name="63 path">
              <a:extLst xmlns:a="http://schemas.openxmlformats.org/drawingml/2006/main">
                <a:ext uri="{FF2B5EF4-FFF2-40B4-BE49-F238E27FC236}">
                  <a16:creationId xmlns:a16="http://schemas.microsoft.com/office/drawing/2014/main" id="{BB09271F-B9D6-46BE-80C3-231F09145F2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52450" y="3105150"/>
              <a:ext cx="123825" cy="95"/>
            </a:xfrm>
            <a:custGeom xmlns:a="http://schemas.openxmlformats.org/drawingml/2006/main">
              <a:pathLst>
                <a:path w="123825" h="95">
                  <a:moveTo>
                    <a:pt x="0" y="0"/>
                  </a:moveTo>
                  <a:lnTo>
                    <a:pt x="12382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656F7B"/>
              </a:solidFill>
            </a:ln>
          </p:spPr>
        </p:sp>
        <p:grpSp>
          <p:nvGrpSpPr>
            <p:cNvPr id="516" name="icon-config-63"/>
            <p:cNvGrpSpPr/>
            <p:nvPr/>
          </p:nvGrpSpPr>
          <p:grpSpPr>
            <ns9:xfrm xmlns:ns9="http://schemas.openxmlformats.org/drawingml/2006/main">
              <ns9:off x="807720" y="2994184"/>
              <ns9:ext cx="148590" cy="231457"/>
              <ns9:chOff x="807720" y="2994184"/>
              <ns9:chExt cx="148590" cy="231457"/>
            </ns9:xfrm>
          </p:grpSpPr>
          <p:sp>
            <p:nvSpPr>
              <p:cNvPr id="64" name="64 path">
                <a:extLst xmlns:a="http://schemas.openxmlformats.org/drawingml/2006/main">
                  <a:ext uri="{FF2B5EF4-FFF2-40B4-BE49-F238E27FC236}">
                    <a16:creationId xmlns:a16="http://schemas.microsoft.com/office/drawing/2014/main" id="{C256F30D-2B0D-4E92-B0DF-A05EEBB72142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807720" y="2994184"/>
                <a:ext cx="148590" cy="231457"/>
              </a:xfrm>
              <a:custGeom xmlns:a="http://schemas.openxmlformats.org/drawingml/2006/main">
                <a:pathLst>
                  <a:path w="148590" h="231457">
                    <a:moveTo>
                      <a:pt x="0" y="0"/>
                    </a:moveTo>
                    <a:lnTo>
                      <a:pt x="97155" y="0"/>
                    </a:lnTo>
                    <a:lnTo>
                      <a:pt x="148590" y="57864"/>
                    </a:lnTo>
                    <a:lnTo>
                      <a:pt x="148590" y="231457"/>
                    </a:lnTo>
                    <a:lnTo>
                      <a:pt x="0" y="231457"/>
                    </a:lnTo>
                    <a:close/>
                  </a:path>
                </a:pathLst>
              </a:custGeom>
              <a:solidFill xmlns:a="http://schemas.openxmlformats.org/drawingml/2006/main">
                <a:srgbClr val="F9FCFF"/>
              </a:solidFill>
              <a:ln xmlns:a="http://schemas.openxmlformats.org/drawingml/2006/main" w="11430">
                <a:solidFill>
                  <a:srgbClr val="92302D"/>
                </a:solidFill>
              </a:ln>
            </p:spPr>
          </p:sp>
          <p:sp>
            <p:nvSpPr>
              <p:cNvPr id="65" name="65 path">
                <a:extLst xmlns:a="http://schemas.openxmlformats.org/drawingml/2006/main">
                  <a:ext uri="{FF2B5EF4-FFF2-40B4-BE49-F238E27FC236}">
                    <a16:creationId xmlns:a16="http://schemas.microsoft.com/office/drawing/2014/main" id="{CB95FEE5-FFB9-457E-8810-03E5D3038933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04875" y="2994184"/>
                <a:ext cx="51435" cy="64294"/>
              </a:xfrm>
              <a:custGeom xmlns:a="http://schemas.openxmlformats.org/drawingml/2006/main">
                <a:pathLst>
                  <a:path w="51435" h="64294">
                    <a:moveTo>
                      <a:pt x="0" y="0"/>
                    </a:moveTo>
                    <a:lnTo>
                      <a:pt x="0" y="64294"/>
                    </a:lnTo>
                    <a:lnTo>
                      <a:pt x="51435" y="64294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8573">
                <a:solidFill>
                  <a:srgbClr val="92302D"/>
                </a:solidFill>
              </a:ln>
            </p:spPr>
          </p:sp>
          <p:sp>
            <p:nvSpPr>
              <p:cNvPr id="66" name="66 path">
                <a:extLst xmlns:a="http://schemas.openxmlformats.org/drawingml/2006/main">
                  <a:ext uri="{FF2B5EF4-FFF2-40B4-BE49-F238E27FC236}">
                    <a16:creationId xmlns:a16="http://schemas.microsoft.com/office/drawing/2014/main" id="{3BF3628D-C19C-499E-BF05-50F15A51E057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836295" y="3097054"/>
                <a:ext cx="80010" cy="95"/>
              </a:xfrm>
              <a:custGeom xmlns:a="http://schemas.openxmlformats.org/drawingml/2006/main"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8573">
                <a:solidFill>
                  <a:srgbClr val="92302D"/>
                </a:solidFill>
              </a:ln>
            </p:spPr>
          </p:sp>
          <p:sp>
            <p:nvSpPr>
              <p:cNvPr id="67" name="67 path">
                <a:extLst xmlns:a="http://schemas.openxmlformats.org/drawingml/2006/main">
                  <a:ext uri="{FF2B5EF4-FFF2-40B4-BE49-F238E27FC236}">
                    <a16:creationId xmlns:a16="http://schemas.microsoft.com/office/drawing/2014/main" id="{C6993B65-C95A-4D06-8F3E-1A9FD4986FC5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836295" y="3129201"/>
                <a:ext cx="80010" cy="95"/>
              </a:xfrm>
              <a:custGeom xmlns:a="http://schemas.openxmlformats.org/drawingml/2006/main"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8573">
                <a:solidFill>
                  <a:srgbClr val="92302D"/>
                </a:solidFill>
              </a:ln>
            </p:spPr>
          </p:sp>
          <p:sp>
            <p:nvSpPr>
              <p:cNvPr id="68" name="68 path">
                <a:extLst xmlns:a="http://schemas.openxmlformats.org/drawingml/2006/main">
                  <a:ext uri="{FF2B5EF4-FFF2-40B4-BE49-F238E27FC236}">
                    <a16:creationId xmlns:a16="http://schemas.microsoft.com/office/drawing/2014/main" id="{933D1BA8-60B8-4581-8F7D-17C43F6FD5C1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836295" y="3161348"/>
                <a:ext cx="80010" cy="95"/>
              </a:xfrm>
              <a:custGeom xmlns:a="http://schemas.openxmlformats.org/drawingml/2006/main"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8573">
                <a:solidFill>
                  <a:srgbClr val="92302D"/>
                </a:solidFill>
              </a:ln>
            </p:spPr>
          </p:sp>
          <p:sp>
            <p:nvSpPr>
              <p:cNvPr id="69" name="69 path">
                <a:extLst xmlns:a="http://schemas.openxmlformats.org/drawingml/2006/main">
                  <a:ext uri="{FF2B5EF4-FFF2-40B4-BE49-F238E27FC236}">
                    <a16:creationId xmlns:a16="http://schemas.microsoft.com/office/drawing/2014/main" id="{E1096CC9-C8EE-4EC9-A284-A5BD131FF773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836295" y="3193494"/>
                <a:ext cx="80010" cy="95"/>
              </a:xfrm>
              <a:custGeom xmlns:a="http://schemas.openxmlformats.org/drawingml/2006/main"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8573">
                <a:solidFill>
                  <a:srgbClr val="92302D"/>
                </a:solidFill>
              </a:ln>
            </p:spPr>
          </p:sp>
        </p:grpSp>
        <p:sp>
          <p:nvSpPr>
            <p:cNvPr id="70" name="70 config.yaml">
              <a:extLst xmlns:a="http://schemas.openxmlformats.org/drawingml/2006/main">
                <a:ext uri="{FF2B5EF4-FFF2-40B4-BE49-F238E27FC236}">
                  <a16:creationId xmlns:a16="http://schemas.microsoft.com/office/drawing/2014/main" id="{FCE04234-0881-4B91-AC29-3E7562CC045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52525" y="2971800"/>
              <a:ext cx="962025" cy="23622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config.yaml</a:t>
              </a:r>
            </a:p>
          </p:txBody>
        </p:sp>
        <p:sp>
          <p:nvSpPr>
            <p:cNvPr id="71" name="71 …">
              <a:extLst xmlns:a="http://schemas.openxmlformats.org/drawingml/2006/main">
                <a:ext uri="{FF2B5EF4-FFF2-40B4-BE49-F238E27FC236}">
                  <a16:creationId xmlns:a16="http://schemas.microsoft.com/office/drawing/2014/main" id="{0FCD69F3-1E92-4486-A6D8-61DC30E5C8D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62000" y="3228975"/>
              <a:ext cx="47625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…</a:t>
              </a:r>
            </a:p>
          </p:txBody>
        </p:sp>
        <p:sp>
          <p:nvSpPr>
            <p:cNvPr id="72" name="72 rect">
              <a:extLst xmlns:a="http://schemas.openxmlformats.org/drawingml/2006/main">
                <a:ext uri="{FF2B5EF4-FFF2-40B4-BE49-F238E27FC236}">
                  <a16:creationId xmlns:a16="http://schemas.microsoft.com/office/drawing/2014/main" id="{E067602C-F884-422E-B58C-475BEE3493D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228850" y="1352550"/>
              <a:ext cx="2057400" cy="2066925"/>
            </a:xfrm>
            <a:prstGeom xmlns:a="http://schemas.openxmlformats.org/drawingml/2006/main" prst="roundRect">
              <a:avLst>
                <a:gd name="adj" fmla="val 3704"/>
              </a:avLst>
            </a:prstGeom>
            <a:solidFill xmlns:a="http://schemas.openxmlformats.org/drawingml/2006/main">
              <a:srgbClr val="F7FAFE"/>
            </a:solidFill>
            <a:ln xmlns:a="http://schemas.openxmlformats.org/drawingml/2006/main" w="5715">
              <a:solidFill>
                <a:srgbClr val="DCE6F1"/>
              </a:solidFill>
            </a:ln>
          </p:spPr>
        </p:sp>
        <p:sp>
          <p:nvSpPr>
            <p:cNvPr id="73" name="73 rect">
              <a:extLst xmlns:a="http://schemas.openxmlformats.org/drawingml/2006/main">
                <a:ext uri="{FF2B5EF4-FFF2-40B4-BE49-F238E27FC236}">
                  <a16:creationId xmlns:a16="http://schemas.microsoft.com/office/drawing/2014/main" id="{EEC86B1F-3E16-4849-8495-59C978D6F80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228850" y="1352550"/>
              <a:ext cx="2057400" cy="276225"/>
            </a:xfrm>
            <a:prstGeom xmlns:a="http://schemas.openxmlformats.org/drawingml/2006/main" prst="roundRect">
              <a:avLst>
                <a:gd name="adj" fmla="val 27586"/>
              </a:avLst>
            </a:prstGeom>
            <a:solidFill xmlns:a="http://schemas.openxmlformats.org/drawingml/2006/main">
              <a:srgbClr val="E7EDF3"/>
            </a:solidFill>
            <a:ln xmlns:a="http://schemas.openxmlformats.org/drawingml/2006/main" w="0">
              <a:noFill/>
            </a:ln>
          </p:spPr>
        </p:sp>
        <p:sp>
          <p:nvSpPr>
            <p:cNvPr id="74" name="74 train.py">
              <a:extLst xmlns:a="http://schemas.openxmlformats.org/drawingml/2006/main">
                <a:ext uri="{FF2B5EF4-FFF2-40B4-BE49-F238E27FC236}">
                  <a16:creationId xmlns:a16="http://schemas.microsoft.com/office/drawing/2014/main" id="{AB69BBD3-838D-4DA0-830F-0BAFC6B2E55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362200" y="1381125"/>
              <a:ext cx="1762125" cy="224409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42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train.py</a:t>
              </a:r>
            </a:p>
          </p:txBody>
        </p:sp>
        <p:sp>
          <p:nvSpPr>
            <p:cNvPr id="75" name="75 def train(model, loader):">
              <a:extLst xmlns:a="http://schemas.openxmlformats.org/drawingml/2006/main">
                <a:ext uri="{FF2B5EF4-FFF2-40B4-BE49-F238E27FC236}">
                  <a16:creationId xmlns:a16="http://schemas.microsoft.com/office/drawing/2014/main" id="{76A269AD-800C-432E-BE15-59CC5838384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343150" y="1695450"/>
              <a:ext cx="1952625" cy="18897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200" b="0">
                  <a:solidFill>
                    <a:srgbClr val="003599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0">
                  <a:solidFill>
                    <a:srgbClr val="003599"/>
                  </a:solidFill>
                  <a:latin typeface="Times New Roman"/>
                  <a:ea typeface="Times New Roman"/>
                  <a:cs typeface="Times New Roman"/>
                </a:rPr>
                <a:t>def train(model, loader):</a:t>
              </a:r>
            </a:p>
          </p:txBody>
        </p:sp>
        <p:sp>
          <p:nvSpPr>
            <p:cNvPr id="76" name="76     model.train()">
              <a:extLst xmlns:a="http://schemas.openxmlformats.org/drawingml/2006/main">
                <a:ext uri="{FF2B5EF4-FFF2-40B4-BE49-F238E27FC236}">
                  <a16:creationId xmlns:a16="http://schemas.microsoft.com/office/drawing/2014/main" id="{9177F691-C11C-4FB3-842D-231A06F93E1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343150" y="1887855"/>
              <a:ext cx="1952625" cy="18897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200" b="0">
                  <a:solidFill>
                    <a:srgbClr val="003599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0">
                  <a:solidFill>
                    <a:srgbClr val="003599"/>
                  </a:solidFill>
                  <a:latin typeface="Times New Roman"/>
                  <a:ea typeface="Times New Roman"/>
                  <a:cs typeface="Times New Roman"/>
                </a:rPr>
                <a:t>    model.train()</a:t>
              </a:r>
            </a:p>
          </p:txBody>
        </p:sp>
        <p:sp>
          <p:nvSpPr>
            <p:cNvPr id="77" name="77     for x, y in loader:">
              <a:extLst xmlns:a="http://schemas.openxmlformats.org/drawingml/2006/main">
                <a:ext uri="{FF2B5EF4-FFF2-40B4-BE49-F238E27FC236}">
                  <a16:creationId xmlns:a16="http://schemas.microsoft.com/office/drawing/2014/main" id="{D91A9889-C46A-4FDC-AF00-9E819FB6060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343150" y="2080260"/>
              <a:ext cx="1952625" cy="18897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200" b="0">
                  <a:solidFill>
                    <a:srgbClr val="003599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0">
                  <a:solidFill>
                    <a:srgbClr val="003599"/>
                  </a:solidFill>
                  <a:latin typeface="Times New Roman"/>
                  <a:ea typeface="Times New Roman"/>
                  <a:cs typeface="Times New Roman"/>
                </a:rPr>
                <a:t>    for x, y in loader:</a:t>
              </a:r>
            </a:p>
          </p:txBody>
        </p:sp>
        <p:sp>
          <p:nvSpPr>
            <p:cNvPr id="78" name="78         optim.zero_grad()">
              <a:extLst xmlns:a="http://schemas.openxmlformats.org/drawingml/2006/main">
                <a:ext uri="{FF2B5EF4-FFF2-40B4-BE49-F238E27FC236}">
                  <a16:creationId xmlns:a16="http://schemas.microsoft.com/office/drawing/2014/main" id="{37989866-EABC-43E5-BF85-8A90945FB63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343150" y="2272665"/>
              <a:ext cx="1952625" cy="18897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200" b="0">
                  <a:solidFill>
                    <a:srgbClr val="003599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0">
                  <a:solidFill>
                    <a:srgbClr val="003599"/>
                  </a:solidFill>
                  <a:latin typeface="Times New Roman"/>
                  <a:ea typeface="Times New Roman"/>
                  <a:cs typeface="Times New Roman"/>
                </a:rPr>
                <a:t>        optim.zero_grad()</a:t>
              </a:r>
            </a:p>
          </p:txBody>
        </p:sp>
        <p:sp>
          <p:nvSpPr>
            <p:cNvPr id="79" name="79         loss = model(x, y)">
              <a:extLst xmlns:a="http://schemas.openxmlformats.org/drawingml/2006/main">
                <a:ext uri="{FF2B5EF4-FFF2-40B4-BE49-F238E27FC236}">
                  <a16:creationId xmlns:a16="http://schemas.microsoft.com/office/drawing/2014/main" id="{77B62FB4-4F0A-447F-9C0D-0469B67CBD8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343150" y="2465070"/>
              <a:ext cx="1952625" cy="18897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200" b="0">
                  <a:solidFill>
                    <a:srgbClr val="003599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0">
                  <a:solidFill>
                    <a:srgbClr val="003599"/>
                  </a:solidFill>
                  <a:latin typeface="Times New Roman"/>
                  <a:ea typeface="Times New Roman"/>
                  <a:cs typeface="Times New Roman"/>
                </a:rPr>
                <a:t>        loss = model(x, y)</a:t>
              </a:r>
            </a:p>
          </p:txBody>
        </p:sp>
        <p:sp>
          <p:nvSpPr>
            <p:cNvPr id="80" name="80         loss.backward()">
              <a:extLst xmlns:a="http://schemas.openxmlformats.org/drawingml/2006/main">
                <a:ext uri="{FF2B5EF4-FFF2-40B4-BE49-F238E27FC236}">
                  <a16:creationId xmlns:a16="http://schemas.microsoft.com/office/drawing/2014/main" id="{36663C4B-9A32-4A42-AC4B-A8CE67D86D2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343150" y="2657475"/>
              <a:ext cx="1952625" cy="18897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200" b="0">
                  <a:solidFill>
                    <a:srgbClr val="003599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0">
                  <a:solidFill>
                    <a:srgbClr val="003599"/>
                  </a:solidFill>
                  <a:latin typeface="Times New Roman"/>
                  <a:ea typeface="Times New Roman"/>
                  <a:cs typeface="Times New Roman"/>
                </a:rPr>
                <a:t>        loss.backward()</a:t>
              </a:r>
            </a:p>
          </p:txBody>
        </p:sp>
        <p:sp>
          <p:nvSpPr>
            <p:cNvPr id="81" name="81         optim.step()">
              <a:extLst xmlns:a="http://schemas.openxmlformats.org/drawingml/2006/main">
                <a:ext uri="{FF2B5EF4-FFF2-40B4-BE49-F238E27FC236}">
                  <a16:creationId xmlns:a16="http://schemas.microsoft.com/office/drawing/2014/main" id="{E41A0781-1200-477A-BA93-76C36C7DBDB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343150" y="2849880"/>
              <a:ext cx="1952625" cy="18897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200" b="0">
                  <a:solidFill>
                    <a:srgbClr val="003599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0">
                  <a:solidFill>
                    <a:srgbClr val="003599"/>
                  </a:solidFill>
                  <a:latin typeface="Times New Roman"/>
                  <a:ea typeface="Times New Roman"/>
                  <a:cs typeface="Times New Roman"/>
                </a:rPr>
                <a:t>        optim.step()</a:t>
              </a:r>
            </a:p>
          </p:txBody>
        </p:sp>
      </p:grpSp>
      <p:grpSp>
        <p:nvGrpSpPr>
          <p:cNvPr id="517" name="Migration target ecosystem"/>
          <p:cNvGrpSpPr/>
          <p:nvPr/>
        </p:nvGrpSpPr>
        <p:grpSpPr>
          <ns14:xfrm xmlns:ns14="http://schemas.openxmlformats.org/drawingml/2006/main">
            <ns14:off x="342900" y="3533775"/>
            <ns14:ext cx="4067175" cy="1276350"/>
            <ns14:chOff x="342900" y="3533775"/>
            <ns14:chExt cx="4067175" cy="1276350"/>
          </ns14:xfrm>
        </p:grpSpPr>
        <p:sp>
          <p:nvSpPr>
            <p:cNvPr id="82" name="82 path">
              <a:extLst xmlns:a="http://schemas.openxmlformats.org/drawingml/2006/main">
                <a:ext uri="{FF2B5EF4-FFF2-40B4-BE49-F238E27FC236}">
                  <a16:creationId xmlns:a16="http://schemas.microsoft.com/office/drawing/2014/main" id="{89CF9C77-7A1F-4C0F-8D53-89CB1625AC3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228850" y="3533775"/>
              <a:ext cx="342900" cy="247650"/>
            </a:xfrm>
            <a:custGeom xmlns:a="http://schemas.openxmlformats.org/drawingml/2006/main">
              <a:pathLst>
                <a:path w="342900" h="247650">
                  <a:moveTo>
                    <a:pt x="85725" y="0"/>
                  </a:moveTo>
                  <a:lnTo>
                    <a:pt x="257175" y="0"/>
                  </a:lnTo>
                  <a:lnTo>
                    <a:pt x="257175" y="104775"/>
                  </a:lnTo>
                  <a:lnTo>
                    <a:pt x="342900" y="104775"/>
                  </a:lnTo>
                  <a:lnTo>
                    <a:pt x="171450" y="247650"/>
                  </a:lnTo>
                  <a:lnTo>
                    <a:pt x="0" y="104775"/>
                  </a:lnTo>
                  <a:lnTo>
                    <a:pt x="85725" y="104775"/>
                  </a:lnTo>
                  <a:close/>
                </a:path>
              </a:pathLst>
            </a:custGeom>
            <a:solidFill xmlns:a="http://schemas.openxmlformats.org/drawingml/2006/main">
              <a:srgbClr val="B8BCC0"/>
            </a:solidFill>
            <a:ln xmlns:a="http://schemas.openxmlformats.org/drawingml/2006/main" w="9525">
              <a:solidFill>
                <a:srgbClr val="78828B"/>
              </a:solidFill>
            </a:ln>
          </p:spPr>
        </p:sp>
        <p:sp>
          <p:nvSpPr>
            <p:cNvPr id="83" name="83 rect">
              <a:extLst xmlns:a="http://schemas.openxmlformats.org/drawingml/2006/main">
                <a:ext uri="{FF2B5EF4-FFF2-40B4-BE49-F238E27FC236}">
                  <a16:creationId xmlns:a16="http://schemas.microsoft.com/office/drawing/2014/main" id="{6FAB10B6-D5AD-4F5C-A3DE-F4ECFDB1DC0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71575" y="3781425"/>
              <a:ext cx="2409825" cy="304800"/>
            </a:xfrm>
            <a:prstGeom xmlns:a="http://schemas.openxmlformats.org/drawingml/2006/main" prst="roundRect">
              <a:avLst>
                <a:gd name="adj" fmla="val 25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0">
              <a:noFill/>
            </a:ln>
          </p:spPr>
        </p:sp>
        <p:sp>
          <p:nvSpPr>
            <p:cNvPr id="84" name="84 Migrate to New Ecosystem">
              <a:extLst xmlns:a="http://schemas.openxmlformats.org/drawingml/2006/main">
                <a:ext uri="{FF2B5EF4-FFF2-40B4-BE49-F238E27FC236}">
                  <a16:creationId xmlns:a16="http://schemas.microsoft.com/office/drawing/2014/main" id="{2DB3E387-E0EA-49B9-8C68-CC1D1CE9F30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19200" y="3790950"/>
              <a:ext cx="2314575" cy="24330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45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45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Migrate to New Ecosystem</a:t>
              </a:r>
            </a:p>
          </p:txBody>
        </p:sp>
        <p:sp>
          <p:nvSpPr>
            <p:cNvPr id="85" name="85 rect">
              <a:extLst xmlns:a="http://schemas.openxmlformats.org/drawingml/2006/main">
                <a:ext uri="{FF2B5EF4-FFF2-40B4-BE49-F238E27FC236}">
                  <a16:creationId xmlns:a16="http://schemas.microsoft.com/office/drawing/2014/main" id="{1FCA02DD-46E3-4865-96B8-EA4B9991876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42900" y="4105275"/>
              <a:ext cx="4067175" cy="514350"/>
            </a:xfrm>
            <a:prstGeom xmlns:a="http://schemas.openxmlformats.org/drawingml/2006/main" prst="roundRect">
              <a:avLst>
                <a:gd name="adj" fmla="val 16667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8573">
              <a:solidFill>
                <a:srgbClr val="99A6B0"/>
              </a:solidFill>
            </a:ln>
          </p:spPr>
        </p:sp>
        <p:sp>
          <p:nvSpPr>
            <p:cNvPr id="86" name="86 rect">
              <a:extLst xmlns:a="http://schemas.openxmlformats.org/drawingml/2006/main">
                <a:ext uri="{FF2B5EF4-FFF2-40B4-BE49-F238E27FC236}">
                  <a16:creationId xmlns:a16="http://schemas.microsoft.com/office/drawing/2014/main" id="{2F3AA89D-5FC5-4CA9-A952-F045F6D4D8D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0525" y="4171950"/>
              <a:ext cx="1219200" cy="381000"/>
            </a:xfrm>
            <a:prstGeom xmlns:a="http://schemas.openxmlformats.org/drawingml/2006/main" prst="roundRect">
              <a:avLst>
                <a:gd name="adj" fmla="val 17500"/>
              </a:avLst>
            </a:prstGeom>
            <a:gradFill xmlns:a="http://schemas.openxmlformats.org/drawingml/2006/main">
              <a:gsLst>
                <a:gs pos="0">
                  <a:srgbClr val="EDE9FF"/>
                </a:gs>
                <a:gs pos="100000">
                  <a:srgbClr val="FAF7FF"/>
                </a:gs>
              </a:gsLst>
              <a:lin ang="5400000"/>
            </a:gradFill>
            <a:ln xmlns:a="http://schemas.openxmlformats.org/drawingml/2006/main" w="7620">
              <a:solidFill>
                <a:srgbClr val="9B87ED"/>
              </a:solidFill>
            </a:ln>
          </p:spPr>
        </p:sp>
        <p:grpSp>
          <p:nvGrpSpPr>
            <p:cNvPr id="518" name="icon-gear-86"/>
            <p:cNvGrpSpPr/>
            <p:nvPr/>
          </p:nvGrpSpPr>
          <p:grpSpPr>
            <ns11:xfrm xmlns:ns11="http://schemas.openxmlformats.org/drawingml/2006/main">
              <ns11:off x="451732" y="4242682"/>
              <ns11:ext cx="230011" cy="230011"/>
              <ns11:chOff x="451732" y="4242682"/>
              <ns11:chExt cx="230011" cy="230011"/>
            </ns11:xfrm>
          </p:grpSpPr>
          <p:sp>
            <p:nvSpPr>
              <p:cNvPr id="87" name="87 path">
                <a:extLst xmlns:a="http://schemas.openxmlformats.org/drawingml/2006/main">
                  <a:ext uri="{FF2B5EF4-FFF2-40B4-BE49-F238E27FC236}">
                    <a16:creationId xmlns:a16="http://schemas.microsoft.com/office/drawing/2014/main" id="{41AB6783-54F9-450F-A51B-C76F36E7616B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451732" y="4242682"/>
                <a:ext cx="230011" cy="230011"/>
              </a:xfrm>
              <a:custGeom xmlns:a="http://schemas.openxmlformats.org/drawingml/2006/main">
                <a:pathLst>
                  <a:path w="230011" h="230011">
                    <a:moveTo>
                      <a:pt x="210256" y="115006"/>
                    </a:moveTo>
                    <a:lnTo>
                      <a:pt x="209441" y="127438"/>
                    </a:lnTo>
                    <a:lnTo>
                      <a:pt x="230011" y="145821"/>
                    </a:lnTo>
                    <a:lnTo>
                      <a:pt x="225005" y="160569"/>
                    </a:lnTo>
                    <a:lnTo>
                      <a:pt x="197494" y="162631"/>
                    </a:lnTo>
                    <a:lnTo>
                      <a:pt x="190572" y="172990"/>
                    </a:lnTo>
                    <a:lnTo>
                      <a:pt x="182357" y="182357"/>
                    </a:lnTo>
                    <a:lnTo>
                      <a:pt x="172990" y="190572"/>
                    </a:lnTo>
                    <a:lnTo>
                      <a:pt x="174537" y="218117"/>
                    </a:lnTo>
                    <a:lnTo>
                      <a:pt x="160569" y="225005"/>
                    </a:lnTo>
                    <a:lnTo>
                      <a:pt x="139658" y="207010"/>
                    </a:lnTo>
                    <a:lnTo>
                      <a:pt x="127438" y="209441"/>
                    </a:lnTo>
                    <a:lnTo>
                      <a:pt x="115006" y="210256"/>
                    </a:lnTo>
                    <a:lnTo>
                      <a:pt x="102573" y="209441"/>
                    </a:lnTo>
                    <a:lnTo>
                      <a:pt x="84190" y="230011"/>
                    </a:lnTo>
                    <a:lnTo>
                      <a:pt x="69442" y="225005"/>
                    </a:lnTo>
                    <a:lnTo>
                      <a:pt x="67381" y="197494"/>
                    </a:lnTo>
                    <a:lnTo>
                      <a:pt x="57021" y="190572"/>
                    </a:lnTo>
                    <a:lnTo>
                      <a:pt x="47654" y="182357"/>
                    </a:lnTo>
                    <a:lnTo>
                      <a:pt x="39439" y="172990"/>
                    </a:lnTo>
                    <a:lnTo>
                      <a:pt x="11894" y="174537"/>
                    </a:lnTo>
                    <a:lnTo>
                      <a:pt x="5006" y="160569"/>
                    </a:lnTo>
                    <a:lnTo>
                      <a:pt x="23001" y="139658"/>
                    </a:lnTo>
                    <a:lnTo>
                      <a:pt x="20570" y="127438"/>
                    </a:lnTo>
                    <a:lnTo>
                      <a:pt x="19756" y="115006"/>
                    </a:lnTo>
                    <a:lnTo>
                      <a:pt x="20570" y="102573"/>
                    </a:lnTo>
                    <a:lnTo>
                      <a:pt x="0" y="84190"/>
                    </a:lnTo>
                    <a:lnTo>
                      <a:pt x="5006" y="69442"/>
                    </a:lnTo>
                    <a:lnTo>
                      <a:pt x="32517" y="67381"/>
                    </a:lnTo>
                    <a:lnTo>
                      <a:pt x="39439" y="57021"/>
                    </a:lnTo>
                    <a:lnTo>
                      <a:pt x="47654" y="47654"/>
                    </a:lnTo>
                    <a:lnTo>
                      <a:pt x="57021" y="39439"/>
                    </a:lnTo>
                    <a:lnTo>
                      <a:pt x="55474" y="11894"/>
                    </a:lnTo>
                    <a:lnTo>
                      <a:pt x="69442" y="5006"/>
                    </a:lnTo>
                    <a:lnTo>
                      <a:pt x="90353" y="23001"/>
                    </a:lnTo>
                    <a:lnTo>
                      <a:pt x="102573" y="20570"/>
                    </a:lnTo>
                    <a:lnTo>
                      <a:pt x="115006" y="19756"/>
                    </a:lnTo>
                    <a:lnTo>
                      <a:pt x="127438" y="20570"/>
                    </a:lnTo>
                    <a:lnTo>
                      <a:pt x="145821" y="0"/>
                    </a:lnTo>
                    <a:lnTo>
                      <a:pt x="160569" y="5006"/>
                    </a:lnTo>
                    <a:lnTo>
                      <a:pt x="162631" y="32517"/>
                    </a:lnTo>
                    <a:lnTo>
                      <a:pt x="172990" y="39439"/>
                    </a:lnTo>
                    <a:lnTo>
                      <a:pt x="182357" y="47654"/>
                    </a:lnTo>
                    <a:lnTo>
                      <a:pt x="190572" y="57021"/>
                    </a:lnTo>
                    <a:lnTo>
                      <a:pt x="218117" y="55474"/>
                    </a:lnTo>
                    <a:lnTo>
                      <a:pt x="225005" y="69442"/>
                    </a:lnTo>
                    <a:lnTo>
                      <a:pt x="207010" y="90353"/>
                    </a:lnTo>
                    <a:lnTo>
                      <a:pt x="209441" y="102573"/>
                    </a:lnTo>
                    <a:close/>
                  </a:path>
                </a:pathLst>
              </a:custGeom>
              <a:solidFill xmlns:a="http://schemas.openxmlformats.org/drawingml/2006/main">
                <a:srgbClr val="5734BE"/>
              </a:solidFill>
              <a:ln xmlns:a="http://schemas.openxmlformats.org/drawingml/2006/main" w="5953">
                <a:solidFill>
                  <a:srgbClr val="4320A3"/>
                </a:solidFill>
              </a:ln>
            </p:spPr>
          </p:sp>
          <p:sp>
            <p:nvSpPr>
              <p:cNvPr id="88" name="88 ellipse">
                <a:extLst xmlns:a="http://schemas.openxmlformats.org/drawingml/2006/main">
                  <a:ext uri="{FF2B5EF4-FFF2-40B4-BE49-F238E27FC236}">
                    <a16:creationId xmlns:a16="http://schemas.microsoft.com/office/drawing/2014/main" id="{42B56B65-F6FF-4E1B-9FC1-D91FAA38FDA1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525066" y="4316016"/>
                <a:ext cx="83344" cy="83344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0">
                <a:noFill/>
              </a:ln>
            </p:spPr>
          </p:sp>
        </p:grpSp>
        <p:sp>
          <p:nvSpPr>
            <p:cNvPr id="89" name="89 Framework B">
              <a:extLst xmlns:a="http://schemas.openxmlformats.org/drawingml/2006/main">
                <a:ext uri="{FF2B5EF4-FFF2-40B4-BE49-F238E27FC236}">
                  <a16:creationId xmlns:a16="http://schemas.microsoft.com/office/drawing/2014/main" id="{D9988063-C15B-4C4D-B687-DB2A417791A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42950" y="4257675"/>
              <a:ext cx="828675" cy="18070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148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48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Framework B</a:t>
              </a:r>
            </a:p>
          </p:txBody>
        </p:sp>
        <p:sp>
          <p:nvSpPr>
            <p:cNvPr id="90" name="90 rect">
              <a:extLst xmlns:a="http://schemas.openxmlformats.org/drawingml/2006/main">
                <a:ext uri="{FF2B5EF4-FFF2-40B4-BE49-F238E27FC236}">
                  <a16:creationId xmlns:a16="http://schemas.microsoft.com/office/drawing/2014/main" id="{A070D83A-AC9A-4CBB-B4BB-B0CE7AAA5F5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676400" y="4171950"/>
              <a:ext cx="1285875" cy="381000"/>
            </a:xfrm>
            <a:prstGeom xmlns:a="http://schemas.openxmlformats.org/drawingml/2006/main" prst="roundRect">
              <a:avLst>
                <a:gd name="adj" fmla="val 17500"/>
              </a:avLst>
            </a:prstGeom>
            <a:gradFill xmlns:a="http://schemas.openxmlformats.org/drawingml/2006/main">
              <a:gsLst>
                <a:gs pos="0">
                  <a:srgbClr val="FFF0E0"/>
                </a:gs>
                <a:gs pos="100000">
                  <a:srgbClr val="FFFCF6"/>
                </a:gs>
              </a:gsLst>
              <a:lin ang="5400000"/>
            </a:gradFill>
            <a:ln xmlns:a="http://schemas.openxmlformats.org/drawingml/2006/main" w="7620">
              <a:solidFill>
                <a:srgbClr val="ED9962"/>
              </a:solidFill>
            </a:ln>
          </p:spPr>
        </p:sp>
        <p:grpSp>
          <p:nvGrpSpPr>
            <p:cNvPr id="519" name="icon-flame-90"/>
            <p:cNvGrpSpPr/>
            <p:nvPr/>
          </p:nvGrpSpPr>
          <p:grpSpPr>
            <ns12:xfrm xmlns:ns12="http://schemas.openxmlformats.org/drawingml/2006/main">
              <ns12:off x="1802130" y="4236244"/>
              <ns12:ext cx="160973" cy="257175"/>
              <ns12:chOff x="1802130" y="4236244"/>
              <ns12:chExt cx="160973" cy="257175"/>
            </ns12:xfrm>
          </p:grpSpPr>
          <p:sp>
            <p:nvSpPr>
              <p:cNvPr id="91" name="91 path">
                <a:extLst xmlns:a="http://schemas.openxmlformats.org/drawingml/2006/main">
                  <a:ext uri="{FF2B5EF4-FFF2-40B4-BE49-F238E27FC236}">
                    <a16:creationId xmlns:a16="http://schemas.microsoft.com/office/drawing/2014/main" id="{6B72ACD4-9A06-4318-9863-68A462A4212B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802130" y="4236244"/>
                <a:ext cx="160973" cy="257175"/>
              </a:xfrm>
              <a:custGeom xmlns:a="http://schemas.openxmlformats.org/drawingml/2006/main">
                <a:pathLst>
                  <a:path w="160973" h="257175">
                    <a:moveTo>
                      <a:pt x="86678" y="0"/>
                    </a:moveTo>
                    <a:lnTo>
                      <a:pt x="61913" y="71438"/>
                    </a:lnTo>
                    <a:lnTo>
                      <a:pt x="68104" y="121444"/>
                    </a:lnTo>
                    <a:lnTo>
                      <a:pt x="24765" y="85725"/>
                    </a:lnTo>
                    <a:lnTo>
                      <a:pt x="0" y="150019"/>
                    </a:lnTo>
                    <a:lnTo>
                      <a:pt x="6191" y="200025"/>
                    </a:lnTo>
                    <a:lnTo>
                      <a:pt x="43339" y="257175"/>
                    </a:lnTo>
                    <a:lnTo>
                      <a:pt x="117634" y="257175"/>
                    </a:lnTo>
                    <a:lnTo>
                      <a:pt x="160973" y="200025"/>
                    </a:lnTo>
                    <a:lnTo>
                      <a:pt x="154781" y="135731"/>
                    </a:lnTo>
                    <a:lnTo>
                      <a:pt x="123825" y="64294"/>
                    </a:lnTo>
                    <a:lnTo>
                      <a:pt x="123825" y="135731"/>
                    </a:lnTo>
                    <a:lnTo>
                      <a:pt x="99060" y="92869"/>
                    </a:lnTo>
                    <a:close/>
                  </a:path>
                </a:pathLst>
              </a:custGeom>
              <a:solidFill xmlns:a="http://schemas.openxmlformats.org/drawingml/2006/main">
                <a:srgbClr val="FF650B"/>
              </a:solidFill>
              <a:ln xmlns:a="http://schemas.openxmlformats.org/drawingml/2006/main" w="6191">
                <a:solidFill>
                  <a:srgbClr val="F75709"/>
                </a:solidFill>
              </a:ln>
            </p:spPr>
          </p:sp>
          <p:sp>
            <p:nvSpPr>
              <p:cNvPr id="92" name="92 path">
                <a:extLst xmlns:a="http://schemas.openxmlformats.org/drawingml/2006/main">
                  <a:ext uri="{FF2B5EF4-FFF2-40B4-BE49-F238E27FC236}">
                    <a16:creationId xmlns:a16="http://schemas.microsoft.com/office/drawing/2014/main" id="{274E8227-5620-4AE6-B032-3FE6A7600DB6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845469" y="4371975"/>
                <a:ext cx="80486" cy="121444"/>
              </a:xfrm>
              <a:custGeom xmlns:a="http://schemas.openxmlformats.org/drawingml/2006/main">
                <a:pathLst>
                  <a:path w="80486" h="121444">
                    <a:moveTo>
                      <a:pt x="30956" y="0"/>
                    </a:moveTo>
                    <a:lnTo>
                      <a:pt x="0" y="64294"/>
                    </a:lnTo>
                    <a:lnTo>
                      <a:pt x="12383" y="107156"/>
                    </a:lnTo>
                    <a:lnTo>
                      <a:pt x="49530" y="121444"/>
                    </a:lnTo>
                    <a:lnTo>
                      <a:pt x="80486" y="85725"/>
                    </a:lnTo>
                    <a:lnTo>
                      <a:pt x="61913" y="35719"/>
                    </a:lnTo>
                    <a:lnTo>
                      <a:pt x="55721" y="71438"/>
                    </a:lnTo>
                    <a:close/>
                  </a:path>
                </a:pathLst>
              </a:custGeom>
              <a:solidFill xmlns:a="http://schemas.openxmlformats.org/drawingml/2006/main">
                <a:srgbClr val="FFFFFF"/>
              </a:solidFill>
              <a:ln xmlns:a="http://schemas.openxmlformats.org/drawingml/2006/main" w="3096">
                <a:solidFill>
                  <a:srgbClr val="FFFFFF"/>
                </a:solidFill>
              </a:ln>
            </p:spPr>
          </p:sp>
        </p:grpSp>
        <p:sp>
          <p:nvSpPr>
            <p:cNvPr id="93" name="93 Framework C">
              <a:extLst xmlns:a="http://schemas.openxmlformats.org/drawingml/2006/main">
                <a:ext uri="{FF2B5EF4-FFF2-40B4-BE49-F238E27FC236}">
                  <a16:creationId xmlns:a16="http://schemas.microsoft.com/office/drawing/2014/main" id="{FBCE368D-3014-4B86-B279-A8F71EEBE18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057400" y="4257675"/>
              <a:ext cx="866775" cy="18897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2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Framework C</a:t>
              </a:r>
            </a:p>
          </p:txBody>
        </p:sp>
        <p:sp>
          <p:nvSpPr>
            <p:cNvPr id="94" name="94 rect">
              <a:extLst xmlns:a="http://schemas.openxmlformats.org/drawingml/2006/main">
                <a:ext uri="{FF2B5EF4-FFF2-40B4-BE49-F238E27FC236}">
                  <a16:creationId xmlns:a16="http://schemas.microsoft.com/office/drawing/2014/main" id="{79371B65-BD75-4E1E-9332-F6816ECF1B1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019425" y="4171950"/>
              <a:ext cx="1333500" cy="381000"/>
            </a:xfrm>
            <a:prstGeom xmlns:a="http://schemas.openxmlformats.org/drawingml/2006/main" prst="roundRect">
              <a:avLst>
                <a:gd name="adj" fmla="val 17500"/>
              </a:avLst>
            </a:prstGeom>
            <a:gradFill xmlns:a="http://schemas.openxmlformats.org/drawingml/2006/main">
              <a:gsLst>
                <a:gs pos="0">
                  <a:srgbClr val="E7FFF1"/>
                </a:gs>
                <a:gs pos="100000">
                  <a:srgbClr val="F7FFFB"/>
                </a:gs>
              </a:gsLst>
              <a:lin ang="5400000"/>
            </a:gradFill>
            <a:ln xmlns:a="http://schemas.openxmlformats.org/drawingml/2006/main" w="7620">
              <a:solidFill>
                <a:srgbClr val="62BFA0"/>
              </a:solidFill>
            </a:ln>
          </p:spPr>
        </p:sp>
        <p:grpSp>
          <p:nvGrpSpPr>
            <p:cNvPr id="520" name="icon-code-94"/>
            <p:cNvGrpSpPr/>
            <p:nvPr/>
          </p:nvGrpSpPr>
          <p:grpSpPr>
            <ns13:xfrm xmlns:ns13="http://schemas.openxmlformats.org/drawingml/2006/main">
              <ns13:off x="3125153" y="4288631"/>
              <ns13:ext cx="226694" cy="185738"/>
              <ns13:chOff x="3125153" y="4288631"/>
              <ns13:chExt cx="226694" cy="185738"/>
            </ns13:xfrm>
          </p:grpSpPr>
          <p:sp>
            <p:nvSpPr>
              <p:cNvPr id="95" name="95 path">
                <a:extLst xmlns:a="http://schemas.openxmlformats.org/drawingml/2006/main">
                  <a:ext uri="{FF2B5EF4-FFF2-40B4-BE49-F238E27FC236}">
                    <a16:creationId xmlns:a16="http://schemas.microsoft.com/office/drawing/2014/main" id="{B5CD5214-DA2F-43F7-95B7-5B3ED1932614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3125153" y="4319588"/>
                <a:ext cx="60007" cy="123825"/>
              </a:xfrm>
              <a:custGeom xmlns:a="http://schemas.openxmlformats.org/drawingml/2006/main">
                <a:pathLst>
                  <a:path w="60007" h="123825">
                    <a:moveTo>
                      <a:pt x="60007" y="0"/>
                    </a:moveTo>
                    <a:lnTo>
                      <a:pt x="0" y="61913"/>
                    </a:lnTo>
                    <a:lnTo>
                      <a:pt x="60007" y="123825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6716">
                <a:solidFill>
                  <a:srgbClr val="090D28"/>
                </a:solidFill>
              </a:ln>
            </p:spPr>
          </p:sp>
          <p:sp>
            <p:nvSpPr>
              <p:cNvPr id="96" name="96 path">
                <a:extLst xmlns:a="http://schemas.openxmlformats.org/drawingml/2006/main">
                  <a:ext uri="{FF2B5EF4-FFF2-40B4-BE49-F238E27FC236}">
                    <a16:creationId xmlns:a16="http://schemas.microsoft.com/office/drawing/2014/main" id="{D9DDA0A6-7BC2-4E3D-95B3-422AB5D0D3CC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3291840" y="4319588"/>
                <a:ext cx="60007" cy="123825"/>
              </a:xfrm>
              <a:custGeom xmlns:a="http://schemas.openxmlformats.org/drawingml/2006/main">
                <a:pathLst>
                  <a:path w="60007" h="123825">
                    <a:moveTo>
                      <a:pt x="0" y="0"/>
                    </a:moveTo>
                    <a:lnTo>
                      <a:pt x="60007" y="61913"/>
                    </a:lnTo>
                    <a:lnTo>
                      <a:pt x="0" y="123825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6716">
                <a:solidFill>
                  <a:srgbClr val="090D28"/>
                </a:solidFill>
              </a:ln>
            </p:spPr>
          </p:sp>
          <p:sp>
            <p:nvSpPr>
              <p:cNvPr id="97" name="97 path">
                <a:extLst xmlns:a="http://schemas.openxmlformats.org/drawingml/2006/main">
                  <a:ext uri="{FF2B5EF4-FFF2-40B4-BE49-F238E27FC236}">
                    <a16:creationId xmlns:a16="http://schemas.microsoft.com/office/drawing/2014/main" id="{11B6D3A0-9E2D-434D-85EC-1A9B8BAE8FD1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3218498" y="4288631"/>
                <a:ext cx="40005" cy="185738"/>
              </a:xfrm>
              <a:custGeom xmlns:a="http://schemas.openxmlformats.org/drawingml/2006/main">
                <a:pathLst>
                  <a:path w="40005" h="185738">
                    <a:moveTo>
                      <a:pt x="40005" y="0"/>
                    </a:moveTo>
                    <a:lnTo>
                      <a:pt x="0" y="185738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6716">
                <a:solidFill>
                  <a:srgbClr val="090D28"/>
                </a:solidFill>
              </a:ln>
            </p:spPr>
          </p:sp>
        </p:grpSp>
        <p:sp>
          <p:nvSpPr>
            <p:cNvPr id="98" name="98 Language X">
              <a:extLst xmlns:a="http://schemas.openxmlformats.org/drawingml/2006/main">
                <a:ext uri="{FF2B5EF4-FFF2-40B4-BE49-F238E27FC236}">
                  <a16:creationId xmlns:a16="http://schemas.microsoft.com/office/drawing/2014/main" id="{3364D91A-F268-48BA-9AE2-16028B0D7F4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448050" y="4257675"/>
              <a:ext cx="866775" cy="21141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43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43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Language X</a:t>
              </a:r>
            </a:p>
          </p:txBody>
        </p:sp>
        <p:sp>
          <p:nvSpPr>
            <p:cNvPr id="99" name="99 path">
              <a:extLst xmlns:a="http://schemas.openxmlformats.org/drawingml/2006/main">
                <a:ext uri="{FF2B5EF4-FFF2-40B4-BE49-F238E27FC236}">
                  <a16:creationId xmlns:a16="http://schemas.microsoft.com/office/drawing/2014/main" id="{62AA9FBB-05BB-4CDE-89F1-10DCB7A8C7B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238375" y="4619625"/>
              <a:ext cx="323850" cy="190500"/>
            </a:xfrm>
            <a:custGeom xmlns:a="http://schemas.openxmlformats.org/drawingml/2006/main">
              <a:pathLst>
                <a:path w="323850" h="190500">
                  <a:moveTo>
                    <a:pt x="85725" y="0"/>
                  </a:moveTo>
                  <a:lnTo>
                    <a:pt x="247650" y="0"/>
                  </a:lnTo>
                  <a:lnTo>
                    <a:pt x="247650" y="57150"/>
                  </a:lnTo>
                  <a:lnTo>
                    <a:pt x="323850" y="57150"/>
                  </a:lnTo>
                  <a:lnTo>
                    <a:pt x="161925" y="190500"/>
                  </a:lnTo>
                  <a:lnTo>
                    <a:pt x="0" y="57150"/>
                  </a:lnTo>
                  <a:lnTo>
                    <a:pt x="85725" y="57150"/>
                  </a:lnTo>
                  <a:close/>
                </a:path>
              </a:pathLst>
            </a:custGeom>
            <a:solidFill xmlns:a="http://schemas.openxmlformats.org/drawingml/2006/main">
              <a:srgbClr val="B8BCC0"/>
            </a:solidFill>
            <a:ln xmlns:a="http://schemas.openxmlformats.org/drawingml/2006/main" w="9525">
              <a:solidFill>
                <a:srgbClr val="78828B"/>
              </a:solidFill>
            </a:ln>
          </p:spPr>
        </p:sp>
      </p:grpSp>
      <p:grpSp>
        <p:nvGrpSpPr>
          <p:cNvPr id="521" name="Initial migrated repository"/>
          <p:cNvGrpSpPr/>
          <p:nvPr/>
        </p:nvGrpSpPr>
        <p:grpSpPr>
          <ns24:xfrm xmlns:ns24="http://schemas.openxmlformats.org/drawingml/2006/main">
            <ns24:off x="276225" y="4781550"/>
            <ns24:ext cx="4210050" cy="3048000"/>
            <ns24:chOff x="276225" y="4781550"/>
            <ns24:chExt cx="4210050" cy="3048000"/>
          </ns24:xfrm>
        </p:grpSpPr>
        <p:sp>
          <p:nvSpPr>
            <p:cNvPr id="100" name="100 rect">
              <a:extLst xmlns:a="http://schemas.openxmlformats.org/drawingml/2006/main">
                <a:ext uri="{FF2B5EF4-FFF2-40B4-BE49-F238E27FC236}">
                  <a16:creationId xmlns:a16="http://schemas.microsoft.com/office/drawing/2014/main" id="{4289369E-DB33-48A5-8455-EBC0A58D1B2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76225" y="4781550"/>
              <a:ext cx="4210050" cy="3048000"/>
            </a:xfrm>
            <a:prstGeom xmlns:a="http://schemas.openxmlformats.org/drawingml/2006/main" prst="roundRect">
              <a:avLst>
                <a:gd name="adj" fmla="val 4375"/>
              </a:avLst>
            </a:prstGeom>
            <a:gradFill xmlns:a="http://schemas.openxmlformats.org/drawingml/2006/main">
              <a:gsLst>
                <a:gs pos="0">
                  <a:srgbClr val="FFF0E0"/>
                </a:gs>
                <a:gs pos="100000">
                  <a:srgbClr val="FFF8EF"/>
                </a:gs>
              </a:gsLst>
              <a:lin ang="5400000"/>
            </a:gradFill>
            <a:ln xmlns:a="http://schemas.openxmlformats.org/drawingml/2006/main" w="9525">
              <a:solidFill>
                <a:srgbClr val="F18C4D"/>
              </a:solidFill>
            </a:ln>
          </p:spPr>
        </p:sp>
        <p:grpSp>
          <p:nvGrpSpPr>
            <p:cNvPr id="522" name="icon-database-100"/>
            <p:cNvGrpSpPr/>
            <p:nvPr/>
          </p:nvGrpSpPr>
          <p:grpSpPr>
            <ns15:xfrm xmlns:ns15="http://schemas.openxmlformats.org/drawingml/2006/main">
              <ns15:off x="457200" y="4857750"/>
              <ns15:ext cx="285750" cy="342900"/>
              <ns15:chOff x="457200" y="4857750"/>
              <ns15:chExt cx="285750" cy="342900"/>
            </ns15:xfrm>
          </p:grpSpPr>
          <p:sp>
            <p:nvSpPr>
              <p:cNvPr id="101" name="101 rect">
                <a:extLst xmlns:a="http://schemas.openxmlformats.org/drawingml/2006/main">
                  <a:ext uri="{FF2B5EF4-FFF2-40B4-BE49-F238E27FC236}">
                    <a16:creationId xmlns:a16="http://schemas.microsoft.com/office/drawing/2014/main" id="{C5FB056A-91E5-459D-B99C-13CCD177C096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457200" y="4914900"/>
                <a:ext cx="285750" cy="247650"/>
              </a:xfrm>
              <a:prstGeom xmlns:a="http://schemas.openxmlformats.org/drawingml/2006/main" prst="rect">
                <a:avLst/>
              </a:prstGeom>
              <a:gradFill xmlns:a="http://schemas.openxmlformats.org/drawingml/2006/main">
                <a:gsLst>
                  <a:gs pos="0">
                    <a:srgbClr val="A4C3DC"/>
                  </a:gs>
                  <a:gs pos="100000">
                    <a:srgbClr val="87ACDF"/>
                  </a:gs>
                </a:gsLst>
                <a:lin ang="5400000"/>
              </a:gradFill>
              <a:ln xmlns:a="http://schemas.openxmlformats.org/drawingml/2006/main" w="20955">
                <a:solidFill>
                  <a:srgbClr val="090D28"/>
                </a:solidFill>
              </a:ln>
            </p:spPr>
          </p:sp>
          <p:sp>
            <p:nvSpPr>
              <p:cNvPr id="102" name="102 ellipse">
                <a:extLst xmlns:a="http://schemas.openxmlformats.org/drawingml/2006/main">
                  <a:ext uri="{FF2B5EF4-FFF2-40B4-BE49-F238E27FC236}">
                    <a16:creationId xmlns:a16="http://schemas.microsoft.com/office/drawing/2014/main" id="{4A3A9B1B-F376-48E1-8561-8ED8A3226A27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457200" y="5076825"/>
                <a:ext cx="285750" cy="123825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94B9E8"/>
              </a:solidFill>
              <a:ln xmlns:a="http://schemas.openxmlformats.org/drawingml/2006/main" w="20955">
                <a:solidFill>
                  <a:srgbClr val="090D28"/>
                </a:solidFill>
              </a:ln>
            </p:spPr>
          </p:sp>
          <p:sp>
            <p:nvSpPr>
              <p:cNvPr id="103" name="103 rect">
                <a:extLst xmlns:a="http://schemas.openxmlformats.org/drawingml/2006/main">
                  <a:ext uri="{FF2B5EF4-FFF2-40B4-BE49-F238E27FC236}">
                    <a16:creationId xmlns:a16="http://schemas.microsoft.com/office/drawing/2014/main" id="{6FBB677C-B1DF-438D-BDFA-877A0FB980E3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466725" y="5000625"/>
                <a:ext cx="266700" cy="133350"/>
              </a:xfrm>
              <a:prstGeom xmlns:a="http://schemas.openxmlformats.org/drawingml/2006/main" prst="rect">
                <a:avLst/>
              </a:prstGeom>
              <a:gradFill xmlns:a="http://schemas.openxmlformats.org/drawingml/2006/main">
                <a:gsLst>
                  <a:gs pos="0">
                    <a:srgbClr val="A4C3DC"/>
                  </a:gs>
                  <a:gs pos="100000">
                    <a:srgbClr val="9DBDE5"/>
                  </a:gs>
                </a:gsLst>
                <a:lin ang="5400000"/>
              </a:gradFill>
              <a:ln xmlns:a="http://schemas.openxmlformats.org/drawingml/2006/main" w="0">
                <a:noFill/>
              </a:ln>
            </p:spPr>
          </p:sp>
          <p:sp>
            <p:nvSpPr>
              <p:cNvPr id="104" name="104 path">
                <a:extLst xmlns:a="http://schemas.openxmlformats.org/drawingml/2006/main">
                  <a:ext uri="{FF2B5EF4-FFF2-40B4-BE49-F238E27FC236}">
                    <a16:creationId xmlns:a16="http://schemas.microsoft.com/office/drawing/2014/main" id="{61E0FF9B-E8EC-4A9E-BDE2-45F0C0A5F6F7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457200" y="5019675"/>
                <a:ext cx="285750" cy="42863"/>
              </a:xfrm>
              <a:custGeom xmlns:a="http://schemas.openxmlformats.org/drawingml/2006/main">
                <a:pathLst>
                  <a:path w="285750" h="42863">
                    <a:moveTo>
                      <a:pt x="0" y="0"/>
                    </a:moveTo>
                    <a:lnTo>
                      <a:pt x="6947" y="5525"/>
                    </a:lnTo>
                    <a:lnTo>
                      <a:pt x="14427" y="10668"/>
                    </a:lnTo>
                    <a:lnTo>
                      <a:pt x="22403" y="15431"/>
                    </a:lnTo>
                    <a:lnTo>
                      <a:pt x="30836" y="19812"/>
                    </a:lnTo>
                    <a:lnTo>
                      <a:pt x="39687" y="23813"/>
                    </a:lnTo>
                    <a:lnTo>
                      <a:pt x="48920" y="27432"/>
                    </a:lnTo>
                    <a:lnTo>
                      <a:pt x="58496" y="30671"/>
                    </a:lnTo>
                    <a:lnTo>
                      <a:pt x="68377" y="33528"/>
                    </a:lnTo>
                    <a:lnTo>
                      <a:pt x="78524" y="36004"/>
                    </a:lnTo>
                    <a:lnTo>
                      <a:pt x="88900" y="38100"/>
                    </a:lnTo>
                    <a:lnTo>
                      <a:pt x="99466" y="39814"/>
                    </a:lnTo>
                    <a:lnTo>
                      <a:pt x="110185" y="41148"/>
                    </a:lnTo>
                    <a:lnTo>
                      <a:pt x="121018" y="42100"/>
                    </a:lnTo>
                    <a:lnTo>
                      <a:pt x="131928" y="42672"/>
                    </a:lnTo>
                    <a:lnTo>
                      <a:pt x="142875" y="42863"/>
                    </a:lnTo>
                    <a:lnTo>
                      <a:pt x="153822" y="42672"/>
                    </a:lnTo>
                    <a:lnTo>
                      <a:pt x="164732" y="42100"/>
                    </a:lnTo>
                    <a:lnTo>
                      <a:pt x="175565" y="41148"/>
                    </a:lnTo>
                    <a:lnTo>
                      <a:pt x="186284" y="39814"/>
                    </a:lnTo>
                    <a:lnTo>
                      <a:pt x="196850" y="38100"/>
                    </a:lnTo>
                    <a:lnTo>
                      <a:pt x="207226" y="36004"/>
                    </a:lnTo>
                    <a:lnTo>
                      <a:pt x="217373" y="33528"/>
                    </a:lnTo>
                    <a:lnTo>
                      <a:pt x="227254" y="30671"/>
                    </a:lnTo>
                    <a:lnTo>
                      <a:pt x="236830" y="27432"/>
                    </a:lnTo>
                    <a:lnTo>
                      <a:pt x="246063" y="23813"/>
                    </a:lnTo>
                    <a:lnTo>
                      <a:pt x="254914" y="19812"/>
                    </a:lnTo>
                    <a:lnTo>
                      <a:pt x="263347" y="15431"/>
                    </a:lnTo>
                    <a:lnTo>
                      <a:pt x="271323" y="10668"/>
                    </a:lnTo>
                    <a:lnTo>
                      <a:pt x="278803" y="5525"/>
                    </a:lnTo>
                    <a:lnTo>
                      <a:pt x="28575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9050">
                <a:solidFill>
                  <a:srgbClr val="090D28"/>
                </a:solidFill>
              </a:ln>
            </p:spPr>
          </p:sp>
          <p:sp>
            <p:nvSpPr>
              <p:cNvPr id="105" name="105 path">
                <a:extLst xmlns:a="http://schemas.openxmlformats.org/drawingml/2006/main">
                  <a:ext uri="{FF2B5EF4-FFF2-40B4-BE49-F238E27FC236}">
                    <a16:creationId xmlns:a16="http://schemas.microsoft.com/office/drawing/2014/main" id="{CBC4AE75-56AC-49BF-AE7A-B8D70E0DA233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457200" y="5095875"/>
                <a:ext cx="285750" cy="42863"/>
              </a:xfrm>
              <a:custGeom xmlns:a="http://schemas.openxmlformats.org/drawingml/2006/main">
                <a:pathLst>
                  <a:path w="285750" h="42863">
                    <a:moveTo>
                      <a:pt x="0" y="0"/>
                    </a:moveTo>
                    <a:lnTo>
                      <a:pt x="6947" y="5525"/>
                    </a:lnTo>
                    <a:lnTo>
                      <a:pt x="14427" y="10668"/>
                    </a:lnTo>
                    <a:lnTo>
                      <a:pt x="22403" y="15431"/>
                    </a:lnTo>
                    <a:lnTo>
                      <a:pt x="30836" y="19812"/>
                    </a:lnTo>
                    <a:lnTo>
                      <a:pt x="39687" y="23813"/>
                    </a:lnTo>
                    <a:lnTo>
                      <a:pt x="48920" y="27432"/>
                    </a:lnTo>
                    <a:lnTo>
                      <a:pt x="58496" y="30671"/>
                    </a:lnTo>
                    <a:lnTo>
                      <a:pt x="68377" y="33528"/>
                    </a:lnTo>
                    <a:lnTo>
                      <a:pt x="78524" y="36004"/>
                    </a:lnTo>
                    <a:lnTo>
                      <a:pt x="88900" y="38100"/>
                    </a:lnTo>
                    <a:lnTo>
                      <a:pt x="99466" y="39814"/>
                    </a:lnTo>
                    <a:lnTo>
                      <a:pt x="110185" y="41148"/>
                    </a:lnTo>
                    <a:lnTo>
                      <a:pt x="121018" y="42100"/>
                    </a:lnTo>
                    <a:lnTo>
                      <a:pt x="131928" y="42672"/>
                    </a:lnTo>
                    <a:lnTo>
                      <a:pt x="142875" y="42863"/>
                    </a:lnTo>
                    <a:lnTo>
                      <a:pt x="153822" y="42672"/>
                    </a:lnTo>
                    <a:lnTo>
                      <a:pt x="164732" y="42100"/>
                    </a:lnTo>
                    <a:lnTo>
                      <a:pt x="175565" y="41148"/>
                    </a:lnTo>
                    <a:lnTo>
                      <a:pt x="186284" y="39814"/>
                    </a:lnTo>
                    <a:lnTo>
                      <a:pt x="196850" y="38100"/>
                    </a:lnTo>
                    <a:lnTo>
                      <a:pt x="207226" y="36004"/>
                    </a:lnTo>
                    <a:lnTo>
                      <a:pt x="217373" y="33528"/>
                    </a:lnTo>
                    <a:lnTo>
                      <a:pt x="227254" y="30671"/>
                    </a:lnTo>
                    <a:lnTo>
                      <a:pt x="236830" y="27432"/>
                    </a:lnTo>
                    <a:lnTo>
                      <a:pt x="246063" y="23813"/>
                    </a:lnTo>
                    <a:lnTo>
                      <a:pt x="254914" y="19812"/>
                    </a:lnTo>
                    <a:lnTo>
                      <a:pt x="263347" y="15431"/>
                    </a:lnTo>
                    <a:lnTo>
                      <a:pt x="271323" y="10668"/>
                    </a:lnTo>
                    <a:lnTo>
                      <a:pt x="278803" y="5525"/>
                    </a:lnTo>
                    <a:lnTo>
                      <a:pt x="28575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9050">
                <a:solidFill>
                  <a:srgbClr val="090D28"/>
                </a:solidFill>
              </a:ln>
            </p:spPr>
          </p:sp>
          <p:sp>
            <p:nvSpPr>
              <p:cNvPr id="106" name="106 ellipse">
                <a:extLst xmlns:a="http://schemas.openxmlformats.org/drawingml/2006/main">
                  <a:ext uri="{FF2B5EF4-FFF2-40B4-BE49-F238E27FC236}">
                    <a16:creationId xmlns:a16="http://schemas.microsoft.com/office/drawing/2014/main" id="{92FC337A-6EC0-4D21-9EE1-EE61C5CC2B79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457200" y="4857750"/>
                <a:ext cx="285750" cy="123825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A4C3DC"/>
              </a:solidFill>
              <a:ln xmlns:a="http://schemas.openxmlformats.org/drawingml/2006/main" w="20955">
                <a:solidFill>
                  <a:srgbClr val="090D28"/>
                </a:solidFill>
              </a:ln>
            </p:spPr>
          </p:sp>
        </p:grpSp>
        <p:grpSp>
          <p:nvGrpSpPr>
            <p:cNvPr id="523" name="icon-warning-106"/>
            <p:cNvGrpSpPr/>
            <p:nvPr/>
          </p:nvGrpSpPr>
          <p:grpSpPr>
            <ns16:xfrm xmlns:ns16="http://schemas.openxmlformats.org/drawingml/2006/main">
              <ns16:off x="689610" y="4982528"/>
              <ns16:ext cx="240030" cy="220028"/>
              <ns16:chOff x="689610" y="4982528"/>
              <ns16:chExt cx="240030" cy="220028"/>
            </ns16:xfrm>
          </p:grpSpPr>
          <p:sp>
            <p:nvSpPr>
              <p:cNvPr id="107" name="107 path">
                <a:extLst xmlns:a="http://schemas.openxmlformats.org/drawingml/2006/main">
                  <a:ext uri="{FF2B5EF4-FFF2-40B4-BE49-F238E27FC236}">
                    <a16:creationId xmlns:a16="http://schemas.microsoft.com/office/drawing/2014/main" id="{BE3BE35C-EE8C-4837-B6A3-538CB1987287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689610" y="4982528"/>
                <a:ext cx="240030" cy="220028"/>
              </a:xfrm>
              <a:custGeom xmlns:a="http://schemas.openxmlformats.org/drawingml/2006/main">
                <a:pathLst>
                  <a:path w="240030" h="220028">
                    <a:moveTo>
                      <a:pt x="120015" y="0"/>
                    </a:moveTo>
                    <a:lnTo>
                      <a:pt x="240030" y="220028"/>
                    </a:lnTo>
                    <a:lnTo>
                      <a:pt x="0" y="220028"/>
                    </a:lnTo>
                    <a:close/>
                  </a:path>
                </a:pathLst>
              </a:custGeom>
              <a:solidFill xmlns:a="http://schemas.openxmlformats.org/drawingml/2006/main">
                <a:srgbClr val="FFFFFF"/>
              </a:solidFill>
              <a:ln xmlns:a="http://schemas.openxmlformats.org/drawingml/2006/main" w="16669">
                <a:solidFill>
                  <a:srgbClr val="F82127"/>
                </a:solidFill>
              </a:ln>
            </p:spPr>
          </p:sp>
          <p:sp>
            <p:nvSpPr>
              <p:cNvPr id="108" name="108 path">
                <a:extLst xmlns:a="http://schemas.openxmlformats.org/drawingml/2006/main">
                  <a:ext uri="{FF2B5EF4-FFF2-40B4-BE49-F238E27FC236}">
                    <a16:creationId xmlns:a16="http://schemas.microsoft.com/office/drawing/2014/main" id="{C53BCC08-4F88-4131-9FC0-066F30E0DF0E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809625" y="5049203"/>
                <a:ext cx="95" cy="80010"/>
              </a:xfrm>
              <a:custGeom xmlns:a="http://schemas.openxmlformats.org/drawingml/2006/main">
                <a:pathLst>
                  <a:path w="95" h="80010">
                    <a:moveTo>
                      <a:pt x="0" y="0"/>
                    </a:moveTo>
                    <a:lnTo>
                      <a:pt x="0" y="8001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002">
                <a:solidFill>
                  <a:srgbClr val="FA171B"/>
                </a:solidFill>
              </a:ln>
            </p:spPr>
          </p:sp>
          <p:sp>
            <p:nvSpPr>
              <p:cNvPr id="109" name="109 ellipse">
                <a:extLst xmlns:a="http://schemas.openxmlformats.org/drawingml/2006/main">
                  <a:ext uri="{FF2B5EF4-FFF2-40B4-BE49-F238E27FC236}">
                    <a16:creationId xmlns:a16="http://schemas.microsoft.com/office/drawing/2014/main" id="{F9F722EA-B269-4DDC-BFBF-3F94F5521546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799624" y="5155883"/>
                <a:ext cx="20003" cy="20003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F71920"/>
              </a:solidFill>
              <a:ln xmlns:a="http://schemas.openxmlformats.org/drawingml/2006/main" w="0">
                <a:noFill/>
              </a:ln>
            </p:spPr>
          </p:sp>
        </p:grpSp>
        <p:sp>
          <p:nvSpPr>
            <p:cNvPr id="110" name="110 Initial Migrated Repository">
              <a:extLst xmlns:a="http://schemas.openxmlformats.org/drawingml/2006/main">
                <a:ext uri="{FF2B5EF4-FFF2-40B4-BE49-F238E27FC236}">
                  <a16:creationId xmlns:a16="http://schemas.microsoft.com/office/drawing/2014/main" id="{1C69BB3A-9BBE-4E1A-8B97-188F0D004CF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14425" y="4905375"/>
              <a:ext cx="2476500" cy="25275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605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605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Initial Migrated Repository</a:t>
              </a:r>
            </a:p>
          </p:txBody>
        </p:sp>
        <p:sp>
          <p:nvSpPr>
            <p:cNvPr id="111" name="111 (Imperfect)">
              <a:extLst xmlns:a="http://schemas.openxmlformats.org/drawingml/2006/main">
                <a:ext uri="{FF2B5EF4-FFF2-40B4-BE49-F238E27FC236}">
                  <a16:creationId xmlns:a16="http://schemas.microsoft.com/office/drawing/2014/main" id="{58781ABC-7558-4633-BC50-295E3631E65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581400" y="4924425"/>
              <a:ext cx="838200" cy="206693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13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13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(Imperfect)</a:t>
              </a:r>
            </a:p>
          </p:txBody>
        </p:sp>
        <p:sp>
          <p:nvSpPr>
            <p:cNvPr id="112" name="112 rect">
              <a:extLst xmlns:a="http://schemas.openxmlformats.org/drawingml/2006/main">
                <a:ext uri="{FF2B5EF4-FFF2-40B4-BE49-F238E27FC236}">
                  <a16:creationId xmlns:a16="http://schemas.microsoft.com/office/drawing/2014/main" id="{D82D7FDC-0A85-48F9-A7E2-60CF198F3CF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71475" y="5295900"/>
              <a:ext cx="4019550" cy="1857375"/>
            </a:xfrm>
            <a:prstGeom xmlns:a="http://schemas.openxmlformats.org/drawingml/2006/main" prst="roundRect">
              <a:avLst>
                <a:gd name="adj" fmla="val 5128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1430">
              <a:solidFill>
                <a:srgbClr val="6E8AA0"/>
              </a:solidFill>
            </a:ln>
          </p:spPr>
        </p:sp>
        <p:grpSp>
          <p:nvGrpSpPr>
            <p:cNvPr id="524" name="icon-folder-112"/>
            <p:cNvGrpSpPr/>
            <p:nvPr/>
          </p:nvGrpSpPr>
          <p:grpSpPr>
            <ns17:xfrm xmlns:ns17="http://schemas.openxmlformats.org/drawingml/2006/main">
              <ns17:off x="492681" y="5407819"/>
              <ns17:ext cx="186214" cy="136922"/>
              <ns17:chOff x="492681" y="5407819"/>
              <ns17:chExt cx="186214" cy="136922"/>
            </ns17:xfrm>
          </p:grpSpPr>
          <p:sp>
            <p:nvSpPr>
              <p:cNvPr id="113" name="113 path">
                <a:extLst xmlns:a="http://schemas.openxmlformats.org/drawingml/2006/main">
                  <a:ext uri="{FF2B5EF4-FFF2-40B4-BE49-F238E27FC236}">
                    <a16:creationId xmlns:a16="http://schemas.microsoft.com/office/drawing/2014/main" id="{2F9C9957-F7F4-4032-94CE-1A29023D6F5A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492681" y="5407819"/>
                <a:ext cx="186214" cy="136922"/>
              </a:xfrm>
              <a:custGeom xmlns:a="http://schemas.openxmlformats.org/drawingml/2006/main">
                <a:pathLst>
                  <a:path w="186214" h="136922">
                    <a:moveTo>
                      <a:pt x="0" y="0"/>
                    </a:moveTo>
                    <a:lnTo>
                      <a:pt x="65722" y="0"/>
                    </a:lnTo>
                    <a:lnTo>
                      <a:pt x="82153" y="21907"/>
                    </a:lnTo>
                    <a:lnTo>
                      <a:pt x="186214" y="21907"/>
                    </a:lnTo>
                    <a:lnTo>
                      <a:pt x="186214" y="136922"/>
                    </a:lnTo>
                    <a:lnTo>
                      <a:pt x="0" y="136922"/>
                    </a:lnTo>
                    <a:close/>
                  </a:path>
                </a:pathLst>
              </a:custGeom>
              <a:solidFill xmlns:a="http://schemas.openxmlformats.org/drawingml/2006/main">
                <a:srgbClr val="D2ECFF"/>
              </a:solidFill>
              <a:ln xmlns:a="http://schemas.openxmlformats.org/drawingml/2006/main" w="10954">
                <a:solidFill>
                  <a:srgbClr val="003496"/>
                </a:solidFill>
              </a:ln>
            </p:spPr>
          </p:sp>
          <p:sp>
            <p:nvSpPr>
              <p:cNvPr id="114" name="114 path">
                <a:extLst xmlns:a="http://schemas.openxmlformats.org/drawingml/2006/main">
                  <a:ext uri="{FF2B5EF4-FFF2-40B4-BE49-F238E27FC236}">
                    <a16:creationId xmlns:a16="http://schemas.microsoft.com/office/drawing/2014/main" id="{C75F1069-2E33-4672-8D00-CB4469E05C7F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498158" y="5446157"/>
                <a:ext cx="175260" cy="98584"/>
              </a:xfrm>
              <a:custGeom xmlns:a="http://schemas.openxmlformats.org/drawingml/2006/main">
                <a:pathLst>
                  <a:path w="175260" h="98584">
                    <a:moveTo>
                      <a:pt x="0" y="0"/>
                    </a:moveTo>
                    <a:lnTo>
                      <a:pt x="175260" y="0"/>
                    </a:lnTo>
                    <a:lnTo>
                      <a:pt x="175260" y="98584"/>
                    </a:lnTo>
                    <a:lnTo>
                      <a:pt x="0" y="98584"/>
                    </a:lnTo>
                    <a:close/>
                  </a:path>
                </a:pathLst>
              </a:custGeom>
              <a:solidFill xmlns:a="http://schemas.openxmlformats.org/drawingml/2006/main">
                <a:srgbClr val="F7FCFF"/>
              </a:solidFill>
              <a:ln xmlns:a="http://schemas.openxmlformats.org/drawingml/2006/main" w="7120">
                <a:solidFill>
                  <a:srgbClr val="003496"/>
                </a:solidFill>
              </a:ln>
            </p:spPr>
          </p:sp>
        </p:grpSp>
        <p:sp>
          <p:nvSpPr>
            <p:cNvPr id="115" name="115 migrated_project/">
              <a:extLst xmlns:a="http://schemas.openxmlformats.org/drawingml/2006/main">
                <a:ext uri="{FF2B5EF4-FFF2-40B4-BE49-F238E27FC236}">
                  <a16:creationId xmlns:a16="http://schemas.microsoft.com/office/drawing/2014/main" id="{B3B67373-BBA6-45D1-8401-8A4358175DF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00100" y="5334000"/>
              <a:ext cx="1362075" cy="23031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463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63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migrated_project/</a:t>
              </a:r>
            </a:p>
          </p:txBody>
        </p:sp>
        <p:sp>
          <p:nvSpPr>
            <p:cNvPr id="116" name="116 path">
              <a:extLst xmlns:a="http://schemas.openxmlformats.org/drawingml/2006/main">
                <a:ext uri="{FF2B5EF4-FFF2-40B4-BE49-F238E27FC236}">
                  <a16:creationId xmlns:a16="http://schemas.microsoft.com/office/drawing/2014/main" id="{10A4E65C-52E4-41D3-B566-2509C1D84F7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61975" y="5591175"/>
              <a:ext cx="95" cy="1419225"/>
            </a:xfrm>
            <a:custGeom xmlns:a="http://schemas.openxmlformats.org/drawingml/2006/main">
              <a:pathLst>
                <a:path w="95" h="1419225">
                  <a:moveTo>
                    <a:pt x="0" y="0"/>
                  </a:moveTo>
                  <a:lnTo>
                    <a:pt x="0" y="1419225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656F7B"/>
              </a:solidFill>
            </a:ln>
          </p:spPr>
        </p:sp>
        <p:sp>
          <p:nvSpPr>
            <p:cNvPr id="117" name="117 rect">
              <a:extLst xmlns:a="http://schemas.openxmlformats.org/drawingml/2006/main">
                <a:ext uri="{FF2B5EF4-FFF2-40B4-BE49-F238E27FC236}">
                  <a16:creationId xmlns:a16="http://schemas.microsoft.com/office/drawing/2014/main" id="{83864631-2D55-4936-B360-F1AFEC25EC3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19175" y="5657850"/>
              <a:ext cx="1114425" cy="219075"/>
            </a:xfrm>
            <a:prstGeom xmlns:a="http://schemas.openxmlformats.org/drawingml/2006/main" prst="roundRect">
              <a:avLst>
                <a:gd name="adj" fmla="val 26087"/>
              </a:avLst>
            </a:prstGeom>
            <a:solidFill xmlns:a="http://schemas.openxmlformats.org/drawingml/2006/main">
              <a:srgbClr val="F2F5F8"/>
            </a:solidFill>
            <a:ln xmlns:a="http://schemas.openxmlformats.org/drawingml/2006/main" w="0">
              <a:noFill/>
            </a:ln>
          </p:spPr>
        </p:sp>
        <p:sp>
          <p:nvSpPr>
            <p:cNvPr id="118" name="118 path">
              <a:extLst xmlns:a="http://schemas.openxmlformats.org/drawingml/2006/main">
                <a:ext uri="{FF2B5EF4-FFF2-40B4-BE49-F238E27FC236}">
                  <a16:creationId xmlns:a16="http://schemas.microsoft.com/office/drawing/2014/main" id="{56B2286F-6FA2-4CE1-9578-79870418500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61975" y="5800725"/>
              <a:ext cx="123825" cy="95"/>
            </a:xfrm>
            <a:custGeom xmlns:a="http://schemas.openxmlformats.org/drawingml/2006/main">
              <a:pathLst>
                <a:path w="123825" h="95">
                  <a:moveTo>
                    <a:pt x="0" y="0"/>
                  </a:moveTo>
                  <a:lnTo>
                    <a:pt x="12382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656F7B"/>
              </a:solidFill>
            </a:ln>
          </p:spPr>
        </p:sp>
        <p:grpSp>
          <p:nvGrpSpPr>
            <p:cNvPr id="525" name="icon-python-118"/>
            <p:cNvGrpSpPr/>
            <p:nvPr/>
          </p:nvGrpSpPr>
          <p:grpSpPr>
            <ns18:xfrm xmlns:ns18="http://schemas.openxmlformats.org/drawingml/2006/main">
              <ns18:off x="782955" y="5696188"/>
              <ns18:ext cx="200025" cy="218599"/>
              <ns18:chOff x="782955" y="5696188"/>
              <ns18:chExt cx="200025" cy="218599"/>
            </ns18:xfrm>
          </p:grpSpPr>
          <p:sp>
            <p:nvSpPr>
              <p:cNvPr id="119" name="119 path">
                <a:extLst xmlns:a="http://schemas.openxmlformats.org/drawingml/2006/main">
                  <a:ext uri="{FF2B5EF4-FFF2-40B4-BE49-F238E27FC236}">
                    <a16:creationId xmlns:a16="http://schemas.microsoft.com/office/drawing/2014/main" id="{3FDE687A-F5D4-4F16-BE20-830821C46B97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782955" y="5715476"/>
                <a:ext cx="114300" cy="173593"/>
              </a:xfrm>
              <a:custGeom xmlns:a="http://schemas.openxmlformats.org/drawingml/2006/main">
                <a:pathLst>
                  <a:path w="114300" h="173593">
                    <a:moveTo>
                      <a:pt x="17145" y="0"/>
                    </a:moveTo>
                    <a:lnTo>
                      <a:pt x="114300" y="0"/>
                    </a:lnTo>
                    <a:lnTo>
                      <a:pt x="114300" y="109299"/>
                    </a:lnTo>
                    <a:lnTo>
                      <a:pt x="62865" y="109299"/>
                    </a:lnTo>
                    <a:lnTo>
                      <a:pt x="62865" y="173593"/>
                    </a:lnTo>
                    <a:lnTo>
                      <a:pt x="0" y="173593"/>
                    </a:lnTo>
                    <a:lnTo>
                      <a:pt x="0" y="57864"/>
                    </a:lnTo>
                    <a:lnTo>
                      <a:pt x="17145" y="57864"/>
                    </a:lnTo>
                    <a:close/>
                  </a:path>
                </a:pathLst>
              </a:custGeom>
              <a:solidFill xmlns:a="http://schemas.openxmlformats.org/drawingml/2006/main">
                <a:srgbClr val="4AAAE6"/>
              </a:solidFill>
              <a:ln xmlns:a="http://schemas.openxmlformats.org/drawingml/2006/main" w="10287">
                <a:solidFill>
                  <a:srgbClr val="003496"/>
                </a:solidFill>
              </a:ln>
            </p:spPr>
          </p:sp>
          <p:sp>
            <p:nvSpPr>
              <p:cNvPr id="120" name="120 path">
                <a:extLst xmlns:a="http://schemas.openxmlformats.org/drawingml/2006/main">
                  <a:ext uri="{FF2B5EF4-FFF2-40B4-BE49-F238E27FC236}">
                    <a16:creationId xmlns:a16="http://schemas.microsoft.com/office/drawing/2014/main" id="{688349AC-E657-42D8-B65C-C347D4C66B57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857250" y="5696188"/>
                <a:ext cx="125730" cy="218599"/>
              </a:xfrm>
              <a:custGeom xmlns:a="http://schemas.openxmlformats.org/drawingml/2006/main">
                <a:pathLst>
                  <a:path w="125730" h="218599">
                    <a:moveTo>
                      <a:pt x="22860" y="64294"/>
                    </a:moveTo>
                    <a:lnTo>
                      <a:pt x="85725" y="64294"/>
                    </a:lnTo>
                    <a:lnTo>
                      <a:pt x="85725" y="0"/>
                    </a:lnTo>
                    <a:lnTo>
                      <a:pt x="125730" y="0"/>
                    </a:lnTo>
                    <a:lnTo>
                      <a:pt x="125730" y="141446"/>
                    </a:lnTo>
                    <a:lnTo>
                      <a:pt x="85725" y="141446"/>
                    </a:lnTo>
                    <a:lnTo>
                      <a:pt x="85725" y="218599"/>
                    </a:lnTo>
                    <a:lnTo>
                      <a:pt x="0" y="218599"/>
                    </a:lnTo>
                    <a:lnTo>
                      <a:pt x="0" y="122158"/>
                    </a:lnTo>
                    <a:lnTo>
                      <a:pt x="22860" y="122158"/>
                    </a:lnTo>
                    <a:close/>
                  </a:path>
                </a:pathLst>
              </a:custGeom>
              <a:solidFill xmlns:a="http://schemas.openxmlformats.org/drawingml/2006/main">
                <a:srgbClr val="FFD936"/>
              </a:solidFill>
              <a:ln xmlns:a="http://schemas.openxmlformats.org/drawingml/2006/main" w="9144">
                <a:solidFill>
                  <a:srgbClr val="003496"/>
                </a:solidFill>
              </a:ln>
            </p:spPr>
          </p:sp>
          <p:sp>
            <p:nvSpPr>
              <p:cNvPr id="121" name="121 ellipse">
                <a:extLst xmlns:a="http://schemas.openxmlformats.org/drawingml/2006/main">
                  <a:ext uri="{FF2B5EF4-FFF2-40B4-BE49-F238E27FC236}">
                    <a16:creationId xmlns:a16="http://schemas.microsoft.com/office/drawing/2014/main" id="{902991F2-5D16-4B23-8C0C-F1EBBEE076D0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822960" y="5741194"/>
                <a:ext cx="11430" cy="12859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122" name="122 ellipse">
                <a:extLst xmlns:a="http://schemas.openxmlformats.org/drawingml/2006/main">
                  <a:ext uri="{FF2B5EF4-FFF2-40B4-BE49-F238E27FC236}">
                    <a16:creationId xmlns:a16="http://schemas.microsoft.com/office/drawing/2014/main" id="{19FF035A-46FD-4D9B-A955-B9C6E1409238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31545" y="5856923"/>
                <a:ext cx="11430" cy="12859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0">
                <a:noFill/>
              </a:ln>
            </p:spPr>
          </p:sp>
        </p:grpSp>
        <p:sp>
          <p:nvSpPr>
            <p:cNvPr id="123" name="123 train.py">
              <a:extLst xmlns:a="http://schemas.openxmlformats.org/drawingml/2006/main">
                <a:ext uri="{FF2B5EF4-FFF2-40B4-BE49-F238E27FC236}">
                  <a16:creationId xmlns:a16="http://schemas.microsoft.com/office/drawing/2014/main" id="{A5892652-159E-481F-AE42-9BCDB03CBAC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62050" y="5667375"/>
              <a:ext cx="981075" cy="23622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train.py</a:t>
              </a:r>
            </a:p>
          </p:txBody>
        </p:sp>
        <p:sp>
          <p:nvSpPr>
            <p:cNvPr id="124" name="124 rect">
              <a:extLst xmlns:a="http://schemas.openxmlformats.org/drawingml/2006/main">
                <a:ext uri="{FF2B5EF4-FFF2-40B4-BE49-F238E27FC236}">
                  <a16:creationId xmlns:a16="http://schemas.microsoft.com/office/drawing/2014/main" id="{681E7311-3F9B-4685-BD6D-8B403C5054C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19175" y="5915025"/>
              <a:ext cx="1114425" cy="219075"/>
            </a:xfrm>
            <a:prstGeom xmlns:a="http://schemas.openxmlformats.org/drawingml/2006/main" prst="roundRect">
              <a:avLst>
                <a:gd name="adj" fmla="val 26087"/>
              </a:avLst>
            </a:prstGeom>
            <a:solidFill xmlns:a="http://schemas.openxmlformats.org/drawingml/2006/main">
              <a:srgbClr val="F2F5F8"/>
            </a:solidFill>
            <a:ln xmlns:a="http://schemas.openxmlformats.org/drawingml/2006/main" w="0">
              <a:noFill/>
            </a:ln>
          </p:spPr>
        </p:sp>
        <p:sp>
          <p:nvSpPr>
            <p:cNvPr id="125" name="125 path">
              <a:extLst xmlns:a="http://schemas.openxmlformats.org/drawingml/2006/main">
                <a:ext uri="{FF2B5EF4-FFF2-40B4-BE49-F238E27FC236}">
                  <a16:creationId xmlns:a16="http://schemas.microsoft.com/office/drawing/2014/main" id="{0402BBB5-72B3-4415-BD04-A7A07666F2F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61975" y="6057900"/>
              <a:ext cx="123825" cy="95"/>
            </a:xfrm>
            <a:custGeom xmlns:a="http://schemas.openxmlformats.org/drawingml/2006/main">
              <a:pathLst>
                <a:path w="123825" h="95">
                  <a:moveTo>
                    <a:pt x="0" y="0"/>
                  </a:moveTo>
                  <a:lnTo>
                    <a:pt x="12382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656F7B"/>
              </a:solidFill>
            </a:ln>
          </p:spPr>
        </p:sp>
        <p:grpSp>
          <p:nvGrpSpPr>
            <p:cNvPr id="526" name="icon-document-125"/>
            <p:cNvGrpSpPr/>
            <p:nvPr/>
          </p:nvGrpSpPr>
          <p:grpSpPr>
            <ns19:xfrm xmlns:ns19="http://schemas.openxmlformats.org/drawingml/2006/main">
              <ns19:off x="817245" y="5946934"/>
              <ns19:ext cx="148590" cy="231457"/>
              <ns19:chOff x="817245" y="5946934"/>
              <ns19:chExt cx="148590" cy="231457"/>
            </ns19:xfrm>
          </p:grpSpPr>
          <p:sp>
            <p:nvSpPr>
              <p:cNvPr id="126" name="126 path">
                <a:extLst xmlns:a="http://schemas.openxmlformats.org/drawingml/2006/main">
                  <a:ext uri="{FF2B5EF4-FFF2-40B4-BE49-F238E27FC236}">
                    <a16:creationId xmlns:a16="http://schemas.microsoft.com/office/drawing/2014/main" id="{A17F645B-39E8-434D-B560-B2D05FFEEE31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817245" y="5946934"/>
                <a:ext cx="148590" cy="231457"/>
              </a:xfrm>
              <a:custGeom xmlns:a="http://schemas.openxmlformats.org/drawingml/2006/main">
                <a:pathLst>
                  <a:path w="148590" h="231457">
                    <a:moveTo>
                      <a:pt x="0" y="0"/>
                    </a:moveTo>
                    <a:lnTo>
                      <a:pt x="97155" y="0"/>
                    </a:lnTo>
                    <a:lnTo>
                      <a:pt x="148590" y="57864"/>
                    </a:lnTo>
                    <a:lnTo>
                      <a:pt x="148590" y="231457"/>
                    </a:lnTo>
                    <a:lnTo>
                      <a:pt x="0" y="231457"/>
                    </a:lnTo>
                    <a:close/>
                  </a:path>
                </a:pathLst>
              </a:custGeom>
              <a:solidFill xmlns:a="http://schemas.openxmlformats.org/drawingml/2006/main">
                <a:srgbClr val="F9FCFF"/>
              </a:solidFill>
              <a:ln xmlns:a="http://schemas.openxmlformats.org/drawingml/2006/main" w="11430">
                <a:solidFill>
                  <a:srgbClr val="003496"/>
                </a:solidFill>
              </a:ln>
            </p:spPr>
          </p:sp>
          <p:sp>
            <p:nvSpPr>
              <p:cNvPr id="127" name="127 path">
                <a:extLst xmlns:a="http://schemas.openxmlformats.org/drawingml/2006/main">
                  <a:ext uri="{FF2B5EF4-FFF2-40B4-BE49-F238E27FC236}">
                    <a16:creationId xmlns:a16="http://schemas.microsoft.com/office/drawing/2014/main" id="{03B5F39E-D747-46C2-8264-33D461273CC0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14400" y="5946934"/>
                <a:ext cx="51435" cy="64294"/>
              </a:xfrm>
              <a:custGeom xmlns:a="http://schemas.openxmlformats.org/drawingml/2006/main">
                <a:pathLst>
                  <a:path w="51435" h="64294">
                    <a:moveTo>
                      <a:pt x="0" y="0"/>
                    </a:moveTo>
                    <a:lnTo>
                      <a:pt x="0" y="64294"/>
                    </a:lnTo>
                    <a:lnTo>
                      <a:pt x="51435" y="64294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8573">
                <a:solidFill>
                  <a:srgbClr val="003496"/>
                </a:solidFill>
              </a:ln>
            </p:spPr>
          </p:sp>
          <p:sp>
            <p:nvSpPr>
              <p:cNvPr id="128" name="128 path">
                <a:extLst xmlns:a="http://schemas.openxmlformats.org/drawingml/2006/main">
                  <a:ext uri="{FF2B5EF4-FFF2-40B4-BE49-F238E27FC236}">
                    <a16:creationId xmlns:a16="http://schemas.microsoft.com/office/drawing/2014/main" id="{3CF93D20-B41D-45BA-B26E-7C24CF65B25D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845820" y="6049804"/>
                <a:ext cx="80010" cy="95"/>
              </a:xfrm>
              <a:custGeom xmlns:a="http://schemas.openxmlformats.org/drawingml/2006/main"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8573">
                <a:solidFill>
                  <a:srgbClr val="003496"/>
                </a:solidFill>
              </a:ln>
            </p:spPr>
          </p:sp>
          <p:sp>
            <p:nvSpPr>
              <p:cNvPr id="129" name="129 path">
                <a:extLst xmlns:a="http://schemas.openxmlformats.org/drawingml/2006/main">
                  <a:ext uri="{FF2B5EF4-FFF2-40B4-BE49-F238E27FC236}">
                    <a16:creationId xmlns:a16="http://schemas.microsoft.com/office/drawing/2014/main" id="{3BAB5F1D-4D9A-4771-A6D4-9FCB83527FB7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845820" y="6081951"/>
                <a:ext cx="80010" cy="95"/>
              </a:xfrm>
              <a:custGeom xmlns:a="http://schemas.openxmlformats.org/drawingml/2006/main"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8573">
                <a:solidFill>
                  <a:srgbClr val="003496"/>
                </a:solidFill>
              </a:ln>
            </p:spPr>
          </p:sp>
          <p:sp>
            <p:nvSpPr>
              <p:cNvPr id="130" name="130 path">
                <a:extLst xmlns:a="http://schemas.openxmlformats.org/drawingml/2006/main">
                  <a:ext uri="{FF2B5EF4-FFF2-40B4-BE49-F238E27FC236}">
                    <a16:creationId xmlns:a16="http://schemas.microsoft.com/office/drawing/2014/main" id="{B890237E-3D4C-4CC6-8E73-7B7D5CD5C4EE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845820" y="6114098"/>
                <a:ext cx="80010" cy="95"/>
              </a:xfrm>
              <a:custGeom xmlns:a="http://schemas.openxmlformats.org/drawingml/2006/main"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8573">
                <a:solidFill>
                  <a:srgbClr val="003496"/>
                </a:solidFill>
              </a:ln>
            </p:spPr>
          </p:sp>
          <p:sp>
            <p:nvSpPr>
              <p:cNvPr id="131" name="131 path">
                <a:extLst xmlns:a="http://schemas.openxmlformats.org/drawingml/2006/main">
                  <a:ext uri="{FF2B5EF4-FFF2-40B4-BE49-F238E27FC236}">
                    <a16:creationId xmlns:a16="http://schemas.microsoft.com/office/drawing/2014/main" id="{4D5BDB36-DB7B-4656-9714-3BD08CADF120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845820" y="6146244"/>
                <a:ext cx="80010" cy="95"/>
              </a:xfrm>
              <a:custGeom xmlns:a="http://schemas.openxmlformats.org/drawingml/2006/main"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8573">
                <a:solidFill>
                  <a:srgbClr val="003496"/>
                </a:solidFill>
              </a:ln>
            </p:spPr>
          </p:sp>
        </p:grpSp>
        <p:sp>
          <p:nvSpPr>
            <p:cNvPr id="132" name="132 model.py">
              <a:extLst xmlns:a="http://schemas.openxmlformats.org/drawingml/2006/main">
                <a:ext uri="{FF2B5EF4-FFF2-40B4-BE49-F238E27FC236}">
                  <a16:creationId xmlns:a16="http://schemas.microsoft.com/office/drawing/2014/main" id="{3EF02E5D-C216-4AC0-A840-14A5DE7274C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62050" y="5924550"/>
              <a:ext cx="981075" cy="23622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model.py</a:t>
              </a:r>
            </a:p>
          </p:txBody>
        </p:sp>
        <p:sp>
          <p:nvSpPr>
            <p:cNvPr id="133" name="133 rect">
              <a:extLst xmlns:a="http://schemas.openxmlformats.org/drawingml/2006/main">
                <a:ext uri="{FF2B5EF4-FFF2-40B4-BE49-F238E27FC236}">
                  <a16:creationId xmlns:a16="http://schemas.microsoft.com/office/drawing/2014/main" id="{530A83DA-B039-4E02-9AD4-8AF043C3609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19175" y="6172200"/>
              <a:ext cx="1114425" cy="219075"/>
            </a:xfrm>
            <a:prstGeom xmlns:a="http://schemas.openxmlformats.org/drawingml/2006/main" prst="roundRect">
              <a:avLst>
                <a:gd name="adj" fmla="val 26087"/>
              </a:avLst>
            </a:prstGeom>
            <a:solidFill xmlns:a="http://schemas.openxmlformats.org/drawingml/2006/main">
              <a:srgbClr val="F2F5F8"/>
            </a:solidFill>
            <a:ln xmlns:a="http://schemas.openxmlformats.org/drawingml/2006/main" w="0">
              <a:noFill/>
            </a:ln>
          </p:spPr>
        </p:sp>
        <p:sp>
          <p:nvSpPr>
            <p:cNvPr id="134" name="134 path">
              <a:extLst xmlns:a="http://schemas.openxmlformats.org/drawingml/2006/main">
                <a:ext uri="{FF2B5EF4-FFF2-40B4-BE49-F238E27FC236}">
                  <a16:creationId xmlns:a16="http://schemas.microsoft.com/office/drawing/2014/main" id="{1EC005F1-FFBA-4CF6-BF26-7572E4AFE38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61975" y="6315075"/>
              <a:ext cx="123825" cy="95"/>
            </a:xfrm>
            <a:custGeom xmlns:a="http://schemas.openxmlformats.org/drawingml/2006/main">
              <a:pathLst>
                <a:path w="123825" h="95">
                  <a:moveTo>
                    <a:pt x="0" y="0"/>
                  </a:moveTo>
                  <a:lnTo>
                    <a:pt x="12382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656F7B"/>
              </a:solidFill>
            </a:ln>
          </p:spPr>
        </p:sp>
        <p:grpSp>
          <p:nvGrpSpPr>
            <p:cNvPr id="527" name="icon-document-134"/>
            <p:cNvGrpSpPr/>
            <p:nvPr/>
          </p:nvGrpSpPr>
          <p:grpSpPr>
            <ns20:xfrm xmlns:ns20="http://schemas.openxmlformats.org/drawingml/2006/main">
              <ns20:off x="817245" y="6204109"/>
              <ns20:ext cx="148590" cy="231457"/>
              <ns20:chOff x="817245" y="6204109"/>
              <ns20:chExt cx="148590" cy="231457"/>
            </ns20:xfrm>
          </p:grpSpPr>
          <p:sp>
            <p:nvSpPr>
              <p:cNvPr id="135" name="135 path">
                <a:extLst xmlns:a="http://schemas.openxmlformats.org/drawingml/2006/main">
                  <a:ext uri="{FF2B5EF4-FFF2-40B4-BE49-F238E27FC236}">
                    <a16:creationId xmlns:a16="http://schemas.microsoft.com/office/drawing/2014/main" id="{5B2FF753-AD99-40EE-8D1E-D416CE44F806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817245" y="6204109"/>
                <a:ext cx="148590" cy="231457"/>
              </a:xfrm>
              <a:custGeom xmlns:a="http://schemas.openxmlformats.org/drawingml/2006/main">
                <a:pathLst>
                  <a:path w="148590" h="231457">
                    <a:moveTo>
                      <a:pt x="0" y="0"/>
                    </a:moveTo>
                    <a:lnTo>
                      <a:pt x="97155" y="0"/>
                    </a:lnTo>
                    <a:lnTo>
                      <a:pt x="148590" y="57864"/>
                    </a:lnTo>
                    <a:lnTo>
                      <a:pt x="148590" y="231457"/>
                    </a:lnTo>
                    <a:lnTo>
                      <a:pt x="0" y="231457"/>
                    </a:lnTo>
                    <a:close/>
                  </a:path>
                </a:pathLst>
              </a:custGeom>
              <a:solidFill xmlns:a="http://schemas.openxmlformats.org/drawingml/2006/main">
                <a:srgbClr val="F9FCFF"/>
              </a:solidFill>
              <a:ln xmlns:a="http://schemas.openxmlformats.org/drawingml/2006/main" w="11430">
                <a:solidFill>
                  <a:srgbClr val="003496"/>
                </a:solidFill>
              </a:ln>
            </p:spPr>
          </p:sp>
          <p:sp>
            <p:nvSpPr>
              <p:cNvPr id="136" name="136 path">
                <a:extLst xmlns:a="http://schemas.openxmlformats.org/drawingml/2006/main">
                  <a:ext uri="{FF2B5EF4-FFF2-40B4-BE49-F238E27FC236}">
                    <a16:creationId xmlns:a16="http://schemas.microsoft.com/office/drawing/2014/main" id="{CA80A750-516E-48D3-B261-4E7913D54A57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14400" y="6204109"/>
                <a:ext cx="51435" cy="64294"/>
              </a:xfrm>
              <a:custGeom xmlns:a="http://schemas.openxmlformats.org/drawingml/2006/main">
                <a:pathLst>
                  <a:path w="51435" h="64294">
                    <a:moveTo>
                      <a:pt x="0" y="0"/>
                    </a:moveTo>
                    <a:lnTo>
                      <a:pt x="0" y="64294"/>
                    </a:lnTo>
                    <a:lnTo>
                      <a:pt x="51435" y="64294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8573">
                <a:solidFill>
                  <a:srgbClr val="003496"/>
                </a:solidFill>
              </a:ln>
            </p:spPr>
          </p:sp>
          <p:sp>
            <p:nvSpPr>
              <p:cNvPr id="137" name="137 path">
                <a:extLst xmlns:a="http://schemas.openxmlformats.org/drawingml/2006/main">
                  <a:ext uri="{FF2B5EF4-FFF2-40B4-BE49-F238E27FC236}">
                    <a16:creationId xmlns:a16="http://schemas.microsoft.com/office/drawing/2014/main" id="{E6264C93-B297-4711-AA29-4DE861137785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845820" y="6306979"/>
                <a:ext cx="80010" cy="95"/>
              </a:xfrm>
              <a:custGeom xmlns:a="http://schemas.openxmlformats.org/drawingml/2006/main"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8573">
                <a:solidFill>
                  <a:srgbClr val="003496"/>
                </a:solidFill>
              </a:ln>
            </p:spPr>
          </p:sp>
          <p:sp>
            <p:nvSpPr>
              <p:cNvPr id="138" name="138 path">
                <a:extLst xmlns:a="http://schemas.openxmlformats.org/drawingml/2006/main">
                  <a:ext uri="{FF2B5EF4-FFF2-40B4-BE49-F238E27FC236}">
                    <a16:creationId xmlns:a16="http://schemas.microsoft.com/office/drawing/2014/main" id="{68A73E76-E50C-4CCC-8EEB-3BBC8897EEA4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845820" y="6339126"/>
                <a:ext cx="80010" cy="95"/>
              </a:xfrm>
              <a:custGeom xmlns:a="http://schemas.openxmlformats.org/drawingml/2006/main"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8573">
                <a:solidFill>
                  <a:srgbClr val="003496"/>
                </a:solidFill>
              </a:ln>
            </p:spPr>
          </p:sp>
          <p:sp>
            <p:nvSpPr>
              <p:cNvPr id="139" name="139 path">
                <a:extLst xmlns:a="http://schemas.openxmlformats.org/drawingml/2006/main">
                  <a:ext uri="{FF2B5EF4-FFF2-40B4-BE49-F238E27FC236}">
                    <a16:creationId xmlns:a16="http://schemas.microsoft.com/office/drawing/2014/main" id="{A9680062-49D9-4FF4-B15A-660DAE77A964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845820" y="6371273"/>
                <a:ext cx="80010" cy="95"/>
              </a:xfrm>
              <a:custGeom xmlns:a="http://schemas.openxmlformats.org/drawingml/2006/main"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8573">
                <a:solidFill>
                  <a:srgbClr val="003496"/>
                </a:solidFill>
              </a:ln>
            </p:spPr>
          </p:sp>
          <p:sp>
            <p:nvSpPr>
              <p:cNvPr id="140" name="140 path">
                <a:extLst xmlns:a="http://schemas.openxmlformats.org/drawingml/2006/main">
                  <a:ext uri="{FF2B5EF4-FFF2-40B4-BE49-F238E27FC236}">
                    <a16:creationId xmlns:a16="http://schemas.microsoft.com/office/drawing/2014/main" id="{0BA98D41-08E5-49AC-8503-F0B067C1F02D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845820" y="6403419"/>
                <a:ext cx="80010" cy="95"/>
              </a:xfrm>
              <a:custGeom xmlns:a="http://schemas.openxmlformats.org/drawingml/2006/main"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8573">
                <a:solidFill>
                  <a:srgbClr val="003496"/>
                </a:solidFill>
              </a:ln>
            </p:spPr>
          </p:sp>
        </p:grpSp>
        <p:sp>
          <p:nvSpPr>
            <p:cNvPr id="141" name="141 data.py">
              <a:extLst xmlns:a="http://schemas.openxmlformats.org/drawingml/2006/main">
                <a:ext uri="{FF2B5EF4-FFF2-40B4-BE49-F238E27FC236}">
                  <a16:creationId xmlns:a16="http://schemas.microsoft.com/office/drawing/2014/main" id="{8C633DA9-D1D7-4CCE-98D4-3D0F3E12000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62050" y="6181725"/>
              <a:ext cx="981075" cy="23622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data.py</a:t>
              </a:r>
            </a:p>
          </p:txBody>
        </p:sp>
        <p:sp>
          <p:nvSpPr>
            <p:cNvPr id="142" name="142 rect">
              <a:extLst xmlns:a="http://schemas.openxmlformats.org/drawingml/2006/main">
                <a:ext uri="{FF2B5EF4-FFF2-40B4-BE49-F238E27FC236}">
                  <a16:creationId xmlns:a16="http://schemas.microsoft.com/office/drawing/2014/main" id="{1DEA6D55-8850-4FB4-8908-6F6063148F2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19175" y="6429375"/>
              <a:ext cx="1114425" cy="219075"/>
            </a:xfrm>
            <a:prstGeom xmlns:a="http://schemas.openxmlformats.org/drawingml/2006/main" prst="roundRect">
              <a:avLst>
                <a:gd name="adj" fmla="val 26087"/>
              </a:avLst>
            </a:prstGeom>
            <a:solidFill xmlns:a="http://schemas.openxmlformats.org/drawingml/2006/main">
              <a:srgbClr val="F2F5F8"/>
            </a:solidFill>
            <a:ln xmlns:a="http://schemas.openxmlformats.org/drawingml/2006/main" w="0">
              <a:noFill/>
            </a:ln>
          </p:spPr>
        </p:sp>
        <p:sp>
          <p:nvSpPr>
            <p:cNvPr id="143" name="143 path">
              <a:extLst xmlns:a="http://schemas.openxmlformats.org/drawingml/2006/main">
                <a:ext uri="{FF2B5EF4-FFF2-40B4-BE49-F238E27FC236}">
                  <a16:creationId xmlns:a16="http://schemas.microsoft.com/office/drawing/2014/main" id="{5D3CEC24-E776-49B8-B6F3-3BE49F23C1D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61975" y="6572250"/>
              <a:ext cx="123825" cy="95"/>
            </a:xfrm>
            <a:custGeom xmlns:a="http://schemas.openxmlformats.org/drawingml/2006/main">
              <a:pathLst>
                <a:path w="123825" h="95">
                  <a:moveTo>
                    <a:pt x="0" y="0"/>
                  </a:moveTo>
                  <a:lnTo>
                    <a:pt x="12382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656F7B"/>
              </a:solidFill>
            </a:ln>
          </p:spPr>
        </p:sp>
        <p:grpSp>
          <p:nvGrpSpPr>
            <p:cNvPr id="528" name="icon-document-143"/>
            <p:cNvGrpSpPr/>
            <p:nvPr/>
          </p:nvGrpSpPr>
          <p:grpSpPr>
            <ns21:xfrm xmlns:ns21="http://schemas.openxmlformats.org/drawingml/2006/main">
              <ns21:off x="817245" y="6461284"/>
              <ns21:ext cx="148590" cy="231457"/>
              <ns21:chOff x="817245" y="6461284"/>
              <ns21:chExt cx="148590" cy="231457"/>
            </ns21:xfrm>
          </p:grpSpPr>
          <p:sp>
            <p:nvSpPr>
              <p:cNvPr id="144" name="144 path">
                <a:extLst xmlns:a="http://schemas.openxmlformats.org/drawingml/2006/main">
                  <a:ext uri="{FF2B5EF4-FFF2-40B4-BE49-F238E27FC236}">
                    <a16:creationId xmlns:a16="http://schemas.microsoft.com/office/drawing/2014/main" id="{806B6CDC-3AB1-4696-A303-50DED85F08EE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817245" y="6461284"/>
                <a:ext cx="148590" cy="231457"/>
              </a:xfrm>
              <a:custGeom xmlns:a="http://schemas.openxmlformats.org/drawingml/2006/main">
                <a:pathLst>
                  <a:path w="148590" h="231457">
                    <a:moveTo>
                      <a:pt x="0" y="0"/>
                    </a:moveTo>
                    <a:lnTo>
                      <a:pt x="97155" y="0"/>
                    </a:lnTo>
                    <a:lnTo>
                      <a:pt x="148590" y="57864"/>
                    </a:lnTo>
                    <a:lnTo>
                      <a:pt x="148590" y="231457"/>
                    </a:lnTo>
                    <a:lnTo>
                      <a:pt x="0" y="231457"/>
                    </a:lnTo>
                    <a:close/>
                  </a:path>
                </a:pathLst>
              </a:custGeom>
              <a:solidFill xmlns:a="http://schemas.openxmlformats.org/drawingml/2006/main">
                <a:srgbClr val="F9FCFF"/>
              </a:solidFill>
              <a:ln xmlns:a="http://schemas.openxmlformats.org/drawingml/2006/main" w="11430">
                <a:solidFill>
                  <a:srgbClr val="003496"/>
                </a:solidFill>
              </a:ln>
            </p:spPr>
          </p:sp>
          <p:sp>
            <p:nvSpPr>
              <p:cNvPr id="145" name="145 path">
                <a:extLst xmlns:a="http://schemas.openxmlformats.org/drawingml/2006/main">
                  <a:ext uri="{FF2B5EF4-FFF2-40B4-BE49-F238E27FC236}">
                    <a16:creationId xmlns:a16="http://schemas.microsoft.com/office/drawing/2014/main" id="{62BA59DB-6220-46DB-9CCC-D3ECA6F40E5B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14400" y="6461284"/>
                <a:ext cx="51435" cy="64294"/>
              </a:xfrm>
              <a:custGeom xmlns:a="http://schemas.openxmlformats.org/drawingml/2006/main">
                <a:pathLst>
                  <a:path w="51435" h="64294">
                    <a:moveTo>
                      <a:pt x="0" y="0"/>
                    </a:moveTo>
                    <a:lnTo>
                      <a:pt x="0" y="64294"/>
                    </a:lnTo>
                    <a:lnTo>
                      <a:pt x="51435" y="64294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8573">
                <a:solidFill>
                  <a:srgbClr val="003496"/>
                </a:solidFill>
              </a:ln>
            </p:spPr>
          </p:sp>
          <p:sp>
            <p:nvSpPr>
              <p:cNvPr id="146" name="146 path">
                <a:extLst xmlns:a="http://schemas.openxmlformats.org/drawingml/2006/main">
                  <a:ext uri="{FF2B5EF4-FFF2-40B4-BE49-F238E27FC236}">
                    <a16:creationId xmlns:a16="http://schemas.microsoft.com/office/drawing/2014/main" id="{BC4BEA4E-8D92-46BA-BDAD-72DD838ECB39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845820" y="6564154"/>
                <a:ext cx="80010" cy="95"/>
              </a:xfrm>
              <a:custGeom xmlns:a="http://schemas.openxmlformats.org/drawingml/2006/main"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8573">
                <a:solidFill>
                  <a:srgbClr val="003496"/>
                </a:solidFill>
              </a:ln>
            </p:spPr>
          </p:sp>
          <p:sp>
            <p:nvSpPr>
              <p:cNvPr id="147" name="147 path">
                <a:extLst xmlns:a="http://schemas.openxmlformats.org/drawingml/2006/main">
                  <a:ext uri="{FF2B5EF4-FFF2-40B4-BE49-F238E27FC236}">
                    <a16:creationId xmlns:a16="http://schemas.microsoft.com/office/drawing/2014/main" id="{33C116FE-AFC0-4505-8EDE-EBE68001FC4C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845820" y="6596301"/>
                <a:ext cx="80010" cy="95"/>
              </a:xfrm>
              <a:custGeom xmlns:a="http://schemas.openxmlformats.org/drawingml/2006/main"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8573">
                <a:solidFill>
                  <a:srgbClr val="003496"/>
                </a:solidFill>
              </a:ln>
            </p:spPr>
          </p:sp>
          <p:sp>
            <p:nvSpPr>
              <p:cNvPr id="148" name="148 path">
                <a:extLst xmlns:a="http://schemas.openxmlformats.org/drawingml/2006/main">
                  <a:ext uri="{FF2B5EF4-FFF2-40B4-BE49-F238E27FC236}">
                    <a16:creationId xmlns:a16="http://schemas.microsoft.com/office/drawing/2014/main" id="{E53B6DB3-AAC2-491D-AC8D-A85085159499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845820" y="6628448"/>
                <a:ext cx="80010" cy="95"/>
              </a:xfrm>
              <a:custGeom xmlns:a="http://schemas.openxmlformats.org/drawingml/2006/main"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8573">
                <a:solidFill>
                  <a:srgbClr val="003496"/>
                </a:solidFill>
              </a:ln>
            </p:spPr>
          </p:sp>
          <p:sp>
            <p:nvSpPr>
              <p:cNvPr id="149" name="149 path">
                <a:extLst xmlns:a="http://schemas.openxmlformats.org/drawingml/2006/main">
                  <a:ext uri="{FF2B5EF4-FFF2-40B4-BE49-F238E27FC236}">
                    <a16:creationId xmlns:a16="http://schemas.microsoft.com/office/drawing/2014/main" id="{FA8CC9C9-B8FA-4661-A22A-A0B6D8AF2F37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845820" y="6660594"/>
                <a:ext cx="80010" cy="95"/>
              </a:xfrm>
              <a:custGeom xmlns:a="http://schemas.openxmlformats.org/drawingml/2006/main"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8573">
                <a:solidFill>
                  <a:srgbClr val="003496"/>
                </a:solidFill>
              </a:ln>
            </p:spPr>
          </p:sp>
        </p:grpSp>
        <p:sp>
          <p:nvSpPr>
            <p:cNvPr id="150" name="150 utils.py">
              <a:extLst xmlns:a="http://schemas.openxmlformats.org/drawingml/2006/main">
                <a:ext uri="{FF2B5EF4-FFF2-40B4-BE49-F238E27FC236}">
                  <a16:creationId xmlns:a16="http://schemas.microsoft.com/office/drawing/2014/main" id="{753877E9-BE35-4019-A1CA-C943B4AD153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62050" y="6438900"/>
              <a:ext cx="981075" cy="23622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utils.py</a:t>
              </a:r>
            </a:p>
          </p:txBody>
        </p:sp>
        <p:sp>
          <p:nvSpPr>
            <p:cNvPr id="151" name="151 rect">
              <a:extLst xmlns:a="http://schemas.openxmlformats.org/drawingml/2006/main">
                <a:ext uri="{FF2B5EF4-FFF2-40B4-BE49-F238E27FC236}">
                  <a16:creationId xmlns:a16="http://schemas.microsoft.com/office/drawing/2014/main" id="{6CA54403-1E36-4CA5-90C2-DAABB12D8E3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19175" y="6686550"/>
              <a:ext cx="1114425" cy="219075"/>
            </a:xfrm>
            <a:prstGeom xmlns:a="http://schemas.openxmlformats.org/drawingml/2006/main" prst="roundRect">
              <a:avLst>
                <a:gd name="adj" fmla="val 26087"/>
              </a:avLst>
            </a:prstGeom>
            <a:solidFill xmlns:a="http://schemas.openxmlformats.org/drawingml/2006/main">
              <a:srgbClr val="F2F5F8"/>
            </a:solidFill>
            <a:ln xmlns:a="http://schemas.openxmlformats.org/drawingml/2006/main" w="0">
              <a:noFill/>
            </a:ln>
          </p:spPr>
        </p:sp>
        <p:sp>
          <p:nvSpPr>
            <p:cNvPr id="152" name="152 path">
              <a:extLst xmlns:a="http://schemas.openxmlformats.org/drawingml/2006/main">
                <a:ext uri="{FF2B5EF4-FFF2-40B4-BE49-F238E27FC236}">
                  <a16:creationId xmlns:a16="http://schemas.microsoft.com/office/drawing/2014/main" id="{ADA5CE39-7C60-4E31-9012-50A7417A36B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61975" y="6829425"/>
              <a:ext cx="123825" cy="95"/>
            </a:xfrm>
            <a:custGeom xmlns:a="http://schemas.openxmlformats.org/drawingml/2006/main">
              <a:pathLst>
                <a:path w="123825" h="95">
                  <a:moveTo>
                    <a:pt x="0" y="0"/>
                  </a:moveTo>
                  <a:lnTo>
                    <a:pt x="12382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656F7B"/>
              </a:solidFill>
            </a:ln>
          </p:spPr>
        </p:sp>
        <p:grpSp>
          <p:nvGrpSpPr>
            <p:cNvPr id="529" name="icon-config-152"/>
            <p:cNvGrpSpPr/>
            <p:nvPr/>
          </p:nvGrpSpPr>
          <p:grpSpPr>
            <ns22:xfrm xmlns:ns22="http://schemas.openxmlformats.org/drawingml/2006/main">
              <ns22:off x="817245" y="6718459"/>
              <ns22:ext cx="148590" cy="231457"/>
              <ns22:chOff x="817245" y="6718459"/>
              <ns22:chExt cx="148590" cy="231457"/>
            </ns22:xfrm>
          </p:grpSpPr>
          <p:sp>
            <p:nvSpPr>
              <p:cNvPr id="153" name="153 path">
                <a:extLst xmlns:a="http://schemas.openxmlformats.org/drawingml/2006/main">
                  <a:ext uri="{FF2B5EF4-FFF2-40B4-BE49-F238E27FC236}">
                    <a16:creationId xmlns:a16="http://schemas.microsoft.com/office/drawing/2014/main" id="{4132E4C8-9F34-44A4-B75B-99F2EEA3EC13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817245" y="6718459"/>
                <a:ext cx="148590" cy="231457"/>
              </a:xfrm>
              <a:custGeom xmlns:a="http://schemas.openxmlformats.org/drawingml/2006/main">
                <a:pathLst>
                  <a:path w="148590" h="231457">
                    <a:moveTo>
                      <a:pt x="0" y="0"/>
                    </a:moveTo>
                    <a:lnTo>
                      <a:pt x="97155" y="0"/>
                    </a:lnTo>
                    <a:lnTo>
                      <a:pt x="148590" y="57864"/>
                    </a:lnTo>
                    <a:lnTo>
                      <a:pt x="148590" y="231457"/>
                    </a:lnTo>
                    <a:lnTo>
                      <a:pt x="0" y="231457"/>
                    </a:lnTo>
                    <a:close/>
                  </a:path>
                </a:pathLst>
              </a:custGeom>
              <a:solidFill xmlns:a="http://schemas.openxmlformats.org/drawingml/2006/main">
                <a:srgbClr val="F9FCFF"/>
              </a:solidFill>
              <a:ln xmlns:a="http://schemas.openxmlformats.org/drawingml/2006/main" w="11430">
                <a:solidFill>
                  <a:srgbClr val="92302D"/>
                </a:solidFill>
              </a:ln>
            </p:spPr>
          </p:sp>
          <p:sp>
            <p:nvSpPr>
              <p:cNvPr id="154" name="154 path">
                <a:extLst xmlns:a="http://schemas.openxmlformats.org/drawingml/2006/main">
                  <a:ext uri="{FF2B5EF4-FFF2-40B4-BE49-F238E27FC236}">
                    <a16:creationId xmlns:a16="http://schemas.microsoft.com/office/drawing/2014/main" id="{C1A2FB0B-411B-4D81-A431-6E64830993FA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14400" y="6718459"/>
                <a:ext cx="51435" cy="64294"/>
              </a:xfrm>
              <a:custGeom xmlns:a="http://schemas.openxmlformats.org/drawingml/2006/main">
                <a:pathLst>
                  <a:path w="51435" h="64294">
                    <a:moveTo>
                      <a:pt x="0" y="0"/>
                    </a:moveTo>
                    <a:lnTo>
                      <a:pt x="0" y="64294"/>
                    </a:lnTo>
                    <a:lnTo>
                      <a:pt x="51435" y="64294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8573">
                <a:solidFill>
                  <a:srgbClr val="92302D"/>
                </a:solidFill>
              </a:ln>
            </p:spPr>
          </p:sp>
          <p:sp>
            <p:nvSpPr>
              <p:cNvPr id="155" name="155 path">
                <a:extLst xmlns:a="http://schemas.openxmlformats.org/drawingml/2006/main">
                  <a:ext uri="{FF2B5EF4-FFF2-40B4-BE49-F238E27FC236}">
                    <a16:creationId xmlns:a16="http://schemas.microsoft.com/office/drawing/2014/main" id="{307FED21-A475-434E-ACA6-20708339FBD6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845820" y="6821329"/>
                <a:ext cx="80010" cy="95"/>
              </a:xfrm>
              <a:custGeom xmlns:a="http://schemas.openxmlformats.org/drawingml/2006/main"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8573">
                <a:solidFill>
                  <a:srgbClr val="92302D"/>
                </a:solidFill>
              </a:ln>
            </p:spPr>
          </p:sp>
          <p:sp>
            <p:nvSpPr>
              <p:cNvPr id="156" name="156 path">
                <a:extLst xmlns:a="http://schemas.openxmlformats.org/drawingml/2006/main">
                  <a:ext uri="{FF2B5EF4-FFF2-40B4-BE49-F238E27FC236}">
                    <a16:creationId xmlns:a16="http://schemas.microsoft.com/office/drawing/2014/main" id="{3ECDF5C9-A1C4-4EA2-8512-34A098A12244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845820" y="6853476"/>
                <a:ext cx="80010" cy="95"/>
              </a:xfrm>
              <a:custGeom xmlns:a="http://schemas.openxmlformats.org/drawingml/2006/main"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8573">
                <a:solidFill>
                  <a:srgbClr val="92302D"/>
                </a:solidFill>
              </a:ln>
            </p:spPr>
          </p:sp>
          <p:sp>
            <p:nvSpPr>
              <p:cNvPr id="157" name="157 path">
                <a:extLst xmlns:a="http://schemas.openxmlformats.org/drawingml/2006/main">
                  <a:ext uri="{FF2B5EF4-FFF2-40B4-BE49-F238E27FC236}">
                    <a16:creationId xmlns:a16="http://schemas.microsoft.com/office/drawing/2014/main" id="{6A7F2FE2-1E1C-4885-A8DE-FDF676449071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845820" y="6885623"/>
                <a:ext cx="80010" cy="95"/>
              </a:xfrm>
              <a:custGeom xmlns:a="http://schemas.openxmlformats.org/drawingml/2006/main"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8573">
                <a:solidFill>
                  <a:srgbClr val="92302D"/>
                </a:solidFill>
              </a:ln>
            </p:spPr>
          </p:sp>
          <p:sp>
            <p:nvSpPr>
              <p:cNvPr id="158" name="158 path">
                <a:extLst xmlns:a="http://schemas.openxmlformats.org/drawingml/2006/main">
                  <a:ext uri="{FF2B5EF4-FFF2-40B4-BE49-F238E27FC236}">
                    <a16:creationId xmlns:a16="http://schemas.microsoft.com/office/drawing/2014/main" id="{BDCF1369-B0CE-46D8-97F6-FC065D07A588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845820" y="6917769"/>
                <a:ext cx="80010" cy="95"/>
              </a:xfrm>
              <a:custGeom xmlns:a="http://schemas.openxmlformats.org/drawingml/2006/main"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8573">
                <a:solidFill>
                  <a:srgbClr val="92302D"/>
                </a:solidFill>
              </a:ln>
            </p:spPr>
          </p:sp>
        </p:grpSp>
        <p:sp>
          <p:nvSpPr>
            <p:cNvPr id="159" name="159 config.yaml">
              <a:extLst xmlns:a="http://schemas.openxmlformats.org/drawingml/2006/main">
                <a:ext uri="{FF2B5EF4-FFF2-40B4-BE49-F238E27FC236}">
                  <a16:creationId xmlns:a16="http://schemas.microsoft.com/office/drawing/2014/main" id="{E7327E2A-5420-4E34-A581-C0F9E34880A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62050" y="6696075"/>
              <a:ext cx="981075" cy="23622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config.yaml</a:t>
              </a:r>
            </a:p>
          </p:txBody>
        </p:sp>
        <p:sp>
          <p:nvSpPr>
            <p:cNvPr id="160" name="160 …">
              <a:extLst xmlns:a="http://schemas.openxmlformats.org/drawingml/2006/main">
                <a:ext uri="{FF2B5EF4-FFF2-40B4-BE49-F238E27FC236}">
                  <a16:creationId xmlns:a16="http://schemas.microsoft.com/office/drawing/2014/main" id="{9806670F-B9CD-497D-B7A5-8CACB35DA1E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71525" y="6953250"/>
              <a:ext cx="47625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…</a:t>
              </a:r>
            </a:p>
          </p:txBody>
        </p:sp>
        <p:sp>
          <p:nvSpPr>
            <p:cNvPr id="161" name="161 rect">
              <a:extLst xmlns:a="http://schemas.openxmlformats.org/drawingml/2006/main">
                <a:ext uri="{FF2B5EF4-FFF2-40B4-BE49-F238E27FC236}">
                  <a16:creationId xmlns:a16="http://schemas.microsoft.com/office/drawing/2014/main" id="{020E394C-9F44-4894-A6B1-36F0BF8576B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286000" y="5391150"/>
              <a:ext cx="2009775" cy="1676400"/>
            </a:xfrm>
            <a:prstGeom xmlns:a="http://schemas.openxmlformats.org/drawingml/2006/main" prst="roundRect">
              <a:avLst>
                <a:gd name="adj" fmla="val 4545"/>
              </a:avLst>
            </a:prstGeom>
            <a:solidFill xmlns:a="http://schemas.openxmlformats.org/drawingml/2006/main">
              <a:srgbClr val="F7FAFE"/>
            </a:solidFill>
            <a:ln xmlns:a="http://schemas.openxmlformats.org/drawingml/2006/main" w="5715">
              <a:solidFill>
                <a:srgbClr val="DFE8EF"/>
              </a:solidFill>
            </a:ln>
          </p:spPr>
        </p:sp>
        <p:sp>
          <p:nvSpPr>
            <p:cNvPr id="162" name="162 rect">
              <a:extLst xmlns:a="http://schemas.openxmlformats.org/drawingml/2006/main">
                <a:ext uri="{FF2B5EF4-FFF2-40B4-BE49-F238E27FC236}">
                  <a16:creationId xmlns:a16="http://schemas.microsoft.com/office/drawing/2014/main" id="{8786C349-8D2F-4CB9-91C7-239A299D777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286000" y="5391150"/>
              <a:ext cx="2009775" cy="247650"/>
            </a:xfrm>
            <a:prstGeom xmlns:a="http://schemas.openxmlformats.org/drawingml/2006/main" prst="roundRect">
              <a:avLst>
                <a:gd name="adj" fmla="val 30769"/>
              </a:avLst>
            </a:prstGeom>
            <a:solidFill xmlns:a="http://schemas.openxmlformats.org/drawingml/2006/main">
              <a:srgbClr val="E7EDF3"/>
            </a:solidFill>
            <a:ln xmlns:a="http://schemas.openxmlformats.org/drawingml/2006/main" w="0">
              <a:noFill/>
            </a:ln>
          </p:spPr>
        </p:sp>
        <p:sp>
          <p:nvSpPr>
            <p:cNvPr id="163" name="163 train.py">
              <a:extLst xmlns:a="http://schemas.openxmlformats.org/drawingml/2006/main">
                <a:ext uri="{FF2B5EF4-FFF2-40B4-BE49-F238E27FC236}">
                  <a16:creationId xmlns:a16="http://schemas.microsoft.com/office/drawing/2014/main" id="{5B0AFA77-D25F-4960-83E5-5F78B7E67F1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381250" y="5391150"/>
              <a:ext cx="1762125" cy="21259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train.py</a:t>
              </a:r>
            </a:p>
          </p:txBody>
        </p:sp>
        <p:sp>
          <p:nvSpPr>
            <p:cNvPr id="164" name="164 rect">
              <a:extLst xmlns:a="http://schemas.openxmlformats.org/drawingml/2006/main">
                <a:ext uri="{FF2B5EF4-FFF2-40B4-BE49-F238E27FC236}">
                  <a16:creationId xmlns:a16="http://schemas.microsoft.com/office/drawing/2014/main" id="{28E39FA6-DE3F-4F7F-902E-51C672B64CE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333625" y="6048375"/>
              <a:ext cx="1914525" cy="238125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E6E8"/>
            </a:solidFill>
            <a:ln xmlns:a="http://schemas.openxmlformats.org/drawingml/2006/main" w="0">
              <a:noFill/>
            </a:ln>
          </p:spPr>
        </p:sp>
        <p:sp>
          <p:nvSpPr>
            <p:cNvPr id="165" name="165 def train(model, loader):">
              <a:extLst xmlns:a="http://schemas.openxmlformats.org/drawingml/2006/main">
                <a:ext uri="{FF2B5EF4-FFF2-40B4-BE49-F238E27FC236}">
                  <a16:creationId xmlns:a16="http://schemas.microsoft.com/office/drawing/2014/main" id="{2FAC567B-9DFE-41E7-B360-F14EF16D399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381250" y="5686425"/>
              <a:ext cx="1885950" cy="18897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200" b="0">
                  <a:solidFill>
                    <a:srgbClr val="003599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0">
                  <a:solidFill>
                    <a:srgbClr val="003599"/>
                  </a:solidFill>
                  <a:latin typeface="Times New Roman"/>
                  <a:ea typeface="Times New Roman"/>
                  <a:cs typeface="Times New Roman"/>
                </a:rPr>
                <a:t>def train(model, loader):</a:t>
              </a:r>
            </a:p>
          </p:txBody>
        </p:sp>
        <p:sp>
          <p:nvSpPr>
            <p:cNvPr id="166" name="166     model.train()">
              <a:extLst xmlns:a="http://schemas.openxmlformats.org/drawingml/2006/main">
                <a:ext uri="{FF2B5EF4-FFF2-40B4-BE49-F238E27FC236}">
                  <a16:creationId xmlns:a16="http://schemas.microsoft.com/office/drawing/2014/main" id="{D0FC2FBE-80AE-4BD7-BA8F-4DDBF4758A1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381250" y="5876925"/>
              <a:ext cx="1885950" cy="18897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200" b="0">
                  <a:solidFill>
                    <a:srgbClr val="003599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0">
                  <a:solidFill>
                    <a:srgbClr val="003599"/>
                  </a:solidFill>
                  <a:latin typeface="Times New Roman"/>
                  <a:ea typeface="Times New Roman"/>
                  <a:cs typeface="Times New Roman"/>
                </a:rPr>
                <a:t>    model.train()</a:t>
              </a:r>
            </a:p>
          </p:txBody>
        </p:sp>
        <p:sp>
          <p:nvSpPr>
            <p:cNvPr id="167" name="167     loss = model(data)">
              <a:extLst xmlns:a="http://schemas.openxmlformats.org/drawingml/2006/main">
                <a:ext uri="{FF2B5EF4-FFF2-40B4-BE49-F238E27FC236}">
                  <a16:creationId xmlns:a16="http://schemas.microsoft.com/office/drawing/2014/main" id="{BEE1B196-28CD-4CCD-8AAC-BC7EA66A816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381250" y="6067425"/>
              <a:ext cx="1885950" cy="18897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200" b="0">
                  <a:solidFill>
                    <a:srgbClr val="E6092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0">
                  <a:solidFill>
                    <a:srgbClr val="E60920"/>
                  </a:solidFill>
                  <a:latin typeface="Times New Roman"/>
                  <a:ea typeface="Times New Roman"/>
                  <a:cs typeface="Times New Roman"/>
                </a:rPr>
                <a:t>    loss = model(data)</a:t>
              </a:r>
            </a:p>
          </p:txBody>
        </p:sp>
        <p:sp>
          <p:nvSpPr>
            <p:cNvPr id="168" name="168     # missing labels?">
              <a:extLst xmlns:a="http://schemas.openxmlformats.org/drawingml/2006/main">
                <a:ext uri="{FF2B5EF4-FFF2-40B4-BE49-F238E27FC236}">
                  <a16:creationId xmlns:a16="http://schemas.microsoft.com/office/drawing/2014/main" id="{E39CFD62-EBA3-4814-BA50-4CD22320F5B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381250" y="6257925"/>
              <a:ext cx="1885950" cy="18897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200" b="0">
                  <a:solidFill>
                    <a:srgbClr val="526C8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0">
                  <a:solidFill>
                    <a:srgbClr val="526C8C"/>
                  </a:solidFill>
                  <a:latin typeface="Times New Roman"/>
                  <a:ea typeface="Times New Roman"/>
                  <a:cs typeface="Times New Roman"/>
                </a:rPr>
                <a:t>    # missing labels?</a:t>
              </a:r>
            </a:p>
          </p:txBody>
        </p:sp>
        <p:sp>
          <p:nvSpPr>
            <p:cNvPr id="169" name="169     loss.backward()">
              <a:extLst xmlns:a="http://schemas.openxmlformats.org/drawingml/2006/main">
                <a:ext uri="{FF2B5EF4-FFF2-40B4-BE49-F238E27FC236}">
                  <a16:creationId xmlns:a16="http://schemas.microsoft.com/office/drawing/2014/main" id="{50B012CC-9CC8-4203-B81F-D4BCE5C34A7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381250" y="6448425"/>
              <a:ext cx="1885950" cy="18897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200" b="0">
                  <a:solidFill>
                    <a:srgbClr val="003599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0">
                  <a:solidFill>
                    <a:srgbClr val="003599"/>
                  </a:solidFill>
                  <a:latin typeface="Times New Roman"/>
                  <a:ea typeface="Times New Roman"/>
                  <a:cs typeface="Times New Roman"/>
                </a:rPr>
                <a:t>    loss.backward()</a:t>
              </a:r>
            </a:p>
          </p:txBody>
        </p:sp>
        <p:sp>
          <p:nvSpPr>
            <p:cNvPr id="170" name="170     optim.step()">
              <a:extLst xmlns:a="http://schemas.openxmlformats.org/drawingml/2006/main">
                <a:ext uri="{FF2B5EF4-FFF2-40B4-BE49-F238E27FC236}">
                  <a16:creationId xmlns:a16="http://schemas.microsoft.com/office/drawing/2014/main" id="{B584EDF0-56CE-45F3-ADD5-3DD6A850207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381250" y="6638925"/>
              <a:ext cx="1885950" cy="18897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200" b="0">
                  <a:solidFill>
                    <a:srgbClr val="003599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0">
                  <a:solidFill>
                    <a:srgbClr val="003599"/>
                  </a:solidFill>
                  <a:latin typeface="Times New Roman"/>
                  <a:ea typeface="Times New Roman"/>
                  <a:cs typeface="Times New Roman"/>
                </a:rPr>
                <a:t>    optim.step()</a:t>
              </a:r>
            </a:p>
          </p:txBody>
        </p:sp>
        <p:sp>
          <p:nvSpPr>
            <p:cNvPr id="171" name="171     ...">
              <a:extLst xmlns:a="http://schemas.openxmlformats.org/drawingml/2006/main">
                <a:ext uri="{FF2B5EF4-FFF2-40B4-BE49-F238E27FC236}">
                  <a16:creationId xmlns:a16="http://schemas.microsoft.com/office/drawing/2014/main" id="{2491A01B-0867-42F9-9AD1-18567142C1D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381250" y="6829425"/>
              <a:ext cx="1885950" cy="18897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200" b="0">
                  <a:solidFill>
                    <a:srgbClr val="003599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0">
                  <a:solidFill>
                    <a:srgbClr val="003599"/>
                  </a:solidFill>
                  <a:latin typeface="Times New Roman"/>
                  <a:ea typeface="Times New Roman"/>
                  <a:cs typeface="Times New Roman"/>
                </a:rPr>
                <a:t>    ...</a:t>
              </a:r>
            </a:p>
          </p:txBody>
        </p:sp>
        <p:sp>
          <p:nvSpPr>
            <p:cNvPr id="172" name="172 rect">
              <a:extLst xmlns:a="http://schemas.openxmlformats.org/drawingml/2006/main">
                <a:ext uri="{FF2B5EF4-FFF2-40B4-BE49-F238E27FC236}">
                  <a16:creationId xmlns:a16="http://schemas.microsoft.com/office/drawing/2014/main" id="{0FABF729-162F-4BE2-9AF3-61FB5F29853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66725" y="7239000"/>
              <a:ext cx="3810000" cy="514350"/>
            </a:xfrm>
            <a:prstGeom xmlns:a="http://schemas.openxmlformats.org/drawingml/2006/main" prst="roundRect">
              <a:avLst>
                <a:gd name="adj" fmla="val 18519"/>
              </a:avLst>
            </a:prstGeom>
            <a:solidFill xmlns:a="http://schemas.openxmlformats.org/drawingml/2006/main">
              <a:srgbClr val="FFE7E8"/>
            </a:solidFill>
            <a:ln xmlns:a="http://schemas.openxmlformats.org/drawingml/2006/main" w="10478">
              <a:solidFill>
                <a:srgbClr val="F04C59"/>
              </a:solidFill>
            </a:ln>
          </p:spPr>
        </p:sp>
        <p:grpSp>
          <p:nvGrpSpPr>
            <p:cNvPr id="530" name="icon-error-172"/>
            <p:cNvGrpSpPr/>
            <p:nvPr/>
          </p:nvGrpSpPr>
          <p:grpSpPr>
            <ns23:xfrm xmlns:ns23="http://schemas.openxmlformats.org/drawingml/2006/main">
              <ns23:off x="562451" y="7306151"/>
              <ns23:ext cx="380048" cy="380048"/>
              <ns23:chOff x="562451" y="7306151"/>
              <ns23:chExt cx="380048" cy="380048"/>
            </ns23:xfrm>
          </p:grpSpPr>
          <p:sp>
            <p:nvSpPr>
              <p:cNvPr id="173" name="173 ellipse">
                <a:extLst xmlns:a="http://schemas.openxmlformats.org/drawingml/2006/main">
                  <a:ext uri="{FF2B5EF4-FFF2-40B4-BE49-F238E27FC236}">
                    <a16:creationId xmlns:a16="http://schemas.microsoft.com/office/drawing/2014/main" id="{0AAFA641-59A8-47C5-821B-D585FE85F222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562451" y="7306151"/>
                <a:ext cx="380048" cy="380048"/>
              </a:xfrm>
              <a:prstGeom xmlns:a="http://schemas.openxmlformats.org/drawingml/2006/main" prst="ellipse">
                <a:avLst/>
              </a:prstGeom>
              <a:gradFill xmlns:a="http://schemas.openxmlformats.org/drawingml/2006/main">
                <a:gsLst>
                  <a:gs pos="0">
                    <a:srgbClr val="FF3346"/>
                  </a:gs>
                  <a:gs pos="100000">
                    <a:srgbClr val="E70020"/>
                  </a:gs>
                </a:gsLst>
                <a:lin ang="5400000"/>
              </a:gradFill>
              <a:ln xmlns:a="http://schemas.openxmlformats.org/drawingml/2006/main" w="13002">
                <a:solidFill>
                  <a:srgbClr val="FFFFFF"/>
                </a:solidFill>
              </a:ln>
            </p:spPr>
          </p:sp>
          <p:sp>
            <p:nvSpPr>
              <p:cNvPr id="174" name="174 path">
                <a:extLst xmlns:a="http://schemas.openxmlformats.org/drawingml/2006/main">
                  <a:ext uri="{FF2B5EF4-FFF2-40B4-BE49-F238E27FC236}">
                    <a16:creationId xmlns:a16="http://schemas.microsoft.com/office/drawing/2014/main" id="{89C8CB51-6B98-490D-A1A0-8528DFC079AE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752475" y="7396163"/>
                <a:ext cx="95" cy="140018"/>
              </a:xfrm>
              <a:custGeom xmlns:a="http://schemas.openxmlformats.org/drawingml/2006/main">
                <a:pathLst>
                  <a:path w="95" h="140018">
                    <a:moveTo>
                      <a:pt x="0" y="0"/>
                    </a:moveTo>
                    <a:lnTo>
                      <a:pt x="0" y="140018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40005">
                <a:solidFill>
                  <a:srgbClr val="FFFFFF"/>
                </a:solidFill>
              </a:ln>
            </p:spPr>
          </p:sp>
          <p:sp>
            <p:nvSpPr>
              <p:cNvPr id="175" name="175 ellipse">
                <a:extLst xmlns:a="http://schemas.openxmlformats.org/drawingml/2006/main">
                  <a:ext uri="{FF2B5EF4-FFF2-40B4-BE49-F238E27FC236}">
                    <a16:creationId xmlns:a16="http://schemas.microsoft.com/office/drawing/2014/main" id="{3681E929-D063-480B-A98B-0AE7ABAB3033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732473" y="7586186"/>
                <a:ext cx="40005" cy="40005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0">
                <a:noFill/>
              </a:ln>
            </p:spPr>
          </p:sp>
        </p:grpSp>
        <p:sp>
          <p:nvSpPr>
            <p:cNvPr id="176" name="176 Initial migration has errors">
              <a:extLst xmlns:a="http://schemas.openxmlformats.org/drawingml/2006/main">
                <a:ext uri="{FF2B5EF4-FFF2-40B4-BE49-F238E27FC236}">
                  <a16:creationId xmlns:a16="http://schemas.microsoft.com/office/drawing/2014/main" id="{69BA1F75-BFDE-4D7F-AC2F-E187468CBC8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23950" y="7305675"/>
              <a:ext cx="3067050" cy="24803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75" b="1">
                  <a:solidFill>
                    <a:srgbClr val="D20A1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1">
                  <a:solidFill>
                    <a:srgbClr val="D20A18"/>
                  </a:solidFill>
                  <a:latin typeface="Times New Roman"/>
                  <a:ea typeface="Times New Roman"/>
                  <a:cs typeface="Times New Roman"/>
                </a:rPr>
                <a:t>Initial migration has errors</a:t>
              </a:r>
            </a:p>
          </p:txBody>
        </p:sp>
        <p:sp>
          <p:nvSpPr>
            <p:cNvPr id="177" name="177 (may fail to run or produce incorrect behavior)">
              <a:extLst xmlns:a="http://schemas.openxmlformats.org/drawingml/2006/main">
                <a:ext uri="{FF2B5EF4-FFF2-40B4-BE49-F238E27FC236}">
                  <a16:creationId xmlns:a16="http://schemas.microsoft.com/office/drawing/2014/main" id="{77102AC7-DB0B-4094-9852-7BE9BD79255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23950" y="7524750"/>
              <a:ext cx="3086100" cy="18897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200" b="0">
                  <a:solidFill>
                    <a:srgbClr val="D20A1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0">
                  <a:solidFill>
                    <a:srgbClr val="D20A18"/>
                  </a:solidFill>
                  <a:latin typeface="Times New Roman"/>
                  <a:ea typeface="Times New Roman"/>
                  <a:cs typeface="Times New Roman"/>
                </a:rPr>
                <a:t>(may fail to run or produce incorrect behavior)</a:t>
              </a:r>
            </a:p>
          </p:txBody>
        </p:sp>
      </p:grpSp>
      <p:grpSp>
        <p:nvGrpSpPr>
          <p:cNvPr id="531" name="Migration enters the framework"/>
          <p:cNvGrpSpPr/>
          <p:nvPr/>
        </p:nvGrpSpPr>
        <p:grpSpPr>
          <ns25:xfrm xmlns:ns25="http://schemas.openxmlformats.org/drawingml/2006/main">
            <ns25:off x="4495800" y="3695700"/>
            <ns25:ext cx="400050" cy="495300"/>
            <ns25:chOff x="4495800" y="3695700"/>
            <ns25:chExt cx="400050" cy="495300"/>
          </ns25:xfrm>
        </p:grpSpPr>
        <p:sp>
          <p:nvSpPr>
            <p:cNvPr id="178" name="178 filled flow arrow">
              <a:extLst xmlns:a="http://schemas.openxmlformats.org/drawingml/2006/main">
                <a:ext uri="{FF2B5EF4-FFF2-40B4-BE49-F238E27FC236}">
                  <a16:creationId xmlns:a16="http://schemas.microsoft.com/office/drawing/2014/main" id="{DAAA8346-3351-4D57-9561-812AA5E5D1E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495800" y="3695700"/>
              <a:ext cx="400050" cy="495300"/>
            </a:xfrm>
            <a:custGeom xmlns:a="http://schemas.openxmlformats.org/drawingml/2006/main">
              <a:pathLst>
                <a:path w="400050" h="495300">
                  <a:moveTo>
                    <a:pt x="0" y="123825"/>
                  </a:moveTo>
                  <a:lnTo>
                    <a:pt x="220028" y="123825"/>
                  </a:lnTo>
                  <a:lnTo>
                    <a:pt x="220028" y="0"/>
                  </a:lnTo>
                  <a:lnTo>
                    <a:pt x="400050" y="247650"/>
                  </a:lnTo>
                  <a:lnTo>
                    <a:pt x="220028" y="495300"/>
                  </a:lnTo>
                  <a:lnTo>
                    <a:pt x="220028" y="371475"/>
                  </a:lnTo>
                  <a:lnTo>
                    <a:pt x="0" y="371475"/>
                  </a:lnTo>
                  <a:close/>
                </a:path>
              </a:pathLst>
            </a:custGeom>
            <a:gradFill xmlns:a="http://schemas.openxmlformats.org/drawingml/2006/main">
              <a:gsLst>
                <a:gs pos="0">
                  <a:srgbClr val="FFE0B8"/>
                </a:gs>
                <a:gs pos="100000">
                  <a:srgbClr val="FFF2D8"/>
                </a:gs>
              </a:gsLst>
              <a:lin ang="5400000"/>
            </a:gradFill>
            <a:ln xmlns:a="http://schemas.openxmlformats.org/drawingml/2006/main" w="12383">
              <a:solidFill>
                <a:srgbClr val="E77632"/>
              </a:solidFill>
            </a:ln>
          </p:spPr>
        </p:sp>
      </p:grpSp>
      <p:grpSp>
        <p:nvGrpSpPr>
          <p:cNvPr id="532" name="Framework produces verified output"/>
          <p:cNvGrpSpPr/>
          <p:nvPr/>
        </p:nvGrpSpPr>
        <p:grpSpPr>
          <ns26:xfrm xmlns:ns26="http://schemas.openxmlformats.org/drawingml/2006/main">
            <ns26:off x="12039600" y="3695700"/>
            <ns26:ext cx="400050" cy="495300"/>
            <ns26:chOff x="12039600" y="3695700"/>
            <ns26:chExt cx="400050" cy="495300"/>
          </ns26:xfrm>
        </p:grpSpPr>
        <p:sp>
          <p:nvSpPr>
            <p:cNvPr id="179" name="179 filled flow arrow">
              <a:extLst xmlns:a="http://schemas.openxmlformats.org/drawingml/2006/main">
                <a:ext uri="{FF2B5EF4-FFF2-40B4-BE49-F238E27FC236}">
                  <a16:creationId xmlns:a16="http://schemas.microsoft.com/office/drawing/2014/main" id="{16DDEE16-014E-4F2C-ADBE-D76824DB405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039600" y="3695700"/>
              <a:ext cx="400050" cy="495300"/>
            </a:xfrm>
            <a:custGeom xmlns:a="http://schemas.openxmlformats.org/drawingml/2006/main">
              <a:pathLst>
                <a:path w="400050" h="495300">
                  <a:moveTo>
                    <a:pt x="0" y="123825"/>
                  </a:moveTo>
                  <a:lnTo>
                    <a:pt x="220027" y="123825"/>
                  </a:lnTo>
                  <a:lnTo>
                    <a:pt x="220027" y="0"/>
                  </a:lnTo>
                  <a:lnTo>
                    <a:pt x="400050" y="247650"/>
                  </a:lnTo>
                  <a:lnTo>
                    <a:pt x="220027" y="495300"/>
                  </a:lnTo>
                  <a:lnTo>
                    <a:pt x="220027" y="371475"/>
                  </a:lnTo>
                  <a:lnTo>
                    <a:pt x="0" y="371475"/>
                  </a:lnTo>
                  <a:close/>
                </a:path>
              </a:pathLst>
            </a:custGeom>
            <a:gradFill xmlns:a="http://schemas.openxmlformats.org/drawingml/2006/main">
              <a:gsLst>
                <a:gs pos="0">
                  <a:srgbClr val="97DEA7"/>
                </a:gs>
                <a:gs pos="100000">
                  <a:srgbClr val="D8F7D9"/>
                </a:gs>
              </a:gsLst>
              <a:lin ang="5400000"/>
            </a:gradFill>
            <a:ln xmlns:a="http://schemas.openxmlformats.org/drawingml/2006/main" w="12383">
              <a:solidFill>
                <a:srgbClr val="188B44"/>
              </a:solidFill>
            </a:ln>
          </p:spPr>
        </p:sp>
      </p:grpSp>
      <p:grpSp>
        <p:nvGrpSpPr>
          <p:cNvPr id="533" name="Orchestrator connections"/>
          <p:cNvGrpSpPr/>
          <p:nvPr/>
        </p:nvGrpSpPr>
        <p:grpSpPr>
          <ns27:xfrm xmlns:ns27="http://schemas.openxmlformats.org/drawingml/2006/main">
            <ns27:off x="5689492" y="1065344"/>
            <ns27:ext cx="6378683" cy="944431"/>
            <ns27:chOff x="5689492" y="1065344"/>
            <ns27:chExt cx="6378683" cy="944431"/>
          </ns27:xfrm>
        </p:grpSpPr>
        <p:sp>
          <p:nvSpPr>
            <p:cNvPr id="180" name="180 path">
              <a:extLst xmlns:a="http://schemas.openxmlformats.org/drawingml/2006/main">
                <a:ext uri="{FF2B5EF4-FFF2-40B4-BE49-F238E27FC236}">
                  <a16:creationId xmlns:a16="http://schemas.microsoft.com/office/drawing/2014/main" id="{3939C427-6D75-437A-9294-727DE9201BD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43575" y="1122571"/>
              <a:ext cx="790575" cy="887204"/>
            </a:xfrm>
            <a:custGeom xmlns:a="http://schemas.openxmlformats.org/drawingml/2006/main">
              <a:pathLst>
                <a:path w="790575" h="887204">
                  <a:moveTo>
                    <a:pt x="790575" y="1379"/>
                  </a:moveTo>
                  <a:lnTo>
                    <a:pt x="748805" y="0"/>
                  </a:lnTo>
                  <a:lnTo>
                    <a:pt x="707367" y="1523"/>
                  </a:lnTo>
                  <a:lnTo>
                    <a:pt x="666340" y="5865"/>
                  </a:lnTo>
                  <a:lnTo>
                    <a:pt x="625802" y="12944"/>
                  </a:lnTo>
                  <a:lnTo>
                    <a:pt x="585832" y="22678"/>
                  </a:lnTo>
                  <a:lnTo>
                    <a:pt x="546506" y="34983"/>
                  </a:lnTo>
                  <a:lnTo>
                    <a:pt x="507905" y="49778"/>
                  </a:lnTo>
                  <a:lnTo>
                    <a:pt x="470106" y="66979"/>
                  </a:lnTo>
                  <a:lnTo>
                    <a:pt x="433187" y="86504"/>
                  </a:lnTo>
                  <a:lnTo>
                    <a:pt x="397228" y="108271"/>
                  </a:lnTo>
                  <a:lnTo>
                    <a:pt x="362305" y="132196"/>
                  </a:lnTo>
                  <a:lnTo>
                    <a:pt x="328498" y="158199"/>
                  </a:lnTo>
                  <a:lnTo>
                    <a:pt x="295885" y="186195"/>
                  </a:lnTo>
                  <a:lnTo>
                    <a:pt x="264544" y="216102"/>
                  </a:lnTo>
                  <a:lnTo>
                    <a:pt x="234553" y="247838"/>
                  </a:lnTo>
                  <a:lnTo>
                    <a:pt x="205991" y="281321"/>
                  </a:lnTo>
                  <a:lnTo>
                    <a:pt x="178936" y="316467"/>
                  </a:lnTo>
                  <a:lnTo>
                    <a:pt x="153467" y="353194"/>
                  </a:lnTo>
                  <a:lnTo>
                    <a:pt x="129661" y="391420"/>
                  </a:lnTo>
                  <a:lnTo>
                    <a:pt x="107597" y="431062"/>
                  </a:lnTo>
                  <a:lnTo>
                    <a:pt x="87354" y="472038"/>
                  </a:lnTo>
                  <a:lnTo>
                    <a:pt x="69009" y="514264"/>
                  </a:lnTo>
                  <a:lnTo>
                    <a:pt x="52641" y="557659"/>
                  </a:lnTo>
                  <a:lnTo>
                    <a:pt x="38329" y="602140"/>
                  </a:lnTo>
                  <a:lnTo>
                    <a:pt x="26150" y="647624"/>
                  </a:lnTo>
                  <a:lnTo>
                    <a:pt x="16183" y="694029"/>
                  </a:lnTo>
                  <a:lnTo>
                    <a:pt x="8506" y="741271"/>
                  </a:lnTo>
                  <a:lnTo>
                    <a:pt x="3198" y="789270"/>
                  </a:lnTo>
                  <a:lnTo>
                    <a:pt x="336" y="837942"/>
                  </a:lnTo>
                  <a:lnTo>
                    <a:pt x="0" y="887204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8575">
              <a:solidFill>
                <a:srgbClr val="2D334E"/>
              </a:solidFill>
            </a:ln>
          </p:spPr>
        </p:sp>
        <p:sp>
          <p:nvSpPr>
            <p:cNvPr id="181" name="181 arrow head">
              <a:extLst xmlns:a="http://schemas.openxmlformats.org/drawingml/2006/main">
                <a:ext uri="{FF2B5EF4-FFF2-40B4-BE49-F238E27FC236}">
                  <a16:creationId xmlns:a16="http://schemas.microsoft.com/office/drawing/2014/main" id="{0E35CA76-09B1-436D-B884-CB5E2B5E20C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689492" y="1895103"/>
              <a:ext cx="109725" cy="114672"/>
            </a:xfrm>
            <a:custGeom xmlns:a="http://schemas.openxmlformats.org/drawingml/2006/main">
              <a:pathLst>
                <a:path w="109725" h="114672">
                  <a:moveTo>
                    <a:pt x="54083" y="114672"/>
                  </a:moveTo>
                  <a:lnTo>
                    <a:pt x="109725" y="749"/>
                  </a:lnTo>
                  <a:lnTo>
                    <a:pt x="0" y="0"/>
                  </a:lnTo>
                  <a:close/>
                </a:path>
              </a:pathLst>
            </a:custGeom>
            <a:solidFill xmlns:a="http://schemas.openxmlformats.org/drawingml/2006/main">
              <a:srgbClr val="2D334E"/>
            </a:solidFill>
            <a:ln xmlns:a="http://schemas.openxmlformats.org/drawingml/2006/main" w="4763">
              <a:solidFill>
                <a:srgbClr val="2D334E"/>
              </a:solidFill>
            </a:ln>
          </p:spPr>
        </p:sp>
        <p:sp>
          <p:nvSpPr>
            <p:cNvPr id="182" name="182 arrow head">
              <a:extLst xmlns:a="http://schemas.openxmlformats.org/drawingml/2006/main">
                <a:ext uri="{FF2B5EF4-FFF2-40B4-BE49-F238E27FC236}">
                  <a16:creationId xmlns:a16="http://schemas.microsoft.com/office/drawing/2014/main" id="{5E87F77D-9E69-4ABC-B940-5BD6EFDF66B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418102" y="1065344"/>
              <a:ext cx="116048" cy="109668"/>
            </a:xfrm>
            <a:custGeom xmlns:a="http://schemas.openxmlformats.org/drawingml/2006/main">
              <a:pathLst>
                <a:path w="116048" h="109668">
                  <a:moveTo>
                    <a:pt x="116048" y="58606"/>
                  </a:moveTo>
                  <a:lnTo>
                    <a:pt x="3621" y="0"/>
                  </a:lnTo>
                  <a:lnTo>
                    <a:pt x="0" y="109668"/>
                  </a:lnTo>
                  <a:close/>
                </a:path>
              </a:pathLst>
            </a:custGeom>
            <a:solidFill xmlns:a="http://schemas.openxmlformats.org/drawingml/2006/main">
              <a:srgbClr val="2D334E"/>
            </a:solidFill>
            <a:ln xmlns:a="http://schemas.openxmlformats.org/drawingml/2006/main" w="4763">
              <a:solidFill>
                <a:srgbClr val="2D334E"/>
              </a:solidFill>
            </a:ln>
          </p:spPr>
        </p:sp>
        <p:sp>
          <p:nvSpPr>
            <p:cNvPr id="183" name="183 path">
              <a:extLst xmlns:a="http://schemas.openxmlformats.org/drawingml/2006/main">
                <a:ext uri="{FF2B5EF4-FFF2-40B4-BE49-F238E27FC236}">
                  <a16:creationId xmlns:a16="http://schemas.microsoft.com/office/drawing/2014/main" id="{E997F02B-B446-45D4-A455-AAAEACE1DF2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153400" y="1438275"/>
              <a:ext cx="95" cy="561975"/>
            </a:xfrm>
            <a:custGeom xmlns:a="http://schemas.openxmlformats.org/drawingml/2006/main">
              <a:pathLst>
                <a:path w="95" h="561975">
                  <a:moveTo>
                    <a:pt x="0" y="0"/>
                  </a:moveTo>
                  <a:lnTo>
                    <a:pt x="0" y="561975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8575">
              <a:solidFill>
                <a:srgbClr val="2D334E"/>
              </a:solidFill>
            </a:ln>
          </p:spPr>
        </p:sp>
        <p:sp>
          <p:nvSpPr>
            <p:cNvPr id="184" name="184 arrow head">
              <a:extLst xmlns:a="http://schemas.openxmlformats.org/drawingml/2006/main">
                <a:ext uri="{FF2B5EF4-FFF2-40B4-BE49-F238E27FC236}">
                  <a16:creationId xmlns:a16="http://schemas.microsoft.com/office/drawing/2014/main" id="{B4EC3A4F-0DE5-4F77-9E3E-BB4425CA4CE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098536" y="1885950"/>
              <a:ext cx="109728" cy="114300"/>
            </a:xfrm>
            <a:custGeom xmlns:a="http://schemas.openxmlformats.org/drawingml/2006/main">
              <a:pathLst>
                <a:path w="109728" h="114300">
                  <a:moveTo>
                    <a:pt x="54864" y="114300"/>
                  </a:moveTo>
                  <a:lnTo>
                    <a:pt x="109728" y="0"/>
                  </a:lnTo>
                  <a:lnTo>
                    <a:pt x="0" y="0"/>
                  </a:lnTo>
                  <a:close/>
                </a:path>
              </a:pathLst>
            </a:custGeom>
            <a:solidFill xmlns:a="http://schemas.openxmlformats.org/drawingml/2006/main">
              <a:srgbClr val="2D334E"/>
            </a:solidFill>
            <a:ln xmlns:a="http://schemas.openxmlformats.org/drawingml/2006/main" w="4763">
              <a:solidFill>
                <a:srgbClr val="2D334E"/>
              </a:solidFill>
            </a:ln>
          </p:spPr>
        </p:sp>
        <p:sp>
          <p:nvSpPr>
            <p:cNvPr id="185" name="185 path">
              <a:extLst xmlns:a="http://schemas.openxmlformats.org/drawingml/2006/main">
                <a:ext uri="{FF2B5EF4-FFF2-40B4-BE49-F238E27FC236}">
                  <a16:creationId xmlns:a16="http://schemas.microsoft.com/office/drawing/2014/main" id="{E8434EFF-7CF3-40E3-B341-3A0773C4676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144000" y="1438275"/>
              <a:ext cx="1762125" cy="561975"/>
            </a:xfrm>
            <a:custGeom xmlns:a="http://schemas.openxmlformats.org/drawingml/2006/main">
              <a:pathLst>
                <a:path w="1762125" h="561975">
                  <a:moveTo>
                    <a:pt x="0" y="0"/>
                  </a:moveTo>
                  <a:lnTo>
                    <a:pt x="16403" y="27540"/>
                  </a:lnTo>
                  <a:lnTo>
                    <a:pt x="33308" y="53061"/>
                  </a:lnTo>
                  <a:lnTo>
                    <a:pt x="50835" y="76638"/>
                  </a:lnTo>
                  <a:lnTo>
                    <a:pt x="69105" y="98349"/>
                  </a:lnTo>
                  <a:lnTo>
                    <a:pt x="88239" y="118269"/>
                  </a:lnTo>
                  <a:lnTo>
                    <a:pt x="108356" y="136474"/>
                  </a:lnTo>
                  <a:lnTo>
                    <a:pt x="129579" y="153041"/>
                  </a:lnTo>
                  <a:lnTo>
                    <a:pt x="152027" y="168046"/>
                  </a:lnTo>
                  <a:lnTo>
                    <a:pt x="175822" y="181566"/>
                  </a:lnTo>
                  <a:lnTo>
                    <a:pt x="201083" y="193675"/>
                  </a:lnTo>
                  <a:lnTo>
                    <a:pt x="227932" y="204451"/>
                  </a:lnTo>
                  <a:lnTo>
                    <a:pt x="256489" y="213970"/>
                  </a:lnTo>
                  <a:lnTo>
                    <a:pt x="286875" y="222307"/>
                  </a:lnTo>
                  <a:lnTo>
                    <a:pt x="319210" y="229540"/>
                  </a:lnTo>
                  <a:lnTo>
                    <a:pt x="353616" y="235744"/>
                  </a:lnTo>
                  <a:lnTo>
                    <a:pt x="390212" y="240995"/>
                  </a:lnTo>
                  <a:lnTo>
                    <a:pt x="429119" y="245370"/>
                  </a:lnTo>
                  <a:lnTo>
                    <a:pt x="470459" y="248945"/>
                  </a:lnTo>
                  <a:lnTo>
                    <a:pt x="514351" y="251797"/>
                  </a:lnTo>
                  <a:lnTo>
                    <a:pt x="560917" y="254000"/>
                  </a:lnTo>
                  <a:lnTo>
                    <a:pt x="610276" y="255632"/>
                  </a:lnTo>
                  <a:lnTo>
                    <a:pt x="662551" y="256769"/>
                  </a:lnTo>
                  <a:lnTo>
                    <a:pt x="717860" y="257486"/>
                  </a:lnTo>
                  <a:lnTo>
                    <a:pt x="776326" y="257861"/>
                  </a:lnTo>
                  <a:lnTo>
                    <a:pt x="838068" y="257969"/>
                  </a:lnTo>
                  <a:lnTo>
                    <a:pt x="903207" y="257886"/>
                  </a:lnTo>
                  <a:lnTo>
                    <a:pt x="971864" y="257689"/>
                  </a:lnTo>
                  <a:lnTo>
                    <a:pt x="1044160" y="257454"/>
                  </a:lnTo>
                  <a:lnTo>
                    <a:pt x="1120215" y="257258"/>
                  </a:lnTo>
                  <a:lnTo>
                    <a:pt x="1200150" y="257175"/>
                  </a:lnTo>
                  <a:lnTo>
                    <a:pt x="1230095" y="258629"/>
                  </a:lnTo>
                  <a:lnTo>
                    <a:pt x="1258991" y="261058"/>
                  </a:lnTo>
                  <a:lnTo>
                    <a:pt x="1286866" y="264424"/>
                  </a:lnTo>
                  <a:lnTo>
                    <a:pt x="1313750" y="268684"/>
                  </a:lnTo>
                  <a:lnTo>
                    <a:pt x="1339674" y="273800"/>
                  </a:lnTo>
                  <a:lnTo>
                    <a:pt x="1364666" y="279730"/>
                  </a:lnTo>
                  <a:lnTo>
                    <a:pt x="1388756" y="286435"/>
                  </a:lnTo>
                  <a:lnTo>
                    <a:pt x="1411975" y="293875"/>
                  </a:lnTo>
                  <a:lnTo>
                    <a:pt x="1434351" y="302009"/>
                  </a:lnTo>
                  <a:lnTo>
                    <a:pt x="1455914" y="310797"/>
                  </a:lnTo>
                  <a:lnTo>
                    <a:pt x="1476694" y="320199"/>
                  </a:lnTo>
                  <a:lnTo>
                    <a:pt x="1496720" y="330175"/>
                  </a:lnTo>
                  <a:lnTo>
                    <a:pt x="1516023" y="340683"/>
                  </a:lnTo>
                  <a:lnTo>
                    <a:pt x="1534631" y="351686"/>
                  </a:lnTo>
                  <a:lnTo>
                    <a:pt x="1552575" y="363141"/>
                  </a:lnTo>
                  <a:lnTo>
                    <a:pt x="1569884" y="375008"/>
                  </a:lnTo>
                  <a:lnTo>
                    <a:pt x="1586587" y="387249"/>
                  </a:lnTo>
                  <a:lnTo>
                    <a:pt x="1602715" y="399821"/>
                  </a:lnTo>
                  <a:lnTo>
                    <a:pt x="1618296" y="412686"/>
                  </a:lnTo>
                  <a:lnTo>
                    <a:pt x="1633361" y="425803"/>
                  </a:lnTo>
                  <a:lnTo>
                    <a:pt x="1647939" y="439131"/>
                  </a:lnTo>
                  <a:lnTo>
                    <a:pt x="1662060" y="452631"/>
                  </a:lnTo>
                  <a:lnTo>
                    <a:pt x="1675754" y="466262"/>
                  </a:lnTo>
                  <a:lnTo>
                    <a:pt x="1689049" y="479984"/>
                  </a:lnTo>
                  <a:lnTo>
                    <a:pt x="1701976" y="493757"/>
                  </a:lnTo>
                  <a:lnTo>
                    <a:pt x="1714565" y="507540"/>
                  </a:lnTo>
                  <a:lnTo>
                    <a:pt x="1726844" y="521294"/>
                  </a:lnTo>
                  <a:lnTo>
                    <a:pt x="1738844" y="534978"/>
                  </a:lnTo>
                  <a:lnTo>
                    <a:pt x="1750595" y="548551"/>
                  </a:lnTo>
                  <a:lnTo>
                    <a:pt x="1762125" y="561975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8575">
              <a:solidFill>
                <a:srgbClr val="2D334E"/>
              </a:solidFill>
            </a:ln>
          </p:spPr>
        </p:sp>
        <p:sp>
          <p:nvSpPr>
            <p:cNvPr id="186" name="186 arrow head">
              <a:extLst xmlns:a="http://schemas.openxmlformats.org/drawingml/2006/main">
                <a:ext uri="{FF2B5EF4-FFF2-40B4-BE49-F238E27FC236}">
                  <a16:creationId xmlns:a16="http://schemas.microsoft.com/office/drawing/2014/main" id="{12FCBED9-CE8F-47D4-A414-7C9C2203F22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790031" y="1877796"/>
              <a:ext cx="116094" cy="122454"/>
            </a:xfrm>
            <a:custGeom xmlns:a="http://schemas.openxmlformats.org/drawingml/2006/main">
              <a:pathLst>
                <a:path w="116094" h="122454">
                  <a:moveTo>
                    <a:pt x="116094" y="122454"/>
                  </a:moveTo>
                  <a:lnTo>
                    <a:pt x="83237" y="0"/>
                  </a:lnTo>
                  <a:lnTo>
                    <a:pt x="0" y="71497"/>
                  </a:lnTo>
                  <a:close/>
                </a:path>
              </a:pathLst>
            </a:custGeom>
            <a:solidFill xmlns:a="http://schemas.openxmlformats.org/drawingml/2006/main">
              <a:srgbClr val="2D334E"/>
            </a:solidFill>
            <a:ln xmlns:a="http://schemas.openxmlformats.org/drawingml/2006/main" w="4763">
              <a:solidFill>
                <a:srgbClr val="2D334E"/>
              </a:solidFill>
            </a:ln>
          </p:spPr>
        </p:sp>
        <p:sp>
          <p:nvSpPr>
            <p:cNvPr id="187" name="187 coordinate">
              <a:extLst xmlns:a="http://schemas.openxmlformats.org/drawingml/2006/main">
                <a:ext uri="{FF2B5EF4-FFF2-40B4-BE49-F238E27FC236}">
                  <a16:creationId xmlns:a16="http://schemas.microsoft.com/office/drawing/2014/main" id="{D670A7D8-A8D8-40DD-9041-382371A96B7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886450" y="1600200"/>
              <a:ext cx="942975" cy="21259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coordinate</a:t>
              </a:r>
            </a:p>
          </p:txBody>
        </p:sp>
        <p:sp>
          <p:nvSpPr>
            <p:cNvPr id="188" name="188 schedule">
              <a:extLst xmlns:a="http://schemas.openxmlformats.org/drawingml/2006/main">
                <a:ext uri="{FF2B5EF4-FFF2-40B4-BE49-F238E27FC236}">
                  <a16:creationId xmlns:a16="http://schemas.microsoft.com/office/drawing/2014/main" id="{85921BF8-A150-4D48-B420-84E51C1CE13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315325" y="1600200"/>
              <a:ext cx="933450" cy="21259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schedule</a:t>
              </a:r>
            </a:p>
          </p:txBody>
        </p:sp>
        <p:sp>
          <p:nvSpPr>
            <p:cNvPr id="189" name="189 coordinate">
              <a:extLst xmlns:a="http://schemas.openxmlformats.org/drawingml/2006/main">
                <a:ext uri="{FF2B5EF4-FFF2-40B4-BE49-F238E27FC236}">
                  <a16:creationId xmlns:a16="http://schemas.microsoft.com/office/drawing/2014/main" id="{6B0873A4-CEB3-45B3-9EDE-4C890BDB996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010900" y="1685925"/>
              <a:ext cx="1057275" cy="21259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coordinate</a:t>
              </a:r>
            </a:p>
          </p:txBody>
        </p:sp>
      </p:grpSp>
      <p:grpSp>
        <p:nvGrpSpPr>
          <p:cNvPr id="534" name="Orchestrator"/>
          <p:cNvGrpSpPr/>
          <p:nvPr/>
        </p:nvGrpSpPr>
        <p:grpSpPr>
          <ns33:xfrm xmlns:ns33="http://schemas.openxmlformats.org/drawingml/2006/main">
            <ns33:off x="6553200" y="704850"/>
            <ns33:ext cx="4686300" cy="866775"/>
            <ns33:chOff x="6553200" y="704850"/>
            <ns33:chExt cx="4686300" cy="866775"/>
          </ns33:xfrm>
        </p:grpSpPr>
        <p:sp>
          <p:nvSpPr>
            <p:cNvPr id="190" name="190 rect">
              <a:extLst xmlns:a="http://schemas.openxmlformats.org/drawingml/2006/main">
                <a:ext uri="{FF2B5EF4-FFF2-40B4-BE49-F238E27FC236}">
                  <a16:creationId xmlns:a16="http://schemas.microsoft.com/office/drawing/2014/main" id="{F5B82331-505F-46F1-A3FC-7D427363E57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553200" y="704850"/>
              <a:ext cx="2781300" cy="742950"/>
            </a:xfrm>
            <a:prstGeom xmlns:a="http://schemas.openxmlformats.org/drawingml/2006/main" prst="roundRect">
              <a:avLst>
                <a:gd name="adj" fmla="val 15385"/>
              </a:avLst>
            </a:prstGeom>
            <a:gradFill xmlns:a="http://schemas.openxmlformats.org/drawingml/2006/main">
              <a:gsLst>
                <a:gs pos="0">
                  <a:srgbClr val="F8FCFF"/>
                </a:gs>
                <a:gs pos="100000">
                  <a:srgbClr val="E4F4FF"/>
                </a:gs>
              </a:gsLst>
              <a:lin ang="5400000"/>
            </a:gradFill>
            <a:ln xmlns:a="http://schemas.openxmlformats.org/drawingml/2006/main" w="11430">
              <a:solidFill>
                <a:srgbClr val="3495F9"/>
              </a:solidFill>
            </a:ln>
          </p:spPr>
        </p:sp>
        <p:grpSp>
          <p:nvGrpSpPr>
            <p:cNvPr id="535" name="icon-robot-190"/>
            <p:cNvGrpSpPr/>
            <p:nvPr/>
          </p:nvGrpSpPr>
          <p:grpSpPr>
            <ns28:xfrm xmlns:ns28="http://schemas.openxmlformats.org/drawingml/2006/main">
              <ns28:off x="6696075" y="821055"/>
              <ns28:ext cx="514350" cy="411480"/>
              <ns28:chOff x="6696075" y="821055"/>
              <ns28:chExt cx="514350" cy="411480"/>
            </ns28:xfrm>
          </p:grpSpPr>
          <p:sp>
            <p:nvSpPr>
              <p:cNvPr id="191" name="191 path">
                <a:extLst xmlns:a="http://schemas.openxmlformats.org/drawingml/2006/main">
                  <a:ext uri="{FF2B5EF4-FFF2-40B4-BE49-F238E27FC236}">
                    <a16:creationId xmlns:a16="http://schemas.microsoft.com/office/drawing/2014/main" id="{85CCAA49-2B87-4DF1-9EA3-13C2F5FA567F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6953250" y="866775"/>
                <a:ext cx="95" cy="91440"/>
              </a:xfrm>
              <a:custGeom xmlns:a="http://schemas.openxmlformats.org/drawingml/2006/main">
                <a:pathLst>
                  <a:path w="95" h="91440">
                    <a:moveTo>
                      <a:pt x="0" y="0"/>
                    </a:moveTo>
                    <a:lnTo>
                      <a:pt x="0" y="9144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6289">
                <a:solidFill>
                  <a:srgbClr val="090D28"/>
                </a:solidFill>
              </a:ln>
            </p:spPr>
          </p:sp>
          <p:sp>
            <p:nvSpPr>
              <p:cNvPr id="192" name="192 ellipse">
                <a:extLst xmlns:a="http://schemas.openxmlformats.org/drawingml/2006/main">
                  <a:ext uri="{FF2B5EF4-FFF2-40B4-BE49-F238E27FC236}">
                    <a16:creationId xmlns:a16="http://schemas.microsoft.com/office/drawing/2014/main" id="{8EE657E1-B7F6-459E-858E-07D926E593AE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6921103" y="821055"/>
                <a:ext cx="64294" cy="57150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20574">
                <a:solidFill>
                  <a:srgbClr val="090D28"/>
                </a:solidFill>
              </a:ln>
            </p:spPr>
          </p:sp>
          <p:sp>
            <p:nvSpPr>
              <p:cNvPr id="193" name="193 rect">
                <a:extLst xmlns:a="http://schemas.openxmlformats.org/drawingml/2006/main">
                  <a:ext uri="{FF2B5EF4-FFF2-40B4-BE49-F238E27FC236}">
                    <a16:creationId xmlns:a16="http://schemas.microsoft.com/office/drawing/2014/main" id="{4857E018-AE0A-4B8F-BD04-96A3F1379F85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6696075" y="1038225"/>
                <a:ext cx="64294" cy="125730"/>
              </a:xfrm>
              <a:prstGeom xmlns:a="http://schemas.openxmlformats.org/drawingml/2006/main" prst="roundRect">
                <a:avLst>
                  <a:gd name="adj" fmla="val 35556"/>
                </a:avLst>
              </a:prstGeom>
              <a:solidFill xmlns:a="http://schemas.openxmlformats.org/drawingml/2006/main">
                <a:srgbClr val="C7DDF5"/>
              </a:solidFill>
              <a:ln xmlns:a="http://schemas.openxmlformats.org/drawingml/2006/main" w="22860">
                <a:solidFill>
                  <a:srgbClr val="090D28"/>
                </a:solidFill>
              </a:ln>
            </p:spPr>
          </p:sp>
          <p:sp>
            <p:nvSpPr>
              <p:cNvPr id="194" name="194 rect">
                <a:extLst xmlns:a="http://schemas.openxmlformats.org/drawingml/2006/main">
                  <a:ext uri="{FF2B5EF4-FFF2-40B4-BE49-F238E27FC236}">
                    <a16:creationId xmlns:a16="http://schemas.microsoft.com/office/drawing/2014/main" id="{E7EFDC82-FDA2-44E8-8B0B-0C48A6C4B90E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7146131" y="1038225"/>
                <a:ext cx="64294" cy="125730"/>
              </a:xfrm>
              <a:prstGeom xmlns:a="http://schemas.openxmlformats.org/drawingml/2006/main" prst="roundRect">
                <a:avLst>
                  <a:gd name="adj" fmla="val 35556"/>
                </a:avLst>
              </a:prstGeom>
              <a:solidFill xmlns:a="http://schemas.openxmlformats.org/drawingml/2006/main">
                <a:srgbClr val="C7DDF5"/>
              </a:solidFill>
              <a:ln xmlns:a="http://schemas.openxmlformats.org/drawingml/2006/main" w="22860">
                <a:solidFill>
                  <a:srgbClr val="090D28"/>
                </a:solidFill>
              </a:ln>
            </p:spPr>
          </p:sp>
          <p:sp>
            <p:nvSpPr>
              <p:cNvPr id="195" name="195 rect">
                <a:extLst xmlns:a="http://schemas.openxmlformats.org/drawingml/2006/main">
                  <a:ext uri="{FF2B5EF4-FFF2-40B4-BE49-F238E27FC236}">
                    <a16:creationId xmlns:a16="http://schemas.microsoft.com/office/drawing/2014/main" id="{85BFAEC2-67A5-46AD-BFEC-059F4041083F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6760369" y="946785"/>
                <a:ext cx="385763" cy="285750"/>
              </a:xfrm>
              <a:prstGeom xmlns:a="http://schemas.openxmlformats.org/drawingml/2006/main" prst="roundRect">
                <a:avLst>
                  <a:gd name="adj" fmla="val 28000"/>
                </a:avLst>
              </a:prstGeom>
              <a:gradFill xmlns:a="http://schemas.openxmlformats.org/drawingml/2006/main">
                <a:gsLst>
                  <a:gs pos="0">
                    <a:srgbClr val="FFFFFF"/>
                  </a:gs>
                  <a:gs pos="100000">
                    <a:srgbClr val="C7DDF5"/>
                  </a:gs>
                </a:gsLst>
                <a:lin ang="5400000"/>
              </a:gradFill>
              <a:ln xmlns:a="http://schemas.openxmlformats.org/drawingml/2006/main" w="25146">
                <a:solidFill>
                  <a:srgbClr val="090D28"/>
                </a:solidFill>
              </a:ln>
            </p:spPr>
          </p:sp>
          <p:sp>
            <p:nvSpPr>
              <p:cNvPr id="196" name="196 rect">
                <a:extLst xmlns:a="http://schemas.openxmlformats.org/drawingml/2006/main">
                  <a:ext uri="{FF2B5EF4-FFF2-40B4-BE49-F238E27FC236}">
                    <a16:creationId xmlns:a16="http://schemas.microsoft.com/office/drawing/2014/main" id="{F9A0E6DD-6073-4E16-8FAE-F1C25F63D853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6824663" y="1015365"/>
                <a:ext cx="257175" cy="137160"/>
              </a:xfrm>
              <a:prstGeom xmlns:a="http://schemas.openxmlformats.org/drawingml/2006/main" prst="roundRect">
                <a:avLst>
                  <a:gd name="adj" fmla="val 33333"/>
                </a:avLst>
              </a:prstGeom>
              <a:solidFill xmlns:a="http://schemas.openxmlformats.org/drawingml/2006/main">
                <a:srgbClr val="15154A"/>
              </a:solidFill>
              <a:ln xmlns:a="http://schemas.openxmlformats.org/drawingml/2006/main" w="11430">
                <a:solidFill>
                  <a:srgbClr val="090D28"/>
                </a:solidFill>
              </a:ln>
            </p:spPr>
          </p:sp>
          <p:sp>
            <p:nvSpPr>
              <p:cNvPr id="197" name="197 ellipse">
                <a:extLst xmlns:a="http://schemas.openxmlformats.org/drawingml/2006/main">
                  <a:ext uri="{FF2B5EF4-FFF2-40B4-BE49-F238E27FC236}">
                    <a16:creationId xmlns:a16="http://schemas.microsoft.com/office/drawing/2014/main" id="{160897D0-FBDE-4A07-9B50-4C12A679B9A7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6876098" y="1049655"/>
                <a:ext cx="51435" cy="57150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198" name="198 ellipse">
                <a:extLst xmlns:a="http://schemas.openxmlformats.org/drawingml/2006/main">
                  <a:ext uri="{FF2B5EF4-FFF2-40B4-BE49-F238E27FC236}">
                    <a16:creationId xmlns:a16="http://schemas.microsoft.com/office/drawing/2014/main" id="{B77E5103-F730-4CDE-AEBB-9861AE81C5EC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6991826" y="1049655"/>
                <a:ext cx="51435" cy="57150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0">
                <a:noFill/>
              </a:ln>
            </p:spPr>
          </p:sp>
        </p:grpSp>
        <p:sp>
          <p:nvSpPr>
            <p:cNvPr id="199" name="199 Orchestrator">
              <a:extLst xmlns:a="http://schemas.openxmlformats.org/drawingml/2006/main">
                <a:ext uri="{FF2B5EF4-FFF2-40B4-BE49-F238E27FC236}">
                  <a16:creationId xmlns:a16="http://schemas.microsoft.com/office/drawing/2014/main" id="{B9297609-489E-4413-B7D8-4CF821CF750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429500" y="790575"/>
              <a:ext cx="1847850" cy="342519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2175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175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Orchestrator</a:t>
              </a:r>
            </a:p>
          </p:txBody>
        </p:sp>
        <p:sp>
          <p:nvSpPr>
            <p:cNvPr id="200" name="200 Task planning &amp; agent coordination">
              <a:extLst xmlns:a="http://schemas.openxmlformats.org/drawingml/2006/main">
                <a:ext uri="{FF2B5EF4-FFF2-40B4-BE49-F238E27FC236}">
                  <a16:creationId xmlns:a16="http://schemas.microsoft.com/office/drawing/2014/main" id="{5AB9A053-4B4C-4D24-9116-EE7499D79FD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258050" y="1104900"/>
              <a:ext cx="2009775" cy="16771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06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6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Task planning &amp; agent coordination</a:t>
              </a:r>
            </a:p>
          </p:txBody>
        </p:sp>
        <p:sp>
          <p:nvSpPr>
            <p:cNvPr id="201" name="201 rect">
              <a:extLst xmlns:a="http://schemas.openxmlformats.org/drawingml/2006/main">
                <a:ext uri="{FF2B5EF4-FFF2-40B4-BE49-F238E27FC236}">
                  <a16:creationId xmlns:a16="http://schemas.microsoft.com/office/drawing/2014/main" id="{1F8AC40B-674D-496D-9A17-70A6D841DF7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363075" y="704850"/>
              <a:ext cx="1876425" cy="866775"/>
            </a:xfrm>
            <a:prstGeom xmlns:a="http://schemas.openxmlformats.org/drawingml/2006/main" prst="roundRect">
              <a:avLst>
                <a:gd name="adj" fmla="val 10989"/>
              </a:avLst>
            </a:prstGeom>
            <a:gradFill xmlns:a="http://schemas.openxmlformats.org/drawingml/2006/main">
              <a:gsLst>
                <a:gs pos="0">
                  <a:srgbClr val="FFFFFF"/>
                </a:gs>
                <a:gs pos="100000">
                  <a:srgbClr val="F6FCFA"/>
                </a:gs>
              </a:gsLst>
              <a:lin ang="5400000"/>
            </a:gradFill>
            <a:ln xmlns:a="http://schemas.openxmlformats.org/drawingml/2006/main" w="10478">
              <a:solidFill>
                <a:srgbClr val="698599"/>
              </a:solidFill>
            </a:ln>
          </p:spPr>
        </p:sp>
        <p:grpSp>
          <p:nvGrpSpPr>
            <p:cNvPr id="536" name="icon-tick-201"/>
            <p:cNvGrpSpPr/>
            <p:nvPr/>
          </p:nvGrpSpPr>
          <p:grpSpPr>
            <ns29:xfrm xmlns:ns29="http://schemas.openxmlformats.org/drawingml/2006/main">
              <ns29:off x="9468803" y="811054"/>
              <ns29:ext cx="86678" cy="66675"/>
              <ns29:chOff x="9468803" y="811054"/>
              <ns29:chExt cx="86678" cy="66675"/>
            </ns29:xfrm>
          </p:grpSpPr>
          <p:sp>
            <p:nvSpPr>
              <p:cNvPr id="202" name="202 path">
                <a:extLst xmlns:a="http://schemas.openxmlformats.org/drawingml/2006/main">
                  <a:ext uri="{FF2B5EF4-FFF2-40B4-BE49-F238E27FC236}">
                    <a16:creationId xmlns:a16="http://schemas.microsoft.com/office/drawing/2014/main" id="{99E749ED-D0E9-4B31-96C1-0CC217F249BA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468803" y="811054"/>
                <a:ext cx="86678" cy="66675"/>
              </a:xfrm>
              <a:custGeom xmlns:a="http://schemas.openxmlformats.org/drawingml/2006/main">
                <a:pathLst>
                  <a:path w="86678" h="66675">
                    <a:moveTo>
                      <a:pt x="0" y="40005"/>
                    </a:moveTo>
                    <a:lnTo>
                      <a:pt x="30004" y="66675"/>
                    </a:lnTo>
                    <a:lnTo>
                      <a:pt x="86678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3335">
                <a:solidFill>
                  <a:srgbClr val="00A149"/>
                </a:solidFill>
              </a:ln>
            </p:spPr>
          </p:sp>
        </p:grpSp>
        <p:sp>
          <p:nvSpPr>
            <p:cNvPr id="203" name="203 Analyze task and context">
              <a:extLst xmlns:a="http://schemas.openxmlformats.org/drawingml/2006/main">
                <a:ext uri="{FF2B5EF4-FFF2-40B4-BE49-F238E27FC236}">
                  <a16:creationId xmlns:a16="http://schemas.microsoft.com/office/drawing/2014/main" id="{C6AEAD2D-4B6D-4281-A999-588F9A3FF40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648825" y="762000"/>
              <a:ext cx="1524000" cy="181889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15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5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Analyze task and context</a:t>
              </a:r>
            </a:p>
          </p:txBody>
        </p:sp>
        <p:grpSp>
          <p:nvGrpSpPr>
            <p:cNvPr id="537" name="icon-tick-203"/>
            <p:cNvGrpSpPr/>
            <p:nvPr/>
          </p:nvGrpSpPr>
          <p:grpSpPr>
            <ns30:xfrm xmlns:ns30="http://schemas.openxmlformats.org/drawingml/2006/main">
              <ns30:off x="9468803" y="1001554"/>
              <ns30:ext cx="86678" cy="66675"/>
              <ns30:chOff x="9468803" y="1001554"/>
              <ns30:chExt cx="86678" cy="66675"/>
            </ns30:xfrm>
          </p:grpSpPr>
          <p:sp>
            <p:nvSpPr>
              <p:cNvPr id="204" name="204 path">
                <a:extLst xmlns:a="http://schemas.openxmlformats.org/drawingml/2006/main">
                  <a:ext uri="{FF2B5EF4-FFF2-40B4-BE49-F238E27FC236}">
                    <a16:creationId xmlns:a16="http://schemas.microsoft.com/office/drawing/2014/main" id="{0F734988-76FD-4AC7-A798-86E7B48CCA6C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468803" y="1001554"/>
                <a:ext cx="86678" cy="66675"/>
              </a:xfrm>
              <a:custGeom xmlns:a="http://schemas.openxmlformats.org/drawingml/2006/main">
                <a:pathLst>
                  <a:path w="86678" h="66675">
                    <a:moveTo>
                      <a:pt x="0" y="40005"/>
                    </a:moveTo>
                    <a:lnTo>
                      <a:pt x="30004" y="66675"/>
                    </a:lnTo>
                    <a:lnTo>
                      <a:pt x="86678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3335">
                <a:solidFill>
                  <a:srgbClr val="00A149"/>
                </a:solidFill>
              </a:ln>
            </p:spPr>
          </p:sp>
        </p:grpSp>
        <p:sp>
          <p:nvSpPr>
            <p:cNvPr id="205" name="205 Schedule agent actions">
              <a:extLst xmlns:a="http://schemas.openxmlformats.org/drawingml/2006/main">
                <a:ext uri="{FF2B5EF4-FFF2-40B4-BE49-F238E27FC236}">
                  <a16:creationId xmlns:a16="http://schemas.microsoft.com/office/drawing/2014/main" id="{96E8B73C-9B3E-4978-8CA8-B3A521BB5F3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648825" y="952500"/>
              <a:ext cx="1524000" cy="18897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2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Schedule agent actions</a:t>
              </a:r>
            </a:p>
          </p:txBody>
        </p:sp>
        <p:grpSp>
          <p:nvGrpSpPr>
            <p:cNvPr id="538" name="icon-tick-205"/>
            <p:cNvGrpSpPr/>
            <p:nvPr/>
          </p:nvGrpSpPr>
          <p:grpSpPr>
            <ns31:xfrm xmlns:ns31="http://schemas.openxmlformats.org/drawingml/2006/main">
              <ns31:off x="9468803" y="1192054"/>
              <ns31:ext cx="86678" cy="66675"/>
              <ns31:chOff x="9468803" y="1192054"/>
              <ns31:chExt cx="86678" cy="66675"/>
            </ns31:xfrm>
          </p:grpSpPr>
          <p:sp>
            <p:nvSpPr>
              <p:cNvPr id="206" name="206 path">
                <a:extLst xmlns:a="http://schemas.openxmlformats.org/drawingml/2006/main">
                  <a:ext uri="{FF2B5EF4-FFF2-40B4-BE49-F238E27FC236}">
                    <a16:creationId xmlns:a16="http://schemas.microsoft.com/office/drawing/2014/main" id="{999FB3EB-CF16-47B8-B816-B82C2080C542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468803" y="1192054"/>
                <a:ext cx="86678" cy="66675"/>
              </a:xfrm>
              <a:custGeom xmlns:a="http://schemas.openxmlformats.org/drawingml/2006/main">
                <a:pathLst>
                  <a:path w="86678" h="66675">
                    <a:moveTo>
                      <a:pt x="0" y="40005"/>
                    </a:moveTo>
                    <a:lnTo>
                      <a:pt x="30004" y="66675"/>
                    </a:lnTo>
                    <a:lnTo>
                      <a:pt x="86678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3335">
                <a:solidFill>
                  <a:srgbClr val="00A149"/>
                </a:solidFill>
              </a:ln>
            </p:spPr>
          </p:sp>
        </p:grpSp>
        <p:sp>
          <p:nvSpPr>
            <p:cNvPr id="207" name="207 Monitor progress">
              <a:extLst xmlns:a="http://schemas.openxmlformats.org/drawingml/2006/main">
                <a:ext uri="{FF2B5EF4-FFF2-40B4-BE49-F238E27FC236}">
                  <a16:creationId xmlns:a16="http://schemas.microsoft.com/office/drawing/2014/main" id="{90AF137A-A1DE-4038-B3B1-2ACA6337A5E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648825" y="1143000"/>
              <a:ext cx="1524000" cy="18897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2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Monitor progress</a:t>
              </a:r>
            </a:p>
          </p:txBody>
        </p:sp>
        <p:grpSp>
          <p:nvGrpSpPr>
            <p:cNvPr id="539" name="icon-tick-207"/>
            <p:cNvGrpSpPr/>
            <p:nvPr/>
          </p:nvGrpSpPr>
          <p:grpSpPr>
            <ns32:xfrm xmlns:ns32="http://schemas.openxmlformats.org/drawingml/2006/main">
              <ns32:off x="9468803" y="1382554"/>
              <ns32:ext cx="86678" cy="66675"/>
              <ns32:chOff x="9468803" y="1382554"/>
              <ns32:chExt cx="86678" cy="66675"/>
            </ns32:xfrm>
          </p:grpSpPr>
          <p:sp>
            <p:nvSpPr>
              <p:cNvPr id="208" name="208 path">
                <a:extLst xmlns:a="http://schemas.openxmlformats.org/drawingml/2006/main">
                  <a:ext uri="{FF2B5EF4-FFF2-40B4-BE49-F238E27FC236}">
                    <a16:creationId xmlns:a16="http://schemas.microsoft.com/office/drawing/2014/main" id="{E4682EE8-3289-4C30-8474-DF2238C6A27C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468803" y="1382554"/>
                <a:ext cx="86678" cy="66675"/>
              </a:xfrm>
              <a:custGeom xmlns:a="http://schemas.openxmlformats.org/drawingml/2006/main">
                <a:pathLst>
                  <a:path w="86678" h="66675">
                    <a:moveTo>
                      <a:pt x="0" y="40005"/>
                    </a:moveTo>
                    <a:lnTo>
                      <a:pt x="30004" y="66675"/>
                    </a:lnTo>
                    <a:lnTo>
                      <a:pt x="86678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3335">
                <a:solidFill>
                  <a:srgbClr val="00A149"/>
                </a:solidFill>
              </a:ln>
            </p:spPr>
          </p:sp>
        </p:grpSp>
        <p:sp>
          <p:nvSpPr>
            <p:cNvPr id="209" name="209 Define stopping criteria">
              <a:extLst xmlns:a="http://schemas.openxmlformats.org/drawingml/2006/main">
                <a:ext uri="{FF2B5EF4-FFF2-40B4-BE49-F238E27FC236}">
                  <a16:creationId xmlns:a16="http://schemas.microsoft.com/office/drawing/2014/main" id="{71F7B290-C4D7-468D-84AD-E50A814520E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648825" y="1333500"/>
              <a:ext cx="1524000" cy="18897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2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Define stopping criteria</a:t>
              </a:r>
            </a:p>
          </p:txBody>
        </p:sp>
      </p:grpSp>
      <p:grpSp>
        <p:nvGrpSpPr>
          <p:cNvPr id="540" name="Translator"/>
          <p:cNvGrpSpPr/>
          <p:nvPr/>
        </p:nvGrpSpPr>
        <p:grpSpPr>
          <ns35:xfrm xmlns:ns35="http://schemas.openxmlformats.org/drawingml/2006/main">
            <ns35:off x="4962525" y="2019300"/>
            <ns35:ext cx="1971675" cy="1590675"/>
            <ns35:chOff x="4962525" y="2019300"/>
            <ns35:chExt cx="1971675" cy="1590675"/>
          </ns35:xfrm>
        </p:grpSpPr>
        <p:sp>
          <p:nvSpPr>
            <p:cNvPr id="210" name="210 rect">
              <a:extLst xmlns:a="http://schemas.openxmlformats.org/drawingml/2006/main">
                <a:ext uri="{FF2B5EF4-FFF2-40B4-BE49-F238E27FC236}">
                  <a16:creationId xmlns:a16="http://schemas.microsoft.com/office/drawing/2014/main" id="{3A033E35-9940-447A-9C80-05557B4190C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962525" y="2019300"/>
              <a:ext cx="1971675" cy="1590675"/>
            </a:xfrm>
            <a:prstGeom xmlns:a="http://schemas.openxmlformats.org/drawingml/2006/main" prst="roundRect">
              <a:avLst>
                <a:gd name="adj" fmla="val 8383"/>
              </a:avLst>
            </a:prstGeom>
            <a:gradFill xmlns:a="http://schemas.openxmlformats.org/drawingml/2006/main">
              <a:gsLst>
                <a:gs pos="0">
                  <a:srgbClr val="FFF6DD"/>
                </a:gs>
                <a:gs pos="100000">
                  <a:srgbClr val="FFFCEE"/>
                </a:gs>
              </a:gsLst>
              <a:lin ang="5400000"/>
            </a:gradFill>
            <a:ln xmlns:a="http://schemas.openxmlformats.org/drawingml/2006/main" w="11430">
              <a:solidFill>
                <a:srgbClr val="B78013"/>
              </a:solidFill>
            </a:ln>
          </p:spPr>
        </p:sp>
        <p:grpSp>
          <p:nvGrpSpPr>
            <p:cNvPr id="541" name="icon-robot-210"/>
            <p:cNvGrpSpPr/>
            <p:nvPr/>
          </p:nvGrpSpPr>
          <p:grpSpPr>
            <ns34:xfrm xmlns:ns34="http://schemas.openxmlformats.org/drawingml/2006/main">
              <ns34:off x="5229225" y="2112883"/>
              <ns34:ext cx="333375" cy="282893"/>
              <ns34:chOff x="5229225" y="2112883"/>
              <ns34:chExt cx="333375" cy="282893"/>
            </ns34:xfrm>
          </p:grpSpPr>
          <p:sp>
            <p:nvSpPr>
              <p:cNvPr id="211" name="211 path">
                <a:extLst xmlns:a="http://schemas.openxmlformats.org/drawingml/2006/main">
                  <a:ext uri="{FF2B5EF4-FFF2-40B4-BE49-F238E27FC236}">
                    <a16:creationId xmlns:a16="http://schemas.microsoft.com/office/drawing/2014/main" id="{F056F7E7-0010-4EEE-933F-AF321A01236E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5395913" y="2144316"/>
                <a:ext cx="95" cy="62865"/>
              </a:xfrm>
              <a:custGeom xmlns:a="http://schemas.openxmlformats.org/drawingml/2006/main">
                <a:pathLst>
                  <a:path w="95" h="62865">
                    <a:moveTo>
                      <a:pt x="0" y="0"/>
                    </a:moveTo>
                    <a:lnTo>
                      <a:pt x="0" y="62865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8074">
                <a:solidFill>
                  <a:srgbClr val="090D28"/>
                </a:solidFill>
              </a:ln>
            </p:spPr>
          </p:sp>
          <p:sp>
            <p:nvSpPr>
              <p:cNvPr id="212" name="212 ellipse">
                <a:extLst xmlns:a="http://schemas.openxmlformats.org/drawingml/2006/main">
                  <a:ext uri="{FF2B5EF4-FFF2-40B4-BE49-F238E27FC236}">
                    <a16:creationId xmlns:a16="http://schemas.microsoft.com/office/drawing/2014/main" id="{14521B07-F0DC-400B-BDE4-F68B8CA93EC0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5375077" y="2112883"/>
                <a:ext cx="41672" cy="39291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4145">
                <a:solidFill>
                  <a:srgbClr val="090D28"/>
                </a:solidFill>
              </a:ln>
            </p:spPr>
          </p:sp>
          <p:sp>
            <p:nvSpPr>
              <p:cNvPr id="213" name="213 rect">
                <a:extLst xmlns:a="http://schemas.openxmlformats.org/drawingml/2006/main">
                  <a:ext uri="{FF2B5EF4-FFF2-40B4-BE49-F238E27FC236}">
                    <a16:creationId xmlns:a16="http://schemas.microsoft.com/office/drawing/2014/main" id="{CEFF722C-E4CB-4D9B-B361-74A7170529A5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5229225" y="2262188"/>
                <a:ext cx="41672" cy="86439"/>
              </a:xfrm>
              <a:prstGeom xmlns:a="http://schemas.openxmlformats.org/drawingml/2006/main" prst="roundRect">
                <a:avLst>
                  <a:gd name="adj" fmla="val 37714"/>
                </a:avLst>
              </a:prstGeom>
              <a:solidFill xmlns:a="http://schemas.openxmlformats.org/drawingml/2006/main">
                <a:srgbClr val="FFE04B"/>
              </a:solidFill>
              <a:ln xmlns:a="http://schemas.openxmlformats.org/drawingml/2006/main" w="15716">
                <a:solidFill>
                  <a:srgbClr val="090D28"/>
                </a:solidFill>
              </a:ln>
            </p:spPr>
          </p:sp>
          <p:sp>
            <p:nvSpPr>
              <p:cNvPr id="214" name="214 rect">
                <a:extLst xmlns:a="http://schemas.openxmlformats.org/drawingml/2006/main">
                  <a:ext uri="{FF2B5EF4-FFF2-40B4-BE49-F238E27FC236}">
                    <a16:creationId xmlns:a16="http://schemas.microsoft.com/office/drawing/2014/main" id="{B77AB636-6B33-4108-876D-C6C559AD6BE4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5520928" y="2262188"/>
                <a:ext cx="41672" cy="86439"/>
              </a:xfrm>
              <a:prstGeom xmlns:a="http://schemas.openxmlformats.org/drawingml/2006/main" prst="roundRect">
                <a:avLst>
                  <a:gd name="adj" fmla="val 37714"/>
                </a:avLst>
              </a:prstGeom>
              <a:solidFill xmlns:a="http://schemas.openxmlformats.org/drawingml/2006/main">
                <a:srgbClr val="FFE04B"/>
              </a:solidFill>
              <a:ln xmlns:a="http://schemas.openxmlformats.org/drawingml/2006/main" w="15716">
                <a:solidFill>
                  <a:srgbClr val="090D28"/>
                </a:solidFill>
              </a:ln>
            </p:spPr>
          </p:sp>
          <p:sp>
            <p:nvSpPr>
              <p:cNvPr id="215" name="215 rect">
                <a:extLst xmlns:a="http://schemas.openxmlformats.org/drawingml/2006/main">
                  <a:ext uri="{FF2B5EF4-FFF2-40B4-BE49-F238E27FC236}">
                    <a16:creationId xmlns:a16="http://schemas.microsoft.com/office/drawing/2014/main" id="{AD8C3C0F-92FC-41C7-B075-B4D1D8095103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5270897" y="2199323"/>
                <a:ext cx="250031" cy="196453"/>
              </a:xfrm>
              <a:prstGeom xmlns:a="http://schemas.openxmlformats.org/drawingml/2006/main" prst="roundRect">
                <a:avLst>
                  <a:gd name="adj" fmla="val 28000"/>
                </a:avLst>
              </a:prstGeom>
              <a:gradFill xmlns:a="http://schemas.openxmlformats.org/drawingml/2006/main">
                <a:gsLst>
                  <a:gs pos="0">
                    <a:srgbClr val="FFFFFF"/>
                  </a:gs>
                  <a:gs pos="100000">
                    <a:srgbClr val="FFE04B"/>
                  </a:gs>
                </a:gsLst>
                <a:lin ang="5400000"/>
              </a:gradFill>
              <a:ln xmlns:a="http://schemas.openxmlformats.org/drawingml/2006/main" w="17288">
                <a:solidFill>
                  <a:srgbClr val="090D28"/>
                </a:solidFill>
              </a:ln>
            </p:spPr>
          </p:sp>
          <p:sp>
            <p:nvSpPr>
              <p:cNvPr id="216" name="216 rect">
                <a:extLst xmlns:a="http://schemas.openxmlformats.org/drawingml/2006/main">
                  <a:ext uri="{FF2B5EF4-FFF2-40B4-BE49-F238E27FC236}">
                    <a16:creationId xmlns:a16="http://schemas.microsoft.com/office/drawing/2014/main" id="{59D875BC-BCA0-47DC-9EA5-3D66E306B039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5312569" y="2246471"/>
                <a:ext cx="166688" cy="94298"/>
              </a:xfrm>
              <a:prstGeom xmlns:a="http://schemas.openxmlformats.org/drawingml/2006/main" prst="roundRect">
                <a:avLst>
                  <a:gd name="adj" fmla="val 33333"/>
                </a:avLst>
              </a:prstGeom>
              <a:solidFill xmlns:a="http://schemas.openxmlformats.org/drawingml/2006/main">
                <a:srgbClr val="15154A"/>
              </a:solidFill>
              <a:ln xmlns:a="http://schemas.openxmlformats.org/drawingml/2006/main" w="7858">
                <a:solidFill>
                  <a:srgbClr val="090D28"/>
                </a:solidFill>
              </a:ln>
            </p:spPr>
          </p:sp>
          <p:sp>
            <p:nvSpPr>
              <p:cNvPr id="217" name="217 ellipse">
                <a:extLst xmlns:a="http://schemas.openxmlformats.org/drawingml/2006/main">
                  <a:ext uri="{FF2B5EF4-FFF2-40B4-BE49-F238E27FC236}">
                    <a16:creationId xmlns:a16="http://schemas.microsoft.com/office/drawing/2014/main" id="{31977B64-EE54-41AB-8F94-D1F1A4ED0C07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5345906" y="2270046"/>
                <a:ext cx="33338" cy="39291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218" name="218 ellipse">
                <a:extLst xmlns:a="http://schemas.openxmlformats.org/drawingml/2006/main">
                  <a:ext uri="{FF2B5EF4-FFF2-40B4-BE49-F238E27FC236}">
                    <a16:creationId xmlns:a16="http://schemas.microsoft.com/office/drawing/2014/main" id="{82231D01-29DA-4D3F-9539-C0BC90982558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5420916" y="2270046"/>
                <a:ext cx="33338" cy="39291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0">
                <a:noFill/>
              </a:ln>
            </p:spPr>
          </p:sp>
        </p:grpSp>
        <p:sp>
          <p:nvSpPr>
            <p:cNvPr id="219" name="219 Translator">
              <a:extLst xmlns:a="http://schemas.openxmlformats.org/drawingml/2006/main">
                <a:ext uri="{FF2B5EF4-FFF2-40B4-BE49-F238E27FC236}">
                  <a16:creationId xmlns:a16="http://schemas.microsoft.com/office/drawing/2014/main" id="{750791F3-B240-451D-B141-11A27816C3D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15000" y="2105025"/>
              <a:ext cx="1143000" cy="2952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875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875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Translator</a:t>
              </a:r>
            </a:p>
          </p:txBody>
        </p:sp>
        <p:sp>
          <p:nvSpPr>
            <p:cNvPr id="220" name="220 Cross-ecosystem code rewriting">
              <a:extLst xmlns:a="http://schemas.openxmlformats.org/drawingml/2006/main">
                <a:ext uri="{FF2B5EF4-FFF2-40B4-BE49-F238E27FC236}">
                  <a16:creationId xmlns:a16="http://schemas.microsoft.com/office/drawing/2014/main" id="{BDCDB1E0-6E30-4269-B78B-73F37D02AD7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029200" y="2457450"/>
              <a:ext cx="1838325" cy="17244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09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9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Cross-ecosystem code rewriting</a:t>
              </a:r>
            </a:p>
          </p:txBody>
        </p:sp>
        <p:sp>
          <p:nvSpPr>
            <p:cNvPr id="221" name="221 rect">
              <a:extLst xmlns:a="http://schemas.openxmlformats.org/drawingml/2006/main">
                <a:ext uri="{FF2B5EF4-FFF2-40B4-BE49-F238E27FC236}">
                  <a16:creationId xmlns:a16="http://schemas.microsoft.com/office/drawing/2014/main" id="{B0FBFF84-DC21-4A6A-BF83-5D5A0A6581A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067300" y="2724150"/>
              <a:ext cx="1762125" cy="771525"/>
            </a:xfrm>
            <a:prstGeom xmlns:a="http://schemas.openxmlformats.org/drawingml/2006/main" prst="roundRect">
              <a:avLst>
                <a:gd name="adj" fmla="val 9877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6668">
              <a:solidFill>
                <a:srgbClr val="E8CC82"/>
              </a:solidFill>
            </a:ln>
          </p:spPr>
        </p:sp>
        <p:sp>
          <p:nvSpPr>
            <p:cNvPr id="222" name="222 model(x, y)">
              <a:extLst xmlns:a="http://schemas.openxmlformats.org/drawingml/2006/main">
                <a:ext uri="{FF2B5EF4-FFF2-40B4-BE49-F238E27FC236}">
                  <a16:creationId xmlns:a16="http://schemas.microsoft.com/office/drawing/2014/main" id="{4E243DA1-7824-40F5-90EC-E110C72314A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162550" y="2800350"/>
              <a:ext cx="1590675" cy="21259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model(x, y)</a:t>
              </a:r>
            </a:p>
          </p:txBody>
        </p:sp>
        <p:sp>
          <p:nvSpPr>
            <p:cNvPr id="223" name="223 path">
              <a:extLst xmlns:a="http://schemas.openxmlformats.org/drawingml/2006/main">
                <a:ext uri="{FF2B5EF4-FFF2-40B4-BE49-F238E27FC236}">
                  <a16:creationId xmlns:a16="http://schemas.microsoft.com/office/drawing/2014/main" id="{4A361C77-3B89-429A-992E-0CE47A3BAE3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876925" y="3124200"/>
              <a:ext cx="104775" cy="95"/>
            </a:xfrm>
            <a:custGeom xmlns:a="http://schemas.openxmlformats.org/drawingml/2006/main">
              <a:pathLst>
                <a:path w="104775" h="95">
                  <a:moveTo>
                    <a:pt x="0" y="0"/>
                  </a:moveTo>
                  <a:lnTo>
                    <a:pt x="10477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0955">
              <a:solidFill>
                <a:srgbClr val="090D28"/>
              </a:solidFill>
            </a:ln>
          </p:spPr>
        </p:sp>
        <p:sp>
          <p:nvSpPr>
            <p:cNvPr id="224" name="224 arrow head">
              <a:extLst xmlns:a="http://schemas.openxmlformats.org/drawingml/2006/main">
                <a:ext uri="{FF2B5EF4-FFF2-40B4-BE49-F238E27FC236}">
                  <a16:creationId xmlns:a16="http://schemas.microsoft.com/office/drawing/2014/main" id="{D762D999-0261-4AF1-A1F1-84BE66450A5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905500" y="3087624"/>
              <a:ext cx="76200" cy="73152"/>
            </a:xfrm>
            <a:custGeom xmlns:a="http://schemas.openxmlformats.org/drawingml/2006/main">
              <a:pathLst>
                <a:path w="76200" h="73152">
                  <a:moveTo>
                    <a:pt x="76200" y="36576"/>
                  </a:moveTo>
                  <a:lnTo>
                    <a:pt x="0" y="0"/>
                  </a:lnTo>
                  <a:lnTo>
                    <a:pt x="0" y="73152"/>
                  </a:lnTo>
                  <a:close/>
                </a:path>
              </a:pathLst>
            </a:custGeom>
            <a:solidFill xmlns:a="http://schemas.openxmlformats.org/drawingml/2006/main">
              <a:srgbClr val="090D28"/>
            </a:solidFill>
            <a:ln xmlns:a="http://schemas.openxmlformats.org/drawingml/2006/main" w="4763">
              <a:solidFill>
                <a:srgbClr val="090D28"/>
              </a:solidFill>
            </a:ln>
          </p:spPr>
        </p:sp>
        <p:sp>
          <p:nvSpPr>
            <p:cNvPr id="225" name="225 model(inputs, targets)">
              <a:extLst xmlns:a="http://schemas.openxmlformats.org/drawingml/2006/main">
                <a:ext uri="{FF2B5EF4-FFF2-40B4-BE49-F238E27FC236}">
                  <a16:creationId xmlns:a16="http://schemas.microsoft.com/office/drawing/2014/main" id="{C92D8CFB-A808-4CBD-A256-F53C162577B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162550" y="3219450"/>
              <a:ext cx="1647825" cy="21259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model(inputs, targets)</a:t>
              </a:r>
            </a:p>
          </p:txBody>
        </p:sp>
      </p:grpSp>
      <p:grpSp>
        <p:nvGrpSpPr>
          <p:cNvPr id="542" name="Verifier"/>
          <p:cNvGrpSpPr/>
          <p:nvPr/>
        </p:nvGrpSpPr>
        <p:grpSpPr>
          <ns40:xfrm xmlns:ns40="http://schemas.openxmlformats.org/drawingml/2006/main">
            <ns40:off x="7534275" y="2019300"/>
            <ns40:ext cx="1743075" cy="1609725"/>
            <ns40:chOff x="7534275" y="2019300"/>
            <ns40:chExt cx="1743075" cy="1609725"/>
          </ns40:xfrm>
        </p:grpSpPr>
        <p:sp>
          <p:nvSpPr>
            <p:cNvPr id="226" name="226 rect">
              <a:extLst xmlns:a="http://schemas.openxmlformats.org/drawingml/2006/main">
                <a:ext uri="{FF2B5EF4-FFF2-40B4-BE49-F238E27FC236}">
                  <a16:creationId xmlns:a16="http://schemas.microsoft.com/office/drawing/2014/main" id="{9F1B0BA8-596B-4708-8326-32FFCD02EAA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534275" y="2019300"/>
              <a:ext cx="1743075" cy="1609725"/>
            </a:xfrm>
            <a:prstGeom xmlns:a="http://schemas.openxmlformats.org/drawingml/2006/main" prst="roundRect">
              <a:avLst>
                <a:gd name="adj" fmla="val 8284"/>
              </a:avLst>
            </a:prstGeom>
            <a:gradFill xmlns:a="http://schemas.openxmlformats.org/drawingml/2006/main">
              <a:gsLst>
                <a:gs pos="0">
                  <a:srgbClr val="E9F7FF"/>
                </a:gs>
                <a:gs pos="100000">
                  <a:srgbClr val="F1FCFF"/>
                </a:gs>
              </a:gsLst>
              <a:lin ang="5400000"/>
            </a:gradFill>
            <a:ln xmlns:a="http://schemas.openxmlformats.org/drawingml/2006/main" w="11430">
              <a:solidFill>
                <a:srgbClr val="1186EC"/>
              </a:solidFill>
            </a:ln>
          </p:spPr>
        </p:sp>
        <p:grpSp>
          <p:nvGrpSpPr>
            <p:cNvPr id="543" name="icon-robot-226"/>
            <p:cNvGrpSpPr/>
            <p:nvPr/>
          </p:nvGrpSpPr>
          <p:grpSpPr>
            <ns36:xfrm xmlns:ns36="http://schemas.openxmlformats.org/drawingml/2006/main">
              <ns36:off x="7743825" y="2112883"/>
              <ns36:ext cx="323850" cy="282893"/>
              <ns36:chOff x="7743825" y="2112883"/>
              <ns36:chExt cx="323850" cy="282893"/>
            </ns36:xfrm>
          </p:grpSpPr>
          <p:sp>
            <p:nvSpPr>
              <p:cNvPr id="227" name="227 path">
                <a:extLst xmlns:a="http://schemas.openxmlformats.org/drawingml/2006/main">
                  <a:ext uri="{FF2B5EF4-FFF2-40B4-BE49-F238E27FC236}">
                    <a16:creationId xmlns:a16="http://schemas.microsoft.com/office/drawing/2014/main" id="{23CD0A33-5336-4135-A3A8-D383E8606EFC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7905750" y="2144316"/>
                <a:ext cx="95" cy="62865"/>
              </a:xfrm>
              <a:custGeom xmlns:a="http://schemas.openxmlformats.org/drawingml/2006/main">
                <a:pathLst>
                  <a:path w="95" h="62865">
                    <a:moveTo>
                      <a:pt x="0" y="0"/>
                    </a:moveTo>
                    <a:lnTo>
                      <a:pt x="0" y="62865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8074">
                <a:solidFill>
                  <a:srgbClr val="090D28"/>
                </a:solidFill>
              </a:ln>
            </p:spPr>
          </p:sp>
          <p:sp>
            <p:nvSpPr>
              <p:cNvPr id="228" name="228 ellipse">
                <a:extLst xmlns:a="http://schemas.openxmlformats.org/drawingml/2006/main">
                  <a:ext uri="{FF2B5EF4-FFF2-40B4-BE49-F238E27FC236}">
                    <a16:creationId xmlns:a16="http://schemas.microsoft.com/office/drawing/2014/main" id="{E80A06DE-F617-4E46-8ED7-00B58E30D42F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7885509" y="2112883"/>
                <a:ext cx="40481" cy="39291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4145">
                <a:solidFill>
                  <a:srgbClr val="090D28"/>
                </a:solidFill>
              </a:ln>
            </p:spPr>
          </p:sp>
          <p:sp>
            <p:nvSpPr>
              <p:cNvPr id="229" name="229 rect">
                <a:extLst xmlns:a="http://schemas.openxmlformats.org/drawingml/2006/main">
                  <a:ext uri="{FF2B5EF4-FFF2-40B4-BE49-F238E27FC236}">
                    <a16:creationId xmlns:a16="http://schemas.microsoft.com/office/drawing/2014/main" id="{718C4CB8-C47F-4C3E-A95F-322022C4AE83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7743825" y="2262188"/>
                <a:ext cx="40481" cy="86439"/>
              </a:xfrm>
              <a:prstGeom xmlns:a="http://schemas.openxmlformats.org/drawingml/2006/main" prst="roundRect">
                <a:avLst>
                  <a:gd name="adj" fmla="val 38824"/>
                </a:avLst>
              </a:prstGeom>
              <a:solidFill xmlns:a="http://schemas.openxmlformats.org/drawingml/2006/main">
                <a:srgbClr val="65CDFF"/>
              </a:solidFill>
              <a:ln xmlns:a="http://schemas.openxmlformats.org/drawingml/2006/main" w="15716">
                <a:solidFill>
                  <a:srgbClr val="090D28"/>
                </a:solidFill>
              </a:ln>
            </p:spPr>
          </p:sp>
          <p:sp>
            <p:nvSpPr>
              <p:cNvPr id="230" name="230 rect">
                <a:extLst xmlns:a="http://schemas.openxmlformats.org/drawingml/2006/main">
                  <a:ext uri="{FF2B5EF4-FFF2-40B4-BE49-F238E27FC236}">
                    <a16:creationId xmlns:a16="http://schemas.microsoft.com/office/drawing/2014/main" id="{BC3490BD-90BC-46AD-A260-B2040ED0D001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8027194" y="2262188"/>
                <a:ext cx="40481" cy="86439"/>
              </a:xfrm>
              <a:prstGeom xmlns:a="http://schemas.openxmlformats.org/drawingml/2006/main" prst="roundRect">
                <a:avLst>
                  <a:gd name="adj" fmla="val 38824"/>
                </a:avLst>
              </a:prstGeom>
              <a:solidFill xmlns:a="http://schemas.openxmlformats.org/drawingml/2006/main">
                <a:srgbClr val="65CDFF"/>
              </a:solidFill>
              <a:ln xmlns:a="http://schemas.openxmlformats.org/drawingml/2006/main" w="15716">
                <a:solidFill>
                  <a:srgbClr val="090D28"/>
                </a:solidFill>
              </a:ln>
            </p:spPr>
          </p:sp>
          <p:sp>
            <p:nvSpPr>
              <p:cNvPr id="231" name="231 rect">
                <a:extLst xmlns:a="http://schemas.openxmlformats.org/drawingml/2006/main">
                  <a:ext uri="{FF2B5EF4-FFF2-40B4-BE49-F238E27FC236}">
                    <a16:creationId xmlns:a16="http://schemas.microsoft.com/office/drawing/2014/main" id="{AB38F29C-9721-462C-A648-F05140050943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7784306" y="2199323"/>
                <a:ext cx="242888" cy="196453"/>
              </a:xfrm>
              <a:prstGeom xmlns:a="http://schemas.openxmlformats.org/drawingml/2006/main" prst="roundRect">
                <a:avLst>
                  <a:gd name="adj" fmla="val 28000"/>
                </a:avLst>
              </a:prstGeom>
              <a:gradFill xmlns:a="http://schemas.openxmlformats.org/drawingml/2006/main">
                <a:gsLst>
                  <a:gs pos="0">
                    <a:srgbClr val="FFFFFF"/>
                  </a:gs>
                  <a:gs pos="100000">
                    <a:srgbClr val="65CDFF"/>
                  </a:gs>
                </a:gsLst>
                <a:lin ang="5400000"/>
              </a:gradFill>
              <a:ln xmlns:a="http://schemas.openxmlformats.org/drawingml/2006/main" w="17288">
                <a:solidFill>
                  <a:srgbClr val="090D28"/>
                </a:solidFill>
              </a:ln>
            </p:spPr>
          </p:sp>
          <p:sp>
            <p:nvSpPr>
              <p:cNvPr id="232" name="232 rect">
                <a:extLst xmlns:a="http://schemas.openxmlformats.org/drawingml/2006/main">
                  <a:ext uri="{FF2B5EF4-FFF2-40B4-BE49-F238E27FC236}">
                    <a16:creationId xmlns:a16="http://schemas.microsoft.com/office/drawing/2014/main" id="{16BA996F-D87E-482D-8ACB-B7670C8E868C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7824788" y="2246471"/>
                <a:ext cx="161925" cy="94298"/>
              </a:xfrm>
              <a:prstGeom xmlns:a="http://schemas.openxmlformats.org/drawingml/2006/main" prst="roundRect">
                <a:avLst>
                  <a:gd name="adj" fmla="val 33333"/>
                </a:avLst>
              </a:prstGeom>
              <a:solidFill xmlns:a="http://schemas.openxmlformats.org/drawingml/2006/main">
                <a:srgbClr val="15154A"/>
              </a:solidFill>
              <a:ln xmlns:a="http://schemas.openxmlformats.org/drawingml/2006/main" w="7858">
                <a:solidFill>
                  <a:srgbClr val="090D28"/>
                </a:solidFill>
              </a:ln>
            </p:spPr>
          </p:sp>
          <p:sp>
            <p:nvSpPr>
              <p:cNvPr id="233" name="233 ellipse">
                <a:extLst xmlns:a="http://schemas.openxmlformats.org/drawingml/2006/main">
                  <a:ext uri="{FF2B5EF4-FFF2-40B4-BE49-F238E27FC236}">
                    <a16:creationId xmlns:a16="http://schemas.microsoft.com/office/drawing/2014/main" id="{B5652926-2435-4442-A548-DB3D257626AC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7857173" y="2270046"/>
                <a:ext cx="32385" cy="39291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234" name="234 ellipse">
                <a:extLst xmlns:a="http://schemas.openxmlformats.org/drawingml/2006/main">
                  <a:ext uri="{FF2B5EF4-FFF2-40B4-BE49-F238E27FC236}">
                    <a16:creationId xmlns:a16="http://schemas.microsoft.com/office/drawing/2014/main" id="{90A8404F-5E79-48EB-8BD4-94E23623F114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7930039" y="2270046"/>
                <a:ext cx="32385" cy="39291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0">
                <a:noFill/>
              </a:ln>
            </p:spPr>
          </p:sp>
        </p:grpSp>
        <p:sp>
          <p:nvSpPr>
            <p:cNvPr id="235" name="235 Verifier">
              <a:extLst xmlns:a="http://schemas.openxmlformats.org/drawingml/2006/main">
                <a:ext uri="{FF2B5EF4-FFF2-40B4-BE49-F238E27FC236}">
                  <a16:creationId xmlns:a16="http://schemas.microsoft.com/office/drawing/2014/main" id="{59412E98-B0BC-4FCF-A2A0-1C89F3A1330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201025" y="2105025"/>
              <a:ext cx="990600" cy="2952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875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875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Verifier</a:t>
              </a:r>
            </a:p>
          </p:txBody>
        </p:sp>
        <p:sp>
          <p:nvSpPr>
            <p:cNvPr id="236" name="236 Run &amp; check behavior">
              <a:extLst xmlns:a="http://schemas.openxmlformats.org/drawingml/2006/main">
                <a:ext uri="{FF2B5EF4-FFF2-40B4-BE49-F238E27FC236}">
                  <a16:creationId xmlns:a16="http://schemas.microsoft.com/office/drawing/2014/main" id="{EE092095-E290-4C72-BB77-56BA65A60FF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629525" y="2438400"/>
              <a:ext cx="1552575" cy="206693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313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13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Run &amp; check behavior</a:t>
              </a:r>
            </a:p>
          </p:txBody>
        </p:sp>
        <p:sp>
          <p:nvSpPr>
            <p:cNvPr id="237" name="237 rect">
              <a:extLst xmlns:a="http://schemas.openxmlformats.org/drawingml/2006/main">
                <a:ext uri="{FF2B5EF4-FFF2-40B4-BE49-F238E27FC236}">
                  <a16:creationId xmlns:a16="http://schemas.microsoft.com/office/drawing/2014/main" id="{BA0F1628-E23D-4253-84A5-D9FDD54996E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620000" y="2686050"/>
              <a:ext cx="1562100" cy="857250"/>
            </a:xfrm>
            <a:prstGeom xmlns:a="http://schemas.openxmlformats.org/drawingml/2006/main" prst="roundRect">
              <a:avLst>
                <a:gd name="adj" fmla="val 8889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0">
              <a:noFill/>
            </a:ln>
          </p:spPr>
        </p:sp>
        <p:grpSp>
          <p:nvGrpSpPr>
            <p:cNvPr id="544" name="icon-play-237"/>
            <p:cNvGrpSpPr/>
            <p:nvPr/>
          </p:nvGrpSpPr>
          <p:grpSpPr>
            <ns37:xfrm xmlns:ns37="http://schemas.openxmlformats.org/drawingml/2006/main">
              <ns37:off x="7865031" y="2777252"/>
              <ns37:ext cx="130016" cy="170021"/>
              <ns37:chOff x="7865031" y="2777252"/>
              <ns37:chExt cx="130016" cy="170021"/>
            </ns37:xfrm>
          </p:grpSpPr>
          <p:sp>
            <p:nvSpPr>
              <p:cNvPr id="238" name="238 path">
                <a:extLst xmlns:a="http://schemas.openxmlformats.org/drawingml/2006/main">
                  <a:ext uri="{FF2B5EF4-FFF2-40B4-BE49-F238E27FC236}">
                    <a16:creationId xmlns:a16="http://schemas.microsoft.com/office/drawing/2014/main" id="{AD82B9AA-FCCD-43C2-AA55-FDF061ABA342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7865031" y="2777252"/>
                <a:ext cx="130016" cy="170021"/>
              </a:xfrm>
              <a:custGeom xmlns:a="http://schemas.openxmlformats.org/drawingml/2006/main">
                <a:pathLst>
                  <a:path w="130016" h="170021">
                    <a:moveTo>
                      <a:pt x="0" y="0"/>
                    </a:moveTo>
                    <a:lnTo>
                      <a:pt x="130016" y="85011"/>
                    </a:lnTo>
                    <a:lnTo>
                      <a:pt x="0" y="170021"/>
                    </a:lnTo>
                    <a:close/>
                  </a:path>
                </a:pathLst>
              </a:custGeom>
              <a:solidFill xmlns:a="http://schemas.openxmlformats.org/drawingml/2006/main">
                <a:srgbClr val="42BA6D"/>
              </a:solidFill>
              <a:ln xmlns:a="http://schemas.openxmlformats.org/drawingml/2006/main" w="10001">
                <a:solidFill>
                  <a:srgbClr val="107437"/>
                </a:solidFill>
              </a:ln>
            </p:spPr>
          </p:sp>
        </p:grpSp>
        <p:sp>
          <p:nvSpPr>
            <p:cNvPr id="239" name="239 run tests">
              <a:extLst xmlns:a="http://schemas.openxmlformats.org/drawingml/2006/main">
                <a:ext uri="{FF2B5EF4-FFF2-40B4-BE49-F238E27FC236}">
                  <a16:creationId xmlns:a16="http://schemas.microsoft.com/office/drawing/2014/main" id="{CDBE5084-A322-41DF-B2D0-6BCDE2A4834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191500" y="2743200"/>
              <a:ext cx="952500" cy="21259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run tests</a:t>
              </a:r>
            </a:p>
          </p:txBody>
        </p:sp>
        <p:grpSp>
          <p:nvGrpSpPr>
            <p:cNvPr id="545" name="icon-search-239"/>
            <p:cNvGrpSpPr/>
            <p:nvPr/>
          </p:nvGrpSpPr>
          <p:grpSpPr>
            <ns38:xfrm xmlns:ns38="http://schemas.openxmlformats.org/drawingml/2006/main">
              <ns38:off x="7830026" y="3038951"/>
              <ns38:ext cx="175022" cy="180023"/>
              <ns38:chOff x="7830026" y="3038951"/>
              <ns38:chExt cx="175022" cy="180023"/>
            </ns38:xfrm>
          </p:grpSpPr>
          <p:sp>
            <p:nvSpPr>
              <p:cNvPr id="240" name="240 ellipse">
                <a:extLst xmlns:a="http://schemas.openxmlformats.org/drawingml/2006/main">
                  <a:ext uri="{FF2B5EF4-FFF2-40B4-BE49-F238E27FC236}">
                    <a16:creationId xmlns:a16="http://schemas.microsoft.com/office/drawing/2014/main" id="{97296631-D431-4773-8F87-FD15EFCB8504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7830026" y="3038951"/>
                <a:ext cx="125016" cy="125016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F4FCFF"/>
              </a:solidFill>
              <a:ln xmlns:a="http://schemas.openxmlformats.org/drawingml/2006/main" w="12502">
                <a:solidFill>
                  <a:srgbClr val="003496"/>
                </a:solidFill>
              </a:ln>
            </p:spPr>
          </p:sp>
          <p:sp>
            <p:nvSpPr>
              <p:cNvPr id="241" name="241 path">
                <a:extLst xmlns:a="http://schemas.openxmlformats.org/drawingml/2006/main">
                  <a:ext uri="{FF2B5EF4-FFF2-40B4-BE49-F238E27FC236}">
                    <a16:creationId xmlns:a16="http://schemas.microsoft.com/office/drawing/2014/main" id="{80994E36-EDF9-4195-AD5A-DCFFFBACAECC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7935039" y="3148965"/>
                <a:ext cx="70009" cy="70009"/>
              </a:xfrm>
              <a:custGeom xmlns:a="http://schemas.openxmlformats.org/drawingml/2006/main">
                <a:pathLst>
                  <a:path w="70009" h="70009">
                    <a:moveTo>
                      <a:pt x="0" y="0"/>
                    </a:moveTo>
                    <a:lnTo>
                      <a:pt x="70009" y="70009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6002">
                <a:solidFill>
                  <a:srgbClr val="003496"/>
                </a:solidFill>
              </a:ln>
            </p:spPr>
          </p:sp>
        </p:grpSp>
        <p:sp>
          <p:nvSpPr>
            <p:cNvPr id="242" name="242 check outputs">
              <a:extLst xmlns:a="http://schemas.openxmlformats.org/drawingml/2006/main">
                <a:ext uri="{FF2B5EF4-FFF2-40B4-BE49-F238E27FC236}">
                  <a16:creationId xmlns:a16="http://schemas.microsoft.com/office/drawing/2014/main" id="{8BBC59CC-5DDB-4D6E-89B4-50A34AC91EC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191500" y="3009900"/>
              <a:ext cx="952500" cy="206693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13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13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check outputs</a:t>
              </a:r>
            </a:p>
          </p:txBody>
        </p:sp>
        <p:grpSp>
          <p:nvGrpSpPr>
            <p:cNvPr id="546" name="icon-bars-242"/>
            <p:cNvGrpSpPr/>
            <p:nvPr/>
          </p:nvGrpSpPr>
          <p:grpSpPr>
            <ns39:xfrm xmlns:ns39="http://schemas.openxmlformats.org/drawingml/2006/main">
              <ns39:off x="7835027" y="3310652"/>
              <ns39:ext cx="165020" cy="175022"/>
              <ns39:chOff x="7835027" y="3310652"/>
              <ns39:chExt cx="165020" cy="175022"/>
            </ns39:xfrm>
          </p:grpSpPr>
          <p:sp>
            <p:nvSpPr>
              <p:cNvPr id="243" name="243 rect">
                <a:extLst xmlns:a="http://schemas.openxmlformats.org/drawingml/2006/main">
                  <a:ext uri="{FF2B5EF4-FFF2-40B4-BE49-F238E27FC236}">
                    <a16:creationId xmlns:a16="http://schemas.microsoft.com/office/drawing/2014/main" id="{C2D4CD50-51A1-40AE-859B-AFE427DA5EEF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7835027" y="3415665"/>
                <a:ext cx="35004" cy="70009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6AADF6"/>
              </a:solidFill>
              <a:ln xmlns:a="http://schemas.openxmlformats.org/drawingml/2006/main" w="7501">
                <a:solidFill>
                  <a:srgbClr val="003496"/>
                </a:solidFill>
              </a:ln>
            </p:spPr>
          </p:sp>
          <p:sp>
            <p:nvSpPr>
              <p:cNvPr id="244" name="244 rect">
                <a:extLst xmlns:a="http://schemas.openxmlformats.org/drawingml/2006/main">
                  <a:ext uri="{FF2B5EF4-FFF2-40B4-BE49-F238E27FC236}">
                    <a16:creationId xmlns:a16="http://schemas.microsoft.com/office/drawing/2014/main" id="{C2845FA8-FEB1-460C-B7D4-DB4AF103674F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7900035" y="3370659"/>
                <a:ext cx="35004" cy="115014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83C6FF"/>
              </a:solidFill>
              <a:ln xmlns:a="http://schemas.openxmlformats.org/drawingml/2006/main" w="7501">
                <a:solidFill>
                  <a:srgbClr val="003496"/>
                </a:solidFill>
              </a:ln>
            </p:spPr>
          </p:sp>
          <p:sp>
            <p:nvSpPr>
              <p:cNvPr id="245" name="245 rect">
                <a:extLst xmlns:a="http://schemas.openxmlformats.org/drawingml/2006/main">
                  <a:ext uri="{FF2B5EF4-FFF2-40B4-BE49-F238E27FC236}">
                    <a16:creationId xmlns:a16="http://schemas.microsoft.com/office/drawing/2014/main" id="{963A5EE9-F42A-4EB6-8D7A-EC40763DB08E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7965043" y="3310652"/>
                <a:ext cx="35004" cy="175022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B9E8FE"/>
              </a:solidFill>
              <a:ln xmlns:a="http://schemas.openxmlformats.org/drawingml/2006/main" w="7501">
                <a:solidFill>
                  <a:srgbClr val="003496"/>
                </a:solidFill>
              </a:ln>
            </p:spPr>
          </p:sp>
        </p:grpSp>
        <p:sp>
          <p:nvSpPr>
            <p:cNvPr id="246" name="246 compare metrics">
              <a:extLst xmlns:a="http://schemas.openxmlformats.org/drawingml/2006/main">
                <a:ext uri="{FF2B5EF4-FFF2-40B4-BE49-F238E27FC236}">
                  <a16:creationId xmlns:a16="http://schemas.microsoft.com/office/drawing/2014/main" id="{D95CC1B5-861F-4270-B7D2-AD7EEC76AA6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191500" y="3276600"/>
              <a:ext cx="952500" cy="17244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09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9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compare metrics</a:t>
              </a:r>
            </a:p>
          </p:txBody>
        </p:sp>
      </p:grpSp>
      <p:grpSp>
        <p:nvGrpSpPr>
          <p:cNvPr id="547" name="Repairer"/>
          <p:cNvGrpSpPr/>
          <p:nvPr/>
        </p:nvGrpSpPr>
        <p:grpSpPr>
          <ns42:xfrm xmlns:ns42="http://schemas.openxmlformats.org/drawingml/2006/main">
            <ns42:off x="10106025" y="2019300"/>
            <ns42:ext cx="1847850" cy="1609725"/>
            <ns42:chOff x="10106025" y="2019300"/>
            <ns42:chExt cx="1847850" cy="1609725"/>
          </ns42:xfrm>
        </p:grpSpPr>
        <p:sp>
          <p:nvSpPr>
            <p:cNvPr id="247" name="247 rect">
              <a:extLst xmlns:a="http://schemas.openxmlformats.org/drawingml/2006/main">
                <a:ext uri="{FF2B5EF4-FFF2-40B4-BE49-F238E27FC236}">
                  <a16:creationId xmlns:a16="http://schemas.microsoft.com/office/drawing/2014/main" id="{C3817756-5B54-42CC-AC22-6F0CD145497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106025" y="2019300"/>
              <a:ext cx="1847850" cy="1609725"/>
            </a:xfrm>
            <a:prstGeom xmlns:a="http://schemas.openxmlformats.org/drawingml/2006/main" prst="roundRect">
              <a:avLst>
                <a:gd name="adj" fmla="val 8284"/>
              </a:avLst>
            </a:prstGeom>
            <a:gradFill xmlns:a="http://schemas.openxmlformats.org/drawingml/2006/main">
              <a:gsLst>
                <a:gs pos="0">
                  <a:srgbClr val="F1EAFF"/>
                </a:gs>
                <a:gs pos="100000">
                  <a:srgbClr val="FBF7FF"/>
                </a:gs>
              </a:gsLst>
              <a:lin ang="5400000"/>
            </a:gradFill>
            <a:ln xmlns:a="http://schemas.openxmlformats.org/drawingml/2006/main" w="11430">
              <a:solidFill>
                <a:srgbClr val="793ED9"/>
              </a:solidFill>
            </a:ln>
          </p:spPr>
        </p:sp>
        <p:grpSp>
          <p:nvGrpSpPr>
            <p:cNvPr id="548" name="icon-robot-247"/>
            <p:cNvGrpSpPr/>
            <p:nvPr/>
          </p:nvGrpSpPr>
          <p:grpSpPr>
            <ns41:xfrm xmlns:ns41="http://schemas.openxmlformats.org/drawingml/2006/main">
              <ns41:off x="10334625" y="2112883"/>
              <ns41:ext cx="342901" cy="282893"/>
              <ns41:chOff x="10334625" y="2112883"/>
              <ns41:chExt cx="342901" cy="282893"/>
            </ns41:xfrm>
          </p:grpSpPr>
          <p:sp>
            <p:nvSpPr>
              <p:cNvPr id="248" name="248 path">
                <a:extLst xmlns:a="http://schemas.openxmlformats.org/drawingml/2006/main">
                  <a:ext uri="{FF2B5EF4-FFF2-40B4-BE49-F238E27FC236}">
                    <a16:creationId xmlns:a16="http://schemas.microsoft.com/office/drawing/2014/main" id="{C471C35F-387B-4AAB-8E4B-094AE80EBBFB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0506075" y="2144316"/>
                <a:ext cx="95" cy="62865"/>
              </a:xfrm>
              <a:custGeom xmlns:a="http://schemas.openxmlformats.org/drawingml/2006/main">
                <a:pathLst>
                  <a:path w="95" h="62865">
                    <a:moveTo>
                      <a:pt x="0" y="0"/>
                    </a:moveTo>
                    <a:lnTo>
                      <a:pt x="0" y="62865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8074">
                <a:solidFill>
                  <a:srgbClr val="090D28"/>
                </a:solidFill>
              </a:ln>
            </p:spPr>
          </p:sp>
          <p:sp>
            <p:nvSpPr>
              <p:cNvPr id="249" name="249 ellipse">
                <a:extLst xmlns:a="http://schemas.openxmlformats.org/drawingml/2006/main">
                  <a:ext uri="{FF2B5EF4-FFF2-40B4-BE49-F238E27FC236}">
                    <a16:creationId xmlns:a16="http://schemas.microsoft.com/office/drawing/2014/main" id="{AFA9F4FC-1648-423B-8BED-DAAF43C09937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0484644" y="2112883"/>
                <a:ext cx="42863" cy="39291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4145">
                <a:solidFill>
                  <a:srgbClr val="090D28"/>
                </a:solidFill>
              </a:ln>
            </p:spPr>
          </p:sp>
          <p:sp>
            <p:nvSpPr>
              <p:cNvPr id="250" name="250 rect">
                <a:extLst xmlns:a="http://schemas.openxmlformats.org/drawingml/2006/main">
                  <a:ext uri="{FF2B5EF4-FFF2-40B4-BE49-F238E27FC236}">
                    <a16:creationId xmlns:a16="http://schemas.microsoft.com/office/drawing/2014/main" id="{590B3ED6-3CB5-4B40-BD58-6642688219BE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0334625" y="2262188"/>
                <a:ext cx="42863" cy="86439"/>
              </a:xfrm>
              <a:prstGeom xmlns:a="http://schemas.openxmlformats.org/drawingml/2006/main" prst="roundRect">
                <a:avLst>
                  <a:gd name="adj" fmla="val 36667"/>
                </a:avLst>
              </a:prstGeom>
              <a:solidFill xmlns:a="http://schemas.openxmlformats.org/drawingml/2006/main">
                <a:srgbClr val="CBA5FF"/>
              </a:solidFill>
              <a:ln xmlns:a="http://schemas.openxmlformats.org/drawingml/2006/main" w="15716">
                <a:solidFill>
                  <a:srgbClr val="090D28"/>
                </a:solidFill>
              </a:ln>
            </p:spPr>
          </p:sp>
          <p:sp>
            <p:nvSpPr>
              <p:cNvPr id="251" name="251 rect">
                <a:extLst xmlns:a="http://schemas.openxmlformats.org/drawingml/2006/main">
                  <a:ext uri="{FF2B5EF4-FFF2-40B4-BE49-F238E27FC236}">
                    <a16:creationId xmlns:a16="http://schemas.microsoft.com/office/drawing/2014/main" id="{31CB5413-6715-455B-9A86-E708E128F773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0634663" y="2262188"/>
                <a:ext cx="42863" cy="86439"/>
              </a:xfrm>
              <a:prstGeom xmlns:a="http://schemas.openxmlformats.org/drawingml/2006/main" prst="roundRect">
                <a:avLst>
                  <a:gd name="adj" fmla="val 36667"/>
                </a:avLst>
              </a:prstGeom>
              <a:solidFill xmlns:a="http://schemas.openxmlformats.org/drawingml/2006/main">
                <a:srgbClr val="CBA5FF"/>
              </a:solidFill>
              <a:ln xmlns:a="http://schemas.openxmlformats.org/drawingml/2006/main" w="15716">
                <a:solidFill>
                  <a:srgbClr val="090D28"/>
                </a:solidFill>
              </a:ln>
            </p:spPr>
          </p:sp>
          <p:sp>
            <p:nvSpPr>
              <p:cNvPr id="252" name="252 rect">
                <a:extLst xmlns:a="http://schemas.openxmlformats.org/drawingml/2006/main">
                  <a:ext uri="{FF2B5EF4-FFF2-40B4-BE49-F238E27FC236}">
                    <a16:creationId xmlns:a16="http://schemas.microsoft.com/office/drawing/2014/main" id="{A192274E-8F7C-45D8-9D71-CEE100AA9EFE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0377488" y="2199323"/>
                <a:ext cx="257175" cy="196453"/>
              </a:xfrm>
              <a:prstGeom xmlns:a="http://schemas.openxmlformats.org/drawingml/2006/main" prst="roundRect">
                <a:avLst>
                  <a:gd name="adj" fmla="val 28000"/>
                </a:avLst>
              </a:prstGeom>
              <a:gradFill xmlns:a="http://schemas.openxmlformats.org/drawingml/2006/main">
                <a:gsLst>
                  <a:gs pos="0">
                    <a:srgbClr val="FFFFFF"/>
                  </a:gs>
                  <a:gs pos="100000">
                    <a:srgbClr val="CBA5FF"/>
                  </a:gs>
                </a:gsLst>
                <a:lin ang="5400000"/>
              </a:gradFill>
              <a:ln xmlns:a="http://schemas.openxmlformats.org/drawingml/2006/main" w="17288">
                <a:solidFill>
                  <a:srgbClr val="090D28"/>
                </a:solidFill>
              </a:ln>
            </p:spPr>
          </p:sp>
          <p:sp>
            <p:nvSpPr>
              <p:cNvPr id="253" name="253 rect">
                <a:extLst xmlns:a="http://schemas.openxmlformats.org/drawingml/2006/main">
                  <a:ext uri="{FF2B5EF4-FFF2-40B4-BE49-F238E27FC236}">
                    <a16:creationId xmlns:a16="http://schemas.microsoft.com/office/drawing/2014/main" id="{8708B8E1-E03C-459B-9E42-3BCA303DC8EE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0420350" y="2246471"/>
                <a:ext cx="171450" cy="94298"/>
              </a:xfrm>
              <a:prstGeom xmlns:a="http://schemas.openxmlformats.org/drawingml/2006/main" prst="roundRect">
                <a:avLst>
                  <a:gd name="adj" fmla="val 33333"/>
                </a:avLst>
              </a:prstGeom>
              <a:solidFill xmlns:a="http://schemas.openxmlformats.org/drawingml/2006/main">
                <a:srgbClr val="15154A"/>
              </a:solidFill>
              <a:ln xmlns:a="http://schemas.openxmlformats.org/drawingml/2006/main" w="7858">
                <a:solidFill>
                  <a:srgbClr val="090D28"/>
                </a:solidFill>
              </a:ln>
            </p:spPr>
          </p:sp>
          <p:sp>
            <p:nvSpPr>
              <p:cNvPr id="254" name="254 ellipse">
                <a:extLst xmlns:a="http://schemas.openxmlformats.org/drawingml/2006/main">
                  <a:ext uri="{FF2B5EF4-FFF2-40B4-BE49-F238E27FC236}">
                    <a16:creationId xmlns:a16="http://schemas.microsoft.com/office/drawing/2014/main" id="{F4AB36C0-44AB-4659-A53D-478A6842B3D5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0454640" y="2270046"/>
                <a:ext cx="34290" cy="39291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255" name="255 ellipse">
                <a:extLst xmlns:a="http://schemas.openxmlformats.org/drawingml/2006/main">
                  <a:ext uri="{FF2B5EF4-FFF2-40B4-BE49-F238E27FC236}">
                    <a16:creationId xmlns:a16="http://schemas.microsoft.com/office/drawing/2014/main" id="{10780B55-1AE5-45E9-90E2-914AB9377B9B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0531793" y="2270046"/>
                <a:ext cx="34290" cy="39291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0">
                <a:noFill/>
              </a:ln>
            </p:spPr>
          </p:sp>
        </p:grpSp>
        <p:sp>
          <p:nvSpPr>
            <p:cNvPr id="256" name="256 Repairer">
              <a:extLst xmlns:a="http://schemas.openxmlformats.org/drawingml/2006/main">
                <a:ext uri="{FF2B5EF4-FFF2-40B4-BE49-F238E27FC236}">
                  <a16:creationId xmlns:a16="http://schemas.microsoft.com/office/drawing/2014/main" id="{E7F65BE9-7BBE-457B-8E24-5F4056B8A08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810875" y="2105025"/>
              <a:ext cx="1057275" cy="2952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875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875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Repairer</a:t>
              </a:r>
            </a:p>
          </p:txBody>
        </p:sp>
        <p:sp>
          <p:nvSpPr>
            <p:cNvPr id="257" name="257 Generate targeted patch">
              <a:extLst xmlns:a="http://schemas.openxmlformats.org/drawingml/2006/main">
                <a:ext uri="{FF2B5EF4-FFF2-40B4-BE49-F238E27FC236}">
                  <a16:creationId xmlns:a16="http://schemas.microsoft.com/office/drawing/2014/main" id="{C06A8729-E4FC-4FF2-9E72-9201A38DEE7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248900" y="2447925"/>
              <a:ext cx="1590675" cy="20078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Generate targeted patch</a:t>
              </a:r>
            </a:p>
          </p:txBody>
        </p:sp>
        <p:sp>
          <p:nvSpPr>
            <p:cNvPr id="258" name="258 rect">
              <a:extLst xmlns:a="http://schemas.openxmlformats.org/drawingml/2006/main">
                <a:ext uri="{FF2B5EF4-FFF2-40B4-BE49-F238E27FC236}">
                  <a16:creationId xmlns:a16="http://schemas.microsoft.com/office/drawing/2014/main" id="{4BC390FC-A214-4329-938D-B35C4412095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201275" y="2714625"/>
              <a:ext cx="1657350" cy="819150"/>
            </a:xfrm>
            <a:prstGeom xmlns:a="http://schemas.openxmlformats.org/drawingml/2006/main" prst="roundRect">
              <a:avLst>
                <a:gd name="adj" fmla="val 9302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0">
              <a:noFill/>
            </a:ln>
          </p:spPr>
        </p:sp>
        <p:sp>
          <p:nvSpPr>
            <p:cNvPr id="259" name="259 rect">
              <a:extLst xmlns:a="http://schemas.openxmlformats.org/drawingml/2006/main">
                <a:ext uri="{FF2B5EF4-FFF2-40B4-BE49-F238E27FC236}">
                  <a16:creationId xmlns:a16="http://schemas.microsoft.com/office/drawing/2014/main" id="{47630B30-1B1E-413C-ADEF-00ECC9DD9E4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248900" y="2781300"/>
              <a:ext cx="1562100" cy="219075"/>
            </a:xfrm>
            <a:prstGeom xmlns:a="http://schemas.openxmlformats.org/drawingml/2006/main" prst="roundRect">
              <a:avLst>
                <a:gd name="adj" fmla="val 17391"/>
              </a:avLst>
            </a:prstGeom>
            <a:solidFill xmlns:a="http://schemas.openxmlformats.org/drawingml/2006/main">
              <a:srgbClr val="FFE6EA"/>
            </a:solidFill>
            <a:ln xmlns:a="http://schemas.openxmlformats.org/drawingml/2006/main" w="0">
              <a:noFill/>
            </a:ln>
          </p:spPr>
        </p:sp>
        <p:sp>
          <p:nvSpPr>
            <p:cNvPr id="260" name="260 rect">
              <a:extLst xmlns:a="http://schemas.openxmlformats.org/drawingml/2006/main">
                <a:ext uri="{FF2B5EF4-FFF2-40B4-BE49-F238E27FC236}">
                  <a16:creationId xmlns:a16="http://schemas.microsoft.com/office/drawing/2014/main" id="{7CD06BDE-BA76-4CB5-8F08-2CB1383721C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248900" y="3038475"/>
              <a:ext cx="1562100" cy="228600"/>
            </a:xfrm>
            <a:prstGeom xmlns:a="http://schemas.openxmlformats.org/drawingml/2006/main" prst="roundRect">
              <a:avLst>
                <a:gd name="adj" fmla="val 16667"/>
              </a:avLst>
            </a:prstGeom>
            <a:solidFill xmlns:a="http://schemas.openxmlformats.org/drawingml/2006/main">
              <a:srgbClr val="DDF9EF"/>
            </a:solidFill>
            <a:ln xmlns:a="http://schemas.openxmlformats.org/drawingml/2006/main" w="0">
              <a:noFill/>
            </a:ln>
          </p:spPr>
        </p:sp>
        <p:sp>
          <p:nvSpPr>
            <p:cNvPr id="261" name="261 -  loss = model(data)">
              <a:extLst xmlns:a="http://schemas.openxmlformats.org/drawingml/2006/main">
                <a:ext uri="{FF2B5EF4-FFF2-40B4-BE49-F238E27FC236}">
                  <a16:creationId xmlns:a16="http://schemas.microsoft.com/office/drawing/2014/main" id="{AEB287CF-F9AF-4154-A5C8-0B488B092AE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306050" y="2800350"/>
              <a:ext cx="1504950" cy="20078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275" b="0">
                  <a:solidFill>
                    <a:srgbClr val="F21239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0">
                  <a:solidFill>
                    <a:srgbClr val="F21239"/>
                  </a:solidFill>
                  <a:latin typeface="Times New Roman"/>
                  <a:ea typeface="Times New Roman"/>
                  <a:cs typeface="Times New Roman"/>
                </a:rPr>
                <a:t>-  loss = model(data)</a:t>
              </a:r>
            </a:p>
          </p:txBody>
        </p:sp>
        <p:sp>
          <p:nvSpPr>
            <p:cNvPr id="262" name="262 +  loss = model(x, y)">
              <a:extLst xmlns:a="http://schemas.openxmlformats.org/drawingml/2006/main">
                <a:ext uri="{FF2B5EF4-FFF2-40B4-BE49-F238E27FC236}">
                  <a16:creationId xmlns:a16="http://schemas.microsoft.com/office/drawing/2014/main" id="{3FCD786F-7D5C-493E-BE06-40AC277CA50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306050" y="3057525"/>
              <a:ext cx="1504950" cy="20078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275" b="0">
                  <a:solidFill>
                    <a:srgbClr val="0D5454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0">
                  <a:solidFill>
                    <a:srgbClr val="0D5454"/>
                  </a:solidFill>
                  <a:latin typeface="Times New Roman"/>
                  <a:ea typeface="Times New Roman"/>
                  <a:cs typeface="Times New Roman"/>
                </a:rPr>
                <a:t>+  loss = model(x, y)</a:t>
              </a:r>
            </a:p>
          </p:txBody>
        </p:sp>
        <p:sp>
          <p:nvSpPr>
            <p:cNvPr id="263" name="263 …">
              <a:extLst xmlns:a="http://schemas.openxmlformats.org/drawingml/2006/main">
                <a:ext uri="{FF2B5EF4-FFF2-40B4-BE49-F238E27FC236}">
                  <a16:creationId xmlns:a16="http://schemas.microsoft.com/office/drawing/2014/main" id="{3D80CF1B-9402-463A-AD57-A8C6457D12B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315575" y="3238500"/>
              <a:ext cx="1390650" cy="31889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202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02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…</a:t>
              </a:r>
            </a:p>
          </p:txBody>
        </p:sp>
      </p:grpSp>
      <p:grpSp>
        <p:nvGrpSpPr>
          <p:cNvPr id="549" name="Agent exchange arrows"/>
          <p:cNvGrpSpPr/>
          <p:nvPr/>
        </p:nvGrpSpPr>
        <p:grpSpPr>
          <ns43:xfrm xmlns:ns43="http://schemas.openxmlformats.org/drawingml/2006/main">
            <ns43:off x="6345936" y="2085975"/>
            <ns43:ext cx="4710303" cy="1838325"/>
            <ns43:chOff x="6345936" y="2085975"/>
            <ns43:chExt cx="4710303" cy="1838325"/>
          </ns43:xfrm>
        </p:grpSpPr>
        <p:sp>
          <p:nvSpPr>
            <p:cNvPr id="264" name="264 path">
              <a:extLst xmlns:a="http://schemas.openxmlformats.org/drawingml/2006/main">
                <a:ext uri="{FF2B5EF4-FFF2-40B4-BE49-F238E27FC236}">
                  <a16:creationId xmlns:a16="http://schemas.microsoft.com/office/drawing/2014/main" id="{A7A11C1A-57D0-420E-BA60-34ECBCEA377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943725" y="2981325"/>
              <a:ext cx="571500" cy="95"/>
            </a:xfrm>
            <a:custGeom xmlns:a="http://schemas.openxmlformats.org/drawingml/2006/main">
              <a:pathLst>
                <a:path w="571500" h="9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8575">
              <a:solidFill>
                <a:srgbClr val="273247"/>
              </a:solidFill>
            </a:ln>
          </p:spPr>
        </p:sp>
        <p:sp>
          <p:nvSpPr>
            <p:cNvPr id="265" name="265 arrow head">
              <a:extLst xmlns:a="http://schemas.openxmlformats.org/drawingml/2006/main">
                <a:ext uri="{FF2B5EF4-FFF2-40B4-BE49-F238E27FC236}">
                  <a16:creationId xmlns:a16="http://schemas.microsoft.com/office/drawing/2014/main" id="{1401EE2F-C937-42EF-A487-BBEBB5132B4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400925" y="2926461"/>
              <a:ext cx="114300" cy="109728"/>
            </a:xfrm>
            <a:custGeom xmlns:a="http://schemas.openxmlformats.org/drawingml/2006/main">
              <a:pathLst>
                <a:path w="114300" h="109728">
                  <a:moveTo>
                    <a:pt x="114300" y="54864"/>
                  </a:moveTo>
                  <a:lnTo>
                    <a:pt x="0" y="0"/>
                  </a:lnTo>
                  <a:lnTo>
                    <a:pt x="0" y="109728"/>
                  </a:lnTo>
                  <a:close/>
                </a:path>
              </a:pathLst>
            </a:custGeom>
            <a:solidFill xmlns:a="http://schemas.openxmlformats.org/drawingml/2006/main">
              <a:srgbClr val="273247"/>
            </a:solidFill>
            <a:ln xmlns:a="http://schemas.openxmlformats.org/drawingml/2006/main" w="4763">
              <a:solidFill>
                <a:srgbClr val="273247"/>
              </a:solidFill>
            </a:ln>
          </p:spPr>
        </p:sp>
        <p:sp>
          <p:nvSpPr>
            <p:cNvPr id="266" name="266 translated">
              <a:extLst xmlns:a="http://schemas.openxmlformats.org/drawingml/2006/main">
                <a:ext uri="{FF2B5EF4-FFF2-40B4-BE49-F238E27FC236}">
                  <a16:creationId xmlns:a16="http://schemas.microsoft.com/office/drawing/2014/main" id="{ED61C783-9FEF-48E5-A80A-DC7E75C839F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943725" y="2505075"/>
              <a:ext cx="590550" cy="18307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163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63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translated</a:t>
              </a:r>
            </a:p>
          </p:txBody>
        </p:sp>
        <p:sp>
          <p:nvSpPr>
            <p:cNvPr id="267" name="267 code">
              <a:extLst xmlns:a="http://schemas.openxmlformats.org/drawingml/2006/main">
                <a:ext uri="{FF2B5EF4-FFF2-40B4-BE49-F238E27FC236}">
                  <a16:creationId xmlns:a16="http://schemas.microsoft.com/office/drawing/2014/main" id="{44AB3A51-B09F-428F-88D4-2C8FD7AB8FA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991350" y="2705100"/>
              <a:ext cx="504825" cy="20078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code</a:t>
              </a:r>
            </a:p>
          </p:txBody>
        </p:sp>
        <p:sp>
          <p:nvSpPr>
            <p:cNvPr id="268" name="268 path">
              <a:extLst xmlns:a="http://schemas.openxmlformats.org/drawingml/2006/main">
                <a:ext uri="{FF2B5EF4-FFF2-40B4-BE49-F238E27FC236}">
                  <a16:creationId xmlns:a16="http://schemas.microsoft.com/office/drawing/2014/main" id="{CBE7D0BE-461B-4A4B-A2EA-25F61D8EFDA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277350" y="2581275"/>
              <a:ext cx="809625" cy="95"/>
            </a:xfrm>
            <a:custGeom xmlns:a="http://schemas.openxmlformats.org/drawingml/2006/main">
              <a:pathLst>
                <a:path w="809625" h="95">
                  <a:moveTo>
                    <a:pt x="0" y="0"/>
                  </a:moveTo>
                  <a:lnTo>
                    <a:pt x="80962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8575">
              <a:solidFill>
                <a:srgbClr val="273247"/>
              </a:solidFill>
            </a:ln>
          </p:spPr>
        </p:sp>
        <p:sp>
          <p:nvSpPr>
            <p:cNvPr id="269" name="269 arrow head">
              <a:extLst xmlns:a="http://schemas.openxmlformats.org/drawingml/2006/main">
                <a:ext uri="{FF2B5EF4-FFF2-40B4-BE49-F238E27FC236}">
                  <a16:creationId xmlns:a16="http://schemas.microsoft.com/office/drawing/2014/main" id="{9B4E6D4F-7FC5-447E-B3F8-17D224FF7E9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972675" y="2526411"/>
              <a:ext cx="114300" cy="109728"/>
            </a:xfrm>
            <a:custGeom xmlns:a="http://schemas.openxmlformats.org/drawingml/2006/main">
              <a:pathLst>
                <a:path w="114300" h="109728">
                  <a:moveTo>
                    <a:pt x="114300" y="54864"/>
                  </a:moveTo>
                  <a:lnTo>
                    <a:pt x="0" y="0"/>
                  </a:lnTo>
                  <a:lnTo>
                    <a:pt x="0" y="109728"/>
                  </a:lnTo>
                  <a:close/>
                </a:path>
              </a:pathLst>
            </a:custGeom>
            <a:solidFill xmlns:a="http://schemas.openxmlformats.org/drawingml/2006/main">
              <a:srgbClr val="273247"/>
            </a:solidFill>
            <a:ln xmlns:a="http://schemas.openxmlformats.org/drawingml/2006/main" w="4763">
              <a:solidFill>
                <a:srgbClr val="273247"/>
              </a:solidFill>
            </a:ln>
          </p:spPr>
        </p:sp>
        <p:sp>
          <p:nvSpPr>
            <p:cNvPr id="270" name="270 diagnosis">
              <a:extLst xmlns:a="http://schemas.openxmlformats.org/drawingml/2006/main">
                <a:ext uri="{FF2B5EF4-FFF2-40B4-BE49-F238E27FC236}">
                  <a16:creationId xmlns:a16="http://schemas.microsoft.com/office/drawing/2014/main" id="{FE4682B1-ECC7-46E8-8D72-B1F0180448C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363075" y="2085975"/>
              <a:ext cx="676275" cy="20078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diagnosis</a:t>
              </a:r>
            </a:p>
          </p:txBody>
        </p:sp>
        <p:sp>
          <p:nvSpPr>
            <p:cNvPr id="271" name="271 &amp; feedback">
              <a:extLst xmlns:a="http://schemas.openxmlformats.org/drawingml/2006/main">
                <a:ext uri="{FF2B5EF4-FFF2-40B4-BE49-F238E27FC236}">
                  <a16:creationId xmlns:a16="http://schemas.microsoft.com/office/drawing/2014/main" id="{565EDFF2-89BE-4A13-AF8C-956676D0195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324975" y="2276475"/>
              <a:ext cx="762000" cy="19724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52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52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&amp; feedback</a:t>
              </a:r>
            </a:p>
          </p:txBody>
        </p:sp>
        <p:sp>
          <p:nvSpPr>
            <p:cNvPr id="272" name="272 path">
              <a:extLst xmlns:a="http://schemas.openxmlformats.org/drawingml/2006/main">
                <a:ext uri="{FF2B5EF4-FFF2-40B4-BE49-F238E27FC236}">
                  <a16:creationId xmlns:a16="http://schemas.microsoft.com/office/drawing/2014/main" id="{9A695D4D-EC05-4F5E-BB09-0C952C5EFFE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296400" y="3067050"/>
              <a:ext cx="800100" cy="95"/>
            </a:xfrm>
            <a:custGeom xmlns:a="http://schemas.openxmlformats.org/drawingml/2006/main">
              <a:pathLst>
                <a:path w="800100" h="95">
                  <a:moveTo>
                    <a:pt x="800100" y="0"/>
                  </a:moveTo>
                  <a:lnTo>
                    <a:pt x="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8575">
              <a:solidFill>
                <a:srgbClr val="273247"/>
              </a:solidFill>
            </a:ln>
          </p:spPr>
        </p:sp>
        <p:sp>
          <p:nvSpPr>
            <p:cNvPr id="273" name="273 arrow head">
              <a:extLst xmlns:a="http://schemas.openxmlformats.org/drawingml/2006/main">
                <a:ext uri="{FF2B5EF4-FFF2-40B4-BE49-F238E27FC236}">
                  <a16:creationId xmlns:a16="http://schemas.microsoft.com/office/drawing/2014/main" id="{BFDDEAFA-0ACC-4DC8-8CA8-E917CA0291A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296400" y="3012186"/>
              <a:ext cx="114300" cy="109728"/>
            </a:xfrm>
            <a:custGeom xmlns:a="http://schemas.openxmlformats.org/drawingml/2006/main">
              <a:pathLst>
                <a:path w="114300" h="109728">
                  <a:moveTo>
                    <a:pt x="0" y="54864"/>
                  </a:moveTo>
                  <a:lnTo>
                    <a:pt x="114300" y="109728"/>
                  </a:lnTo>
                  <a:lnTo>
                    <a:pt x="114300" y="0"/>
                  </a:lnTo>
                  <a:close/>
                </a:path>
              </a:pathLst>
            </a:custGeom>
            <a:solidFill xmlns:a="http://schemas.openxmlformats.org/drawingml/2006/main">
              <a:srgbClr val="273247"/>
            </a:solidFill>
            <a:ln xmlns:a="http://schemas.openxmlformats.org/drawingml/2006/main" w="4763">
              <a:solidFill>
                <a:srgbClr val="273247"/>
              </a:solidFill>
            </a:ln>
          </p:spPr>
        </p:sp>
        <p:sp>
          <p:nvSpPr>
            <p:cNvPr id="274" name="274 repaired">
              <a:extLst xmlns:a="http://schemas.openxmlformats.org/drawingml/2006/main">
                <a:ext uri="{FF2B5EF4-FFF2-40B4-BE49-F238E27FC236}">
                  <a16:creationId xmlns:a16="http://schemas.microsoft.com/office/drawing/2014/main" id="{F2AAA8CB-9E76-47D8-A2D3-54880783256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420225" y="3171825"/>
              <a:ext cx="628650" cy="20078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repaired</a:t>
              </a:r>
            </a:p>
          </p:txBody>
        </p:sp>
        <p:sp>
          <p:nvSpPr>
            <p:cNvPr id="275" name="275 code">
              <a:extLst xmlns:a="http://schemas.openxmlformats.org/drawingml/2006/main">
                <a:ext uri="{FF2B5EF4-FFF2-40B4-BE49-F238E27FC236}">
                  <a16:creationId xmlns:a16="http://schemas.microsoft.com/office/drawing/2014/main" id="{4D72F643-E827-48F9-8210-0A2EEA446A7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505950" y="3362325"/>
              <a:ext cx="457200" cy="20078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code</a:t>
              </a:r>
            </a:p>
          </p:txBody>
        </p:sp>
        <p:sp>
          <p:nvSpPr>
            <p:cNvPr id="276" name="276 path">
              <a:extLst xmlns:a="http://schemas.openxmlformats.org/drawingml/2006/main">
                <a:ext uri="{FF2B5EF4-FFF2-40B4-BE49-F238E27FC236}">
                  <a16:creationId xmlns:a16="http://schemas.microsoft.com/office/drawing/2014/main" id="{18392593-E9A4-4997-ACD9-8ED71C9B275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400800" y="3638550"/>
              <a:ext cx="95" cy="276225"/>
            </a:xfrm>
            <a:custGeom xmlns:a="http://schemas.openxmlformats.org/drawingml/2006/main">
              <a:pathLst>
                <a:path w="95" h="276225">
                  <a:moveTo>
                    <a:pt x="0" y="276225"/>
                  </a:moveTo>
                  <a:lnTo>
                    <a:pt x="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8575">
              <a:solidFill>
                <a:srgbClr val="273247"/>
              </a:solidFill>
            </a:ln>
          </p:spPr>
        </p:sp>
        <p:sp>
          <p:nvSpPr>
            <p:cNvPr id="277" name="277 arrow head">
              <a:extLst xmlns:a="http://schemas.openxmlformats.org/drawingml/2006/main">
                <a:ext uri="{FF2B5EF4-FFF2-40B4-BE49-F238E27FC236}">
                  <a16:creationId xmlns:a16="http://schemas.microsoft.com/office/drawing/2014/main" id="{40DCD9AF-0A11-4470-9BDA-1E7F4284AEF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345936" y="3638550"/>
              <a:ext cx="109728" cy="114300"/>
            </a:xfrm>
            <a:custGeom xmlns:a="http://schemas.openxmlformats.org/drawingml/2006/main">
              <a:pathLst>
                <a:path w="109728" h="114300">
                  <a:moveTo>
                    <a:pt x="54864" y="0"/>
                  </a:moveTo>
                  <a:lnTo>
                    <a:pt x="0" y="114300"/>
                  </a:lnTo>
                  <a:lnTo>
                    <a:pt x="109728" y="114300"/>
                  </a:lnTo>
                  <a:close/>
                </a:path>
              </a:pathLst>
            </a:custGeom>
            <a:solidFill xmlns:a="http://schemas.openxmlformats.org/drawingml/2006/main">
              <a:srgbClr val="273247"/>
            </a:solidFill>
            <a:ln xmlns:a="http://schemas.openxmlformats.org/drawingml/2006/main" w="4763">
              <a:solidFill>
                <a:srgbClr val="273247"/>
              </a:solidFill>
            </a:ln>
          </p:spPr>
        </p:sp>
        <p:sp>
          <p:nvSpPr>
            <p:cNvPr id="278" name="278 path">
              <a:extLst xmlns:a="http://schemas.openxmlformats.org/drawingml/2006/main">
                <a:ext uri="{FF2B5EF4-FFF2-40B4-BE49-F238E27FC236}">
                  <a16:creationId xmlns:a16="http://schemas.microsoft.com/office/drawing/2014/main" id="{EFF82C4B-CBF9-4115-BDF2-FF8194D293C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001375" y="3648075"/>
              <a:ext cx="95" cy="266700"/>
            </a:xfrm>
            <a:custGeom xmlns:a="http://schemas.openxmlformats.org/drawingml/2006/main">
              <a:pathLst>
                <a:path w="95" h="266700">
                  <a:moveTo>
                    <a:pt x="0" y="266700"/>
                  </a:moveTo>
                  <a:lnTo>
                    <a:pt x="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8575">
              <a:solidFill>
                <a:srgbClr val="273247"/>
              </a:solidFill>
            </a:ln>
          </p:spPr>
        </p:sp>
        <p:sp>
          <p:nvSpPr>
            <p:cNvPr id="279" name="279 arrow head">
              <a:extLst xmlns:a="http://schemas.openxmlformats.org/drawingml/2006/main">
                <a:ext uri="{FF2B5EF4-FFF2-40B4-BE49-F238E27FC236}">
                  <a16:creationId xmlns:a16="http://schemas.microsoft.com/office/drawing/2014/main" id="{A933CCE8-392B-491B-B94B-24411CE9772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946511" y="3648075"/>
              <a:ext cx="109728" cy="114300"/>
            </a:xfrm>
            <a:custGeom xmlns:a="http://schemas.openxmlformats.org/drawingml/2006/main">
              <a:pathLst>
                <a:path w="109728" h="114300">
                  <a:moveTo>
                    <a:pt x="54864" y="0"/>
                  </a:moveTo>
                  <a:lnTo>
                    <a:pt x="0" y="114300"/>
                  </a:lnTo>
                  <a:lnTo>
                    <a:pt x="109728" y="114300"/>
                  </a:lnTo>
                  <a:close/>
                </a:path>
              </a:pathLst>
            </a:custGeom>
            <a:solidFill xmlns:a="http://schemas.openxmlformats.org/drawingml/2006/main">
              <a:srgbClr val="273247"/>
            </a:solidFill>
            <a:ln xmlns:a="http://schemas.openxmlformats.org/drawingml/2006/main" w="4763">
              <a:solidFill>
                <a:srgbClr val="273247"/>
              </a:solidFill>
            </a:ln>
          </p:spPr>
        </p:sp>
        <p:sp>
          <p:nvSpPr>
            <p:cNvPr id="280" name="280 filled flow arrow">
              <a:extLst xmlns:a="http://schemas.openxmlformats.org/drawingml/2006/main">
                <a:ext uri="{FF2B5EF4-FFF2-40B4-BE49-F238E27FC236}">
                  <a16:creationId xmlns:a16="http://schemas.microsoft.com/office/drawing/2014/main" id="{1A31ACFF-1AD1-49E0-9F76-6E894DFE03F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353425" y="3638550"/>
              <a:ext cx="200025" cy="285750"/>
            </a:xfrm>
            <a:custGeom xmlns:a="http://schemas.openxmlformats.org/drawingml/2006/main">
              <a:pathLst>
                <a:path w="200025" h="285750">
                  <a:moveTo>
                    <a:pt x="60007" y="285750"/>
                  </a:moveTo>
                  <a:lnTo>
                    <a:pt x="140018" y="285750"/>
                  </a:lnTo>
                  <a:lnTo>
                    <a:pt x="140018" y="128588"/>
                  </a:lnTo>
                  <a:lnTo>
                    <a:pt x="200025" y="128588"/>
                  </a:lnTo>
                  <a:lnTo>
                    <a:pt x="100013" y="0"/>
                  </a:lnTo>
                  <a:lnTo>
                    <a:pt x="0" y="128588"/>
                  </a:lnTo>
                  <a:lnTo>
                    <a:pt x="60007" y="128588"/>
                  </a:lnTo>
                  <a:close/>
                </a:path>
              </a:pathLst>
            </a:custGeom>
            <a:gradFill xmlns:a="http://schemas.openxmlformats.org/drawingml/2006/main">
              <a:gsLst>
                <a:gs pos="0">
                  <a:srgbClr val="A1DCAB"/>
                </a:gs>
                <a:gs pos="100000">
                  <a:srgbClr val="D4F8D7"/>
                </a:gs>
              </a:gsLst>
              <a:lin ang="5400000"/>
            </a:gradFill>
            <a:ln xmlns:a="http://schemas.openxmlformats.org/drawingml/2006/main" w="12383">
              <a:solidFill>
                <a:srgbClr val="198444"/>
              </a:solidFill>
            </a:ln>
          </p:spPr>
        </p:sp>
      </p:grpSp>
      <p:grpSp>
        <p:nvGrpSpPr>
          <p:cNvPr id="550" name="Training semantics diagnosis chain"/>
          <p:cNvGrpSpPr/>
          <p:nvPr/>
        </p:nvGrpSpPr>
        <p:grpSpPr>
          <ns44:xfrm xmlns:ns44="http://schemas.openxmlformats.org/drawingml/2006/main">
            <ns44:off x="4962525" y="3914775"/>
            <ns44:ext cx="6991350" cy="1438275"/>
            <ns44:chOff x="4962525" y="3914775"/>
            <ns44:chExt cx="6991350" cy="1438275"/>
          </ns44:xfrm>
        </p:grpSpPr>
        <p:sp>
          <p:nvSpPr>
            <p:cNvPr id="281" name="281 rect">
              <a:extLst xmlns:a="http://schemas.openxmlformats.org/drawingml/2006/main">
                <a:ext uri="{FF2B5EF4-FFF2-40B4-BE49-F238E27FC236}">
                  <a16:creationId xmlns:a16="http://schemas.microsoft.com/office/drawing/2014/main" id="{2FEF07F8-83D8-4C36-8CFD-182D55CFC23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962525" y="3914775"/>
              <a:ext cx="6991350" cy="1438275"/>
            </a:xfrm>
            <a:prstGeom xmlns:a="http://schemas.openxmlformats.org/drawingml/2006/main" prst="roundRect">
              <a:avLst>
                <a:gd name="adj" fmla="val 7947"/>
              </a:avLst>
            </a:prstGeom>
            <a:gradFill xmlns:a="http://schemas.openxmlformats.org/drawingml/2006/main">
              <a:gsLst>
                <a:gs pos="0">
                  <a:srgbClr val="EEF3F7"/>
                </a:gs>
                <a:gs pos="100000">
                  <a:srgbClr val="FFFFFF"/>
                </a:gs>
              </a:gsLst>
              <a:lin ang="5400000"/>
            </a:gradFill>
            <a:ln xmlns:a="http://schemas.openxmlformats.org/drawingml/2006/main" w="11430">
              <a:solidFill>
                <a:srgbClr val="71879D"/>
              </a:solidFill>
            </a:ln>
          </p:spPr>
        </p:sp>
        <p:sp>
          <p:nvSpPr>
            <p:cNvPr id="282" name="282 Training Semantics Diagnosis Chain">
              <a:extLst xmlns:a="http://schemas.openxmlformats.org/drawingml/2006/main">
                <a:ext uri="{FF2B5EF4-FFF2-40B4-BE49-F238E27FC236}">
                  <a16:creationId xmlns:a16="http://schemas.microsoft.com/office/drawing/2014/main" id="{AECBAC73-92A5-4F2F-B0A0-06E45893D1C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162550" y="4029075"/>
              <a:ext cx="6591300" cy="31889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2025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025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Training Semantics Diagnosis Chain</a:t>
              </a:r>
            </a:p>
          </p:txBody>
        </p:sp>
        <p:sp>
          <p:nvSpPr>
            <p:cNvPr id="283" name="283 rect">
              <a:extLst xmlns:a="http://schemas.openxmlformats.org/drawingml/2006/main">
                <a:ext uri="{FF2B5EF4-FFF2-40B4-BE49-F238E27FC236}">
                  <a16:creationId xmlns:a16="http://schemas.microsoft.com/office/drawing/2014/main" id="{0B387EF6-F1B7-484D-A2AA-9D966EA19CB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057775" y="4562475"/>
              <a:ext cx="1114425" cy="638175"/>
            </a:xfrm>
            <a:prstGeom xmlns:a="http://schemas.openxmlformats.org/drawingml/2006/main" prst="roundRect">
              <a:avLst>
                <a:gd name="adj" fmla="val 17910"/>
              </a:avLst>
            </a:prstGeom>
            <a:gradFill xmlns:a="http://schemas.openxmlformats.org/drawingml/2006/main">
              <a:gsLst>
                <a:gs pos="0">
                  <a:srgbClr val="FFFFFF"/>
                </a:gs>
                <a:gs pos="100000">
                  <a:srgbClr val="F5F7FD"/>
                </a:gs>
              </a:gsLst>
              <a:lin ang="5400000"/>
            </a:gradFill>
            <a:ln xmlns:a="http://schemas.openxmlformats.org/drawingml/2006/main" w="10478">
              <a:solidFill>
                <a:srgbClr val="AFBED6"/>
              </a:solidFill>
            </a:ln>
          </p:spPr>
        </p:sp>
        <p:sp>
          <p:nvSpPr>
            <p:cNvPr id="284" name="284 API">
              <a:extLst xmlns:a="http://schemas.openxmlformats.org/drawingml/2006/main">
                <a:ext uri="{FF2B5EF4-FFF2-40B4-BE49-F238E27FC236}">
                  <a16:creationId xmlns:a16="http://schemas.microsoft.com/office/drawing/2014/main" id="{ABAD88A2-FC1C-46EB-9BCF-7139091EC3B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114925" y="4667250"/>
              <a:ext cx="1000125" cy="24803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7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API</a:t>
              </a:r>
            </a:p>
          </p:txBody>
        </p:sp>
        <p:sp>
          <p:nvSpPr>
            <p:cNvPr id="285" name="285 usage">
              <a:extLst xmlns:a="http://schemas.openxmlformats.org/drawingml/2006/main">
                <a:ext uri="{FF2B5EF4-FFF2-40B4-BE49-F238E27FC236}">
                  <a16:creationId xmlns:a16="http://schemas.microsoft.com/office/drawing/2014/main" id="{880B04FA-9E58-475B-BF96-84E358B3ADA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114925" y="4887278"/>
              <a:ext cx="1000125" cy="24803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7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usage</a:t>
              </a:r>
            </a:p>
          </p:txBody>
        </p:sp>
        <p:sp>
          <p:nvSpPr>
            <p:cNvPr id="286" name="286 path">
              <a:extLst xmlns:a="http://schemas.openxmlformats.org/drawingml/2006/main">
                <a:ext uri="{FF2B5EF4-FFF2-40B4-BE49-F238E27FC236}">
                  <a16:creationId xmlns:a16="http://schemas.microsoft.com/office/drawing/2014/main" id="{FC8141B2-C727-45E5-9E51-7373B71C6BF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181725" y="4876800"/>
              <a:ext cx="190500" cy="95"/>
            </a:xfrm>
            <a:custGeom xmlns:a="http://schemas.openxmlformats.org/drawingml/2006/main">
              <a:pathLst>
                <a:path w="190500" h="9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8098">
              <a:solidFill>
                <a:srgbClr val="48536A"/>
              </a:solidFill>
            </a:ln>
          </p:spPr>
        </p:sp>
        <p:sp>
          <p:nvSpPr>
            <p:cNvPr id="287" name="287 arrow head">
              <a:extLst xmlns:a="http://schemas.openxmlformats.org/drawingml/2006/main">
                <a:ext uri="{FF2B5EF4-FFF2-40B4-BE49-F238E27FC236}">
                  <a16:creationId xmlns:a16="http://schemas.microsoft.com/office/drawing/2014/main" id="{BC367AC3-B6FA-45F9-AD35-4A9CE199F72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286500" y="4835652"/>
              <a:ext cx="85725" cy="82296"/>
            </a:xfrm>
            <a:custGeom xmlns:a="http://schemas.openxmlformats.org/drawingml/2006/main">
              <a:pathLst>
                <a:path w="85725" h="82296">
                  <a:moveTo>
                    <a:pt x="85725" y="41148"/>
                  </a:moveTo>
                  <a:lnTo>
                    <a:pt x="0" y="0"/>
                  </a:lnTo>
                  <a:lnTo>
                    <a:pt x="0" y="82296"/>
                  </a:lnTo>
                  <a:close/>
                </a:path>
              </a:pathLst>
            </a:custGeom>
            <a:solidFill xmlns:a="http://schemas.openxmlformats.org/drawingml/2006/main">
              <a:srgbClr val="48536A"/>
            </a:solidFill>
            <a:ln xmlns:a="http://schemas.openxmlformats.org/drawingml/2006/main" w="4763">
              <a:solidFill>
                <a:srgbClr val="48536A"/>
              </a:solidFill>
            </a:ln>
          </p:spPr>
        </p:sp>
        <p:sp>
          <p:nvSpPr>
            <p:cNvPr id="288" name="288 rect">
              <a:extLst xmlns:a="http://schemas.openxmlformats.org/drawingml/2006/main">
                <a:ext uri="{FF2B5EF4-FFF2-40B4-BE49-F238E27FC236}">
                  <a16:creationId xmlns:a16="http://schemas.microsoft.com/office/drawing/2014/main" id="{F10BDEA5-79B5-421D-B707-226BE0B117C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391275" y="4562475"/>
              <a:ext cx="1228725" cy="638175"/>
            </a:xfrm>
            <a:prstGeom xmlns:a="http://schemas.openxmlformats.org/drawingml/2006/main" prst="roundRect">
              <a:avLst>
                <a:gd name="adj" fmla="val 17910"/>
              </a:avLst>
            </a:prstGeom>
            <a:gradFill xmlns:a="http://schemas.openxmlformats.org/drawingml/2006/main">
              <a:gsLst>
                <a:gs pos="0">
                  <a:srgbClr val="FFFFFF"/>
                </a:gs>
                <a:gs pos="100000">
                  <a:srgbClr val="F5F7FD"/>
                </a:gs>
              </a:gsLst>
              <a:lin ang="5400000"/>
            </a:gradFill>
            <a:ln xmlns:a="http://schemas.openxmlformats.org/drawingml/2006/main" w="10478">
              <a:solidFill>
                <a:srgbClr val="AFBED6"/>
              </a:solidFill>
            </a:ln>
          </p:spPr>
        </p:sp>
        <p:sp>
          <p:nvSpPr>
            <p:cNvPr id="289" name="289 Tensor &amp;">
              <a:extLst xmlns:a="http://schemas.openxmlformats.org/drawingml/2006/main">
                <a:ext uri="{FF2B5EF4-FFF2-40B4-BE49-F238E27FC236}">
                  <a16:creationId xmlns:a16="http://schemas.microsoft.com/office/drawing/2014/main" id="{696F9028-45E3-481C-9140-02A09A71510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448425" y="4667250"/>
              <a:ext cx="1114425" cy="24803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7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Tensor &amp;</a:t>
              </a:r>
            </a:p>
          </p:txBody>
        </p:sp>
        <p:sp>
          <p:nvSpPr>
            <p:cNvPr id="290" name="290 Shape">
              <a:extLst xmlns:a="http://schemas.openxmlformats.org/drawingml/2006/main">
                <a:ext uri="{FF2B5EF4-FFF2-40B4-BE49-F238E27FC236}">
                  <a16:creationId xmlns:a16="http://schemas.microsoft.com/office/drawing/2014/main" id="{4A840FD7-7217-49C3-AB12-260D3D5EB1C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448425" y="4887278"/>
              <a:ext cx="1114425" cy="24803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7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Shape</a:t>
              </a:r>
            </a:p>
          </p:txBody>
        </p:sp>
        <p:sp>
          <p:nvSpPr>
            <p:cNvPr id="291" name="291 path">
              <a:extLst xmlns:a="http://schemas.openxmlformats.org/drawingml/2006/main">
                <a:ext uri="{FF2B5EF4-FFF2-40B4-BE49-F238E27FC236}">
                  <a16:creationId xmlns:a16="http://schemas.microsoft.com/office/drawing/2014/main" id="{A588C926-D5BB-44D3-968A-7E8E8417117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629525" y="4876800"/>
              <a:ext cx="171450" cy="95"/>
            </a:xfrm>
            <a:custGeom xmlns:a="http://schemas.openxmlformats.org/drawingml/2006/main">
              <a:pathLst>
                <a:path w="171450" h="95">
                  <a:moveTo>
                    <a:pt x="0" y="0"/>
                  </a:moveTo>
                  <a:lnTo>
                    <a:pt x="17145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8098">
              <a:solidFill>
                <a:srgbClr val="48536A"/>
              </a:solidFill>
            </a:ln>
          </p:spPr>
        </p:sp>
        <p:sp>
          <p:nvSpPr>
            <p:cNvPr id="292" name="292 arrow head">
              <a:extLst xmlns:a="http://schemas.openxmlformats.org/drawingml/2006/main">
                <a:ext uri="{FF2B5EF4-FFF2-40B4-BE49-F238E27FC236}">
                  <a16:creationId xmlns:a16="http://schemas.microsoft.com/office/drawing/2014/main" id="{4E060FE0-15D7-4E9C-8973-421E8EA7825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715250" y="4835652"/>
              <a:ext cx="85725" cy="82296"/>
            </a:xfrm>
            <a:custGeom xmlns:a="http://schemas.openxmlformats.org/drawingml/2006/main">
              <a:pathLst>
                <a:path w="85725" h="82296">
                  <a:moveTo>
                    <a:pt x="85725" y="41148"/>
                  </a:moveTo>
                  <a:lnTo>
                    <a:pt x="0" y="0"/>
                  </a:lnTo>
                  <a:lnTo>
                    <a:pt x="0" y="82296"/>
                  </a:lnTo>
                  <a:close/>
                </a:path>
              </a:pathLst>
            </a:custGeom>
            <a:solidFill xmlns:a="http://schemas.openxmlformats.org/drawingml/2006/main">
              <a:srgbClr val="48536A"/>
            </a:solidFill>
            <a:ln xmlns:a="http://schemas.openxmlformats.org/drawingml/2006/main" w="4763">
              <a:solidFill>
                <a:srgbClr val="48536A"/>
              </a:solidFill>
            </a:ln>
          </p:spPr>
        </p:sp>
        <p:sp>
          <p:nvSpPr>
            <p:cNvPr id="293" name="293 rect">
              <a:extLst xmlns:a="http://schemas.openxmlformats.org/drawingml/2006/main">
                <a:ext uri="{FF2B5EF4-FFF2-40B4-BE49-F238E27FC236}">
                  <a16:creationId xmlns:a16="http://schemas.microsoft.com/office/drawing/2014/main" id="{7396953B-8794-4E28-959F-F7B70B30936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820025" y="4562475"/>
              <a:ext cx="1266825" cy="638175"/>
            </a:xfrm>
            <a:prstGeom xmlns:a="http://schemas.openxmlformats.org/drawingml/2006/main" prst="roundRect">
              <a:avLst>
                <a:gd name="adj" fmla="val 17910"/>
              </a:avLst>
            </a:prstGeom>
            <a:gradFill xmlns:a="http://schemas.openxmlformats.org/drawingml/2006/main">
              <a:gsLst>
                <a:gs pos="0">
                  <a:srgbClr val="FFFFFF"/>
                </a:gs>
                <a:gs pos="100000">
                  <a:srgbClr val="F5F7FD"/>
                </a:gs>
              </a:gsLst>
              <a:lin ang="5400000"/>
            </a:gradFill>
            <a:ln xmlns:a="http://schemas.openxmlformats.org/drawingml/2006/main" w="10478">
              <a:solidFill>
                <a:srgbClr val="AFBED6"/>
              </a:solidFill>
            </a:ln>
          </p:spPr>
        </p:sp>
        <p:sp>
          <p:nvSpPr>
            <p:cNvPr id="294" name="294 Forward">
              <a:extLst xmlns:a="http://schemas.openxmlformats.org/drawingml/2006/main">
                <a:ext uri="{FF2B5EF4-FFF2-40B4-BE49-F238E27FC236}">
                  <a16:creationId xmlns:a16="http://schemas.microsoft.com/office/drawing/2014/main" id="{302081F5-065F-4C73-B2E6-DB9B249C7CE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877175" y="4667250"/>
              <a:ext cx="1152525" cy="24803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7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Forward</a:t>
              </a:r>
            </a:p>
          </p:txBody>
        </p:sp>
        <p:sp>
          <p:nvSpPr>
            <p:cNvPr id="295" name="295 pass">
              <a:extLst xmlns:a="http://schemas.openxmlformats.org/drawingml/2006/main">
                <a:ext uri="{FF2B5EF4-FFF2-40B4-BE49-F238E27FC236}">
                  <a16:creationId xmlns:a16="http://schemas.microsoft.com/office/drawing/2014/main" id="{0833C454-D63B-4F8D-899E-2806BE1CC58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877175" y="4887278"/>
              <a:ext cx="1152525" cy="24803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7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pass</a:t>
              </a:r>
            </a:p>
          </p:txBody>
        </p:sp>
        <p:sp>
          <p:nvSpPr>
            <p:cNvPr id="296" name="296 path">
              <a:extLst xmlns:a="http://schemas.openxmlformats.org/drawingml/2006/main">
                <a:ext uri="{FF2B5EF4-FFF2-40B4-BE49-F238E27FC236}">
                  <a16:creationId xmlns:a16="http://schemas.microsoft.com/office/drawing/2014/main" id="{FB0B28C7-3848-413C-B388-77CC4CE0B5A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096375" y="4876800"/>
              <a:ext cx="180975" cy="95"/>
            </a:xfrm>
            <a:custGeom xmlns:a="http://schemas.openxmlformats.org/drawingml/2006/main">
              <a:pathLst>
                <a:path w="180975" h="95">
                  <a:moveTo>
                    <a:pt x="0" y="0"/>
                  </a:moveTo>
                  <a:lnTo>
                    <a:pt x="18097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8098">
              <a:solidFill>
                <a:srgbClr val="48536A"/>
              </a:solidFill>
            </a:ln>
          </p:spPr>
        </p:sp>
        <p:sp>
          <p:nvSpPr>
            <p:cNvPr id="297" name="297 arrow head">
              <a:extLst xmlns:a="http://schemas.openxmlformats.org/drawingml/2006/main">
                <a:ext uri="{FF2B5EF4-FFF2-40B4-BE49-F238E27FC236}">
                  <a16:creationId xmlns:a16="http://schemas.microsoft.com/office/drawing/2014/main" id="{5D8100AA-75A0-4654-9D31-164A92678B0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191625" y="4835652"/>
              <a:ext cx="85725" cy="82296"/>
            </a:xfrm>
            <a:custGeom xmlns:a="http://schemas.openxmlformats.org/drawingml/2006/main">
              <a:pathLst>
                <a:path w="85725" h="82296">
                  <a:moveTo>
                    <a:pt x="85725" y="41148"/>
                  </a:moveTo>
                  <a:lnTo>
                    <a:pt x="0" y="0"/>
                  </a:lnTo>
                  <a:lnTo>
                    <a:pt x="0" y="82296"/>
                  </a:lnTo>
                  <a:close/>
                </a:path>
              </a:pathLst>
            </a:custGeom>
            <a:solidFill xmlns:a="http://schemas.openxmlformats.org/drawingml/2006/main">
              <a:srgbClr val="48536A"/>
            </a:solidFill>
            <a:ln xmlns:a="http://schemas.openxmlformats.org/drawingml/2006/main" w="4763">
              <a:solidFill>
                <a:srgbClr val="48536A"/>
              </a:solidFill>
            </a:ln>
          </p:spPr>
        </p:sp>
        <p:sp>
          <p:nvSpPr>
            <p:cNvPr id="298" name="298 rect">
              <a:extLst xmlns:a="http://schemas.openxmlformats.org/drawingml/2006/main">
                <a:ext uri="{FF2B5EF4-FFF2-40B4-BE49-F238E27FC236}">
                  <a16:creationId xmlns:a16="http://schemas.microsoft.com/office/drawing/2014/main" id="{0840F3FD-B9A8-490C-B1E3-B901A941A63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296400" y="4562475"/>
              <a:ext cx="1209675" cy="638175"/>
            </a:xfrm>
            <a:prstGeom xmlns:a="http://schemas.openxmlformats.org/drawingml/2006/main" prst="roundRect">
              <a:avLst>
                <a:gd name="adj" fmla="val 17910"/>
              </a:avLst>
            </a:prstGeom>
            <a:gradFill xmlns:a="http://schemas.openxmlformats.org/drawingml/2006/main">
              <a:gsLst>
                <a:gs pos="0">
                  <a:srgbClr val="FFFFFF"/>
                </a:gs>
                <a:gs pos="100000">
                  <a:srgbClr val="F5F7FD"/>
                </a:gs>
              </a:gsLst>
              <a:lin ang="5400000"/>
            </a:gradFill>
            <a:ln xmlns:a="http://schemas.openxmlformats.org/drawingml/2006/main" w="10478">
              <a:solidFill>
                <a:srgbClr val="AFBED6"/>
              </a:solidFill>
            </a:ln>
          </p:spPr>
        </p:sp>
        <p:sp>
          <p:nvSpPr>
            <p:cNvPr id="299" name="299 Backward">
              <a:extLst xmlns:a="http://schemas.openxmlformats.org/drawingml/2006/main">
                <a:ext uri="{FF2B5EF4-FFF2-40B4-BE49-F238E27FC236}">
                  <a16:creationId xmlns:a16="http://schemas.microsoft.com/office/drawing/2014/main" id="{18CCF4D6-2071-4938-B1A9-8E60CFFCFEF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353550" y="4667250"/>
              <a:ext cx="1095375" cy="24803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7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Backward</a:t>
              </a:r>
            </a:p>
          </p:txBody>
        </p:sp>
        <p:sp>
          <p:nvSpPr>
            <p:cNvPr id="300" name="300 pass">
              <a:extLst xmlns:a="http://schemas.openxmlformats.org/drawingml/2006/main">
                <a:ext uri="{FF2B5EF4-FFF2-40B4-BE49-F238E27FC236}">
                  <a16:creationId xmlns:a16="http://schemas.microsoft.com/office/drawing/2014/main" id="{25F550EC-02A1-48C0-AF6B-53E6E6F2B66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353550" y="4887278"/>
              <a:ext cx="1095375" cy="24803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7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pass</a:t>
              </a:r>
            </a:p>
          </p:txBody>
        </p:sp>
        <p:sp>
          <p:nvSpPr>
            <p:cNvPr id="301" name="301 path">
              <a:extLst xmlns:a="http://schemas.openxmlformats.org/drawingml/2006/main">
                <a:ext uri="{FF2B5EF4-FFF2-40B4-BE49-F238E27FC236}">
                  <a16:creationId xmlns:a16="http://schemas.microsoft.com/office/drawing/2014/main" id="{75287D7B-1034-45DC-9B8C-CB4CCC8573E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515600" y="4876800"/>
              <a:ext cx="180975" cy="95"/>
            </a:xfrm>
            <a:custGeom xmlns:a="http://schemas.openxmlformats.org/drawingml/2006/main">
              <a:pathLst>
                <a:path w="180975" h="95">
                  <a:moveTo>
                    <a:pt x="0" y="0"/>
                  </a:moveTo>
                  <a:lnTo>
                    <a:pt x="18097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8098">
              <a:solidFill>
                <a:srgbClr val="48536A"/>
              </a:solidFill>
            </a:ln>
          </p:spPr>
        </p:sp>
        <p:sp>
          <p:nvSpPr>
            <p:cNvPr id="302" name="302 arrow head">
              <a:extLst xmlns:a="http://schemas.openxmlformats.org/drawingml/2006/main">
                <a:ext uri="{FF2B5EF4-FFF2-40B4-BE49-F238E27FC236}">
                  <a16:creationId xmlns:a16="http://schemas.microsoft.com/office/drawing/2014/main" id="{8B84599E-EF49-444E-BB9D-A06BF0D1929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610850" y="4835652"/>
              <a:ext cx="85725" cy="82296"/>
            </a:xfrm>
            <a:custGeom xmlns:a="http://schemas.openxmlformats.org/drawingml/2006/main">
              <a:pathLst>
                <a:path w="85725" h="82296">
                  <a:moveTo>
                    <a:pt x="85725" y="41148"/>
                  </a:moveTo>
                  <a:lnTo>
                    <a:pt x="0" y="0"/>
                  </a:lnTo>
                  <a:lnTo>
                    <a:pt x="0" y="82296"/>
                  </a:lnTo>
                  <a:close/>
                </a:path>
              </a:pathLst>
            </a:custGeom>
            <a:solidFill xmlns:a="http://schemas.openxmlformats.org/drawingml/2006/main">
              <a:srgbClr val="48536A"/>
            </a:solidFill>
            <a:ln xmlns:a="http://schemas.openxmlformats.org/drawingml/2006/main" w="4763">
              <a:solidFill>
                <a:srgbClr val="48536A"/>
              </a:solidFill>
            </a:ln>
          </p:spPr>
        </p:sp>
        <p:sp>
          <p:nvSpPr>
            <p:cNvPr id="303" name="303 rect">
              <a:extLst xmlns:a="http://schemas.openxmlformats.org/drawingml/2006/main">
                <a:ext uri="{FF2B5EF4-FFF2-40B4-BE49-F238E27FC236}">
                  <a16:creationId xmlns:a16="http://schemas.microsoft.com/office/drawing/2014/main" id="{A2696C8C-EA26-4AB5-A7EB-1472B64F9E1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715625" y="4562475"/>
              <a:ext cx="1152525" cy="638175"/>
            </a:xfrm>
            <a:prstGeom xmlns:a="http://schemas.openxmlformats.org/drawingml/2006/main" prst="roundRect">
              <a:avLst>
                <a:gd name="adj" fmla="val 17910"/>
              </a:avLst>
            </a:prstGeom>
            <a:gradFill xmlns:a="http://schemas.openxmlformats.org/drawingml/2006/main">
              <a:gsLst>
                <a:gs pos="0">
                  <a:srgbClr val="FFFFFF"/>
                </a:gs>
                <a:gs pos="100000">
                  <a:srgbClr val="F5F7FD"/>
                </a:gs>
              </a:gsLst>
              <a:lin ang="5400000"/>
            </a:gradFill>
            <a:ln xmlns:a="http://schemas.openxmlformats.org/drawingml/2006/main" w="10478">
              <a:solidFill>
                <a:srgbClr val="AFBED6"/>
              </a:solidFill>
            </a:ln>
          </p:spPr>
        </p:sp>
        <p:sp>
          <p:nvSpPr>
            <p:cNvPr id="304" name="304 Update">
              <a:extLst xmlns:a="http://schemas.openxmlformats.org/drawingml/2006/main">
                <a:ext uri="{FF2B5EF4-FFF2-40B4-BE49-F238E27FC236}">
                  <a16:creationId xmlns:a16="http://schemas.microsoft.com/office/drawing/2014/main" id="{6C062874-C504-453D-8730-C070A1B014A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772775" y="4667250"/>
              <a:ext cx="1038225" cy="24803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7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Update</a:t>
              </a:r>
            </a:p>
          </p:txBody>
        </p:sp>
        <p:sp>
          <p:nvSpPr>
            <p:cNvPr id="305" name="305 step">
              <a:extLst xmlns:a="http://schemas.openxmlformats.org/drawingml/2006/main">
                <a:ext uri="{FF2B5EF4-FFF2-40B4-BE49-F238E27FC236}">
                  <a16:creationId xmlns:a16="http://schemas.microsoft.com/office/drawing/2014/main" id="{DF388101-A486-4597-B759-0997761D12A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772775" y="4887278"/>
              <a:ext cx="1038225" cy="24803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7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step</a:t>
              </a:r>
            </a:p>
          </p:txBody>
        </p:sp>
      </p:grpSp>
      <p:grpSp>
        <p:nvGrpSpPr>
          <p:cNvPr id="551" name="Workspace supplies evidence"/>
          <p:cNvGrpSpPr/>
          <p:nvPr/>
        </p:nvGrpSpPr>
        <p:grpSpPr>
          <ns45:xfrm xmlns:ns45="http://schemas.openxmlformats.org/drawingml/2006/main">
            <ns45:off x="6096000" y="5334000"/>
            <ns45:ext cx="4933950" cy="314325"/>
            <ns45:chOff x="6096000" y="5334000"/>
            <ns45:chExt cx="4933950" cy="314325"/>
          </ns45:xfrm>
        </p:grpSpPr>
        <p:sp>
          <p:nvSpPr>
            <p:cNvPr id="306" name="306 filled flow arrow">
              <a:extLst xmlns:a="http://schemas.openxmlformats.org/drawingml/2006/main">
                <a:ext uri="{FF2B5EF4-FFF2-40B4-BE49-F238E27FC236}">
                  <a16:creationId xmlns:a16="http://schemas.microsoft.com/office/drawing/2014/main" id="{CAC6FCCD-580D-4FA4-B2AB-371E40623C5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096000" y="5362575"/>
              <a:ext cx="209550" cy="285750"/>
            </a:xfrm>
            <a:custGeom xmlns:a="http://schemas.openxmlformats.org/drawingml/2006/main">
              <a:pathLst>
                <a:path w="209550" h="285750">
                  <a:moveTo>
                    <a:pt x="62865" y="285750"/>
                  </a:moveTo>
                  <a:lnTo>
                    <a:pt x="146685" y="285750"/>
                  </a:lnTo>
                  <a:lnTo>
                    <a:pt x="146685" y="128588"/>
                  </a:lnTo>
                  <a:lnTo>
                    <a:pt x="209550" y="128588"/>
                  </a:lnTo>
                  <a:lnTo>
                    <a:pt x="104775" y="0"/>
                  </a:lnTo>
                  <a:lnTo>
                    <a:pt x="0" y="128588"/>
                  </a:lnTo>
                  <a:lnTo>
                    <a:pt x="62865" y="128588"/>
                  </a:lnTo>
                  <a:close/>
                </a:path>
              </a:pathLst>
            </a:custGeom>
            <a:gradFill xmlns:a="http://schemas.openxmlformats.org/drawingml/2006/main">
              <a:gsLst>
                <a:gs pos="0">
                  <a:srgbClr val="62BE76"/>
                </a:gs>
                <a:gs pos="100000">
                  <a:srgbClr val="C7EEC7"/>
                </a:gs>
              </a:gsLst>
              <a:lin ang="5400000"/>
            </a:gradFill>
            <a:ln xmlns:a="http://schemas.openxmlformats.org/drawingml/2006/main" w="12383">
              <a:solidFill>
                <a:srgbClr val="267C4F"/>
              </a:solidFill>
            </a:ln>
          </p:spPr>
        </p:sp>
        <p:sp>
          <p:nvSpPr>
            <p:cNvPr id="307" name="307 filled flow arrow">
              <a:extLst xmlns:a="http://schemas.openxmlformats.org/drawingml/2006/main">
                <a:ext uri="{FF2B5EF4-FFF2-40B4-BE49-F238E27FC236}">
                  <a16:creationId xmlns:a16="http://schemas.microsoft.com/office/drawing/2014/main" id="{9D123D22-3592-46BE-8CAE-E7D7A2AD7CB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248650" y="5334000"/>
              <a:ext cx="266700" cy="314325"/>
            </a:xfrm>
            <a:custGeom xmlns:a="http://schemas.openxmlformats.org/drawingml/2006/main">
              <a:pathLst>
                <a:path w="266700" h="314325">
                  <a:moveTo>
                    <a:pt x="80010" y="314325"/>
                  </a:moveTo>
                  <a:lnTo>
                    <a:pt x="186690" y="314325"/>
                  </a:lnTo>
                  <a:lnTo>
                    <a:pt x="186690" y="141446"/>
                  </a:lnTo>
                  <a:lnTo>
                    <a:pt x="266700" y="141446"/>
                  </a:lnTo>
                  <a:lnTo>
                    <a:pt x="133350" y="0"/>
                  </a:lnTo>
                  <a:lnTo>
                    <a:pt x="0" y="141446"/>
                  </a:lnTo>
                  <a:lnTo>
                    <a:pt x="80010" y="141446"/>
                  </a:lnTo>
                  <a:close/>
                </a:path>
              </a:pathLst>
            </a:custGeom>
            <a:gradFill xmlns:a="http://schemas.openxmlformats.org/drawingml/2006/main">
              <a:gsLst>
                <a:gs pos="0">
                  <a:srgbClr val="B9ECC3"/>
                </a:gs>
                <a:gs pos="100000">
                  <a:srgbClr val="DDF9DC"/>
                </a:gs>
              </a:gsLst>
              <a:lin ang="5400000"/>
            </a:gradFill>
            <a:ln xmlns:a="http://schemas.openxmlformats.org/drawingml/2006/main" w="12383">
              <a:solidFill>
                <a:srgbClr val="53AB72"/>
              </a:solidFill>
            </a:ln>
          </p:spPr>
        </p:sp>
        <p:sp>
          <p:nvSpPr>
            <p:cNvPr id="308" name="308 filled flow arrow">
              <a:extLst xmlns:a="http://schemas.openxmlformats.org/drawingml/2006/main">
                <a:ext uri="{FF2B5EF4-FFF2-40B4-BE49-F238E27FC236}">
                  <a16:creationId xmlns:a16="http://schemas.microsoft.com/office/drawing/2014/main" id="{393EDA27-FBCA-4571-8E5B-E770621CEF8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820400" y="5362575"/>
              <a:ext cx="209550" cy="285750"/>
            </a:xfrm>
            <a:custGeom xmlns:a="http://schemas.openxmlformats.org/drawingml/2006/main">
              <a:pathLst>
                <a:path w="209550" h="285750">
                  <a:moveTo>
                    <a:pt x="62865" y="285750"/>
                  </a:moveTo>
                  <a:lnTo>
                    <a:pt x="146685" y="285750"/>
                  </a:lnTo>
                  <a:lnTo>
                    <a:pt x="146685" y="128588"/>
                  </a:lnTo>
                  <a:lnTo>
                    <a:pt x="209550" y="128588"/>
                  </a:lnTo>
                  <a:lnTo>
                    <a:pt x="104775" y="0"/>
                  </a:lnTo>
                  <a:lnTo>
                    <a:pt x="0" y="128588"/>
                  </a:lnTo>
                  <a:lnTo>
                    <a:pt x="62865" y="128588"/>
                  </a:lnTo>
                  <a:close/>
                </a:path>
              </a:pathLst>
            </a:custGeom>
            <a:gradFill xmlns:a="http://schemas.openxmlformats.org/drawingml/2006/main">
              <a:gsLst>
                <a:gs pos="0">
                  <a:srgbClr val="66C37E"/>
                </a:gs>
                <a:gs pos="100000">
                  <a:srgbClr val="CDEFD0"/>
                </a:gs>
              </a:gsLst>
              <a:lin ang="5400000"/>
            </a:gradFill>
            <a:ln xmlns:a="http://schemas.openxmlformats.org/drawingml/2006/main" w="12383">
              <a:solidFill>
                <a:srgbClr val="277B4D"/>
              </a:solidFill>
            </a:ln>
          </p:spPr>
        </p:sp>
      </p:grpSp>
      <p:grpSp>
        <p:nvGrpSpPr>
          <p:cNvPr id="552" name="Dependency-aware workspace"/>
          <p:cNvGrpSpPr/>
          <p:nvPr/>
        </p:nvGrpSpPr>
        <p:grpSpPr>
          <ns61:xfrm xmlns:ns61="http://schemas.openxmlformats.org/drawingml/2006/main">
            <ns61:off x="4867275" y="5648325"/>
            <ns61:ext cx="7172325" cy="2181225"/>
            <ns61:chOff x="4867275" y="5648325"/>
            <ns61:chExt cx="7172325" cy="2181225"/>
          </ns61:xfrm>
        </p:grpSpPr>
        <p:sp>
          <p:nvSpPr>
            <p:cNvPr id="309" name="309 rect">
              <a:extLst xmlns:a="http://schemas.openxmlformats.org/drawingml/2006/main">
                <a:ext uri="{FF2B5EF4-FFF2-40B4-BE49-F238E27FC236}">
                  <a16:creationId xmlns:a16="http://schemas.microsoft.com/office/drawing/2014/main" id="{6AA32148-C617-4D33-90FA-EA0FD1DE395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867275" y="5648325"/>
              <a:ext cx="7172325" cy="2181225"/>
            </a:xfrm>
            <a:prstGeom xmlns:a="http://schemas.openxmlformats.org/drawingml/2006/main" prst="roundRect">
              <a:avLst>
                <a:gd name="adj" fmla="val 6987"/>
              </a:avLst>
            </a:prstGeom>
            <a:gradFill xmlns:a="http://schemas.openxmlformats.org/drawingml/2006/main">
              <a:gsLst>
                <a:gs pos="0">
                  <a:srgbClr val="EEF7FE"/>
                </a:gs>
                <a:gs pos="100000">
                  <a:srgbClr val="FFFFFF"/>
                </a:gs>
              </a:gsLst>
              <a:lin ang="5400000"/>
            </a:gradFill>
            <a:ln xmlns:a="http://schemas.openxmlformats.org/drawingml/2006/main" w="11430">
              <a:solidFill>
                <a:srgbClr val="165CC7"/>
              </a:solidFill>
            </a:ln>
          </p:spPr>
        </p:sp>
        <p:grpSp>
          <p:nvGrpSpPr>
            <p:cNvPr id="553" name="icon-database-309"/>
            <p:cNvGrpSpPr/>
            <p:nvPr/>
          </p:nvGrpSpPr>
          <p:grpSpPr>
            <ns46:xfrm xmlns:ns46="http://schemas.openxmlformats.org/drawingml/2006/main">
              <ns46:off x="5044678" y="5717381"/>
              <ns46:ext cx="264319" cy="385763"/>
              <ns46:chOff x="5044678" y="5717381"/>
              <ns46:chExt cx="264319" cy="385763"/>
            </ns46:xfrm>
          </p:grpSpPr>
          <p:sp>
            <p:nvSpPr>
              <p:cNvPr id="310" name="310 rect">
                <a:extLst xmlns:a="http://schemas.openxmlformats.org/drawingml/2006/main">
                  <a:ext uri="{FF2B5EF4-FFF2-40B4-BE49-F238E27FC236}">
                    <a16:creationId xmlns:a16="http://schemas.microsoft.com/office/drawing/2014/main" id="{E9931FB1-1AC4-4C37-8FA7-07946A722F60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5044678" y="5781675"/>
                <a:ext cx="264319" cy="278606"/>
              </a:xfrm>
              <a:prstGeom xmlns:a="http://schemas.openxmlformats.org/drawingml/2006/main" prst="rect">
                <a:avLst/>
              </a:prstGeom>
              <a:gradFill xmlns:a="http://schemas.openxmlformats.org/drawingml/2006/main">
                <a:gsLst>
                  <a:gs pos="0">
                    <a:srgbClr val="81C9FA"/>
                  </a:gs>
                  <a:gs pos="100000">
                    <a:srgbClr val="87ACDF"/>
                  </a:gs>
                </a:gsLst>
                <a:lin ang="5400000"/>
              </a:gradFill>
              <a:ln xmlns:a="http://schemas.openxmlformats.org/drawingml/2006/main" w="19383">
                <a:solidFill>
                  <a:srgbClr val="090D28"/>
                </a:solidFill>
              </a:ln>
            </p:spPr>
          </p:sp>
          <p:sp>
            <p:nvSpPr>
              <p:cNvPr id="311" name="311 ellipse">
                <a:extLst xmlns:a="http://schemas.openxmlformats.org/drawingml/2006/main">
                  <a:ext uri="{FF2B5EF4-FFF2-40B4-BE49-F238E27FC236}">
                    <a16:creationId xmlns:a16="http://schemas.microsoft.com/office/drawing/2014/main" id="{691431DF-8078-400B-96CA-E8BF2DB7E6C7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5044678" y="5963841"/>
                <a:ext cx="264319" cy="139303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94B9E8"/>
              </a:solidFill>
              <a:ln xmlns:a="http://schemas.openxmlformats.org/drawingml/2006/main" w="19383">
                <a:solidFill>
                  <a:srgbClr val="090D28"/>
                </a:solidFill>
              </a:ln>
            </p:spPr>
          </p:sp>
          <p:sp>
            <p:nvSpPr>
              <p:cNvPr id="312" name="312 rect">
                <a:extLst xmlns:a="http://schemas.openxmlformats.org/drawingml/2006/main">
                  <a:ext uri="{FF2B5EF4-FFF2-40B4-BE49-F238E27FC236}">
                    <a16:creationId xmlns:a16="http://schemas.microsoft.com/office/drawing/2014/main" id="{CB553F0A-E21E-476C-9B5F-A3B978A172C1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5053489" y="5878116"/>
                <a:ext cx="246698" cy="150019"/>
              </a:xfrm>
              <a:prstGeom xmlns:a="http://schemas.openxmlformats.org/drawingml/2006/main" prst="rect">
                <a:avLst/>
              </a:prstGeom>
              <a:gradFill xmlns:a="http://schemas.openxmlformats.org/drawingml/2006/main">
                <a:gsLst>
                  <a:gs pos="0">
                    <a:srgbClr val="81C9FA"/>
                  </a:gs>
                  <a:gs pos="100000">
                    <a:srgbClr val="9DBDE5"/>
                  </a:gs>
                </a:gsLst>
                <a:lin ang="5400000"/>
              </a:gradFill>
              <a:ln xmlns:a="http://schemas.openxmlformats.org/drawingml/2006/main" w="0">
                <a:noFill/>
              </a:ln>
            </p:spPr>
          </p:sp>
          <p:sp>
            <p:nvSpPr>
              <p:cNvPr id="313" name="313 path">
                <a:extLst xmlns:a="http://schemas.openxmlformats.org/drawingml/2006/main">
                  <a:ext uri="{FF2B5EF4-FFF2-40B4-BE49-F238E27FC236}">
                    <a16:creationId xmlns:a16="http://schemas.microsoft.com/office/drawing/2014/main" id="{D0940288-395E-495E-846E-3EB2C68BEE10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5044678" y="5899547"/>
                <a:ext cx="264319" cy="48220"/>
              </a:xfrm>
              <a:custGeom xmlns:a="http://schemas.openxmlformats.org/drawingml/2006/main">
                <a:pathLst>
                  <a:path w="264319" h="48220">
                    <a:moveTo>
                      <a:pt x="0" y="0"/>
                    </a:moveTo>
                    <a:lnTo>
                      <a:pt x="6426" y="6215"/>
                    </a:lnTo>
                    <a:lnTo>
                      <a:pt x="13345" y="12001"/>
                    </a:lnTo>
                    <a:lnTo>
                      <a:pt x="20723" y="17359"/>
                    </a:lnTo>
                    <a:lnTo>
                      <a:pt x="28523" y="22289"/>
                    </a:lnTo>
                    <a:lnTo>
                      <a:pt x="36711" y="26789"/>
                    </a:lnTo>
                    <a:lnTo>
                      <a:pt x="45251" y="30861"/>
                    </a:lnTo>
                    <a:lnTo>
                      <a:pt x="54109" y="34504"/>
                    </a:lnTo>
                    <a:lnTo>
                      <a:pt x="63249" y="37719"/>
                    </a:lnTo>
                    <a:lnTo>
                      <a:pt x="72635" y="40505"/>
                    </a:lnTo>
                    <a:lnTo>
                      <a:pt x="82232" y="42863"/>
                    </a:lnTo>
                    <a:lnTo>
                      <a:pt x="92006" y="44791"/>
                    </a:lnTo>
                    <a:lnTo>
                      <a:pt x="101921" y="46292"/>
                    </a:lnTo>
                    <a:lnTo>
                      <a:pt x="111942" y="47363"/>
                    </a:lnTo>
                    <a:lnTo>
                      <a:pt x="122033" y="48006"/>
                    </a:lnTo>
                    <a:lnTo>
                      <a:pt x="132159" y="48220"/>
                    </a:lnTo>
                    <a:lnTo>
                      <a:pt x="142286" y="48006"/>
                    </a:lnTo>
                    <a:lnTo>
                      <a:pt x="152377" y="47363"/>
                    </a:lnTo>
                    <a:lnTo>
                      <a:pt x="162397" y="46292"/>
                    </a:lnTo>
                    <a:lnTo>
                      <a:pt x="172312" y="44791"/>
                    </a:lnTo>
                    <a:lnTo>
                      <a:pt x="182086" y="42863"/>
                    </a:lnTo>
                    <a:lnTo>
                      <a:pt x="191684" y="40505"/>
                    </a:lnTo>
                    <a:lnTo>
                      <a:pt x="201070" y="37719"/>
                    </a:lnTo>
                    <a:lnTo>
                      <a:pt x="210210" y="34504"/>
                    </a:lnTo>
                    <a:lnTo>
                      <a:pt x="219067" y="30861"/>
                    </a:lnTo>
                    <a:lnTo>
                      <a:pt x="227608" y="26789"/>
                    </a:lnTo>
                    <a:lnTo>
                      <a:pt x="235796" y="22289"/>
                    </a:lnTo>
                    <a:lnTo>
                      <a:pt x="243596" y="17359"/>
                    </a:lnTo>
                    <a:lnTo>
                      <a:pt x="250974" y="12001"/>
                    </a:lnTo>
                    <a:lnTo>
                      <a:pt x="257893" y="6215"/>
                    </a:lnTo>
                    <a:lnTo>
                      <a:pt x="264319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621">
                <a:solidFill>
                  <a:srgbClr val="090D28"/>
                </a:solidFill>
              </a:ln>
            </p:spPr>
          </p:sp>
          <p:sp>
            <p:nvSpPr>
              <p:cNvPr id="314" name="314 path">
                <a:extLst xmlns:a="http://schemas.openxmlformats.org/drawingml/2006/main">
                  <a:ext uri="{FF2B5EF4-FFF2-40B4-BE49-F238E27FC236}">
                    <a16:creationId xmlns:a16="http://schemas.microsoft.com/office/drawing/2014/main" id="{BF6B086A-29E4-4770-9244-01E4BD27F10D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5044678" y="5985272"/>
                <a:ext cx="264319" cy="48220"/>
              </a:xfrm>
              <a:custGeom xmlns:a="http://schemas.openxmlformats.org/drawingml/2006/main">
                <a:pathLst>
                  <a:path w="264319" h="48220">
                    <a:moveTo>
                      <a:pt x="0" y="0"/>
                    </a:moveTo>
                    <a:lnTo>
                      <a:pt x="6426" y="6215"/>
                    </a:lnTo>
                    <a:lnTo>
                      <a:pt x="13345" y="12001"/>
                    </a:lnTo>
                    <a:lnTo>
                      <a:pt x="20723" y="17359"/>
                    </a:lnTo>
                    <a:lnTo>
                      <a:pt x="28523" y="22289"/>
                    </a:lnTo>
                    <a:lnTo>
                      <a:pt x="36711" y="26789"/>
                    </a:lnTo>
                    <a:lnTo>
                      <a:pt x="45251" y="30861"/>
                    </a:lnTo>
                    <a:lnTo>
                      <a:pt x="54109" y="34504"/>
                    </a:lnTo>
                    <a:lnTo>
                      <a:pt x="63249" y="37719"/>
                    </a:lnTo>
                    <a:lnTo>
                      <a:pt x="72635" y="40505"/>
                    </a:lnTo>
                    <a:lnTo>
                      <a:pt x="82232" y="42863"/>
                    </a:lnTo>
                    <a:lnTo>
                      <a:pt x="92006" y="44791"/>
                    </a:lnTo>
                    <a:lnTo>
                      <a:pt x="101921" y="46292"/>
                    </a:lnTo>
                    <a:lnTo>
                      <a:pt x="111942" y="47363"/>
                    </a:lnTo>
                    <a:lnTo>
                      <a:pt x="122033" y="48006"/>
                    </a:lnTo>
                    <a:lnTo>
                      <a:pt x="132159" y="48220"/>
                    </a:lnTo>
                    <a:lnTo>
                      <a:pt x="142286" y="48006"/>
                    </a:lnTo>
                    <a:lnTo>
                      <a:pt x="152377" y="47363"/>
                    </a:lnTo>
                    <a:lnTo>
                      <a:pt x="162397" y="46292"/>
                    </a:lnTo>
                    <a:lnTo>
                      <a:pt x="172312" y="44791"/>
                    </a:lnTo>
                    <a:lnTo>
                      <a:pt x="182086" y="42863"/>
                    </a:lnTo>
                    <a:lnTo>
                      <a:pt x="191684" y="40505"/>
                    </a:lnTo>
                    <a:lnTo>
                      <a:pt x="201070" y="37719"/>
                    </a:lnTo>
                    <a:lnTo>
                      <a:pt x="210210" y="34504"/>
                    </a:lnTo>
                    <a:lnTo>
                      <a:pt x="219067" y="30861"/>
                    </a:lnTo>
                    <a:lnTo>
                      <a:pt x="227608" y="26789"/>
                    </a:lnTo>
                    <a:lnTo>
                      <a:pt x="235796" y="22289"/>
                    </a:lnTo>
                    <a:lnTo>
                      <a:pt x="243596" y="17359"/>
                    </a:lnTo>
                    <a:lnTo>
                      <a:pt x="250974" y="12001"/>
                    </a:lnTo>
                    <a:lnTo>
                      <a:pt x="257893" y="6215"/>
                    </a:lnTo>
                    <a:lnTo>
                      <a:pt x="264319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621">
                <a:solidFill>
                  <a:srgbClr val="090D28"/>
                </a:solidFill>
              </a:ln>
            </p:spPr>
          </p:sp>
          <p:sp>
            <p:nvSpPr>
              <p:cNvPr id="315" name="315 ellipse">
                <a:extLst xmlns:a="http://schemas.openxmlformats.org/drawingml/2006/main">
                  <a:ext uri="{FF2B5EF4-FFF2-40B4-BE49-F238E27FC236}">
                    <a16:creationId xmlns:a16="http://schemas.microsoft.com/office/drawing/2014/main" id="{3B672DC4-A8BB-45F6-84A8-382FEE43E72E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5044678" y="5717381"/>
                <a:ext cx="264319" cy="139303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81C9FA"/>
              </a:solidFill>
              <a:ln xmlns:a="http://schemas.openxmlformats.org/drawingml/2006/main" w="19383">
                <a:solidFill>
                  <a:srgbClr val="090D28"/>
                </a:solidFill>
              </a:ln>
            </p:spPr>
          </p:sp>
        </p:grpSp>
        <p:sp>
          <p:nvSpPr>
            <p:cNvPr id="316" name="316 Dependency-Aware Workspace">
              <a:extLst xmlns:a="http://schemas.openxmlformats.org/drawingml/2006/main">
                <a:ext uri="{FF2B5EF4-FFF2-40B4-BE49-F238E27FC236}">
                  <a16:creationId xmlns:a16="http://schemas.microsoft.com/office/drawing/2014/main" id="{5D8637E6-FAFD-435C-9326-75B618EED6C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524500" y="5705475"/>
              <a:ext cx="6267450" cy="30708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950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950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Dependency-Aware Workspace</a:t>
              </a:r>
            </a:p>
          </p:txBody>
        </p:sp>
        <p:grpSp>
          <p:nvGrpSpPr>
            <p:cNvPr id="554" name="Repository graph"/>
            <p:cNvGrpSpPr/>
            <p:nvPr/>
          </p:nvGrpSpPr>
          <p:grpSpPr>
            <ns51:xfrm xmlns:ns51="http://schemas.openxmlformats.org/drawingml/2006/main">
              <ns51:off x="4972050" y="6191250"/>
              <ns51:ext cx="2019300" cy="1543050"/>
              <ns51:chOff x="4972050" y="6191250"/>
              <ns51:chExt cx="2019300" cy="1543050"/>
            </ns51:xfrm>
          </p:grpSpPr>
          <p:sp>
            <p:nvSpPr>
              <p:cNvPr id="317" name="317 rect">
                <a:extLst xmlns:a="http://schemas.openxmlformats.org/drawingml/2006/main">
                  <a:ext uri="{FF2B5EF4-FFF2-40B4-BE49-F238E27FC236}">
                    <a16:creationId xmlns:a16="http://schemas.microsoft.com/office/drawing/2014/main" id="{85069B74-DA0E-4650-9DAC-925409856AF1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4972050" y="6191250"/>
                <a:ext cx="2019300" cy="1543050"/>
              </a:xfrm>
              <a:prstGeom xmlns:a="http://schemas.openxmlformats.org/drawingml/2006/main" prst="roundRect">
                <a:avLst>
                  <a:gd name="adj" fmla="val 6790"/>
                </a:avLst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9525">
                <a:solidFill>
                  <a:srgbClr val="BDCFEC"/>
                </a:solidFill>
              </a:ln>
            </p:spPr>
          </p:sp>
          <p:sp>
            <p:nvSpPr>
              <p:cNvPr id="318" name="318 Repository Graph">
                <a:extLst xmlns:a="http://schemas.openxmlformats.org/drawingml/2006/main">
                  <a:ext uri="{FF2B5EF4-FFF2-40B4-BE49-F238E27FC236}">
                    <a16:creationId xmlns:a16="http://schemas.microsoft.com/office/drawing/2014/main" id="{CF07767E-2F55-4079-99C4-07CCD6664940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5076825" y="6257925"/>
                <a:ext cx="1828800" cy="23622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1500" b="1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500" b="1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Repository Graph</a:t>
                </a:r>
              </a:p>
            </p:txBody>
          </p:sp>
          <p:sp>
            <p:nvSpPr>
              <p:cNvPr id="319" name="319 rect">
                <a:extLst xmlns:a="http://schemas.openxmlformats.org/drawingml/2006/main">
                  <a:ext uri="{FF2B5EF4-FFF2-40B4-BE49-F238E27FC236}">
                    <a16:creationId xmlns:a16="http://schemas.microsoft.com/office/drawing/2014/main" id="{D86A8D3C-D562-4B1A-9DF7-EB49FC9A751C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5086350" y="6543675"/>
                <a:ext cx="1790700" cy="1047750"/>
              </a:xfrm>
              <a:prstGeom xmlns:a="http://schemas.openxmlformats.org/drawingml/2006/main" prst="roundRect">
                <a:avLst>
                  <a:gd name="adj" fmla="val 4545"/>
                </a:avLst>
              </a:prstGeom>
              <a:solidFill xmlns:a="http://schemas.openxmlformats.org/drawingml/2006/main">
                <a:srgbClr val="F5F8FB"/>
              </a:solidFill>
              <a:ln xmlns:a="http://schemas.openxmlformats.org/drawingml/2006/main" w="6668">
                <a:solidFill>
                  <a:srgbClr val="D4E0ED"/>
                </a:solidFill>
              </a:ln>
            </p:spPr>
          </p:sp>
          <p:grpSp>
            <p:nvGrpSpPr>
              <p:cNvPr id="555" name="icon-folder-319"/>
              <p:cNvGrpSpPr/>
              <p:nvPr/>
            </p:nvGrpSpPr>
            <p:grpSpPr>
              <ns47:xfrm xmlns:ns47="http://schemas.openxmlformats.org/drawingml/2006/main">
                <ns47:off x="5118973" y="6605588"/>
                <ns47:ext cx="153829" cy="107156"/>
                <ns47:chOff x="5118973" y="6605588"/>
                <ns47:chExt cx="153829" cy="107156"/>
              </ns47:xfrm>
            </p:grpSpPr>
            <p:sp>
              <p:nvSpPr>
                <p:cNvPr id="320" name="320 path">
                  <a:extLst xmlns:a="http://schemas.openxmlformats.org/drawingml/2006/main">
                    <a:ext uri="{FF2B5EF4-FFF2-40B4-BE49-F238E27FC236}">
                      <a16:creationId xmlns:a16="http://schemas.microsoft.com/office/drawing/2014/main" id="{92F95244-9BF7-45F2-9D2C-0F69CFDC691A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5118973" y="6605588"/>
                  <a:ext cx="153829" cy="107156"/>
                </a:xfrm>
                <a:custGeom xmlns:a="http://schemas.openxmlformats.org/drawingml/2006/main">
                  <a:pathLst>
                    <a:path w="153829" h="107156">
                      <a:moveTo>
                        <a:pt x="0" y="0"/>
                      </a:moveTo>
                      <a:lnTo>
                        <a:pt x="54293" y="0"/>
                      </a:lnTo>
                      <a:lnTo>
                        <a:pt x="67866" y="17145"/>
                      </a:lnTo>
                      <a:lnTo>
                        <a:pt x="153829" y="17145"/>
                      </a:lnTo>
                      <a:lnTo>
                        <a:pt x="153829" y="107156"/>
                      </a:lnTo>
                      <a:lnTo>
                        <a:pt x="0" y="107156"/>
                      </a:lnTo>
                      <a:close/>
                    </a:path>
                  </a:pathLst>
                </a:custGeom>
                <a:solidFill xmlns:a="http://schemas.openxmlformats.org/drawingml/2006/main">
                  <a:srgbClr val="D2ECFF"/>
                </a:solidFill>
                <a:ln xmlns:a="http://schemas.openxmlformats.org/drawingml/2006/main" w="8573">
                  <a:solidFill>
                    <a:srgbClr val="003496"/>
                  </a:solidFill>
                </a:ln>
              </p:spPr>
            </p:sp>
            <p:sp>
              <p:nvSpPr>
                <p:cNvPr id="321" name="321 path">
                  <a:extLst xmlns:a="http://schemas.openxmlformats.org/drawingml/2006/main">
                    <a:ext uri="{FF2B5EF4-FFF2-40B4-BE49-F238E27FC236}">
                      <a16:creationId xmlns:a16="http://schemas.microsoft.com/office/drawing/2014/main" id="{1894181B-46E5-4193-B067-66425D74045D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5123498" y="6635591"/>
                  <a:ext cx="144780" cy="77153"/>
                </a:xfrm>
                <a:custGeom xmlns:a="http://schemas.openxmlformats.org/drawingml/2006/main">
                  <a:pathLst>
                    <a:path w="144780" h="77153">
                      <a:moveTo>
                        <a:pt x="0" y="0"/>
                      </a:moveTo>
                      <a:lnTo>
                        <a:pt x="144780" y="0"/>
                      </a:lnTo>
                      <a:lnTo>
                        <a:pt x="144780" y="77153"/>
                      </a:lnTo>
                      <a:lnTo>
                        <a:pt x="0" y="77153"/>
                      </a:lnTo>
                      <a:close/>
                    </a:path>
                  </a:pathLst>
                </a:custGeom>
                <a:solidFill xmlns:a="http://schemas.openxmlformats.org/drawingml/2006/main">
                  <a:srgbClr val="F7FCFF"/>
                </a:solidFill>
                <a:ln xmlns:a="http://schemas.openxmlformats.org/drawingml/2006/main" w="5572">
                  <a:solidFill>
                    <a:srgbClr val="003496"/>
                  </a:solidFill>
                </a:ln>
              </p:spPr>
            </p:sp>
          </p:grpSp>
          <p:sp>
            <p:nvSpPr>
              <p:cNvPr id="322" name="322 src/">
                <a:extLst xmlns:a="http://schemas.openxmlformats.org/drawingml/2006/main">
                  <a:ext uri="{FF2B5EF4-FFF2-40B4-BE49-F238E27FC236}">
                    <a16:creationId xmlns:a16="http://schemas.microsoft.com/office/drawing/2014/main" id="{1E0575E9-0529-4301-9AE5-43BCEED8F893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5381625" y="6534150"/>
                <a:ext cx="1238250" cy="212598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1350" b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50" b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src/</a:t>
                </a:r>
              </a:p>
            </p:txBody>
          </p:sp>
          <p:sp>
            <p:nvSpPr>
              <p:cNvPr id="323" name="323 path">
                <a:extLst xmlns:a="http://schemas.openxmlformats.org/drawingml/2006/main">
                  <a:ext uri="{FF2B5EF4-FFF2-40B4-BE49-F238E27FC236}">
                    <a16:creationId xmlns:a16="http://schemas.microsoft.com/office/drawing/2014/main" id="{F5D0E9AE-67E3-40E6-A2E5-2F0C8312D047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5381625" y="6791325"/>
                <a:ext cx="95" cy="657225"/>
              </a:xfrm>
              <a:custGeom xmlns:a="http://schemas.openxmlformats.org/drawingml/2006/main">
                <a:pathLst>
                  <a:path w="95" h="657225">
                    <a:moveTo>
                      <a:pt x="0" y="0"/>
                    </a:moveTo>
                    <a:lnTo>
                      <a:pt x="0" y="657225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2383">
                <a:solidFill>
                  <a:srgbClr val="758391"/>
                </a:solidFill>
              </a:ln>
            </p:spPr>
          </p:sp>
          <p:sp>
            <p:nvSpPr>
              <p:cNvPr id="324" name="324 path">
                <a:extLst xmlns:a="http://schemas.openxmlformats.org/drawingml/2006/main">
                  <a:ext uri="{FF2B5EF4-FFF2-40B4-BE49-F238E27FC236}">
                    <a16:creationId xmlns:a16="http://schemas.microsoft.com/office/drawing/2014/main" id="{3509BE82-02E1-4DA9-87F0-9D538479F8E8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5381625" y="6867525"/>
                <a:ext cx="133350" cy="95"/>
              </a:xfrm>
              <a:custGeom xmlns:a="http://schemas.openxmlformats.org/drawingml/2006/main">
                <a:pathLst>
                  <a:path w="133350" h="95">
                    <a:moveTo>
                      <a:pt x="0" y="0"/>
                    </a:moveTo>
                    <a:lnTo>
                      <a:pt x="13335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2383">
                <a:solidFill>
                  <a:srgbClr val="758391"/>
                </a:solidFill>
              </a:ln>
            </p:spPr>
          </p:sp>
          <p:grpSp>
            <p:nvGrpSpPr>
              <p:cNvPr id="556" name="icon-document-324"/>
              <p:cNvGrpSpPr/>
              <p:nvPr/>
            </p:nvGrpSpPr>
            <p:grpSpPr>
              <ns48:xfrm xmlns:ns48="http://schemas.openxmlformats.org/drawingml/2006/main">
                <ns48:off x="5604510" y="6801803"/>
                <ns48:ext cx="136208" cy="188595"/>
                <ns48:chOff x="5604510" y="6801803"/>
                <ns48:chExt cx="136208" cy="188595"/>
              </ns48:xfrm>
            </p:grpSpPr>
            <p:sp>
              <p:nvSpPr>
                <p:cNvPr id="325" name="325 path">
                  <a:extLst xmlns:a="http://schemas.openxmlformats.org/drawingml/2006/main">
                    <a:ext uri="{FF2B5EF4-FFF2-40B4-BE49-F238E27FC236}">
                      <a16:creationId xmlns:a16="http://schemas.microsoft.com/office/drawing/2014/main" id="{B7D4EB6D-288C-4868-A06D-3174A2946063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5604510" y="6801803"/>
                  <a:ext cx="136208" cy="188595"/>
                </a:xfrm>
                <a:custGeom xmlns:a="http://schemas.openxmlformats.org/drawingml/2006/main">
                  <a:pathLst>
                    <a:path w="136208" h="188595">
                      <a:moveTo>
                        <a:pt x="0" y="0"/>
                      </a:moveTo>
                      <a:lnTo>
                        <a:pt x="89059" y="0"/>
                      </a:lnTo>
                      <a:lnTo>
                        <a:pt x="136208" y="47149"/>
                      </a:lnTo>
                      <a:lnTo>
                        <a:pt x="136208" y="188595"/>
                      </a:lnTo>
                      <a:lnTo>
                        <a:pt x="0" y="188595"/>
                      </a:lnTo>
                      <a:close/>
                    </a:path>
                  </a:pathLst>
                </a:custGeom>
                <a:solidFill xmlns:a="http://schemas.openxmlformats.org/drawingml/2006/main">
                  <a:srgbClr val="F9FCFF"/>
                </a:solidFill>
                <a:ln xmlns:a="http://schemas.openxmlformats.org/drawingml/2006/main" w="10478">
                  <a:solidFill>
                    <a:srgbClr val="003496"/>
                  </a:solidFill>
                </a:ln>
              </p:spPr>
            </p:sp>
            <p:sp>
              <p:nvSpPr>
                <p:cNvPr id="326" name="326 path">
                  <a:extLst xmlns:a="http://schemas.openxmlformats.org/drawingml/2006/main">
                    <a:ext uri="{FF2B5EF4-FFF2-40B4-BE49-F238E27FC236}">
                      <a16:creationId xmlns:a16="http://schemas.microsoft.com/office/drawing/2014/main" id="{519D344D-7E29-430D-B2DE-6689FAE95082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5693569" y="6801803"/>
                  <a:ext cx="47149" cy="52388"/>
                </a:xfrm>
                <a:custGeom xmlns:a="http://schemas.openxmlformats.org/drawingml/2006/main">
                  <a:pathLst>
                    <a:path w="47149" h="52388">
                      <a:moveTo>
                        <a:pt x="0" y="0"/>
                      </a:moveTo>
                      <a:lnTo>
                        <a:pt x="0" y="52388"/>
                      </a:lnTo>
                      <a:lnTo>
                        <a:pt x="47149" y="52388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7858">
                  <a:solidFill>
                    <a:srgbClr val="003496"/>
                  </a:solidFill>
                </a:ln>
              </p:spPr>
            </p:sp>
            <p:sp>
              <p:nvSpPr>
                <p:cNvPr id="327" name="327 path">
                  <a:extLst xmlns:a="http://schemas.openxmlformats.org/drawingml/2006/main">
                    <a:ext uri="{FF2B5EF4-FFF2-40B4-BE49-F238E27FC236}">
                      <a16:creationId xmlns:a16="http://schemas.microsoft.com/office/drawing/2014/main" id="{7340026B-7B33-4514-9FAB-C92DEFCA4C15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5630704" y="6885623"/>
                  <a:ext cx="73343" cy="95"/>
                </a:xfrm>
                <a:custGeom xmlns:a="http://schemas.openxmlformats.org/drawingml/2006/main">
                  <a:pathLst>
                    <a:path w="73343" h="95">
                      <a:moveTo>
                        <a:pt x="0" y="0"/>
                      </a:moveTo>
                      <a:lnTo>
                        <a:pt x="73343" y="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7858">
                  <a:solidFill>
                    <a:srgbClr val="003496"/>
                  </a:solidFill>
                </a:ln>
              </p:spPr>
            </p:sp>
            <p:sp>
              <p:nvSpPr>
                <p:cNvPr id="328" name="328 path">
                  <a:extLst xmlns:a="http://schemas.openxmlformats.org/drawingml/2006/main">
                    <a:ext uri="{FF2B5EF4-FFF2-40B4-BE49-F238E27FC236}">
                      <a16:creationId xmlns:a16="http://schemas.microsoft.com/office/drawing/2014/main" id="{9BD71282-221F-438B-A2F9-46D38A37DB6D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5630704" y="6911816"/>
                  <a:ext cx="73343" cy="95"/>
                </a:xfrm>
                <a:custGeom xmlns:a="http://schemas.openxmlformats.org/drawingml/2006/main">
                  <a:pathLst>
                    <a:path w="73343" h="95">
                      <a:moveTo>
                        <a:pt x="0" y="0"/>
                      </a:moveTo>
                      <a:lnTo>
                        <a:pt x="73343" y="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7858">
                  <a:solidFill>
                    <a:srgbClr val="003496"/>
                  </a:solidFill>
                </a:ln>
              </p:spPr>
            </p:sp>
            <p:sp>
              <p:nvSpPr>
                <p:cNvPr id="329" name="329 path">
                  <a:extLst xmlns:a="http://schemas.openxmlformats.org/drawingml/2006/main">
                    <a:ext uri="{FF2B5EF4-FFF2-40B4-BE49-F238E27FC236}">
                      <a16:creationId xmlns:a16="http://schemas.microsoft.com/office/drawing/2014/main" id="{81278068-9936-4D40-9DCA-BB119235DE4F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5630704" y="6938010"/>
                  <a:ext cx="73343" cy="95"/>
                </a:xfrm>
                <a:custGeom xmlns:a="http://schemas.openxmlformats.org/drawingml/2006/main">
                  <a:pathLst>
                    <a:path w="73343" h="95">
                      <a:moveTo>
                        <a:pt x="0" y="0"/>
                      </a:moveTo>
                      <a:lnTo>
                        <a:pt x="73343" y="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7858">
                  <a:solidFill>
                    <a:srgbClr val="003496"/>
                  </a:solidFill>
                </a:ln>
              </p:spPr>
            </p:sp>
            <p:sp>
              <p:nvSpPr>
                <p:cNvPr id="330" name="330 path">
                  <a:extLst xmlns:a="http://schemas.openxmlformats.org/drawingml/2006/main">
                    <a:ext uri="{FF2B5EF4-FFF2-40B4-BE49-F238E27FC236}">
                      <a16:creationId xmlns:a16="http://schemas.microsoft.com/office/drawing/2014/main" id="{F2109F20-1936-4635-B7F2-98AD0F07C5FB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5630704" y="6964204"/>
                  <a:ext cx="73343" cy="95"/>
                </a:xfrm>
                <a:custGeom xmlns:a="http://schemas.openxmlformats.org/drawingml/2006/main">
                  <a:pathLst>
                    <a:path w="73343" h="95">
                      <a:moveTo>
                        <a:pt x="0" y="0"/>
                      </a:moveTo>
                      <a:lnTo>
                        <a:pt x="73343" y="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7858">
                  <a:solidFill>
                    <a:srgbClr val="003496"/>
                  </a:solidFill>
                </a:ln>
              </p:spPr>
            </p:sp>
          </p:grpSp>
          <p:sp>
            <p:nvSpPr>
              <p:cNvPr id="331" name="331 model.py">
                <a:extLst xmlns:a="http://schemas.openxmlformats.org/drawingml/2006/main">
                  <a:ext uri="{FF2B5EF4-FFF2-40B4-BE49-F238E27FC236}">
                    <a16:creationId xmlns:a16="http://schemas.microsoft.com/office/drawing/2014/main" id="{7CDD62E6-CE6F-4F62-823B-89C0974C96C6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5876925" y="6781800"/>
                <a:ext cx="971550" cy="212598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1350" b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50" b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model.py</a:t>
                </a:r>
              </a:p>
            </p:txBody>
          </p:sp>
          <p:sp>
            <p:nvSpPr>
              <p:cNvPr id="332" name="332 path">
                <a:extLst xmlns:a="http://schemas.openxmlformats.org/drawingml/2006/main">
                  <a:ext uri="{FF2B5EF4-FFF2-40B4-BE49-F238E27FC236}">
                    <a16:creationId xmlns:a16="http://schemas.microsoft.com/office/drawing/2014/main" id="{9DB970AC-668E-46ED-A4C8-DA43A478EB79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5381625" y="7153275"/>
                <a:ext cx="133350" cy="95"/>
              </a:xfrm>
              <a:custGeom xmlns:a="http://schemas.openxmlformats.org/drawingml/2006/main">
                <a:pathLst>
                  <a:path w="133350" h="95">
                    <a:moveTo>
                      <a:pt x="0" y="0"/>
                    </a:moveTo>
                    <a:lnTo>
                      <a:pt x="13335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2383">
                <a:solidFill>
                  <a:srgbClr val="758391"/>
                </a:solidFill>
              </a:ln>
            </p:spPr>
          </p:sp>
          <p:grpSp>
            <p:nvGrpSpPr>
              <p:cNvPr id="557" name="icon-document-332"/>
              <p:cNvGrpSpPr/>
              <p:nvPr/>
            </p:nvGrpSpPr>
            <p:grpSpPr>
              <ns49:xfrm xmlns:ns49="http://schemas.openxmlformats.org/drawingml/2006/main">
                <ns49:off x="5604510" y="7087553"/>
                <ns49:ext cx="136208" cy="188595"/>
                <ns49:chOff x="5604510" y="7087553"/>
                <ns49:chExt cx="136208" cy="188595"/>
              </ns49:xfrm>
            </p:grpSpPr>
            <p:sp>
              <p:nvSpPr>
                <p:cNvPr id="333" name="333 path">
                  <a:extLst xmlns:a="http://schemas.openxmlformats.org/drawingml/2006/main">
                    <a:ext uri="{FF2B5EF4-FFF2-40B4-BE49-F238E27FC236}">
                      <a16:creationId xmlns:a16="http://schemas.microsoft.com/office/drawing/2014/main" id="{3DB3BB78-5F17-4DCB-92E3-A2FDFC78457D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5604510" y="7087553"/>
                  <a:ext cx="136208" cy="188595"/>
                </a:xfrm>
                <a:custGeom xmlns:a="http://schemas.openxmlformats.org/drawingml/2006/main">
                  <a:pathLst>
                    <a:path w="136208" h="188595">
                      <a:moveTo>
                        <a:pt x="0" y="0"/>
                      </a:moveTo>
                      <a:lnTo>
                        <a:pt x="89059" y="0"/>
                      </a:lnTo>
                      <a:lnTo>
                        <a:pt x="136208" y="47149"/>
                      </a:lnTo>
                      <a:lnTo>
                        <a:pt x="136208" y="188595"/>
                      </a:lnTo>
                      <a:lnTo>
                        <a:pt x="0" y="188595"/>
                      </a:lnTo>
                      <a:close/>
                    </a:path>
                  </a:pathLst>
                </a:custGeom>
                <a:solidFill xmlns:a="http://schemas.openxmlformats.org/drawingml/2006/main">
                  <a:srgbClr val="F9FCFF"/>
                </a:solidFill>
                <a:ln xmlns:a="http://schemas.openxmlformats.org/drawingml/2006/main" w="10478">
                  <a:solidFill>
                    <a:srgbClr val="003496"/>
                  </a:solidFill>
                </a:ln>
              </p:spPr>
            </p:sp>
            <p:sp>
              <p:nvSpPr>
                <p:cNvPr id="334" name="334 path">
                  <a:extLst xmlns:a="http://schemas.openxmlformats.org/drawingml/2006/main">
                    <a:ext uri="{FF2B5EF4-FFF2-40B4-BE49-F238E27FC236}">
                      <a16:creationId xmlns:a16="http://schemas.microsoft.com/office/drawing/2014/main" id="{2022473C-517F-46DC-AA32-6667CA8D46D0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5693569" y="7087553"/>
                  <a:ext cx="47149" cy="52388"/>
                </a:xfrm>
                <a:custGeom xmlns:a="http://schemas.openxmlformats.org/drawingml/2006/main">
                  <a:pathLst>
                    <a:path w="47149" h="52388">
                      <a:moveTo>
                        <a:pt x="0" y="0"/>
                      </a:moveTo>
                      <a:lnTo>
                        <a:pt x="0" y="52388"/>
                      </a:lnTo>
                      <a:lnTo>
                        <a:pt x="47149" y="52388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7858">
                  <a:solidFill>
                    <a:srgbClr val="003496"/>
                  </a:solidFill>
                </a:ln>
              </p:spPr>
            </p:sp>
            <p:sp>
              <p:nvSpPr>
                <p:cNvPr id="335" name="335 path">
                  <a:extLst xmlns:a="http://schemas.openxmlformats.org/drawingml/2006/main">
                    <a:ext uri="{FF2B5EF4-FFF2-40B4-BE49-F238E27FC236}">
                      <a16:creationId xmlns:a16="http://schemas.microsoft.com/office/drawing/2014/main" id="{4784DD29-A65D-498C-8DE8-256091042667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5630704" y="7171373"/>
                  <a:ext cx="73343" cy="95"/>
                </a:xfrm>
                <a:custGeom xmlns:a="http://schemas.openxmlformats.org/drawingml/2006/main">
                  <a:pathLst>
                    <a:path w="73343" h="95">
                      <a:moveTo>
                        <a:pt x="0" y="0"/>
                      </a:moveTo>
                      <a:lnTo>
                        <a:pt x="73343" y="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7858">
                  <a:solidFill>
                    <a:srgbClr val="003496"/>
                  </a:solidFill>
                </a:ln>
              </p:spPr>
            </p:sp>
            <p:sp>
              <p:nvSpPr>
                <p:cNvPr id="336" name="336 path">
                  <a:extLst xmlns:a="http://schemas.openxmlformats.org/drawingml/2006/main">
                    <a:ext uri="{FF2B5EF4-FFF2-40B4-BE49-F238E27FC236}">
                      <a16:creationId xmlns:a16="http://schemas.microsoft.com/office/drawing/2014/main" id="{58E81540-FDD7-4A3A-9025-2E2B7600CBC4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5630704" y="7197566"/>
                  <a:ext cx="73343" cy="95"/>
                </a:xfrm>
                <a:custGeom xmlns:a="http://schemas.openxmlformats.org/drawingml/2006/main">
                  <a:pathLst>
                    <a:path w="73343" h="95">
                      <a:moveTo>
                        <a:pt x="0" y="0"/>
                      </a:moveTo>
                      <a:lnTo>
                        <a:pt x="73343" y="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7858">
                  <a:solidFill>
                    <a:srgbClr val="003496"/>
                  </a:solidFill>
                </a:ln>
              </p:spPr>
            </p:sp>
            <p:sp>
              <p:nvSpPr>
                <p:cNvPr id="337" name="337 path">
                  <a:extLst xmlns:a="http://schemas.openxmlformats.org/drawingml/2006/main">
                    <a:ext uri="{FF2B5EF4-FFF2-40B4-BE49-F238E27FC236}">
                      <a16:creationId xmlns:a16="http://schemas.microsoft.com/office/drawing/2014/main" id="{F5404F6A-7FA9-4950-8A3E-4243EE1ADA23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5630704" y="7223760"/>
                  <a:ext cx="73343" cy="95"/>
                </a:xfrm>
                <a:custGeom xmlns:a="http://schemas.openxmlformats.org/drawingml/2006/main">
                  <a:pathLst>
                    <a:path w="73343" h="95">
                      <a:moveTo>
                        <a:pt x="0" y="0"/>
                      </a:moveTo>
                      <a:lnTo>
                        <a:pt x="73343" y="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7858">
                  <a:solidFill>
                    <a:srgbClr val="003496"/>
                  </a:solidFill>
                </a:ln>
              </p:spPr>
            </p:sp>
            <p:sp>
              <p:nvSpPr>
                <p:cNvPr id="338" name="338 path">
                  <a:extLst xmlns:a="http://schemas.openxmlformats.org/drawingml/2006/main">
                    <a:ext uri="{FF2B5EF4-FFF2-40B4-BE49-F238E27FC236}">
                      <a16:creationId xmlns:a16="http://schemas.microsoft.com/office/drawing/2014/main" id="{030E1399-BC0F-48D3-9D54-6F9372AC1741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5630704" y="7249954"/>
                  <a:ext cx="73343" cy="95"/>
                </a:xfrm>
                <a:custGeom xmlns:a="http://schemas.openxmlformats.org/drawingml/2006/main">
                  <a:pathLst>
                    <a:path w="73343" h="95">
                      <a:moveTo>
                        <a:pt x="0" y="0"/>
                      </a:moveTo>
                      <a:lnTo>
                        <a:pt x="73343" y="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7858">
                  <a:solidFill>
                    <a:srgbClr val="003496"/>
                  </a:solidFill>
                </a:ln>
              </p:spPr>
            </p:sp>
          </p:grpSp>
          <p:sp>
            <p:nvSpPr>
              <p:cNvPr id="339" name="339 train.py">
                <a:extLst xmlns:a="http://schemas.openxmlformats.org/drawingml/2006/main">
                  <a:ext uri="{FF2B5EF4-FFF2-40B4-BE49-F238E27FC236}">
                    <a16:creationId xmlns:a16="http://schemas.microsoft.com/office/drawing/2014/main" id="{C8105FB6-6D78-4040-B20C-6F8FC2C2AE22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5876925" y="7067550"/>
                <a:ext cx="971550" cy="212598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1350" b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50" b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train.py</a:t>
                </a:r>
              </a:p>
            </p:txBody>
          </p:sp>
          <p:sp>
            <p:nvSpPr>
              <p:cNvPr id="340" name="340 path">
                <a:extLst xmlns:a="http://schemas.openxmlformats.org/drawingml/2006/main">
                  <a:ext uri="{FF2B5EF4-FFF2-40B4-BE49-F238E27FC236}">
                    <a16:creationId xmlns:a16="http://schemas.microsoft.com/office/drawing/2014/main" id="{280908A2-4783-45E4-BB5E-0D516D14A1F3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5381625" y="7439025"/>
                <a:ext cx="133350" cy="95"/>
              </a:xfrm>
              <a:custGeom xmlns:a="http://schemas.openxmlformats.org/drawingml/2006/main">
                <a:pathLst>
                  <a:path w="133350" h="95">
                    <a:moveTo>
                      <a:pt x="0" y="0"/>
                    </a:moveTo>
                    <a:lnTo>
                      <a:pt x="13335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2383">
                <a:solidFill>
                  <a:srgbClr val="758391"/>
                </a:solidFill>
              </a:ln>
            </p:spPr>
          </p:sp>
          <p:grpSp>
            <p:nvGrpSpPr>
              <p:cNvPr id="558" name="icon-document-340"/>
              <p:cNvGrpSpPr/>
              <p:nvPr/>
            </p:nvGrpSpPr>
            <p:grpSpPr>
              <ns50:xfrm xmlns:ns50="http://schemas.openxmlformats.org/drawingml/2006/main">
                <ns50:off x="5604510" y="7373303"/>
                <ns50:ext cx="136208" cy="188595"/>
                <ns50:chOff x="5604510" y="7373303"/>
                <ns50:chExt cx="136208" cy="188595"/>
              </ns50:xfrm>
            </p:grpSpPr>
            <p:sp>
              <p:nvSpPr>
                <p:cNvPr id="341" name="341 path">
                  <a:extLst xmlns:a="http://schemas.openxmlformats.org/drawingml/2006/main">
                    <a:ext uri="{FF2B5EF4-FFF2-40B4-BE49-F238E27FC236}">
                      <a16:creationId xmlns:a16="http://schemas.microsoft.com/office/drawing/2014/main" id="{6DF4AC9F-0D99-444F-BE10-9DF4C240D76E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5604510" y="7373303"/>
                  <a:ext cx="136208" cy="188595"/>
                </a:xfrm>
                <a:custGeom xmlns:a="http://schemas.openxmlformats.org/drawingml/2006/main">
                  <a:pathLst>
                    <a:path w="136208" h="188595">
                      <a:moveTo>
                        <a:pt x="0" y="0"/>
                      </a:moveTo>
                      <a:lnTo>
                        <a:pt x="89059" y="0"/>
                      </a:lnTo>
                      <a:lnTo>
                        <a:pt x="136208" y="47149"/>
                      </a:lnTo>
                      <a:lnTo>
                        <a:pt x="136208" y="188595"/>
                      </a:lnTo>
                      <a:lnTo>
                        <a:pt x="0" y="188595"/>
                      </a:lnTo>
                      <a:close/>
                    </a:path>
                  </a:pathLst>
                </a:custGeom>
                <a:solidFill xmlns:a="http://schemas.openxmlformats.org/drawingml/2006/main">
                  <a:srgbClr val="F9FCFF"/>
                </a:solidFill>
                <a:ln xmlns:a="http://schemas.openxmlformats.org/drawingml/2006/main" w="10478">
                  <a:solidFill>
                    <a:srgbClr val="003496"/>
                  </a:solidFill>
                </a:ln>
              </p:spPr>
            </p:sp>
            <p:sp>
              <p:nvSpPr>
                <p:cNvPr id="342" name="342 path">
                  <a:extLst xmlns:a="http://schemas.openxmlformats.org/drawingml/2006/main">
                    <a:ext uri="{FF2B5EF4-FFF2-40B4-BE49-F238E27FC236}">
                      <a16:creationId xmlns:a16="http://schemas.microsoft.com/office/drawing/2014/main" id="{E6B36B7A-1FC4-47D9-9D6C-A22A0573BAF0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5693569" y="7373303"/>
                  <a:ext cx="47149" cy="52388"/>
                </a:xfrm>
                <a:custGeom xmlns:a="http://schemas.openxmlformats.org/drawingml/2006/main">
                  <a:pathLst>
                    <a:path w="47149" h="52388">
                      <a:moveTo>
                        <a:pt x="0" y="0"/>
                      </a:moveTo>
                      <a:lnTo>
                        <a:pt x="0" y="52388"/>
                      </a:lnTo>
                      <a:lnTo>
                        <a:pt x="47149" y="52388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7858">
                  <a:solidFill>
                    <a:srgbClr val="003496"/>
                  </a:solidFill>
                </a:ln>
              </p:spPr>
            </p:sp>
            <p:sp>
              <p:nvSpPr>
                <p:cNvPr id="343" name="343 path">
                  <a:extLst xmlns:a="http://schemas.openxmlformats.org/drawingml/2006/main">
                    <a:ext uri="{FF2B5EF4-FFF2-40B4-BE49-F238E27FC236}">
                      <a16:creationId xmlns:a16="http://schemas.microsoft.com/office/drawing/2014/main" id="{BB2391F6-58BB-4E2F-8582-CBF546DE5BB0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5630704" y="7457123"/>
                  <a:ext cx="73343" cy="95"/>
                </a:xfrm>
                <a:custGeom xmlns:a="http://schemas.openxmlformats.org/drawingml/2006/main">
                  <a:pathLst>
                    <a:path w="73343" h="95">
                      <a:moveTo>
                        <a:pt x="0" y="0"/>
                      </a:moveTo>
                      <a:lnTo>
                        <a:pt x="73343" y="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7858">
                  <a:solidFill>
                    <a:srgbClr val="003496"/>
                  </a:solidFill>
                </a:ln>
              </p:spPr>
            </p:sp>
            <p:sp>
              <p:nvSpPr>
                <p:cNvPr id="344" name="344 path">
                  <a:extLst xmlns:a="http://schemas.openxmlformats.org/drawingml/2006/main">
                    <a:ext uri="{FF2B5EF4-FFF2-40B4-BE49-F238E27FC236}">
                      <a16:creationId xmlns:a16="http://schemas.microsoft.com/office/drawing/2014/main" id="{412E15A4-5B7D-4AD3-8FE5-BBDE87D0CF17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5630704" y="7483316"/>
                  <a:ext cx="73343" cy="95"/>
                </a:xfrm>
                <a:custGeom xmlns:a="http://schemas.openxmlformats.org/drawingml/2006/main">
                  <a:pathLst>
                    <a:path w="73343" h="95">
                      <a:moveTo>
                        <a:pt x="0" y="0"/>
                      </a:moveTo>
                      <a:lnTo>
                        <a:pt x="73343" y="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7858">
                  <a:solidFill>
                    <a:srgbClr val="003496"/>
                  </a:solidFill>
                </a:ln>
              </p:spPr>
            </p:sp>
            <p:sp>
              <p:nvSpPr>
                <p:cNvPr id="345" name="345 path">
                  <a:extLst xmlns:a="http://schemas.openxmlformats.org/drawingml/2006/main">
                    <a:ext uri="{FF2B5EF4-FFF2-40B4-BE49-F238E27FC236}">
                      <a16:creationId xmlns:a16="http://schemas.microsoft.com/office/drawing/2014/main" id="{91753E7B-4C58-44B4-9732-B3EBCD6DCD3D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5630704" y="7509510"/>
                  <a:ext cx="73343" cy="95"/>
                </a:xfrm>
                <a:custGeom xmlns:a="http://schemas.openxmlformats.org/drawingml/2006/main">
                  <a:pathLst>
                    <a:path w="73343" h="95">
                      <a:moveTo>
                        <a:pt x="0" y="0"/>
                      </a:moveTo>
                      <a:lnTo>
                        <a:pt x="73343" y="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7858">
                  <a:solidFill>
                    <a:srgbClr val="003496"/>
                  </a:solidFill>
                </a:ln>
              </p:spPr>
            </p:sp>
            <p:sp>
              <p:nvSpPr>
                <p:cNvPr id="346" name="346 path">
                  <a:extLst xmlns:a="http://schemas.openxmlformats.org/drawingml/2006/main">
                    <a:ext uri="{FF2B5EF4-FFF2-40B4-BE49-F238E27FC236}">
                      <a16:creationId xmlns:a16="http://schemas.microsoft.com/office/drawing/2014/main" id="{E539217D-449F-46D7-BB51-722207AD67E7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5630704" y="7535704"/>
                  <a:ext cx="73343" cy="95"/>
                </a:xfrm>
                <a:custGeom xmlns:a="http://schemas.openxmlformats.org/drawingml/2006/main">
                  <a:pathLst>
                    <a:path w="73343" h="95">
                      <a:moveTo>
                        <a:pt x="0" y="0"/>
                      </a:moveTo>
                      <a:lnTo>
                        <a:pt x="73343" y="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7858">
                  <a:solidFill>
                    <a:srgbClr val="003496"/>
                  </a:solidFill>
                </a:ln>
              </p:spPr>
            </p:sp>
          </p:grpSp>
          <p:sp>
            <p:nvSpPr>
              <p:cNvPr id="347" name="347 data.py">
                <a:extLst xmlns:a="http://schemas.openxmlformats.org/drawingml/2006/main">
                  <a:ext uri="{FF2B5EF4-FFF2-40B4-BE49-F238E27FC236}">
                    <a16:creationId xmlns:a16="http://schemas.microsoft.com/office/drawing/2014/main" id="{D1D4753E-A342-468B-8773-BE802374E527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5876925" y="7353300"/>
                <a:ext cx="971550" cy="212598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1350" b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50" b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data.py</a:t>
                </a:r>
              </a:p>
            </p:txBody>
          </p:sp>
        </p:grpSp>
        <p:grpSp>
          <p:nvGrpSpPr>
            <p:cNvPr id="559" name="Evidence store"/>
            <p:cNvGrpSpPr/>
            <p:nvPr/>
          </p:nvGrpSpPr>
          <p:grpSpPr>
            <ns55:xfrm xmlns:ns55="http://schemas.openxmlformats.org/drawingml/2006/main">
              <ns55:off x="7086600" y="6191250"/>
              <ns55:ext cx="1704975" cy="1543050"/>
              <ns55:chOff x="7086600" y="6191250"/>
              <ns55:chExt cx="1704975" cy="1543050"/>
            </ns55:xfrm>
          </p:grpSpPr>
          <p:sp>
            <p:nvSpPr>
              <p:cNvPr id="348" name="348 rect">
                <a:extLst xmlns:a="http://schemas.openxmlformats.org/drawingml/2006/main">
                  <a:ext uri="{FF2B5EF4-FFF2-40B4-BE49-F238E27FC236}">
                    <a16:creationId xmlns:a16="http://schemas.microsoft.com/office/drawing/2014/main" id="{B2711261-5D1F-47B2-B1CB-4BDBC74D1307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7086600" y="6191250"/>
                <a:ext cx="1704975" cy="1543050"/>
              </a:xfrm>
              <a:prstGeom xmlns:a="http://schemas.openxmlformats.org/drawingml/2006/main" prst="roundRect">
                <a:avLst>
                  <a:gd name="adj" fmla="val 6790"/>
                </a:avLst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9525">
                <a:solidFill>
                  <a:srgbClr val="BDCFEC"/>
                </a:solidFill>
              </a:ln>
            </p:spPr>
          </p:sp>
          <p:sp>
            <p:nvSpPr>
              <p:cNvPr id="349" name="349 Evidence Store">
                <a:extLst xmlns:a="http://schemas.openxmlformats.org/drawingml/2006/main">
                  <a:ext uri="{FF2B5EF4-FFF2-40B4-BE49-F238E27FC236}">
                    <a16:creationId xmlns:a16="http://schemas.microsoft.com/office/drawing/2014/main" id="{3433F0BE-828A-42B6-AA88-5E8721A02860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7200900" y="6257925"/>
                <a:ext cx="1524000" cy="23622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1500" b="1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500" b="1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Evidence Store</a:t>
                </a:r>
              </a:p>
            </p:txBody>
          </p:sp>
          <p:sp>
            <p:nvSpPr>
              <p:cNvPr id="350" name="350 rect">
                <a:extLst xmlns:a="http://schemas.openxmlformats.org/drawingml/2006/main">
                  <a:ext uri="{FF2B5EF4-FFF2-40B4-BE49-F238E27FC236}">
                    <a16:creationId xmlns:a16="http://schemas.microsoft.com/office/drawing/2014/main" id="{F91C8C2E-CF25-43CD-941B-C9E7A65C3BA2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7181850" y="6496050"/>
                <a:ext cx="1495425" cy="352425"/>
              </a:xfrm>
              <a:prstGeom xmlns:a="http://schemas.openxmlformats.org/drawingml/2006/main" prst="roundRect">
                <a:avLst>
                  <a:gd name="adj" fmla="val 18919"/>
                </a:avLst>
              </a:prstGeom>
              <a:solidFill xmlns:a="http://schemas.openxmlformats.org/drawingml/2006/main">
                <a:srgbClr val="F5F8FB"/>
              </a:solidFill>
              <a:ln xmlns:a="http://schemas.openxmlformats.org/drawingml/2006/main" w="6668">
                <a:solidFill>
                  <a:srgbClr val="D4E0ED"/>
                </a:solidFill>
              </a:ln>
            </p:spPr>
          </p:sp>
          <p:grpSp>
            <p:nvGrpSpPr>
              <p:cNvPr id="560" name="icon-document-350"/>
              <p:cNvGrpSpPr/>
              <p:nvPr/>
            </p:nvGrpSpPr>
            <p:grpSpPr>
              <ns52:xfrm xmlns:ns52="http://schemas.openxmlformats.org/drawingml/2006/main">
                <ns52:off x="7309485" y="6583204"/>
                <ns52:ext cx="136208" cy="197168"/>
                <ns52:chOff x="7309485" y="6583204"/>
                <ns52:chExt cx="136208" cy="197168"/>
              </ns52:xfrm>
            </p:grpSpPr>
            <p:sp>
              <p:nvSpPr>
                <p:cNvPr id="351" name="351 path">
                  <a:extLst xmlns:a="http://schemas.openxmlformats.org/drawingml/2006/main">
                    <a:ext uri="{FF2B5EF4-FFF2-40B4-BE49-F238E27FC236}">
                      <a16:creationId xmlns:a16="http://schemas.microsoft.com/office/drawing/2014/main" id="{9D6E55BA-72B1-4BB3-92E3-CCE3235D0E67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7309485" y="6583204"/>
                  <a:ext cx="136208" cy="197168"/>
                </a:xfrm>
                <a:custGeom xmlns:a="http://schemas.openxmlformats.org/drawingml/2006/main">
                  <a:pathLst>
                    <a:path w="136208" h="197168">
                      <a:moveTo>
                        <a:pt x="0" y="0"/>
                      </a:moveTo>
                      <a:lnTo>
                        <a:pt x="89059" y="0"/>
                      </a:lnTo>
                      <a:lnTo>
                        <a:pt x="136208" y="49292"/>
                      </a:lnTo>
                      <a:lnTo>
                        <a:pt x="136208" y="197168"/>
                      </a:lnTo>
                      <a:lnTo>
                        <a:pt x="0" y="197168"/>
                      </a:lnTo>
                      <a:close/>
                    </a:path>
                  </a:pathLst>
                </a:custGeom>
                <a:solidFill xmlns:a="http://schemas.openxmlformats.org/drawingml/2006/main">
                  <a:srgbClr val="F9FCFF"/>
                </a:solidFill>
                <a:ln xmlns:a="http://schemas.openxmlformats.org/drawingml/2006/main" w="10478">
                  <a:solidFill>
                    <a:srgbClr val="003496"/>
                  </a:solidFill>
                </a:ln>
              </p:spPr>
            </p:sp>
            <p:sp>
              <p:nvSpPr>
                <p:cNvPr id="352" name="352 path">
                  <a:extLst xmlns:a="http://schemas.openxmlformats.org/drawingml/2006/main">
                    <a:ext uri="{FF2B5EF4-FFF2-40B4-BE49-F238E27FC236}">
                      <a16:creationId xmlns:a16="http://schemas.microsoft.com/office/drawing/2014/main" id="{FD5DD539-41C4-4234-AE95-A56DA14FF765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7398544" y="6583204"/>
                  <a:ext cx="47149" cy="54769"/>
                </a:xfrm>
                <a:custGeom xmlns:a="http://schemas.openxmlformats.org/drawingml/2006/main">
                  <a:pathLst>
                    <a:path w="47149" h="54769">
                      <a:moveTo>
                        <a:pt x="0" y="0"/>
                      </a:moveTo>
                      <a:lnTo>
                        <a:pt x="0" y="54769"/>
                      </a:lnTo>
                      <a:lnTo>
                        <a:pt x="47149" y="54769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7858">
                  <a:solidFill>
                    <a:srgbClr val="003496"/>
                  </a:solidFill>
                </a:ln>
              </p:spPr>
            </p:sp>
            <p:sp>
              <p:nvSpPr>
                <p:cNvPr id="353" name="353 path">
                  <a:extLst xmlns:a="http://schemas.openxmlformats.org/drawingml/2006/main">
                    <a:ext uri="{FF2B5EF4-FFF2-40B4-BE49-F238E27FC236}">
                      <a16:creationId xmlns:a16="http://schemas.microsoft.com/office/drawing/2014/main" id="{1619B1AC-8E1C-4B6B-A33F-AB78BC3AEDFC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7335679" y="6670834"/>
                  <a:ext cx="73343" cy="95"/>
                </a:xfrm>
                <a:custGeom xmlns:a="http://schemas.openxmlformats.org/drawingml/2006/main">
                  <a:pathLst>
                    <a:path w="73343" h="95">
                      <a:moveTo>
                        <a:pt x="0" y="0"/>
                      </a:moveTo>
                      <a:lnTo>
                        <a:pt x="73343" y="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7858">
                  <a:solidFill>
                    <a:srgbClr val="003496"/>
                  </a:solidFill>
                </a:ln>
              </p:spPr>
            </p:sp>
            <p:sp>
              <p:nvSpPr>
                <p:cNvPr id="354" name="354 path">
                  <a:extLst xmlns:a="http://schemas.openxmlformats.org/drawingml/2006/main">
                    <a:ext uri="{FF2B5EF4-FFF2-40B4-BE49-F238E27FC236}">
                      <a16:creationId xmlns:a16="http://schemas.microsoft.com/office/drawing/2014/main" id="{975F1674-DD97-416F-B201-F25F53FB690E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7335679" y="6698218"/>
                  <a:ext cx="73343" cy="95"/>
                </a:xfrm>
                <a:custGeom xmlns:a="http://schemas.openxmlformats.org/drawingml/2006/main">
                  <a:pathLst>
                    <a:path w="73343" h="95">
                      <a:moveTo>
                        <a:pt x="0" y="0"/>
                      </a:moveTo>
                      <a:lnTo>
                        <a:pt x="73343" y="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7858">
                  <a:solidFill>
                    <a:srgbClr val="003496"/>
                  </a:solidFill>
                </a:ln>
              </p:spPr>
            </p:sp>
            <p:sp>
              <p:nvSpPr>
                <p:cNvPr id="355" name="355 path">
                  <a:extLst xmlns:a="http://schemas.openxmlformats.org/drawingml/2006/main">
                    <a:ext uri="{FF2B5EF4-FFF2-40B4-BE49-F238E27FC236}">
                      <a16:creationId xmlns:a16="http://schemas.microsoft.com/office/drawing/2014/main" id="{50D6392B-13CD-45AC-BB53-534A1E03778D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7335679" y="6725603"/>
                  <a:ext cx="73343" cy="95"/>
                </a:xfrm>
                <a:custGeom xmlns:a="http://schemas.openxmlformats.org/drawingml/2006/main">
                  <a:pathLst>
                    <a:path w="73343" h="95">
                      <a:moveTo>
                        <a:pt x="0" y="0"/>
                      </a:moveTo>
                      <a:lnTo>
                        <a:pt x="73343" y="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7858">
                  <a:solidFill>
                    <a:srgbClr val="003496"/>
                  </a:solidFill>
                </a:ln>
              </p:spPr>
            </p:sp>
            <p:sp>
              <p:nvSpPr>
                <p:cNvPr id="356" name="356 path">
                  <a:extLst xmlns:a="http://schemas.openxmlformats.org/drawingml/2006/main">
                    <a:ext uri="{FF2B5EF4-FFF2-40B4-BE49-F238E27FC236}">
                      <a16:creationId xmlns:a16="http://schemas.microsoft.com/office/drawing/2014/main" id="{1A978942-B73C-4C2D-8F54-57D2D48A0558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7335679" y="6752987"/>
                  <a:ext cx="73343" cy="95"/>
                </a:xfrm>
                <a:custGeom xmlns:a="http://schemas.openxmlformats.org/drawingml/2006/main">
                  <a:pathLst>
                    <a:path w="73343" h="95">
                      <a:moveTo>
                        <a:pt x="0" y="0"/>
                      </a:moveTo>
                      <a:lnTo>
                        <a:pt x="73343" y="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7858">
                  <a:solidFill>
                    <a:srgbClr val="003496"/>
                  </a:solidFill>
                </a:ln>
              </p:spPr>
            </p:sp>
          </p:grpSp>
          <p:sp>
            <p:nvSpPr>
              <p:cNvPr id="357" name="357 Code snippets">
                <a:extLst xmlns:a="http://schemas.openxmlformats.org/drawingml/2006/main">
                  <a:ext uri="{FF2B5EF4-FFF2-40B4-BE49-F238E27FC236}">
                    <a16:creationId xmlns:a16="http://schemas.microsoft.com/office/drawing/2014/main" id="{5A199B6D-FBF5-4582-8B4F-CE128321EA45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7629525" y="6581775"/>
                <a:ext cx="1019175" cy="206693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1313" b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3" b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Code snippets</a:t>
                </a:r>
              </a:p>
            </p:txBody>
          </p:sp>
          <p:sp>
            <p:nvSpPr>
              <p:cNvPr id="358" name="358 rect">
                <a:extLst xmlns:a="http://schemas.openxmlformats.org/drawingml/2006/main">
                  <a:ext uri="{FF2B5EF4-FFF2-40B4-BE49-F238E27FC236}">
                    <a16:creationId xmlns:a16="http://schemas.microsoft.com/office/drawing/2014/main" id="{1C114215-6518-4C5A-8FFE-01A1F7312E13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7181850" y="6877050"/>
                <a:ext cx="1495425" cy="352425"/>
              </a:xfrm>
              <a:prstGeom xmlns:a="http://schemas.openxmlformats.org/drawingml/2006/main" prst="roundRect">
                <a:avLst>
                  <a:gd name="adj" fmla="val 18919"/>
                </a:avLst>
              </a:prstGeom>
              <a:solidFill xmlns:a="http://schemas.openxmlformats.org/drawingml/2006/main">
                <a:srgbClr val="F5F8FB"/>
              </a:solidFill>
              <a:ln xmlns:a="http://schemas.openxmlformats.org/drawingml/2006/main" w="6668">
                <a:solidFill>
                  <a:srgbClr val="D4E0ED"/>
                </a:solidFill>
              </a:ln>
            </p:spPr>
          </p:sp>
          <p:grpSp>
            <p:nvGrpSpPr>
              <p:cNvPr id="561" name="icon-trace-358"/>
              <p:cNvGrpSpPr/>
              <p:nvPr/>
            </p:nvGrpSpPr>
            <p:grpSpPr>
              <ns53:xfrm xmlns:ns53="http://schemas.openxmlformats.org/drawingml/2006/main">
                <ns53:off x="7293769" y="6969681"/>
                <ns53:ext cx="157163" cy="186214"/>
                <ns53:chOff x="7293769" y="6969681"/>
                <ns53:chExt cx="157163" cy="186214"/>
              </ns53:xfrm>
            </p:grpSpPr>
            <p:sp>
              <p:nvSpPr>
                <p:cNvPr id="359" name="359 rect">
                  <a:extLst xmlns:a="http://schemas.openxmlformats.org/drawingml/2006/main">
                    <a:ext uri="{FF2B5EF4-FFF2-40B4-BE49-F238E27FC236}">
                      <a16:creationId xmlns:a16="http://schemas.microsoft.com/office/drawing/2014/main" id="{7DE6C872-C8C0-4E28-AFB8-5AD5247F18E5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7293769" y="6969681"/>
                  <a:ext cx="157163" cy="186214"/>
                </a:xfrm>
                <a:prstGeom xmlns:a="http://schemas.openxmlformats.org/drawingml/2006/main" prst="roundRect">
                  <a:avLst>
                    <a:gd name="adj" fmla="val 6667"/>
                  </a:avLst>
                </a:prstGeom>
                <a:solidFill xmlns:a="http://schemas.openxmlformats.org/drawingml/2006/main">
                  <a:srgbClr val="B8CADD"/>
                </a:solidFill>
                <a:ln xmlns:a="http://schemas.openxmlformats.org/drawingml/2006/main" w="9430">
                  <a:solidFill>
                    <a:srgbClr val="090D28"/>
                  </a:solidFill>
                </a:ln>
              </p:spPr>
            </p:sp>
            <p:sp>
              <p:nvSpPr>
                <p:cNvPr id="360" name="360 path">
                  <a:extLst xmlns:a="http://schemas.openxmlformats.org/drawingml/2006/main">
                    <a:ext uri="{FF2B5EF4-FFF2-40B4-BE49-F238E27FC236}">
                      <a16:creationId xmlns:a16="http://schemas.microsoft.com/office/drawing/2014/main" id="{197D3226-ACD1-40F1-A18F-A741D750597A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7325201" y="7008019"/>
                  <a:ext cx="104775" cy="115014"/>
                </a:xfrm>
                <a:custGeom xmlns:a="http://schemas.openxmlformats.org/drawingml/2006/main">
                  <a:pathLst>
                    <a:path w="104775" h="115014">
                      <a:moveTo>
                        <a:pt x="0" y="0"/>
                      </a:moveTo>
                      <a:lnTo>
                        <a:pt x="31433" y="32861"/>
                      </a:lnTo>
                      <a:lnTo>
                        <a:pt x="10478" y="54769"/>
                      </a:lnTo>
                      <a:lnTo>
                        <a:pt x="62865" y="98584"/>
                      </a:lnTo>
                      <a:lnTo>
                        <a:pt x="83820" y="71199"/>
                      </a:lnTo>
                      <a:lnTo>
                        <a:pt x="104775" y="115014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8382">
                  <a:solidFill>
                    <a:srgbClr val="090D28"/>
                  </a:solidFill>
                </a:ln>
              </p:spPr>
            </p:sp>
          </p:grpSp>
          <p:sp>
            <p:nvSpPr>
              <p:cNvPr id="361" name="361 Execution traces">
                <a:extLst xmlns:a="http://schemas.openxmlformats.org/drawingml/2006/main">
                  <a:ext uri="{FF2B5EF4-FFF2-40B4-BE49-F238E27FC236}">
                    <a16:creationId xmlns:a16="http://schemas.microsoft.com/office/drawing/2014/main" id="{8E56E80C-6F45-4BB9-A49E-591C34EB3E56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7629525" y="6962775"/>
                <a:ext cx="1019175" cy="184252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1170" b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170" b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Execution traces</a:t>
                </a:r>
              </a:p>
            </p:txBody>
          </p:sp>
          <p:sp>
            <p:nvSpPr>
              <p:cNvPr id="362" name="362 rect">
                <a:extLst xmlns:a="http://schemas.openxmlformats.org/drawingml/2006/main">
                  <a:ext uri="{FF2B5EF4-FFF2-40B4-BE49-F238E27FC236}">
                    <a16:creationId xmlns:a16="http://schemas.microsoft.com/office/drawing/2014/main" id="{6DF7D4A1-D8C9-47A6-892C-D74298D46AA5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7181850" y="7258050"/>
                <a:ext cx="1495425" cy="352425"/>
              </a:xfrm>
              <a:prstGeom xmlns:a="http://schemas.openxmlformats.org/drawingml/2006/main" prst="roundRect">
                <a:avLst>
                  <a:gd name="adj" fmla="val 18919"/>
                </a:avLst>
              </a:prstGeom>
              <a:solidFill xmlns:a="http://schemas.openxmlformats.org/drawingml/2006/main">
                <a:srgbClr val="F5F8FB"/>
              </a:solidFill>
              <a:ln xmlns:a="http://schemas.openxmlformats.org/drawingml/2006/main" w="6668">
                <a:solidFill>
                  <a:srgbClr val="D4E0ED"/>
                </a:solidFill>
              </a:ln>
            </p:spPr>
          </p:sp>
          <p:grpSp>
            <p:nvGrpSpPr>
              <p:cNvPr id="562" name="icon-warning-362"/>
              <p:cNvGrpSpPr/>
              <p:nvPr/>
            </p:nvGrpSpPr>
            <p:grpSpPr>
              <ns54:xfrm xmlns:ns54="http://schemas.openxmlformats.org/drawingml/2006/main">
                <ns54:off x="7278053" y="7350681"/>
                <ns54:ext cx="188595" cy="180737"/>
                <ns54:chOff x="7278053" y="7350681"/>
                <ns54:chExt cx="188595" cy="180737"/>
              </ns54:xfrm>
            </p:grpSpPr>
            <p:sp>
              <p:nvSpPr>
                <p:cNvPr id="363" name="363 path">
                  <a:extLst xmlns:a="http://schemas.openxmlformats.org/drawingml/2006/main">
                    <a:ext uri="{FF2B5EF4-FFF2-40B4-BE49-F238E27FC236}">
                      <a16:creationId xmlns:a16="http://schemas.microsoft.com/office/drawing/2014/main" id="{6C4B6744-15B2-49E9-BA76-67B899377D86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7278053" y="7350681"/>
                  <a:ext cx="188595" cy="180737"/>
                </a:xfrm>
                <a:custGeom xmlns:a="http://schemas.openxmlformats.org/drawingml/2006/main">
                  <a:pathLst>
                    <a:path w="188595" h="180737">
                      <a:moveTo>
                        <a:pt x="94297" y="0"/>
                      </a:moveTo>
                      <a:lnTo>
                        <a:pt x="188595" y="180737"/>
                      </a:lnTo>
                      <a:lnTo>
                        <a:pt x="0" y="180737"/>
                      </a:lnTo>
                      <a:close/>
                    </a:path>
                  </a:pathLst>
                </a:custGeom>
                <a:solidFill xmlns:a="http://schemas.openxmlformats.org/drawingml/2006/main">
                  <a:srgbClr val="FFFFFF"/>
                </a:solidFill>
                <a:ln xmlns:a="http://schemas.openxmlformats.org/drawingml/2006/main" w="13097">
                  <a:solidFill>
                    <a:srgbClr val="F82127"/>
                  </a:solidFill>
                </a:ln>
              </p:spPr>
            </p:sp>
            <p:sp>
              <p:nvSpPr>
                <p:cNvPr id="364" name="364 path">
                  <a:extLst xmlns:a="http://schemas.openxmlformats.org/drawingml/2006/main">
                    <a:ext uri="{FF2B5EF4-FFF2-40B4-BE49-F238E27FC236}">
                      <a16:creationId xmlns:a16="http://schemas.microsoft.com/office/drawing/2014/main" id="{1C6A275E-B8BE-44D4-A0C2-23EDB38E4264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7372350" y="7405449"/>
                  <a:ext cx="95" cy="65722"/>
                </a:xfrm>
                <a:custGeom xmlns:a="http://schemas.openxmlformats.org/drawingml/2006/main">
                  <a:pathLst>
                    <a:path w="95" h="65722">
                      <a:moveTo>
                        <a:pt x="0" y="0"/>
                      </a:moveTo>
                      <a:lnTo>
                        <a:pt x="0" y="65722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5716">
                  <a:solidFill>
                    <a:srgbClr val="FA171B"/>
                  </a:solidFill>
                </a:ln>
              </p:spPr>
            </p:sp>
            <p:sp>
              <p:nvSpPr>
                <p:cNvPr id="365" name="365 ellipse">
                  <a:extLst xmlns:a="http://schemas.openxmlformats.org/drawingml/2006/main">
                    <a:ext uri="{FF2B5EF4-FFF2-40B4-BE49-F238E27FC236}">
                      <a16:creationId xmlns:a16="http://schemas.microsoft.com/office/drawing/2014/main" id="{8C8FFF35-8328-4484-94F3-69FB1292D3E7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7364492" y="7493079"/>
                  <a:ext cx="15716" cy="16431"/>
                </a:xfrm>
                <a:prstGeom xmlns:a="http://schemas.openxmlformats.org/drawingml/2006/main" prst="ellipse">
                  <a:avLst/>
                </a:prstGeom>
                <a:solidFill xmlns:a="http://schemas.openxmlformats.org/drawingml/2006/main">
                  <a:srgbClr val="F71920"/>
                </a:solidFill>
                <a:ln xmlns:a="http://schemas.openxmlformats.org/drawingml/2006/main" w="0">
                  <a:noFill/>
                </a:ln>
              </p:spPr>
            </p:sp>
          </p:grpSp>
          <p:sp>
            <p:nvSpPr>
              <p:cNvPr id="366" name="366 Error messages">
                <a:extLst xmlns:a="http://schemas.openxmlformats.org/drawingml/2006/main">
                  <a:ext uri="{FF2B5EF4-FFF2-40B4-BE49-F238E27FC236}">
                    <a16:creationId xmlns:a16="http://schemas.microsoft.com/office/drawing/2014/main" id="{97A55689-CD7B-45C5-A9E0-827E25B0CF22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7629525" y="7343775"/>
                <a:ext cx="1019175" cy="199606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1268" b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268" b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Error messages</a:t>
                </a:r>
              </a:p>
            </p:txBody>
          </p:sp>
        </p:grpSp>
        <p:grpSp>
          <p:nvGrpSpPr>
            <p:cNvPr id="563" name="Context for next iteration"/>
            <p:cNvGrpSpPr/>
            <p:nvPr/>
          </p:nvGrpSpPr>
          <p:grpSpPr>
            <ns59:xfrm xmlns:ns59="http://schemas.openxmlformats.org/drawingml/2006/main">
              <ns59:off x="8886825" y="6191250"/>
              <ns59:ext cx="2038350" cy="1543050"/>
              <ns59:chOff x="8886825" y="6191250"/>
              <ns59:chExt cx="2038350" cy="1543050"/>
            </ns59:xfrm>
          </p:grpSpPr>
          <p:sp>
            <p:nvSpPr>
              <p:cNvPr id="367" name="367 rect">
                <a:extLst xmlns:a="http://schemas.openxmlformats.org/drawingml/2006/main">
                  <a:ext uri="{FF2B5EF4-FFF2-40B4-BE49-F238E27FC236}">
                    <a16:creationId xmlns:a16="http://schemas.microsoft.com/office/drawing/2014/main" id="{1C1B3D08-081B-4603-9A5F-F307570DA0A5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8886825" y="6191250"/>
                <a:ext cx="2038350" cy="1543050"/>
              </a:xfrm>
              <a:prstGeom xmlns:a="http://schemas.openxmlformats.org/drawingml/2006/main" prst="roundRect">
                <a:avLst>
                  <a:gd name="adj" fmla="val 6790"/>
                </a:avLst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9525">
                <a:solidFill>
                  <a:srgbClr val="BDCFEC"/>
                </a:solidFill>
              </a:ln>
            </p:spPr>
          </p:sp>
          <p:sp>
            <p:nvSpPr>
              <p:cNvPr id="368" name="368 Context for Next Iteration">
                <a:extLst xmlns:a="http://schemas.openxmlformats.org/drawingml/2006/main">
                  <a:ext uri="{FF2B5EF4-FFF2-40B4-BE49-F238E27FC236}">
                    <a16:creationId xmlns:a16="http://schemas.microsoft.com/office/drawing/2014/main" id="{0FC01971-15E7-4278-8FD0-070FE9E97DD0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001125" y="6257925"/>
                <a:ext cx="1885950" cy="201968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1283" b="1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283" b="1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Context for Next Iteration</a:t>
                </a:r>
              </a:p>
            </p:txBody>
          </p:sp>
          <p:sp>
            <p:nvSpPr>
              <p:cNvPr id="369" name="369 rect">
                <a:extLst xmlns:a="http://schemas.openxmlformats.org/drawingml/2006/main">
                  <a:ext uri="{FF2B5EF4-FFF2-40B4-BE49-F238E27FC236}">
                    <a16:creationId xmlns:a16="http://schemas.microsoft.com/office/drawing/2014/main" id="{67A7FD46-6AF6-41B3-A002-3C0CC8C0986F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010650" y="6496050"/>
                <a:ext cx="1800225" cy="352425"/>
              </a:xfrm>
              <a:prstGeom xmlns:a="http://schemas.openxmlformats.org/drawingml/2006/main" prst="roundRect">
                <a:avLst>
                  <a:gd name="adj" fmla="val 18919"/>
                </a:avLst>
              </a:prstGeom>
              <a:solidFill xmlns:a="http://schemas.openxmlformats.org/drawingml/2006/main">
                <a:srgbClr val="F5F8FB"/>
              </a:solidFill>
              <a:ln xmlns:a="http://schemas.openxmlformats.org/drawingml/2006/main" w="6668">
                <a:solidFill>
                  <a:srgbClr val="D4E0ED"/>
                </a:solidFill>
              </a:ln>
            </p:spPr>
          </p:sp>
          <p:grpSp>
            <p:nvGrpSpPr>
              <p:cNvPr id="564" name="icon-document-369"/>
              <p:cNvGrpSpPr/>
              <p:nvPr/>
            </p:nvGrpSpPr>
            <p:grpSpPr>
              <ns56:xfrm xmlns:ns56="http://schemas.openxmlformats.org/drawingml/2006/main">
                <ns56:off x="9157335" y="6583204"/>
                <ns56:ext cx="136208" cy="197168"/>
                <ns56:chOff x="9157335" y="6583204"/>
                <ns56:chExt cx="136208" cy="197168"/>
              </ns56:xfrm>
            </p:grpSpPr>
            <p:sp>
              <p:nvSpPr>
                <p:cNvPr id="370" name="370 path">
                  <a:extLst xmlns:a="http://schemas.openxmlformats.org/drawingml/2006/main">
                    <a:ext uri="{FF2B5EF4-FFF2-40B4-BE49-F238E27FC236}">
                      <a16:creationId xmlns:a16="http://schemas.microsoft.com/office/drawing/2014/main" id="{3A6DA8B9-C373-426F-A20A-B74BFBB835DC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9157335" y="6583204"/>
                  <a:ext cx="136208" cy="197168"/>
                </a:xfrm>
                <a:custGeom xmlns:a="http://schemas.openxmlformats.org/drawingml/2006/main">
                  <a:pathLst>
                    <a:path w="136208" h="197168">
                      <a:moveTo>
                        <a:pt x="0" y="0"/>
                      </a:moveTo>
                      <a:lnTo>
                        <a:pt x="89059" y="0"/>
                      </a:lnTo>
                      <a:lnTo>
                        <a:pt x="136208" y="49292"/>
                      </a:lnTo>
                      <a:lnTo>
                        <a:pt x="136208" y="197168"/>
                      </a:lnTo>
                      <a:lnTo>
                        <a:pt x="0" y="197168"/>
                      </a:lnTo>
                      <a:close/>
                    </a:path>
                  </a:pathLst>
                </a:custGeom>
                <a:solidFill xmlns:a="http://schemas.openxmlformats.org/drawingml/2006/main">
                  <a:srgbClr val="F9FCFF"/>
                </a:solidFill>
                <a:ln xmlns:a="http://schemas.openxmlformats.org/drawingml/2006/main" w="10478">
                  <a:solidFill>
                    <a:srgbClr val="003496"/>
                  </a:solidFill>
                </a:ln>
              </p:spPr>
            </p:sp>
            <p:sp>
              <p:nvSpPr>
                <p:cNvPr id="371" name="371 path">
                  <a:extLst xmlns:a="http://schemas.openxmlformats.org/drawingml/2006/main">
                    <a:ext uri="{FF2B5EF4-FFF2-40B4-BE49-F238E27FC236}">
                      <a16:creationId xmlns:a16="http://schemas.microsoft.com/office/drawing/2014/main" id="{E915B6AF-0B26-4586-BE3F-928C65A9779C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9246394" y="6583204"/>
                  <a:ext cx="47149" cy="54769"/>
                </a:xfrm>
                <a:custGeom xmlns:a="http://schemas.openxmlformats.org/drawingml/2006/main">
                  <a:pathLst>
                    <a:path w="47149" h="54769">
                      <a:moveTo>
                        <a:pt x="0" y="0"/>
                      </a:moveTo>
                      <a:lnTo>
                        <a:pt x="0" y="54769"/>
                      </a:lnTo>
                      <a:lnTo>
                        <a:pt x="47149" y="54769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7858">
                  <a:solidFill>
                    <a:srgbClr val="003496"/>
                  </a:solidFill>
                </a:ln>
              </p:spPr>
            </p:sp>
            <p:sp>
              <p:nvSpPr>
                <p:cNvPr id="372" name="372 path">
                  <a:extLst xmlns:a="http://schemas.openxmlformats.org/drawingml/2006/main">
                    <a:ext uri="{FF2B5EF4-FFF2-40B4-BE49-F238E27FC236}">
                      <a16:creationId xmlns:a16="http://schemas.microsoft.com/office/drawing/2014/main" id="{961C0030-F39F-4545-B8E3-50E16263C813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9183529" y="6670834"/>
                  <a:ext cx="73343" cy="95"/>
                </a:xfrm>
                <a:custGeom xmlns:a="http://schemas.openxmlformats.org/drawingml/2006/main">
                  <a:pathLst>
                    <a:path w="73343" h="95">
                      <a:moveTo>
                        <a:pt x="0" y="0"/>
                      </a:moveTo>
                      <a:lnTo>
                        <a:pt x="73343" y="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7858">
                  <a:solidFill>
                    <a:srgbClr val="003496"/>
                  </a:solidFill>
                </a:ln>
              </p:spPr>
            </p:sp>
            <p:sp>
              <p:nvSpPr>
                <p:cNvPr id="373" name="373 path">
                  <a:extLst xmlns:a="http://schemas.openxmlformats.org/drawingml/2006/main">
                    <a:ext uri="{FF2B5EF4-FFF2-40B4-BE49-F238E27FC236}">
                      <a16:creationId xmlns:a16="http://schemas.microsoft.com/office/drawing/2014/main" id="{FF05B761-2820-4134-87B9-63C72D4C823A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9183529" y="6698218"/>
                  <a:ext cx="73343" cy="95"/>
                </a:xfrm>
                <a:custGeom xmlns:a="http://schemas.openxmlformats.org/drawingml/2006/main">
                  <a:pathLst>
                    <a:path w="73343" h="95">
                      <a:moveTo>
                        <a:pt x="0" y="0"/>
                      </a:moveTo>
                      <a:lnTo>
                        <a:pt x="73343" y="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7858">
                  <a:solidFill>
                    <a:srgbClr val="003496"/>
                  </a:solidFill>
                </a:ln>
              </p:spPr>
            </p:sp>
            <p:sp>
              <p:nvSpPr>
                <p:cNvPr id="374" name="374 path">
                  <a:extLst xmlns:a="http://schemas.openxmlformats.org/drawingml/2006/main">
                    <a:ext uri="{FF2B5EF4-FFF2-40B4-BE49-F238E27FC236}">
                      <a16:creationId xmlns:a16="http://schemas.microsoft.com/office/drawing/2014/main" id="{A1937F8F-5E8A-418A-978D-30F00B424FCD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9183529" y="6725603"/>
                  <a:ext cx="73343" cy="95"/>
                </a:xfrm>
                <a:custGeom xmlns:a="http://schemas.openxmlformats.org/drawingml/2006/main">
                  <a:pathLst>
                    <a:path w="73343" h="95">
                      <a:moveTo>
                        <a:pt x="0" y="0"/>
                      </a:moveTo>
                      <a:lnTo>
                        <a:pt x="73343" y="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7858">
                  <a:solidFill>
                    <a:srgbClr val="003496"/>
                  </a:solidFill>
                </a:ln>
              </p:spPr>
            </p:sp>
            <p:sp>
              <p:nvSpPr>
                <p:cNvPr id="375" name="375 path">
                  <a:extLst xmlns:a="http://schemas.openxmlformats.org/drawingml/2006/main">
                    <a:ext uri="{FF2B5EF4-FFF2-40B4-BE49-F238E27FC236}">
                      <a16:creationId xmlns:a16="http://schemas.microsoft.com/office/drawing/2014/main" id="{50E102BC-0338-4862-89F8-F7AD6D917F9A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9183529" y="6752987"/>
                  <a:ext cx="73343" cy="95"/>
                </a:xfrm>
                <a:custGeom xmlns:a="http://schemas.openxmlformats.org/drawingml/2006/main">
                  <a:pathLst>
                    <a:path w="73343" h="95">
                      <a:moveTo>
                        <a:pt x="0" y="0"/>
                      </a:moveTo>
                      <a:lnTo>
                        <a:pt x="73343" y="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7858">
                  <a:solidFill>
                    <a:srgbClr val="003496"/>
                  </a:solidFill>
                </a:ln>
              </p:spPr>
            </p:sp>
          </p:grpSp>
          <p:sp>
            <p:nvSpPr>
              <p:cNvPr id="376" name="376 Related files">
                <a:extLst xmlns:a="http://schemas.openxmlformats.org/drawingml/2006/main">
                  <a:ext uri="{FF2B5EF4-FFF2-40B4-BE49-F238E27FC236}">
                    <a16:creationId xmlns:a16="http://schemas.microsoft.com/office/drawing/2014/main" id="{E2C4BA5F-C1AC-440E-9EFB-83B973EBD436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496425" y="6581775"/>
                <a:ext cx="1266825" cy="206693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1313" b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3" b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Related files</a:t>
                </a:r>
              </a:p>
            </p:txBody>
          </p:sp>
          <p:sp>
            <p:nvSpPr>
              <p:cNvPr id="377" name="377 rect">
                <a:extLst xmlns:a="http://schemas.openxmlformats.org/drawingml/2006/main">
                  <a:ext uri="{FF2B5EF4-FFF2-40B4-BE49-F238E27FC236}">
                    <a16:creationId xmlns:a16="http://schemas.microsoft.com/office/drawing/2014/main" id="{0EC50BE1-E05B-4F85-9DF4-441A0C1465C5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010650" y="6877050"/>
                <a:ext cx="1800225" cy="352425"/>
              </a:xfrm>
              <a:prstGeom xmlns:a="http://schemas.openxmlformats.org/drawingml/2006/main" prst="roundRect">
                <a:avLst>
                  <a:gd name="adj" fmla="val 18919"/>
                </a:avLst>
              </a:prstGeom>
              <a:solidFill xmlns:a="http://schemas.openxmlformats.org/drawingml/2006/main">
                <a:srgbClr val="F5F8FB"/>
              </a:solidFill>
              <a:ln xmlns:a="http://schemas.openxmlformats.org/drawingml/2006/main" w="6668">
                <a:solidFill>
                  <a:srgbClr val="D4E0ED"/>
                </a:solidFill>
              </a:ln>
            </p:spPr>
          </p:sp>
          <p:grpSp>
            <p:nvGrpSpPr>
              <p:cNvPr id="565" name="icon-clock-377"/>
              <p:cNvGrpSpPr/>
              <p:nvPr/>
            </p:nvGrpSpPr>
            <p:grpSpPr>
              <ns57:xfrm xmlns:ns57="http://schemas.openxmlformats.org/drawingml/2006/main">
                <ns57:off x="9125903" y="6964204"/>
                <ns57:ext cx="188595" cy="197168"/>
                <ns57:chOff x="9125903" y="6964204"/>
                <ns57:chExt cx="188595" cy="197168"/>
              </ns57:xfrm>
            </p:grpSpPr>
            <p:sp>
              <p:nvSpPr>
                <p:cNvPr id="378" name="378 ellipse">
                  <a:extLst xmlns:a="http://schemas.openxmlformats.org/drawingml/2006/main">
                    <a:ext uri="{FF2B5EF4-FFF2-40B4-BE49-F238E27FC236}">
                      <a16:creationId xmlns:a16="http://schemas.microsoft.com/office/drawing/2014/main" id="{2EF4BD8D-90F2-4F2F-B916-D2A0B6504009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9125903" y="6964204"/>
                  <a:ext cx="188595" cy="197168"/>
                </a:xfrm>
                <a:prstGeom xmlns:a="http://schemas.openxmlformats.org/drawingml/2006/main" prst="ellipse">
                  <a:avLst/>
                </a:prstGeom>
                <a:solidFill xmlns:a="http://schemas.openxmlformats.org/drawingml/2006/main">
                  <a:srgbClr val="FFFFFF"/>
                </a:solidFill>
                <a:ln xmlns:a="http://schemas.openxmlformats.org/drawingml/2006/main" w="12573">
                  <a:solidFill>
                    <a:srgbClr val="003496"/>
                  </a:solidFill>
                </a:ln>
              </p:spPr>
            </p:sp>
            <p:sp>
              <p:nvSpPr>
                <p:cNvPr id="379" name="379 path">
                  <a:extLst xmlns:a="http://schemas.openxmlformats.org/drawingml/2006/main">
                    <a:ext uri="{FF2B5EF4-FFF2-40B4-BE49-F238E27FC236}">
                      <a16:creationId xmlns:a16="http://schemas.microsoft.com/office/drawing/2014/main" id="{1D33649C-134C-41F6-8060-76FFF7282E6D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9220200" y="6991588"/>
                  <a:ext cx="47149" cy="98584"/>
                </a:xfrm>
                <a:custGeom xmlns:a="http://schemas.openxmlformats.org/drawingml/2006/main">
                  <a:pathLst>
                    <a:path w="47149" h="98584">
                      <a:moveTo>
                        <a:pt x="0" y="0"/>
                      </a:moveTo>
                      <a:lnTo>
                        <a:pt x="0" y="71199"/>
                      </a:lnTo>
                      <a:lnTo>
                        <a:pt x="47149" y="98584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2049">
                  <a:solidFill>
                    <a:srgbClr val="003496"/>
                  </a:solidFill>
                </a:ln>
              </p:spPr>
            </p:sp>
          </p:grpSp>
          <p:sp>
            <p:nvSpPr>
              <p:cNvPr id="380" name="380 Historical patches">
                <a:extLst xmlns:a="http://schemas.openxmlformats.org/drawingml/2006/main">
                  <a:ext uri="{FF2B5EF4-FFF2-40B4-BE49-F238E27FC236}">
                    <a16:creationId xmlns:a16="http://schemas.microsoft.com/office/drawing/2014/main" id="{C47AAAF4-5E03-4B66-AE62-CCC9EB27406C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496425" y="6962775"/>
                <a:ext cx="1266825" cy="206693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1313" b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3" b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Historical patches</a:t>
                </a:r>
              </a:p>
            </p:txBody>
          </p:sp>
          <p:sp>
            <p:nvSpPr>
              <p:cNvPr id="381" name="381 rect">
                <a:extLst xmlns:a="http://schemas.openxmlformats.org/drawingml/2006/main">
                  <a:ext uri="{FF2B5EF4-FFF2-40B4-BE49-F238E27FC236}">
                    <a16:creationId xmlns:a16="http://schemas.microsoft.com/office/drawing/2014/main" id="{ED5824A6-D8EF-435E-BE25-F2D187F903EB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010650" y="7258050"/>
                <a:ext cx="1800225" cy="352425"/>
              </a:xfrm>
              <a:prstGeom xmlns:a="http://schemas.openxmlformats.org/drawingml/2006/main" prst="roundRect">
                <a:avLst>
                  <a:gd name="adj" fmla="val 18919"/>
                </a:avLst>
              </a:prstGeom>
              <a:solidFill xmlns:a="http://schemas.openxmlformats.org/drawingml/2006/main">
                <a:srgbClr val="F5F8FB"/>
              </a:solidFill>
              <a:ln xmlns:a="http://schemas.openxmlformats.org/drawingml/2006/main" w="6668">
                <a:solidFill>
                  <a:srgbClr val="D4E0ED"/>
                </a:solidFill>
              </a:ln>
            </p:spPr>
          </p:sp>
          <p:grpSp>
            <p:nvGrpSpPr>
              <p:cNvPr id="566" name="icon-database-381"/>
              <p:cNvGrpSpPr/>
              <p:nvPr/>
            </p:nvGrpSpPr>
            <p:grpSpPr>
              <ns58:xfrm xmlns:ns58="http://schemas.openxmlformats.org/drawingml/2006/main">
                <ns58:off x="9141619" y="7345204"/>
                <ns58:ext cx="157163" cy="197167"/>
                <ns58:chOff x="9141619" y="7345204"/>
                <ns58:chExt cx="157163" cy="197167"/>
              </ns58:xfrm>
            </p:grpSpPr>
            <p:sp>
              <p:nvSpPr>
                <p:cNvPr id="382" name="382 rect">
                  <a:extLst xmlns:a="http://schemas.openxmlformats.org/drawingml/2006/main">
                    <a:ext uri="{FF2B5EF4-FFF2-40B4-BE49-F238E27FC236}">
                      <a16:creationId xmlns:a16="http://schemas.microsoft.com/office/drawing/2014/main" id="{A86E0A91-F050-41F5-8A2B-3915FBBA3924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9141619" y="7378065"/>
                  <a:ext cx="157163" cy="142399"/>
                </a:xfrm>
                <a:prstGeom xmlns:a="http://schemas.openxmlformats.org/drawingml/2006/main" prst="rect">
                  <a:avLst/>
                </a:prstGeom>
                <a:gradFill xmlns:a="http://schemas.openxmlformats.org/drawingml/2006/main">
                  <a:gsLst>
                    <a:gs pos="0">
                      <a:srgbClr val="6CC9FF"/>
                    </a:gs>
                    <a:gs pos="100000">
                      <a:srgbClr val="87ACDF"/>
                    </a:gs>
                  </a:gsLst>
                  <a:lin ang="5400000"/>
                </a:gradFill>
                <a:ln xmlns:a="http://schemas.openxmlformats.org/drawingml/2006/main" w="11525">
                  <a:solidFill>
                    <a:srgbClr val="090D28"/>
                  </a:solidFill>
                </a:ln>
              </p:spPr>
            </p:sp>
            <p:sp>
              <p:nvSpPr>
                <p:cNvPr id="383" name="383 ellipse">
                  <a:extLst xmlns:a="http://schemas.openxmlformats.org/drawingml/2006/main">
                    <a:ext uri="{FF2B5EF4-FFF2-40B4-BE49-F238E27FC236}">
                      <a16:creationId xmlns:a16="http://schemas.microsoft.com/office/drawing/2014/main" id="{23CFB293-C163-465C-91F7-832779FE6399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9141619" y="7471172"/>
                  <a:ext cx="157163" cy="71199"/>
                </a:xfrm>
                <a:prstGeom xmlns:a="http://schemas.openxmlformats.org/drawingml/2006/main" prst="ellipse">
                  <a:avLst/>
                </a:prstGeom>
                <a:solidFill xmlns:a="http://schemas.openxmlformats.org/drawingml/2006/main">
                  <a:srgbClr val="94B9E8"/>
                </a:solidFill>
                <a:ln xmlns:a="http://schemas.openxmlformats.org/drawingml/2006/main" w="11525">
                  <a:solidFill>
                    <a:srgbClr val="090D28"/>
                  </a:solidFill>
                </a:ln>
              </p:spPr>
            </p:sp>
            <p:sp>
              <p:nvSpPr>
                <p:cNvPr id="384" name="384 rect">
                  <a:extLst xmlns:a="http://schemas.openxmlformats.org/drawingml/2006/main">
                    <a:ext uri="{FF2B5EF4-FFF2-40B4-BE49-F238E27FC236}">
                      <a16:creationId xmlns:a16="http://schemas.microsoft.com/office/drawing/2014/main" id="{BE18CF32-947E-4BF5-A8D8-CF5D20666807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9146858" y="7427357"/>
                  <a:ext cx="146685" cy="76676"/>
                </a:xfrm>
                <a:prstGeom xmlns:a="http://schemas.openxmlformats.org/drawingml/2006/main" prst="rect">
                  <a:avLst/>
                </a:prstGeom>
                <a:gradFill xmlns:a="http://schemas.openxmlformats.org/drawingml/2006/main">
                  <a:gsLst>
                    <a:gs pos="0">
                      <a:srgbClr val="6CC9FF"/>
                    </a:gs>
                    <a:gs pos="100000">
                      <a:srgbClr val="9DBDE5"/>
                    </a:gs>
                  </a:gsLst>
                  <a:lin ang="5400000"/>
                </a:gradFill>
                <a:ln xmlns:a="http://schemas.openxmlformats.org/drawingml/2006/main" w="0">
                  <a:noFill/>
                </a:ln>
              </p:spPr>
            </p:sp>
            <p:sp>
              <p:nvSpPr>
                <p:cNvPr id="385" name="385 path">
                  <a:extLst xmlns:a="http://schemas.openxmlformats.org/drawingml/2006/main">
                    <a:ext uri="{FF2B5EF4-FFF2-40B4-BE49-F238E27FC236}">
                      <a16:creationId xmlns:a16="http://schemas.microsoft.com/office/drawing/2014/main" id="{721FD448-0D93-43E8-AA48-A19EE02B9A53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9141619" y="7438311"/>
                  <a:ext cx="157163" cy="24646"/>
                </a:xfrm>
                <a:custGeom xmlns:a="http://schemas.openxmlformats.org/drawingml/2006/main">
                  <a:pathLst>
                    <a:path w="157163" h="24646">
                      <a:moveTo>
                        <a:pt x="0" y="0"/>
                      </a:moveTo>
                      <a:lnTo>
                        <a:pt x="3821" y="3177"/>
                      </a:lnTo>
                      <a:lnTo>
                        <a:pt x="7935" y="6134"/>
                      </a:lnTo>
                      <a:lnTo>
                        <a:pt x="12322" y="8873"/>
                      </a:lnTo>
                      <a:lnTo>
                        <a:pt x="16960" y="11392"/>
                      </a:lnTo>
                      <a:lnTo>
                        <a:pt x="21828" y="13692"/>
                      </a:lnTo>
                      <a:lnTo>
                        <a:pt x="26906" y="15773"/>
                      </a:lnTo>
                      <a:lnTo>
                        <a:pt x="32173" y="17636"/>
                      </a:lnTo>
                      <a:lnTo>
                        <a:pt x="37607" y="19279"/>
                      </a:lnTo>
                      <a:lnTo>
                        <a:pt x="43188" y="20703"/>
                      </a:lnTo>
                      <a:lnTo>
                        <a:pt x="48895" y="21908"/>
                      </a:lnTo>
                      <a:lnTo>
                        <a:pt x="54707" y="22893"/>
                      </a:lnTo>
                      <a:lnTo>
                        <a:pt x="60602" y="23660"/>
                      </a:lnTo>
                      <a:lnTo>
                        <a:pt x="66560" y="24208"/>
                      </a:lnTo>
                      <a:lnTo>
                        <a:pt x="72560" y="24536"/>
                      </a:lnTo>
                      <a:lnTo>
                        <a:pt x="78581" y="24646"/>
                      </a:lnTo>
                      <a:lnTo>
                        <a:pt x="84602" y="24536"/>
                      </a:lnTo>
                      <a:lnTo>
                        <a:pt x="90602" y="24208"/>
                      </a:lnTo>
                      <a:lnTo>
                        <a:pt x="96561" y="23660"/>
                      </a:lnTo>
                      <a:lnTo>
                        <a:pt x="102456" y="22893"/>
                      </a:lnTo>
                      <a:lnTo>
                        <a:pt x="108268" y="21908"/>
                      </a:lnTo>
                      <a:lnTo>
                        <a:pt x="113974" y="20703"/>
                      </a:lnTo>
                      <a:lnTo>
                        <a:pt x="119555" y="19279"/>
                      </a:lnTo>
                      <a:lnTo>
                        <a:pt x="124990" y="17636"/>
                      </a:lnTo>
                      <a:lnTo>
                        <a:pt x="130256" y="15773"/>
                      </a:lnTo>
                      <a:lnTo>
                        <a:pt x="135334" y="13692"/>
                      </a:lnTo>
                      <a:lnTo>
                        <a:pt x="140203" y="11392"/>
                      </a:lnTo>
                      <a:lnTo>
                        <a:pt x="144841" y="8873"/>
                      </a:lnTo>
                      <a:lnTo>
                        <a:pt x="149228" y="6134"/>
                      </a:lnTo>
                      <a:lnTo>
                        <a:pt x="153342" y="3177"/>
                      </a:lnTo>
                      <a:lnTo>
                        <a:pt x="157163" y="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0478">
                  <a:solidFill>
                    <a:srgbClr val="090D28"/>
                  </a:solidFill>
                </a:ln>
              </p:spPr>
            </p:sp>
            <p:sp>
              <p:nvSpPr>
                <p:cNvPr id="386" name="386 path">
                  <a:extLst xmlns:a="http://schemas.openxmlformats.org/drawingml/2006/main">
                    <a:ext uri="{FF2B5EF4-FFF2-40B4-BE49-F238E27FC236}">
                      <a16:creationId xmlns:a16="http://schemas.microsoft.com/office/drawing/2014/main" id="{E1B50935-6981-4651-8FC4-6047315BC1FF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9141619" y="7482126"/>
                  <a:ext cx="157163" cy="24646"/>
                </a:xfrm>
                <a:custGeom xmlns:a="http://schemas.openxmlformats.org/drawingml/2006/main">
                  <a:pathLst>
                    <a:path w="157163" h="24646">
                      <a:moveTo>
                        <a:pt x="0" y="0"/>
                      </a:moveTo>
                      <a:lnTo>
                        <a:pt x="3821" y="3177"/>
                      </a:lnTo>
                      <a:lnTo>
                        <a:pt x="7935" y="6134"/>
                      </a:lnTo>
                      <a:lnTo>
                        <a:pt x="12322" y="8873"/>
                      </a:lnTo>
                      <a:lnTo>
                        <a:pt x="16960" y="11392"/>
                      </a:lnTo>
                      <a:lnTo>
                        <a:pt x="21828" y="13692"/>
                      </a:lnTo>
                      <a:lnTo>
                        <a:pt x="26906" y="15773"/>
                      </a:lnTo>
                      <a:lnTo>
                        <a:pt x="32173" y="17636"/>
                      </a:lnTo>
                      <a:lnTo>
                        <a:pt x="37607" y="19279"/>
                      </a:lnTo>
                      <a:lnTo>
                        <a:pt x="43188" y="20703"/>
                      </a:lnTo>
                      <a:lnTo>
                        <a:pt x="48895" y="21908"/>
                      </a:lnTo>
                      <a:lnTo>
                        <a:pt x="54707" y="22893"/>
                      </a:lnTo>
                      <a:lnTo>
                        <a:pt x="60602" y="23660"/>
                      </a:lnTo>
                      <a:lnTo>
                        <a:pt x="66560" y="24208"/>
                      </a:lnTo>
                      <a:lnTo>
                        <a:pt x="72560" y="24536"/>
                      </a:lnTo>
                      <a:lnTo>
                        <a:pt x="78581" y="24646"/>
                      </a:lnTo>
                      <a:lnTo>
                        <a:pt x="84602" y="24536"/>
                      </a:lnTo>
                      <a:lnTo>
                        <a:pt x="90602" y="24208"/>
                      </a:lnTo>
                      <a:lnTo>
                        <a:pt x="96561" y="23660"/>
                      </a:lnTo>
                      <a:lnTo>
                        <a:pt x="102456" y="22893"/>
                      </a:lnTo>
                      <a:lnTo>
                        <a:pt x="108268" y="21908"/>
                      </a:lnTo>
                      <a:lnTo>
                        <a:pt x="113974" y="20703"/>
                      </a:lnTo>
                      <a:lnTo>
                        <a:pt x="119555" y="19279"/>
                      </a:lnTo>
                      <a:lnTo>
                        <a:pt x="124990" y="17636"/>
                      </a:lnTo>
                      <a:lnTo>
                        <a:pt x="130256" y="15773"/>
                      </a:lnTo>
                      <a:lnTo>
                        <a:pt x="135334" y="13692"/>
                      </a:lnTo>
                      <a:lnTo>
                        <a:pt x="140203" y="11392"/>
                      </a:lnTo>
                      <a:lnTo>
                        <a:pt x="144841" y="8873"/>
                      </a:lnTo>
                      <a:lnTo>
                        <a:pt x="149228" y="6134"/>
                      </a:lnTo>
                      <a:lnTo>
                        <a:pt x="153342" y="3177"/>
                      </a:lnTo>
                      <a:lnTo>
                        <a:pt x="157163" y="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0478">
                  <a:solidFill>
                    <a:srgbClr val="090D28"/>
                  </a:solidFill>
                </a:ln>
              </p:spPr>
            </p:sp>
            <p:sp>
              <p:nvSpPr>
                <p:cNvPr id="387" name="387 ellipse">
                  <a:extLst xmlns:a="http://schemas.openxmlformats.org/drawingml/2006/main">
                    <a:ext uri="{FF2B5EF4-FFF2-40B4-BE49-F238E27FC236}">
                      <a16:creationId xmlns:a16="http://schemas.microsoft.com/office/drawing/2014/main" id="{7EAAF5BF-88BD-421C-9FB4-E332F6046184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9141619" y="7345204"/>
                  <a:ext cx="157163" cy="71199"/>
                </a:xfrm>
                <a:prstGeom xmlns:a="http://schemas.openxmlformats.org/drawingml/2006/main" prst="ellipse">
                  <a:avLst/>
                </a:prstGeom>
                <a:solidFill xmlns:a="http://schemas.openxmlformats.org/drawingml/2006/main">
                  <a:srgbClr val="6CC9FF"/>
                </a:solidFill>
                <a:ln xmlns:a="http://schemas.openxmlformats.org/drawingml/2006/main" w="11525">
                  <a:solidFill>
                    <a:srgbClr val="090D28"/>
                  </a:solidFill>
                </a:ln>
              </p:spPr>
            </p:sp>
          </p:grpSp>
          <p:sp>
            <p:nvSpPr>
              <p:cNvPr id="388" name="388 Runtime states">
                <a:extLst xmlns:a="http://schemas.openxmlformats.org/drawingml/2006/main">
                  <a:ext uri="{FF2B5EF4-FFF2-40B4-BE49-F238E27FC236}">
                    <a16:creationId xmlns:a16="http://schemas.microsoft.com/office/drawing/2014/main" id="{AE3B9F2C-8D56-468C-B86F-2FAEA3A884CA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496425" y="7343775"/>
                <a:ext cx="1266825" cy="206693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1313" b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3" b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Runtime states</a:t>
                </a:r>
              </a:p>
            </p:txBody>
          </p:sp>
        </p:grpSp>
        <p:grpSp>
          <p:nvGrpSpPr>
            <p:cNvPr id="567" name="Preserve and update loop"/>
            <p:cNvGrpSpPr/>
            <p:nvPr/>
          </p:nvGrpSpPr>
          <p:grpSpPr>
            <ns60:xfrm xmlns:ns60="http://schemas.openxmlformats.org/drawingml/2006/main">
              <ns60:off x="11064323" y="6326981"/>
              <ns60:ext cx="871350" cy="1288257"/>
              <ns60:chOff x="11064323" y="6326981"/>
              <ns60:chExt cx="871350" cy="1288257"/>
            </ns60:xfrm>
          </p:grpSpPr>
          <p:sp>
            <p:nvSpPr>
              <p:cNvPr id="389" name="389 path">
                <a:extLst xmlns:a="http://schemas.openxmlformats.org/drawingml/2006/main">
                  <a:ext uri="{FF2B5EF4-FFF2-40B4-BE49-F238E27FC236}">
                    <a16:creationId xmlns:a16="http://schemas.microsoft.com/office/drawing/2014/main" id="{8D4F8492-FFBA-4110-A8FE-22C337A17856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1077575" y="6326981"/>
                <a:ext cx="838200" cy="435769"/>
              </a:xfrm>
              <a:custGeom xmlns:a="http://schemas.openxmlformats.org/drawingml/2006/main">
                <a:pathLst>
                  <a:path w="838200" h="435769">
                    <a:moveTo>
                      <a:pt x="0" y="435769"/>
                    </a:moveTo>
                    <a:lnTo>
                      <a:pt x="12983" y="379603"/>
                    </a:lnTo>
                    <a:lnTo>
                      <a:pt x="28933" y="327311"/>
                    </a:lnTo>
                    <a:lnTo>
                      <a:pt x="47644" y="278892"/>
                    </a:lnTo>
                    <a:lnTo>
                      <a:pt x="68907" y="234347"/>
                    </a:lnTo>
                    <a:lnTo>
                      <a:pt x="92516" y="193675"/>
                    </a:lnTo>
                    <a:lnTo>
                      <a:pt x="118262" y="156877"/>
                    </a:lnTo>
                    <a:lnTo>
                      <a:pt x="145939" y="123952"/>
                    </a:lnTo>
                    <a:lnTo>
                      <a:pt x="175339" y="94901"/>
                    </a:lnTo>
                    <a:lnTo>
                      <a:pt x="206254" y="69723"/>
                    </a:lnTo>
                    <a:lnTo>
                      <a:pt x="238478" y="48419"/>
                    </a:lnTo>
                    <a:lnTo>
                      <a:pt x="271802" y="30988"/>
                    </a:lnTo>
                    <a:lnTo>
                      <a:pt x="306019" y="17431"/>
                    </a:lnTo>
                    <a:lnTo>
                      <a:pt x="340922" y="7747"/>
                    </a:lnTo>
                    <a:lnTo>
                      <a:pt x="376304" y="1937"/>
                    </a:lnTo>
                    <a:lnTo>
                      <a:pt x="411956" y="0"/>
                    </a:lnTo>
                    <a:lnTo>
                      <a:pt x="447672" y="1937"/>
                    </a:lnTo>
                    <a:lnTo>
                      <a:pt x="483244" y="7747"/>
                    </a:lnTo>
                    <a:lnTo>
                      <a:pt x="518465" y="17431"/>
                    </a:lnTo>
                    <a:lnTo>
                      <a:pt x="553127" y="30988"/>
                    </a:lnTo>
                    <a:lnTo>
                      <a:pt x="587022" y="48419"/>
                    </a:lnTo>
                    <a:lnTo>
                      <a:pt x="619944" y="69723"/>
                    </a:lnTo>
                    <a:lnTo>
                      <a:pt x="651685" y="94901"/>
                    </a:lnTo>
                    <a:lnTo>
                      <a:pt x="682037" y="123952"/>
                    </a:lnTo>
                    <a:lnTo>
                      <a:pt x="710794" y="156877"/>
                    </a:lnTo>
                    <a:lnTo>
                      <a:pt x="737747" y="193675"/>
                    </a:lnTo>
                    <a:lnTo>
                      <a:pt x="762689" y="234347"/>
                    </a:lnTo>
                    <a:lnTo>
                      <a:pt x="785412" y="278892"/>
                    </a:lnTo>
                    <a:lnTo>
                      <a:pt x="805711" y="327311"/>
                    </a:lnTo>
                    <a:lnTo>
                      <a:pt x="823376" y="379603"/>
                    </a:lnTo>
                    <a:lnTo>
                      <a:pt x="838200" y="435769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1908">
                <a:solidFill>
                  <a:srgbClr val="003496"/>
                </a:solidFill>
              </a:ln>
            </p:spPr>
          </p:sp>
          <p:sp>
            <p:nvSpPr>
              <p:cNvPr id="390" name="390 arrow head">
                <a:extLst xmlns:a="http://schemas.openxmlformats.org/drawingml/2006/main">
                  <a:ext uri="{FF2B5EF4-FFF2-40B4-BE49-F238E27FC236}">
                    <a16:creationId xmlns:a16="http://schemas.microsoft.com/office/drawing/2014/main" id="{BA4BBA07-F0EF-40FE-AE14-08AA13415945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1847261" y="6658986"/>
                <a:ext cx="88412" cy="103764"/>
              </a:xfrm>
              <a:custGeom xmlns:a="http://schemas.openxmlformats.org/drawingml/2006/main">
                <a:pathLst>
                  <a:path w="88412" h="103764">
                    <a:moveTo>
                      <a:pt x="68514" y="103764"/>
                    </a:moveTo>
                    <a:lnTo>
                      <a:pt x="88412" y="0"/>
                    </a:lnTo>
                    <a:lnTo>
                      <a:pt x="0" y="23336"/>
                    </a:lnTo>
                    <a:close/>
                  </a:path>
                </a:pathLst>
              </a:custGeom>
              <a:solidFill xmlns:a="http://schemas.openxmlformats.org/drawingml/2006/main">
                <a:srgbClr val="003496"/>
              </a:solidFill>
              <a:ln xmlns:a="http://schemas.openxmlformats.org/drawingml/2006/main" w="4763">
                <a:solidFill>
                  <a:srgbClr val="003496"/>
                </a:solidFill>
              </a:ln>
            </p:spPr>
          </p:sp>
          <p:sp>
            <p:nvSpPr>
              <p:cNvPr id="391" name="391 path">
                <a:extLst xmlns:a="http://schemas.openxmlformats.org/drawingml/2006/main">
                  <a:ext uri="{FF2B5EF4-FFF2-40B4-BE49-F238E27FC236}">
                    <a16:creationId xmlns:a16="http://schemas.microsoft.com/office/drawing/2014/main" id="{63A945CB-B2A0-4533-BD1C-5011920B3AD8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1077575" y="7210425"/>
                <a:ext cx="847725" cy="404813"/>
              </a:xfrm>
              <a:custGeom xmlns:a="http://schemas.openxmlformats.org/drawingml/2006/main">
                <a:pathLst>
                  <a:path w="847725" h="404813">
                    <a:moveTo>
                      <a:pt x="847725" y="0"/>
                    </a:moveTo>
                    <a:lnTo>
                      <a:pt x="833023" y="50734"/>
                    </a:lnTo>
                    <a:lnTo>
                      <a:pt x="815707" y="98148"/>
                    </a:lnTo>
                    <a:lnTo>
                      <a:pt x="795957" y="142227"/>
                    </a:lnTo>
                    <a:lnTo>
                      <a:pt x="773952" y="182953"/>
                    </a:lnTo>
                    <a:lnTo>
                      <a:pt x="749873" y="220310"/>
                    </a:lnTo>
                    <a:lnTo>
                      <a:pt x="723900" y="254279"/>
                    </a:lnTo>
                    <a:lnTo>
                      <a:pt x="696212" y="284845"/>
                    </a:lnTo>
                    <a:lnTo>
                      <a:pt x="666990" y="311991"/>
                    </a:lnTo>
                    <a:lnTo>
                      <a:pt x="636413" y="335699"/>
                    </a:lnTo>
                    <a:lnTo>
                      <a:pt x="604661" y="355953"/>
                    </a:lnTo>
                    <a:lnTo>
                      <a:pt x="571915" y="372735"/>
                    </a:lnTo>
                    <a:lnTo>
                      <a:pt x="538353" y="386029"/>
                    </a:lnTo>
                    <a:lnTo>
                      <a:pt x="504156" y="395818"/>
                    </a:lnTo>
                    <a:lnTo>
                      <a:pt x="469505" y="402085"/>
                    </a:lnTo>
                    <a:lnTo>
                      <a:pt x="434578" y="404813"/>
                    </a:lnTo>
                    <a:lnTo>
                      <a:pt x="399556" y="403984"/>
                    </a:lnTo>
                    <a:lnTo>
                      <a:pt x="364619" y="399583"/>
                    </a:lnTo>
                    <a:lnTo>
                      <a:pt x="329946" y="391592"/>
                    </a:lnTo>
                    <a:lnTo>
                      <a:pt x="295718" y="379994"/>
                    </a:lnTo>
                    <a:lnTo>
                      <a:pt x="262114" y="364772"/>
                    </a:lnTo>
                    <a:lnTo>
                      <a:pt x="229314" y="345910"/>
                    </a:lnTo>
                    <a:lnTo>
                      <a:pt x="197499" y="323390"/>
                    </a:lnTo>
                    <a:lnTo>
                      <a:pt x="166848" y="297196"/>
                    </a:lnTo>
                    <a:lnTo>
                      <a:pt x="137541" y="267310"/>
                    </a:lnTo>
                    <a:lnTo>
                      <a:pt x="109758" y="233715"/>
                    </a:lnTo>
                    <a:lnTo>
                      <a:pt x="83679" y="196396"/>
                    </a:lnTo>
                    <a:lnTo>
                      <a:pt x="59484" y="155334"/>
                    </a:lnTo>
                    <a:lnTo>
                      <a:pt x="37352" y="110513"/>
                    </a:lnTo>
                    <a:lnTo>
                      <a:pt x="17464" y="61915"/>
                    </a:lnTo>
                    <a:lnTo>
                      <a:pt x="0" y="9525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1908">
                <a:solidFill>
                  <a:srgbClr val="003496"/>
                </a:solidFill>
              </a:ln>
            </p:spPr>
          </p:sp>
          <p:sp>
            <p:nvSpPr>
              <p:cNvPr id="392" name="392 arrow head">
                <a:extLst xmlns:a="http://schemas.openxmlformats.org/drawingml/2006/main">
                  <a:ext uri="{FF2B5EF4-FFF2-40B4-BE49-F238E27FC236}">
                    <a16:creationId xmlns:a16="http://schemas.microsoft.com/office/drawing/2014/main" id="{D61A8411-5A08-4A46-B831-E46864CA1E21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1064323" y="7219950"/>
                <a:ext cx="86747" cy="104820"/>
              </a:xfrm>
              <a:custGeom xmlns:a="http://schemas.openxmlformats.org/drawingml/2006/main">
                <a:pathLst>
                  <a:path w="86747" h="104820">
                    <a:moveTo>
                      <a:pt x="13252" y="0"/>
                    </a:moveTo>
                    <a:lnTo>
                      <a:pt x="0" y="104820"/>
                    </a:lnTo>
                    <a:lnTo>
                      <a:pt x="86747" y="75903"/>
                    </a:lnTo>
                    <a:close/>
                  </a:path>
                </a:pathLst>
              </a:custGeom>
              <a:solidFill xmlns:a="http://schemas.openxmlformats.org/drawingml/2006/main">
                <a:srgbClr val="003496"/>
              </a:solidFill>
              <a:ln xmlns:a="http://schemas.openxmlformats.org/drawingml/2006/main" w="4763">
                <a:solidFill>
                  <a:srgbClr val="003496"/>
                </a:solidFill>
              </a:ln>
            </p:spPr>
          </p:sp>
          <p:sp>
            <p:nvSpPr>
              <p:cNvPr id="393" name="393 ellipse">
                <a:extLst xmlns:a="http://schemas.openxmlformats.org/drawingml/2006/main">
                  <a:ext uri="{FF2B5EF4-FFF2-40B4-BE49-F238E27FC236}">
                    <a16:creationId xmlns:a16="http://schemas.microsoft.com/office/drawing/2014/main" id="{72AD1DEB-930F-4576-A171-FDE1512D3BE6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1106150" y="6496050"/>
                <a:ext cx="114300" cy="114300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74CAFB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394" name="394 Preserve">
                <a:extLst xmlns:a="http://schemas.openxmlformats.org/drawingml/2006/main">
                  <a:ext uri="{FF2B5EF4-FFF2-40B4-BE49-F238E27FC236}">
                    <a16:creationId xmlns:a16="http://schemas.microsoft.com/office/drawing/2014/main" id="{47AFD513-B3E3-4F7F-9B54-09409BF741F1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1115675" y="6648450"/>
                <a:ext cx="781050" cy="194882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238" b="1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238" b="1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Preserve</a:t>
                </a:r>
              </a:p>
            </p:txBody>
          </p:sp>
          <p:sp>
            <p:nvSpPr>
              <p:cNvPr id="395" name="395 and update">
                <a:extLst xmlns:a="http://schemas.openxmlformats.org/drawingml/2006/main">
                  <a:ext uri="{FF2B5EF4-FFF2-40B4-BE49-F238E27FC236}">
                    <a16:creationId xmlns:a16="http://schemas.microsoft.com/office/drawing/2014/main" id="{94192ADA-69E5-42E8-8713-C42FD3B36D4A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1115675" y="6821329"/>
                <a:ext cx="781050" cy="194882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238" b="1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238" b="1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and update</a:t>
                </a:r>
              </a:p>
            </p:txBody>
          </p:sp>
          <p:sp>
            <p:nvSpPr>
              <p:cNvPr id="396" name="396 across">
                <a:extLst xmlns:a="http://schemas.openxmlformats.org/drawingml/2006/main">
                  <a:ext uri="{FF2B5EF4-FFF2-40B4-BE49-F238E27FC236}">
                    <a16:creationId xmlns:a16="http://schemas.microsoft.com/office/drawing/2014/main" id="{F7C7637A-5F23-411F-92A1-80265870C6B5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1115675" y="6994208"/>
                <a:ext cx="781050" cy="194882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238" b="1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238" b="1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across</a:t>
                </a:r>
              </a:p>
            </p:txBody>
          </p:sp>
          <p:sp>
            <p:nvSpPr>
              <p:cNvPr id="397" name="397 iterations">
                <a:extLst xmlns:a="http://schemas.openxmlformats.org/drawingml/2006/main">
                  <a:ext uri="{FF2B5EF4-FFF2-40B4-BE49-F238E27FC236}">
                    <a16:creationId xmlns:a16="http://schemas.microsoft.com/office/drawing/2014/main" id="{946E6895-DE68-47BC-97A8-1D64DF7C3E68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1115675" y="7167086"/>
                <a:ext cx="781050" cy="194882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238" b="1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238" b="1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iterations</a:t>
                </a:r>
              </a:p>
            </p:txBody>
          </p:sp>
        </p:grpSp>
      </p:grpSp>
      <p:grpSp>
        <p:nvGrpSpPr>
          <p:cNvPr id="568" name="Repaired repository"/>
          <p:cNvGrpSpPr/>
          <p:nvPr/>
        </p:nvGrpSpPr>
        <p:grpSpPr>
          <ns75:xfrm xmlns:ns75="http://schemas.openxmlformats.org/drawingml/2006/main">
            <ns75:off x="12544425" y="876300"/>
            <ns75:ext cx="3067050" cy="3028950"/>
            <ns75:chOff x="12544425" y="876300"/>
            <ns75:chExt cx="3067050" cy="3028950"/>
          </ns75:xfrm>
        </p:grpSpPr>
        <p:grpSp>
          <p:nvGrpSpPr>
            <p:cNvPr id="569" name="icon-database-397"/>
            <p:cNvGrpSpPr/>
            <p:nvPr/>
          </p:nvGrpSpPr>
          <p:grpSpPr>
            <ns62:xfrm xmlns:ns62="http://schemas.openxmlformats.org/drawingml/2006/main">
              <ns62:off x="12603956" y="877253"/>
              <ns62:ext cx="300038" cy="360044"/>
              <ns62:chOff x="12603956" y="877253"/>
              <ns62:chExt cx="300038" cy="360044"/>
            </ns62:xfrm>
          </p:grpSpPr>
          <p:sp>
            <p:nvSpPr>
              <p:cNvPr id="398" name="398 rect">
                <a:extLst xmlns:a="http://schemas.openxmlformats.org/drawingml/2006/main">
                  <a:ext uri="{FF2B5EF4-FFF2-40B4-BE49-F238E27FC236}">
                    <a16:creationId xmlns:a16="http://schemas.microsoft.com/office/drawing/2014/main" id="{B639AF54-3D58-46E7-BBD0-A6D48A6F2B27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2603956" y="937260"/>
                <a:ext cx="300038" cy="260033"/>
              </a:xfrm>
              <a:prstGeom xmlns:a="http://schemas.openxmlformats.org/drawingml/2006/main" prst="rect">
                <a:avLst/>
              </a:prstGeom>
              <a:gradFill xmlns:a="http://schemas.openxmlformats.org/drawingml/2006/main">
                <a:gsLst>
                  <a:gs pos="0">
                    <a:srgbClr val="64C1FA"/>
                  </a:gs>
                  <a:gs pos="100000">
                    <a:srgbClr val="87ACDF"/>
                  </a:gs>
                </a:gsLst>
                <a:lin ang="5400000"/>
              </a:gradFill>
              <a:ln xmlns:a="http://schemas.openxmlformats.org/drawingml/2006/main" w="22003">
                <a:solidFill>
                  <a:srgbClr val="090D28"/>
                </a:solidFill>
              </a:ln>
            </p:spPr>
          </p:sp>
          <p:sp>
            <p:nvSpPr>
              <p:cNvPr id="399" name="399 ellipse">
                <a:extLst xmlns:a="http://schemas.openxmlformats.org/drawingml/2006/main">
                  <a:ext uri="{FF2B5EF4-FFF2-40B4-BE49-F238E27FC236}">
                    <a16:creationId xmlns:a16="http://schemas.microsoft.com/office/drawing/2014/main" id="{63CD6558-3460-42D1-9235-B4C8AA62F831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2603956" y="1107281"/>
                <a:ext cx="300038" cy="130016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94B9E8"/>
              </a:solidFill>
              <a:ln xmlns:a="http://schemas.openxmlformats.org/drawingml/2006/main" w="22003">
                <a:solidFill>
                  <a:srgbClr val="090D28"/>
                </a:solidFill>
              </a:ln>
            </p:spPr>
          </p:sp>
          <p:sp>
            <p:nvSpPr>
              <p:cNvPr id="400" name="400 rect">
                <a:extLst xmlns:a="http://schemas.openxmlformats.org/drawingml/2006/main">
                  <a:ext uri="{FF2B5EF4-FFF2-40B4-BE49-F238E27FC236}">
                    <a16:creationId xmlns:a16="http://schemas.microsoft.com/office/drawing/2014/main" id="{12C6A711-DD82-4D76-AAF5-326A28853A5B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2613958" y="1027271"/>
                <a:ext cx="280035" cy="140018"/>
              </a:xfrm>
              <a:prstGeom xmlns:a="http://schemas.openxmlformats.org/drawingml/2006/main" prst="rect">
                <a:avLst/>
              </a:prstGeom>
              <a:gradFill xmlns:a="http://schemas.openxmlformats.org/drawingml/2006/main">
                <a:gsLst>
                  <a:gs pos="0">
                    <a:srgbClr val="64C1FA"/>
                  </a:gs>
                  <a:gs pos="100000">
                    <a:srgbClr val="9DBDE5"/>
                  </a:gs>
                </a:gsLst>
                <a:lin ang="5400000"/>
              </a:gradFill>
              <a:ln xmlns:a="http://schemas.openxmlformats.org/drawingml/2006/main" w="0">
                <a:noFill/>
              </a:ln>
            </p:spPr>
          </p:sp>
          <p:sp>
            <p:nvSpPr>
              <p:cNvPr id="401" name="401 path">
                <a:extLst xmlns:a="http://schemas.openxmlformats.org/drawingml/2006/main">
                  <a:ext uri="{FF2B5EF4-FFF2-40B4-BE49-F238E27FC236}">
                    <a16:creationId xmlns:a16="http://schemas.microsoft.com/office/drawing/2014/main" id="{00BD5096-037C-4727-86AE-EB2A95AA90DC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2603956" y="1047274"/>
                <a:ext cx="300038" cy="45006"/>
              </a:xfrm>
              <a:custGeom xmlns:a="http://schemas.openxmlformats.org/drawingml/2006/main">
                <a:pathLst>
                  <a:path w="300038" h="45006">
                    <a:moveTo>
                      <a:pt x="0" y="0"/>
                    </a:moveTo>
                    <a:lnTo>
                      <a:pt x="7294" y="5801"/>
                    </a:lnTo>
                    <a:lnTo>
                      <a:pt x="15149" y="11201"/>
                    </a:lnTo>
                    <a:lnTo>
                      <a:pt x="23523" y="16202"/>
                    </a:lnTo>
                    <a:lnTo>
                      <a:pt x="32377" y="20803"/>
                    </a:lnTo>
                    <a:lnTo>
                      <a:pt x="41672" y="25003"/>
                    </a:lnTo>
                    <a:lnTo>
                      <a:pt x="51366" y="28804"/>
                    </a:lnTo>
                    <a:lnTo>
                      <a:pt x="61421" y="32204"/>
                    </a:lnTo>
                    <a:lnTo>
                      <a:pt x="71796" y="35204"/>
                    </a:lnTo>
                    <a:lnTo>
                      <a:pt x="82450" y="37805"/>
                    </a:lnTo>
                    <a:lnTo>
                      <a:pt x="93345" y="40005"/>
                    </a:lnTo>
                    <a:lnTo>
                      <a:pt x="104440" y="41805"/>
                    </a:lnTo>
                    <a:lnTo>
                      <a:pt x="115694" y="43205"/>
                    </a:lnTo>
                    <a:lnTo>
                      <a:pt x="127069" y="44206"/>
                    </a:lnTo>
                    <a:lnTo>
                      <a:pt x="138524" y="44806"/>
                    </a:lnTo>
                    <a:lnTo>
                      <a:pt x="150019" y="45006"/>
                    </a:lnTo>
                    <a:lnTo>
                      <a:pt x="161514" y="44806"/>
                    </a:lnTo>
                    <a:lnTo>
                      <a:pt x="172968" y="44206"/>
                    </a:lnTo>
                    <a:lnTo>
                      <a:pt x="184343" y="43205"/>
                    </a:lnTo>
                    <a:lnTo>
                      <a:pt x="195598" y="41805"/>
                    </a:lnTo>
                    <a:lnTo>
                      <a:pt x="206693" y="40005"/>
                    </a:lnTo>
                    <a:lnTo>
                      <a:pt x="217587" y="37805"/>
                    </a:lnTo>
                    <a:lnTo>
                      <a:pt x="228242" y="35204"/>
                    </a:lnTo>
                    <a:lnTo>
                      <a:pt x="238616" y="32204"/>
                    </a:lnTo>
                    <a:lnTo>
                      <a:pt x="248671" y="28804"/>
                    </a:lnTo>
                    <a:lnTo>
                      <a:pt x="258366" y="25003"/>
                    </a:lnTo>
                    <a:lnTo>
                      <a:pt x="267660" y="20803"/>
                    </a:lnTo>
                    <a:lnTo>
                      <a:pt x="276515" y="16202"/>
                    </a:lnTo>
                    <a:lnTo>
                      <a:pt x="284889" y="11201"/>
                    </a:lnTo>
                    <a:lnTo>
                      <a:pt x="292743" y="5801"/>
                    </a:lnTo>
                    <a:lnTo>
                      <a:pt x="300038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003">
                <a:solidFill>
                  <a:srgbClr val="090D28"/>
                </a:solidFill>
              </a:ln>
            </p:spPr>
          </p:sp>
          <p:sp>
            <p:nvSpPr>
              <p:cNvPr id="402" name="402 path">
                <a:extLst xmlns:a="http://schemas.openxmlformats.org/drawingml/2006/main">
                  <a:ext uri="{FF2B5EF4-FFF2-40B4-BE49-F238E27FC236}">
                    <a16:creationId xmlns:a16="http://schemas.microsoft.com/office/drawing/2014/main" id="{FA5382B0-0F64-4888-9EDD-52C7A0DAFE22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2603956" y="1127284"/>
                <a:ext cx="300038" cy="45006"/>
              </a:xfrm>
              <a:custGeom xmlns:a="http://schemas.openxmlformats.org/drawingml/2006/main">
                <a:pathLst>
                  <a:path w="300038" h="45006">
                    <a:moveTo>
                      <a:pt x="0" y="0"/>
                    </a:moveTo>
                    <a:lnTo>
                      <a:pt x="7294" y="5801"/>
                    </a:lnTo>
                    <a:lnTo>
                      <a:pt x="15149" y="11201"/>
                    </a:lnTo>
                    <a:lnTo>
                      <a:pt x="23523" y="16202"/>
                    </a:lnTo>
                    <a:lnTo>
                      <a:pt x="32377" y="20803"/>
                    </a:lnTo>
                    <a:lnTo>
                      <a:pt x="41672" y="25003"/>
                    </a:lnTo>
                    <a:lnTo>
                      <a:pt x="51366" y="28804"/>
                    </a:lnTo>
                    <a:lnTo>
                      <a:pt x="61421" y="32204"/>
                    </a:lnTo>
                    <a:lnTo>
                      <a:pt x="71796" y="35204"/>
                    </a:lnTo>
                    <a:lnTo>
                      <a:pt x="82450" y="37805"/>
                    </a:lnTo>
                    <a:lnTo>
                      <a:pt x="93345" y="40005"/>
                    </a:lnTo>
                    <a:lnTo>
                      <a:pt x="104440" y="41805"/>
                    </a:lnTo>
                    <a:lnTo>
                      <a:pt x="115694" y="43205"/>
                    </a:lnTo>
                    <a:lnTo>
                      <a:pt x="127069" y="44206"/>
                    </a:lnTo>
                    <a:lnTo>
                      <a:pt x="138524" y="44806"/>
                    </a:lnTo>
                    <a:lnTo>
                      <a:pt x="150019" y="45006"/>
                    </a:lnTo>
                    <a:lnTo>
                      <a:pt x="161514" y="44806"/>
                    </a:lnTo>
                    <a:lnTo>
                      <a:pt x="172968" y="44206"/>
                    </a:lnTo>
                    <a:lnTo>
                      <a:pt x="184343" y="43205"/>
                    </a:lnTo>
                    <a:lnTo>
                      <a:pt x="195598" y="41805"/>
                    </a:lnTo>
                    <a:lnTo>
                      <a:pt x="206693" y="40005"/>
                    </a:lnTo>
                    <a:lnTo>
                      <a:pt x="217587" y="37805"/>
                    </a:lnTo>
                    <a:lnTo>
                      <a:pt x="228242" y="35204"/>
                    </a:lnTo>
                    <a:lnTo>
                      <a:pt x="238616" y="32204"/>
                    </a:lnTo>
                    <a:lnTo>
                      <a:pt x="248671" y="28804"/>
                    </a:lnTo>
                    <a:lnTo>
                      <a:pt x="258366" y="25003"/>
                    </a:lnTo>
                    <a:lnTo>
                      <a:pt x="267660" y="20803"/>
                    </a:lnTo>
                    <a:lnTo>
                      <a:pt x="276515" y="16202"/>
                    </a:lnTo>
                    <a:lnTo>
                      <a:pt x="284889" y="11201"/>
                    </a:lnTo>
                    <a:lnTo>
                      <a:pt x="292743" y="5801"/>
                    </a:lnTo>
                    <a:lnTo>
                      <a:pt x="300038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003">
                <a:solidFill>
                  <a:srgbClr val="090D28"/>
                </a:solidFill>
              </a:ln>
            </p:spPr>
          </p:sp>
          <p:sp>
            <p:nvSpPr>
              <p:cNvPr id="403" name="403 ellipse">
                <a:extLst xmlns:a="http://schemas.openxmlformats.org/drawingml/2006/main">
                  <a:ext uri="{FF2B5EF4-FFF2-40B4-BE49-F238E27FC236}">
                    <a16:creationId xmlns:a16="http://schemas.microsoft.com/office/drawing/2014/main" id="{1C874B6B-C092-43DF-861C-3CD9C6534480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2603956" y="877253"/>
                <a:ext cx="300038" cy="130016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64C1FA"/>
              </a:solidFill>
              <a:ln xmlns:a="http://schemas.openxmlformats.org/drawingml/2006/main" w="22003">
                <a:solidFill>
                  <a:srgbClr val="090D28"/>
                </a:solidFill>
              </a:ln>
            </p:spPr>
          </p:sp>
        </p:grpSp>
        <p:grpSp>
          <p:nvGrpSpPr>
            <p:cNvPr id="570" name="icon-check-403"/>
            <p:cNvGrpSpPr/>
            <p:nvPr/>
          </p:nvGrpSpPr>
          <p:grpSpPr>
            <ns63:xfrm xmlns:ns63="http://schemas.openxmlformats.org/drawingml/2006/main">
              <ns63:off x="12798266" y="1044416"/>
              <ns63:ext cx="235268" cy="235268"/>
              <ns63:chOff x="12798266" y="1044416"/>
              <ns63:chExt cx="235268" cy="235268"/>
            </ns63:xfrm>
          </p:grpSpPr>
          <p:sp>
            <p:nvSpPr>
              <p:cNvPr id="404" name="404 ellipse">
                <a:extLst xmlns:a="http://schemas.openxmlformats.org/drawingml/2006/main">
                  <a:ext uri="{FF2B5EF4-FFF2-40B4-BE49-F238E27FC236}">
                    <a16:creationId xmlns:a16="http://schemas.microsoft.com/office/drawing/2014/main" id="{B9FF6BF5-E3F9-4D24-8E2F-D2D1B435EDF0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2798266" y="1044416"/>
                <a:ext cx="235268" cy="235268"/>
              </a:xfrm>
              <a:prstGeom xmlns:a="http://schemas.openxmlformats.org/drawingml/2006/main" prst="ellipse">
                <a:avLst/>
              </a:prstGeom>
              <a:gradFill xmlns:a="http://schemas.openxmlformats.org/drawingml/2006/main">
                <a:gsLst>
                  <a:gs pos="0">
                    <a:srgbClr val="27B35B"/>
                  </a:gs>
                  <a:gs pos="100000">
                    <a:srgbClr val="0C974A"/>
                  </a:gs>
                </a:gsLst>
                <a:lin ang="5400000"/>
              </a:gradFill>
              <a:ln xmlns:a="http://schemas.openxmlformats.org/drawingml/2006/main" w="3715">
                <a:solidFill>
                  <a:srgbClr val="198D48"/>
                </a:solidFill>
              </a:ln>
            </p:spPr>
          </p:sp>
          <p:sp>
            <p:nvSpPr>
              <p:cNvPr id="405" name="405 path">
                <a:extLst xmlns:a="http://schemas.openxmlformats.org/drawingml/2006/main">
                  <a:ext uri="{FF2B5EF4-FFF2-40B4-BE49-F238E27FC236}">
                    <a16:creationId xmlns:a16="http://schemas.microsoft.com/office/drawing/2014/main" id="{DF2C66C9-5906-4AA5-A10F-C2E559510422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2853988" y="1112520"/>
                <a:ext cx="117634" cy="92869"/>
              </a:xfrm>
              <a:custGeom xmlns:a="http://schemas.openxmlformats.org/drawingml/2006/main">
                <a:pathLst>
                  <a:path w="117634" h="92869">
                    <a:moveTo>
                      <a:pt x="0" y="49530"/>
                    </a:moveTo>
                    <a:lnTo>
                      <a:pt x="43339" y="92869"/>
                    </a:lnTo>
                    <a:lnTo>
                      <a:pt x="117634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4765">
                <a:solidFill>
                  <a:srgbClr val="FFFFFF"/>
                </a:solidFill>
              </a:ln>
            </p:spPr>
          </p:sp>
        </p:grpSp>
        <p:sp>
          <p:nvSpPr>
            <p:cNvPr id="406" name="406 Repaired Repository">
              <a:extLst xmlns:a="http://schemas.openxmlformats.org/drawingml/2006/main">
                <a:ext uri="{FF2B5EF4-FFF2-40B4-BE49-F238E27FC236}">
                  <a16:creationId xmlns:a16="http://schemas.microsoft.com/office/drawing/2014/main" id="{93953516-F6FC-45C9-A915-F2132B2F1C0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173075" y="876300"/>
              <a:ext cx="2381250" cy="31889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2025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025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Repaired Repository</a:t>
              </a:r>
            </a:p>
          </p:txBody>
        </p:sp>
        <p:sp>
          <p:nvSpPr>
            <p:cNvPr id="407" name="407 rect">
              <a:extLst xmlns:a="http://schemas.openxmlformats.org/drawingml/2006/main">
                <a:ext uri="{FF2B5EF4-FFF2-40B4-BE49-F238E27FC236}">
                  <a16:creationId xmlns:a16="http://schemas.microsoft.com/office/drawing/2014/main" id="{01250A17-7294-4E7F-BE19-FF412BD41D4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544425" y="1352550"/>
              <a:ext cx="3067050" cy="2552700"/>
            </a:xfrm>
            <a:prstGeom xmlns:a="http://schemas.openxmlformats.org/drawingml/2006/main" prst="roundRect">
              <a:avLst>
                <a:gd name="adj" fmla="val 4104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0478">
              <a:solidFill>
                <a:srgbClr val="6C88A0"/>
              </a:solidFill>
            </a:ln>
          </p:spPr>
        </p:sp>
        <p:grpSp>
          <p:nvGrpSpPr>
            <p:cNvPr id="571" name="icon-folder-407"/>
            <p:cNvGrpSpPr/>
            <p:nvPr/>
          </p:nvGrpSpPr>
          <p:grpSpPr>
            <ns64:xfrm xmlns:ns64="http://schemas.openxmlformats.org/drawingml/2006/main">
              <ns64:off x="12694206" y="1521619"/>
              <ns64:ext cx="186214" cy="136922"/>
              <ns64:chOff x="12694206" y="1521619"/>
              <ns64:chExt cx="186214" cy="136922"/>
            </ns64:xfrm>
          </p:grpSpPr>
          <p:sp>
            <p:nvSpPr>
              <p:cNvPr id="408" name="408 path">
                <a:extLst xmlns:a="http://schemas.openxmlformats.org/drawingml/2006/main">
                  <a:ext uri="{FF2B5EF4-FFF2-40B4-BE49-F238E27FC236}">
                    <a16:creationId xmlns:a16="http://schemas.microsoft.com/office/drawing/2014/main" id="{8606FFF3-445B-4233-810E-8602CFF84A61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2694206" y="1521619"/>
                <a:ext cx="186214" cy="136922"/>
              </a:xfrm>
              <a:custGeom xmlns:a="http://schemas.openxmlformats.org/drawingml/2006/main">
                <a:pathLst>
                  <a:path w="186214" h="136922">
                    <a:moveTo>
                      <a:pt x="0" y="0"/>
                    </a:moveTo>
                    <a:lnTo>
                      <a:pt x="65723" y="0"/>
                    </a:lnTo>
                    <a:lnTo>
                      <a:pt x="82153" y="21908"/>
                    </a:lnTo>
                    <a:lnTo>
                      <a:pt x="186214" y="21908"/>
                    </a:lnTo>
                    <a:lnTo>
                      <a:pt x="186214" y="136922"/>
                    </a:lnTo>
                    <a:lnTo>
                      <a:pt x="0" y="136922"/>
                    </a:lnTo>
                    <a:close/>
                  </a:path>
                </a:pathLst>
              </a:custGeom>
              <a:solidFill xmlns:a="http://schemas.openxmlformats.org/drawingml/2006/main">
                <a:srgbClr val="D2ECFF"/>
              </a:solidFill>
              <a:ln xmlns:a="http://schemas.openxmlformats.org/drawingml/2006/main" w="10954">
                <a:solidFill>
                  <a:srgbClr val="003496"/>
                </a:solidFill>
              </a:ln>
            </p:spPr>
          </p:sp>
          <p:sp>
            <p:nvSpPr>
              <p:cNvPr id="409" name="409 path">
                <a:extLst xmlns:a="http://schemas.openxmlformats.org/drawingml/2006/main">
                  <a:ext uri="{FF2B5EF4-FFF2-40B4-BE49-F238E27FC236}">
                    <a16:creationId xmlns:a16="http://schemas.microsoft.com/office/drawing/2014/main" id="{D7ADAFB4-1F62-40B1-A87D-9D4FF06D7277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2699683" y="1559957"/>
                <a:ext cx="175260" cy="98584"/>
              </a:xfrm>
              <a:custGeom xmlns:a="http://schemas.openxmlformats.org/drawingml/2006/main">
                <a:pathLst>
                  <a:path w="175260" h="98584">
                    <a:moveTo>
                      <a:pt x="0" y="0"/>
                    </a:moveTo>
                    <a:lnTo>
                      <a:pt x="175260" y="0"/>
                    </a:lnTo>
                    <a:lnTo>
                      <a:pt x="175260" y="98584"/>
                    </a:lnTo>
                    <a:lnTo>
                      <a:pt x="0" y="98584"/>
                    </a:lnTo>
                    <a:close/>
                  </a:path>
                </a:pathLst>
              </a:custGeom>
              <a:solidFill xmlns:a="http://schemas.openxmlformats.org/drawingml/2006/main">
                <a:srgbClr val="F7FCFF"/>
              </a:solidFill>
              <a:ln xmlns:a="http://schemas.openxmlformats.org/drawingml/2006/main" w="7120">
                <a:solidFill>
                  <a:srgbClr val="003496"/>
                </a:solidFill>
              </a:ln>
            </p:spPr>
          </p:sp>
        </p:grpSp>
        <p:sp>
          <p:nvSpPr>
            <p:cNvPr id="410" name="410 migrated_project/">
              <a:extLst xmlns:a="http://schemas.openxmlformats.org/drawingml/2006/main">
                <a:ext uri="{FF2B5EF4-FFF2-40B4-BE49-F238E27FC236}">
                  <a16:creationId xmlns:a16="http://schemas.microsoft.com/office/drawing/2014/main" id="{4B34CFA2-5A40-424F-AE91-34DA9CF05A5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001625" y="1447800"/>
              <a:ext cx="1952625" cy="24803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7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migrated_project/</a:t>
              </a:r>
            </a:p>
          </p:txBody>
        </p:sp>
        <p:sp>
          <p:nvSpPr>
            <p:cNvPr id="411" name="411 path">
              <a:extLst xmlns:a="http://schemas.openxmlformats.org/drawingml/2006/main">
                <a:ext uri="{FF2B5EF4-FFF2-40B4-BE49-F238E27FC236}">
                  <a16:creationId xmlns:a16="http://schemas.microsoft.com/office/drawing/2014/main" id="{156AD977-E2CB-43AE-84F7-1180EC7C705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763500" y="1704975"/>
              <a:ext cx="95" cy="1838325"/>
            </a:xfrm>
            <a:custGeom xmlns:a="http://schemas.openxmlformats.org/drawingml/2006/main">
              <a:pathLst>
                <a:path w="95" h="1838325">
                  <a:moveTo>
                    <a:pt x="0" y="0"/>
                  </a:moveTo>
                  <a:lnTo>
                    <a:pt x="0" y="1838325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656F7B"/>
              </a:solidFill>
            </a:ln>
          </p:spPr>
        </p:sp>
        <p:sp>
          <p:nvSpPr>
            <p:cNvPr id="412" name="412 path">
              <a:extLst xmlns:a="http://schemas.openxmlformats.org/drawingml/2006/main">
                <a:ext uri="{FF2B5EF4-FFF2-40B4-BE49-F238E27FC236}">
                  <a16:creationId xmlns:a16="http://schemas.microsoft.com/office/drawing/2014/main" id="{4AEE2687-24E7-4791-B18F-BE6674BDFDC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763500" y="1914525"/>
              <a:ext cx="123825" cy="95"/>
            </a:xfrm>
            <a:custGeom xmlns:a="http://schemas.openxmlformats.org/drawingml/2006/main">
              <a:pathLst>
                <a:path w="123825" h="95">
                  <a:moveTo>
                    <a:pt x="0" y="0"/>
                  </a:moveTo>
                  <a:lnTo>
                    <a:pt x="12382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656F7B"/>
              </a:solidFill>
            </a:ln>
          </p:spPr>
        </p:sp>
        <p:grpSp>
          <p:nvGrpSpPr>
            <p:cNvPr id="572" name="icon-python-412"/>
            <p:cNvGrpSpPr/>
            <p:nvPr/>
          </p:nvGrpSpPr>
          <p:grpSpPr>
            <ns65:xfrm xmlns:ns65="http://schemas.openxmlformats.org/drawingml/2006/main">
              <ns65:off x="12984480" y="1809988"/>
              <ns65:ext cx="200025" cy="218599"/>
              <ns65:chOff x="12984480" y="1809988"/>
              <ns65:chExt cx="200025" cy="218599"/>
            </ns65:xfrm>
          </p:grpSpPr>
          <p:sp>
            <p:nvSpPr>
              <p:cNvPr id="413" name="413 path">
                <a:extLst xmlns:a="http://schemas.openxmlformats.org/drawingml/2006/main">
                  <a:ext uri="{FF2B5EF4-FFF2-40B4-BE49-F238E27FC236}">
                    <a16:creationId xmlns:a16="http://schemas.microsoft.com/office/drawing/2014/main" id="{846E9BAC-5889-49AB-9DA1-239A02B3FF73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2984480" y="1829276"/>
                <a:ext cx="114300" cy="173593"/>
              </a:xfrm>
              <a:custGeom xmlns:a="http://schemas.openxmlformats.org/drawingml/2006/main">
                <a:pathLst>
                  <a:path w="114300" h="173593">
                    <a:moveTo>
                      <a:pt x="17145" y="0"/>
                    </a:moveTo>
                    <a:lnTo>
                      <a:pt x="114300" y="0"/>
                    </a:lnTo>
                    <a:lnTo>
                      <a:pt x="114300" y="109299"/>
                    </a:lnTo>
                    <a:lnTo>
                      <a:pt x="62865" y="109299"/>
                    </a:lnTo>
                    <a:lnTo>
                      <a:pt x="62865" y="173593"/>
                    </a:lnTo>
                    <a:lnTo>
                      <a:pt x="0" y="173593"/>
                    </a:lnTo>
                    <a:lnTo>
                      <a:pt x="0" y="57864"/>
                    </a:lnTo>
                    <a:lnTo>
                      <a:pt x="17145" y="57864"/>
                    </a:lnTo>
                    <a:close/>
                  </a:path>
                </a:pathLst>
              </a:custGeom>
              <a:solidFill xmlns:a="http://schemas.openxmlformats.org/drawingml/2006/main">
                <a:srgbClr val="4AAAE6"/>
              </a:solidFill>
              <a:ln xmlns:a="http://schemas.openxmlformats.org/drawingml/2006/main" w="10287">
                <a:solidFill>
                  <a:srgbClr val="003496"/>
                </a:solidFill>
              </a:ln>
            </p:spPr>
          </p:sp>
          <p:sp>
            <p:nvSpPr>
              <p:cNvPr id="414" name="414 path">
                <a:extLst xmlns:a="http://schemas.openxmlformats.org/drawingml/2006/main">
                  <a:ext uri="{FF2B5EF4-FFF2-40B4-BE49-F238E27FC236}">
                    <a16:creationId xmlns:a16="http://schemas.microsoft.com/office/drawing/2014/main" id="{DF48D13A-5C26-4ECF-A9DB-57687C848A83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3058775" y="1809988"/>
                <a:ext cx="125730" cy="218599"/>
              </a:xfrm>
              <a:custGeom xmlns:a="http://schemas.openxmlformats.org/drawingml/2006/main">
                <a:pathLst>
                  <a:path w="125730" h="218599">
                    <a:moveTo>
                      <a:pt x="22860" y="64294"/>
                    </a:moveTo>
                    <a:lnTo>
                      <a:pt x="85725" y="64294"/>
                    </a:lnTo>
                    <a:lnTo>
                      <a:pt x="85725" y="0"/>
                    </a:lnTo>
                    <a:lnTo>
                      <a:pt x="125730" y="0"/>
                    </a:lnTo>
                    <a:lnTo>
                      <a:pt x="125730" y="141446"/>
                    </a:lnTo>
                    <a:lnTo>
                      <a:pt x="85725" y="141446"/>
                    </a:lnTo>
                    <a:lnTo>
                      <a:pt x="85725" y="218599"/>
                    </a:lnTo>
                    <a:lnTo>
                      <a:pt x="0" y="218599"/>
                    </a:lnTo>
                    <a:lnTo>
                      <a:pt x="0" y="122158"/>
                    </a:lnTo>
                    <a:lnTo>
                      <a:pt x="22860" y="122158"/>
                    </a:lnTo>
                    <a:close/>
                  </a:path>
                </a:pathLst>
              </a:custGeom>
              <a:solidFill xmlns:a="http://schemas.openxmlformats.org/drawingml/2006/main">
                <a:srgbClr val="FFD936"/>
              </a:solidFill>
              <a:ln xmlns:a="http://schemas.openxmlformats.org/drawingml/2006/main" w="9144">
                <a:solidFill>
                  <a:srgbClr val="003496"/>
                </a:solidFill>
              </a:ln>
            </p:spPr>
          </p:sp>
          <p:sp>
            <p:nvSpPr>
              <p:cNvPr id="415" name="415 ellipse">
                <a:extLst xmlns:a="http://schemas.openxmlformats.org/drawingml/2006/main">
                  <a:ext uri="{FF2B5EF4-FFF2-40B4-BE49-F238E27FC236}">
                    <a16:creationId xmlns:a16="http://schemas.microsoft.com/office/drawing/2014/main" id="{4D98A301-9AF2-4C9F-86B1-1B6A6B5A9D51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3024485" y="1854994"/>
                <a:ext cx="11430" cy="12859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416" name="416 ellipse">
                <a:extLst xmlns:a="http://schemas.openxmlformats.org/drawingml/2006/main">
                  <a:ext uri="{FF2B5EF4-FFF2-40B4-BE49-F238E27FC236}">
                    <a16:creationId xmlns:a16="http://schemas.microsoft.com/office/drawing/2014/main" id="{CD93376B-D6EB-4243-81C4-701219A1AD3B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3133070" y="1970723"/>
                <a:ext cx="11430" cy="12859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0">
                <a:noFill/>
              </a:ln>
            </p:spPr>
          </p:sp>
        </p:grpSp>
        <p:sp>
          <p:nvSpPr>
            <p:cNvPr id="417" name="417 train.py">
              <a:extLst xmlns:a="http://schemas.openxmlformats.org/drawingml/2006/main">
                <a:ext uri="{FF2B5EF4-FFF2-40B4-BE49-F238E27FC236}">
                  <a16:creationId xmlns:a16="http://schemas.microsoft.com/office/drawing/2014/main" id="{BEB2AD21-E9D8-46C7-BD75-4466A876F99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363575" y="1781175"/>
              <a:ext cx="1571625" cy="23622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train.py</a:t>
              </a:r>
            </a:p>
          </p:txBody>
        </p:sp>
        <p:grpSp>
          <p:nvGrpSpPr>
            <p:cNvPr id="573" name="icon-check-417"/>
            <p:cNvGrpSpPr/>
            <p:nvPr/>
          </p:nvGrpSpPr>
          <p:grpSpPr>
            <ns66:xfrm xmlns:ns66="http://schemas.openxmlformats.org/drawingml/2006/main">
              <ns66:off x="14597777" y="1824752"/>
              <ns66:ext cx="208121" cy="208121"/>
              <ns66:chOff x="14597777" y="1824752"/>
              <ns66:chExt cx="208121" cy="208121"/>
            </ns66:xfrm>
          </p:grpSpPr>
          <p:sp>
            <p:nvSpPr>
              <p:cNvPr id="418" name="418 ellipse">
                <a:extLst xmlns:a="http://schemas.openxmlformats.org/drawingml/2006/main">
                  <a:ext uri="{FF2B5EF4-FFF2-40B4-BE49-F238E27FC236}">
                    <a16:creationId xmlns:a16="http://schemas.microsoft.com/office/drawing/2014/main" id="{E435B6D0-2D4F-4DF9-A5CB-A82B909AFC6C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4597777" y="1824752"/>
                <a:ext cx="208121" cy="208121"/>
              </a:xfrm>
              <a:prstGeom xmlns:a="http://schemas.openxmlformats.org/drawingml/2006/main" prst="ellipse">
                <a:avLst/>
              </a:prstGeom>
              <a:gradFill xmlns:a="http://schemas.openxmlformats.org/drawingml/2006/main">
                <a:gsLst>
                  <a:gs pos="0">
                    <a:srgbClr val="27B35B"/>
                  </a:gs>
                  <a:gs pos="100000">
                    <a:srgbClr val="0C974A"/>
                  </a:gs>
                </a:gsLst>
                <a:lin ang="5400000"/>
              </a:gradFill>
              <a:ln xmlns:a="http://schemas.openxmlformats.org/drawingml/2006/main" w="3286">
                <a:solidFill>
                  <a:srgbClr val="198D48"/>
                </a:solidFill>
              </a:ln>
            </p:spPr>
          </p:sp>
          <p:sp>
            <p:nvSpPr>
              <p:cNvPr id="419" name="419 path">
                <a:extLst xmlns:a="http://schemas.openxmlformats.org/drawingml/2006/main">
                  <a:ext uri="{FF2B5EF4-FFF2-40B4-BE49-F238E27FC236}">
                    <a16:creationId xmlns:a16="http://schemas.microsoft.com/office/drawing/2014/main" id="{FEDBF891-B916-4DFF-B509-3346F9DCBDB3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4647069" y="1884998"/>
                <a:ext cx="104061" cy="82153"/>
              </a:xfrm>
              <a:custGeom xmlns:a="http://schemas.openxmlformats.org/drawingml/2006/main">
                <a:pathLst>
                  <a:path w="104061" h="82153">
                    <a:moveTo>
                      <a:pt x="0" y="43815"/>
                    </a:moveTo>
                    <a:lnTo>
                      <a:pt x="38338" y="82153"/>
                    </a:lnTo>
                    <a:lnTo>
                      <a:pt x="104061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1908">
                <a:solidFill>
                  <a:srgbClr val="FFFFFF"/>
                </a:solidFill>
              </a:ln>
            </p:spPr>
          </p:sp>
        </p:grpSp>
        <p:sp>
          <p:nvSpPr>
            <p:cNvPr id="420" name="420 path">
              <a:extLst xmlns:a="http://schemas.openxmlformats.org/drawingml/2006/main">
                <a:ext uri="{FF2B5EF4-FFF2-40B4-BE49-F238E27FC236}">
                  <a16:creationId xmlns:a16="http://schemas.microsoft.com/office/drawing/2014/main" id="{EA97FC1A-C1F6-4B3F-888D-F0108561904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763500" y="2276475"/>
              <a:ext cx="123825" cy="95"/>
            </a:xfrm>
            <a:custGeom xmlns:a="http://schemas.openxmlformats.org/drawingml/2006/main">
              <a:pathLst>
                <a:path w="123825" h="95">
                  <a:moveTo>
                    <a:pt x="0" y="0"/>
                  </a:moveTo>
                  <a:lnTo>
                    <a:pt x="12382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656F7B"/>
              </a:solidFill>
            </a:ln>
          </p:spPr>
        </p:sp>
        <p:grpSp>
          <p:nvGrpSpPr>
            <p:cNvPr id="574" name="icon-document-420"/>
            <p:cNvGrpSpPr/>
            <p:nvPr/>
          </p:nvGrpSpPr>
          <p:grpSpPr>
            <ns67:xfrm xmlns:ns67="http://schemas.openxmlformats.org/drawingml/2006/main">
              <ns67:off x="13018770" y="2165509"/>
              <ns67:ext cx="148590" cy="231458"/>
              <ns67:chOff x="13018770" y="2165509"/>
              <ns67:chExt cx="148590" cy="231458"/>
            </ns67:xfrm>
          </p:grpSpPr>
          <p:sp>
            <p:nvSpPr>
              <p:cNvPr id="421" name="421 path">
                <a:extLst xmlns:a="http://schemas.openxmlformats.org/drawingml/2006/main">
                  <a:ext uri="{FF2B5EF4-FFF2-40B4-BE49-F238E27FC236}">
                    <a16:creationId xmlns:a16="http://schemas.microsoft.com/office/drawing/2014/main" id="{DCC56EBD-3F38-4801-8619-11331C740E09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3018770" y="2165509"/>
                <a:ext cx="148590" cy="231458"/>
              </a:xfrm>
              <a:custGeom xmlns:a="http://schemas.openxmlformats.org/drawingml/2006/main">
                <a:pathLst>
                  <a:path w="148590" h="231458">
                    <a:moveTo>
                      <a:pt x="0" y="0"/>
                    </a:moveTo>
                    <a:lnTo>
                      <a:pt x="97155" y="0"/>
                    </a:lnTo>
                    <a:lnTo>
                      <a:pt x="148590" y="57864"/>
                    </a:lnTo>
                    <a:lnTo>
                      <a:pt x="148590" y="231458"/>
                    </a:lnTo>
                    <a:lnTo>
                      <a:pt x="0" y="231458"/>
                    </a:lnTo>
                    <a:close/>
                  </a:path>
                </a:pathLst>
              </a:custGeom>
              <a:solidFill xmlns:a="http://schemas.openxmlformats.org/drawingml/2006/main">
                <a:srgbClr val="F9FCFF"/>
              </a:solidFill>
              <a:ln xmlns:a="http://schemas.openxmlformats.org/drawingml/2006/main" w="11430">
                <a:solidFill>
                  <a:srgbClr val="003496"/>
                </a:solidFill>
              </a:ln>
            </p:spPr>
          </p:sp>
          <p:sp>
            <p:nvSpPr>
              <p:cNvPr id="422" name="422 path">
                <a:extLst xmlns:a="http://schemas.openxmlformats.org/drawingml/2006/main">
                  <a:ext uri="{FF2B5EF4-FFF2-40B4-BE49-F238E27FC236}">
                    <a16:creationId xmlns:a16="http://schemas.microsoft.com/office/drawing/2014/main" id="{4C7C1306-0526-4BD8-8B36-C76094F11BE1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3115925" y="2165509"/>
                <a:ext cx="51435" cy="64294"/>
              </a:xfrm>
              <a:custGeom xmlns:a="http://schemas.openxmlformats.org/drawingml/2006/main">
                <a:pathLst>
                  <a:path w="51435" h="64294">
                    <a:moveTo>
                      <a:pt x="0" y="0"/>
                    </a:moveTo>
                    <a:lnTo>
                      <a:pt x="0" y="64294"/>
                    </a:lnTo>
                    <a:lnTo>
                      <a:pt x="51435" y="64294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8573">
                <a:solidFill>
                  <a:srgbClr val="003496"/>
                </a:solidFill>
              </a:ln>
            </p:spPr>
          </p:sp>
          <p:sp>
            <p:nvSpPr>
              <p:cNvPr id="423" name="423 path">
                <a:extLst xmlns:a="http://schemas.openxmlformats.org/drawingml/2006/main">
                  <a:ext uri="{FF2B5EF4-FFF2-40B4-BE49-F238E27FC236}">
                    <a16:creationId xmlns:a16="http://schemas.microsoft.com/office/drawing/2014/main" id="{EB61D128-18E1-4E25-BC34-F79C51677A3B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3047345" y="2268379"/>
                <a:ext cx="80010" cy="95"/>
              </a:xfrm>
              <a:custGeom xmlns:a="http://schemas.openxmlformats.org/drawingml/2006/main"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8573">
                <a:solidFill>
                  <a:srgbClr val="003496"/>
                </a:solidFill>
              </a:ln>
            </p:spPr>
          </p:sp>
          <p:sp>
            <p:nvSpPr>
              <p:cNvPr id="424" name="424 path">
                <a:extLst xmlns:a="http://schemas.openxmlformats.org/drawingml/2006/main">
                  <a:ext uri="{FF2B5EF4-FFF2-40B4-BE49-F238E27FC236}">
                    <a16:creationId xmlns:a16="http://schemas.microsoft.com/office/drawing/2014/main" id="{3540C8A4-4831-4733-B6DC-B765A331BF64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3047345" y="2300526"/>
                <a:ext cx="80010" cy="95"/>
              </a:xfrm>
              <a:custGeom xmlns:a="http://schemas.openxmlformats.org/drawingml/2006/main"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8573">
                <a:solidFill>
                  <a:srgbClr val="003496"/>
                </a:solidFill>
              </a:ln>
            </p:spPr>
          </p:sp>
          <p:sp>
            <p:nvSpPr>
              <p:cNvPr id="425" name="425 path">
                <a:extLst xmlns:a="http://schemas.openxmlformats.org/drawingml/2006/main">
                  <a:ext uri="{FF2B5EF4-FFF2-40B4-BE49-F238E27FC236}">
                    <a16:creationId xmlns:a16="http://schemas.microsoft.com/office/drawing/2014/main" id="{625FD2AE-CD92-47A0-87E0-09D312BE79C7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3047345" y="2332673"/>
                <a:ext cx="80010" cy="95"/>
              </a:xfrm>
              <a:custGeom xmlns:a="http://schemas.openxmlformats.org/drawingml/2006/main"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8573">
                <a:solidFill>
                  <a:srgbClr val="003496"/>
                </a:solidFill>
              </a:ln>
            </p:spPr>
          </p:sp>
          <p:sp>
            <p:nvSpPr>
              <p:cNvPr id="426" name="426 path">
                <a:extLst xmlns:a="http://schemas.openxmlformats.org/drawingml/2006/main">
                  <a:ext uri="{FF2B5EF4-FFF2-40B4-BE49-F238E27FC236}">
                    <a16:creationId xmlns:a16="http://schemas.microsoft.com/office/drawing/2014/main" id="{8C2B3C5E-5F30-480B-A045-74D160DF13EA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3047345" y="2364819"/>
                <a:ext cx="80010" cy="95"/>
              </a:xfrm>
              <a:custGeom xmlns:a="http://schemas.openxmlformats.org/drawingml/2006/main"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8573">
                <a:solidFill>
                  <a:srgbClr val="003496"/>
                </a:solidFill>
              </a:ln>
            </p:spPr>
          </p:sp>
        </p:grpSp>
        <p:sp>
          <p:nvSpPr>
            <p:cNvPr id="427" name="427 model.py">
              <a:extLst xmlns:a="http://schemas.openxmlformats.org/drawingml/2006/main">
                <a:ext uri="{FF2B5EF4-FFF2-40B4-BE49-F238E27FC236}">
                  <a16:creationId xmlns:a16="http://schemas.microsoft.com/office/drawing/2014/main" id="{36960B8E-84D1-45D9-9EAB-EAE8CF630BE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363575" y="2143125"/>
              <a:ext cx="1571625" cy="23622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model.py</a:t>
              </a:r>
            </a:p>
          </p:txBody>
        </p:sp>
        <p:grpSp>
          <p:nvGrpSpPr>
            <p:cNvPr id="575" name="icon-check-427"/>
            <p:cNvGrpSpPr/>
            <p:nvPr/>
          </p:nvGrpSpPr>
          <p:grpSpPr>
            <ns68:xfrm xmlns:ns68="http://schemas.openxmlformats.org/drawingml/2006/main">
              <ns68:off x="14597777" y="2186702"/>
              <ns68:ext cx="208121" cy="208121"/>
              <ns68:chOff x="14597777" y="2186702"/>
              <ns68:chExt cx="208121" cy="208121"/>
            </ns68:xfrm>
          </p:grpSpPr>
          <p:sp>
            <p:nvSpPr>
              <p:cNvPr id="428" name="428 ellipse">
                <a:extLst xmlns:a="http://schemas.openxmlformats.org/drawingml/2006/main">
                  <a:ext uri="{FF2B5EF4-FFF2-40B4-BE49-F238E27FC236}">
                    <a16:creationId xmlns:a16="http://schemas.microsoft.com/office/drawing/2014/main" id="{E2C797B8-B7E0-4922-9DCD-8CC54E9C4F0F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4597777" y="2186702"/>
                <a:ext cx="208121" cy="208121"/>
              </a:xfrm>
              <a:prstGeom xmlns:a="http://schemas.openxmlformats.org/drawingml/2006/main" prst="ellipse">
                <a:avLst/>
              </a:prstGeom>
              <a:gradFill xmlns:a="http://schemas.openxmlformats.org/drawingml/2006/main">
                <a:gsLst>
                  <a:gs pos="0">
                    <a:srgbClr val="27B35B"/>
                  </a:gs>
                  <a:gs pos="100000">
                    <a:srgbClr val="0C974A"/>
                  </a:gs>
                </a:gsLst>
                <a:lin ang="5400000"/>
              </a:gradFill>
              <a:ln xmlns:a="http://schemas.openxmlformats.org/drawingml/2006/main" w="3286">
                <a:solidFill>
                  <a:srgbClr val="198D48"/>
                </a:solidFill>
              </a:ln>
            </p:spPr>
          </p:sp>
          <p:sp>
            <p:nvSpPr>
              <p:cNvPr id="429" name="429 path">
                <a:extLst xmlns:a="http://schemas.openxmlformats.org/drawingml/2006/main">
                  <a:ext uri="{FF2B5EF4-FFF2-40B4-BE49-F238E27FC236}">
                    <a16:creationId xmlns:a16="http://schemas.microsoft.com/office/drawing/2014/main" id="{A8E2771B-9900-4F8E-994B-F34E24194E92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4647069" y="2246948"/>
                <a:ext cx="104061" cy="82153"/>
              </a:xfrm>
              <a:custGeom xmlns:a="http://schemas.openxmlformats.org/drawingml/2006/main">
                <a:pathLst>
                  <a:path w="104061" h="82153">
                    <a:moveTo>
                      <a:pt x="0" y="43815"/>
                    </a:moveTo>
                    <a:lnTo>
                      <a:pt x="38338" y="82153"/>
                    </a:lnTo>
                    <a:lnTo>
                      <a:pt x="104061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1908">
                <a:solidFill>
                  <a:srgbClr val="FFFFFF"/>
                </a:solidFill>
              </a:ln>
            </p:spPr>
          </p:sp>
        </p:grpSp>
        <p:sp>
          <p:nvSpPr>
            <p:cNvPr id="430" name="430 path">
              <a:extLst xmlns:a="http://schemas.openxmlformats.org/drawingml/2006/main">
                <a:ext uri="{FF2B5EF4-FFF2-40B4-BE49-F238E27FC236}">
                  <a16:creationId xmlns:a16="http://schemas.microsoft.com/office/drawing/2014/main" id="{C43BFC73-4688-491B-8A51-CA819ADB07D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763500" y="2638425"/>
              <a:ext cx="123825" cy="95"/>
            </a:xfrm>
            <a:custGeom xmlns:a="http://schemas.openxmlformats.org/drawingml/2006/main">
              <a:pathLst>
                <a:path w="123825" h="95">
                  <a:moveTo>
                    <a:pt x="0" y="0"/>
                  </a:moveTo>
                  <a:lnTo>
                    <a:pt x="12382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656F7B"/>
              </a:solidFill>
            </a:ln>
          </p:spPr>
        </p:sp>
        <p:grpSp>
          <p:nvGrpSpPr>
            <p:cNvPr id="576" name="icon-document-430"/>
            <p:cNvGrpSpPr/>
            <p:nvPr/>
          </p:nvGrpSpPr>
          <p:grpSpPr>
            <ns69:xfrm xmlns:ns69="http://schemas.openxmlformats.org/drawingml/2006/main">
              <ns69:off x="13018770" y="2527459"/>
              <ns69:ext cx="148590" cy="231457"/>
              <ns69:chOff x="13018770" y="2527459"/>
              <ns69:chExt cx="148590" cy="231457"/>
            </ns69:xfrm>
          </p:grpSpPr>
          <p:sp>
            <p:nvSpPr>
              <p:cNvPr id="431" name="431 path">
                <a:extLst xmlns:a="http://schemas.openxmlformats.org/drawingml/2006/main">
                  <a:ext uri="{FF2B5EF4-FFF2-40B4-BE49-F238E27FC236}">
                    <a16:creationId xmlns:a16="http://schemas.microsoft.com/office/drawing/2014/main" id="{6EFACA4C-8D4F-4D79-A58E-B2ED4D6D2688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3018770" y="2527459"/>
                <a:ext cx="148590" cy="231457"/>
              </a:xfrm>
              <a:custGeom xmlns:a="http://schemas.openxmlformats.org/drawingml/2006/main">
                <a:pathLst>
                  <a:path w="148590" h="231457">
                    <a:moveTo>
                      <a:pt x="0" y="0"/>
                    </a:moveTo>
                    <a:lnTo>
                      <a:pt x="97155" y="0"/>
                    </a:lnTo>
                    <a:lnTo>
                      <a:pt x="148590" y="57864"/>
                    </a:lnTo>
                    <a:lnTo>
                      <a:pt x="148590" y="231457"/>
                    </a:lnTo>
                    <a:lnTo>
                      <a:pt x="0" y="231457"/>
                    </a:lnTo>
                    <a:close/>
                  </a:path>
                </a:pathLst>
              </a:custGeom>
              <a:solidFill xmlns:a="http://schemas.openxmlformats.org/drawingml/2006/main">
                <a:srgbClr val="F9FCFF"/>
              </a:solidFill>
              <a:ln xmlns:a="http://schemas.openxmlformats.org/drawingml/2006/main" w="11430">
                <a:solidFill>
                  <a:srgbClr val="003496"/>
                </a:solidFill>
              </a:ln>
            </p:spPr>
          </p:sp>
          <p:sp>
            <p:nvSpPr>
              <p:cNvPr id="432" name="432 path">
                <a:extLst xmlns:a="http://schemas.openxmlformats.org/drawingml/2006/main">
                  <a:ext uri="{FF2B5EF4-FFF2-40B4-BE49-F238E27FC236}">
                    <a16:creationId xmlns:a16="http://schemas.microsoft.com/office/drawing/2014/main" id="{F2A4D6EA-9D22-4BA2-82D3-4E747EA29C86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3115925" y="2527459"/>
                <a:ext cx="51435" cy="64294"/>
              </a:xfrm>
              <a:custGeom xmlns:a="http://schemas.openxmlformats.org/drawingml/2006/main">
                <a:pathLst>
                  <a:path w="51435" h="64294">
                    <a:moveTo>
                      <a:pt x="0" y="0"/>
                    </a:moveTo>
                    <a:lnTo>
                      <a:pt x="0" y="64294"/>
                    </a:lnTo>
                    <a:lnTo>
                      <a:pt x="51435" y="64294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8573">
                <a:solidFill>
                  <a:srgbClr val="003496"/>
                </a:solidFill>
              </a:ln>
            </p:spPr>
          </p:sp>
          <p:sp>
            <p:nvSpPr>
              <p:cNvPr id="433" name="433 path">
                <a:extLst xmlns:a="http://schemas.openxmlformats.org/drawingml/2006/main">
                  <a:ext uri="{FF2B5EF4-FFF2-40B4-BE49-F238E27FC236}">
                    <a16:creationId xmlns:a16="http://schemas.microsoft.com/office/drawing/2014/main" id="{7BDA159E-698D-426D-84F6-4F348A8CE6E7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3047345" y="2630329"/>
                <a:ext cx="80010" cy="95"/>
              </a:xfrm>
              <a:custGeom xmlns:a="http://schemas.openxmlformats.org/drawingml/2006/main"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8573">
                <a:solidFill>
                  <a:srgbClr val="003496"/>
                </a:solidFill>
              </a:ln>
            </p:spPr>
          </p:sp>
          <p:sp>
            <p:nvSpPr>
              <p:cNvPr id="434" name="434 path">
                <a:extLst xmlns:a="http://schemas.openxmlformats.org/drawingml/2006/main">
                  <a:ext uri="{FF2B5EF4-FFF2-40B4-BE49-F238E27FC236}">
                    <a16:creationId xmlns:a16="http://schemas.microsoft.com/office/drawing/2014/main" id="{E4978C66-03CD-47BF-B823-837157AD1264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3047345" y="2662476"/>
                <a:ext cx="80010" cy="95"/>
              </a:xfrm>
              <a:custGeom xmlns:a="http://schemas.openxmlformats.org/drawingml/2006/main"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8573">
                <a:solidFill>
                  <a:srgbClr val="003496"/>
                </a:solidFill>
              </a:ln>
            </p:spPr>
          </p:sp>
          <p:sp>
            <p:nvSpPr>
              <p:cNvPr id="435" name="435 path">
                <a:extLst xmlns:a="http://schemas.openxmlformats.org/drawingml/2006/main">
                  <a:ext uri="{FF2B5EF4-FFF2-40B4-BE49-F238E27FC236}">
                    <a16:creationId xmlns:a16="http://schemas.microsoft.com/office/drawing/2014/main" id="{5058C6A6-8FA2-4B93-820A-32FBEA917EB4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3047345" y="2694623"/>
                <a:ext cx="80010" cy="95"/>
              </a:xfrm>
              <a:custGeom xmlns:a="http://schemas.openxmlformats.org/drawingml/2006/main"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8573">
                <a:solidFill>
                  <a:srgbClr val="003496"/>
                </a:solidFill>
              </a:ln>
            </p:spPr>
          </p:sp>
          <p:sp>
            <p:nvSpPr>
              <p:cNvPr id="436" name="436 path">
                <a:extLst xmlns:a="http://schemas.openxmlformats.org/drawingml/2006/main">
                  <a:ext uri="{FF2B5EF4-FFF2-40B4-BE49-F238E27FC236}">
                    <a16:creationId xmlns:a16="http://schemas.microsoft.com/office/drawing/2014/main" id="{A4BFE6CF-A734-4A90-83F4-6F0A7CA3CC3D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3047345" y="2726769"/>
                <a:ext cx="80010" cy="95"/>
              </a:xfrm>
              <a:custGeom xmlns:a="http://schemas.openxmlformats.org/drawingml/2006/main"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8573">
                <a:solidFill>
                  <a:srgbClr val="003496"/>
                </a:solidFill>
              </a:ln>
            </p:spPr>
          </p:sp>
        </p:grpSp>
        <p:sp>
          <p:nvSpPr>
            <p:cNvPr id="437" name="437 data.py">
              <a:extLst xmlns:a="http://schemas.openxmlformats.org/drawingml/2006/main">
                <a:ext uri="{FF2B5EF4-FFF2-40B4-BE49-F238E27FC236}">
                  <a16:creationId xmlns:a16="http://schemas.microsoft.com/office/drawing/2014/main" id="{0023E703-E7F1-46BE-822C-D1F0A501456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363575" y="2505075"/>
              <a:ext cx="1571625" cy="23622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data.py</a:t>
              </a:r>
            </a:p>
          </p:txBody>
        </p:sp>
        <p:grpSp>
          <p:nvGrpSpPr>
            <p:cNvPr id="577" name="icon-check-437"/>
            <p:cNvGrpSpPr/>
            <p:nvPr/>
          </p:nvGrpSpPr>
          <p:grpSpPr>
            <ns70:xfrm xmlns:ns70="http://schemas.openxmlformats.org/drawingml/2006/main">
              <ns70:off x="14597777" y="2548652"/>
              <ns70:ext cx="208121" cy="208121"/>
              <ns70:chOff x="14597777" y="2548652"/>
              <ns70:chExt cx="208121" cy="208121"/>
            </ns70:xfrm>
          </p:grpSpPr>
          <p:sp>
            <p:nvSpPr>
              <p:cNvPr id="438" name="438 ellipse">
                <a:extLst xmlns:a="http://schemas.openxmlformats.org/drawingml/2006/main">
                  <a:ext uri="{FF2B5EF4-FFF2-40B4-BE49-F238E27FC236}">
                    <a16:creationId xmlns:a16="http://schemas.microsoft.com/office/drawing/2014/main" id="{91C19FFD-BB8E-439D-B1DC-D4BCD678B6FF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4597777" y="2548652"/>
                <a:ext cx="208121" cy="208121"/>
              </a:xfrm>
              <a:prstGeom xmlns:a="http://schemas.openxmlformats.org/drawingml/2006/main" prst="ellipse">
                <a:avLst/>
              </a:prstGeom>
              <a:gradFill xmlns:a="http://schemas.openxmlformats.org/drawingml/2006/main">
                <a:gsLst>
                  <a:gs pos="0">
                    <a:srgbClr val="27B35B"/>
                  </a:gs>
                  <a:gs pos="100000">
                    <a:srgbClr val="0C974A"/>
                  </a:gs>
                </a:gsLst>
                <a:lin ang="5400000"/>
              </a:gradFill>
              <a:ln xmlns:a="http://schemas.openxmlformats.org/drawingml/2006/main" w="3286">
                <a:solidFill>
                  <a:srgbClr val="198D48"/>
                </a:solidFill>
              </a:ln>
            </p:spPr>
          </p:sp>
          <p:sp>
            <p:nvSpPr>
              <p:cNvPr id="439" name="439 path">
                <a:extLst xmlns:a="http://schemas.openxmlformats.org/drawingml/2006/main">
                  <a:ext uri="{FF2B5EF4-FFF2-40B4-BE49-F238E27FC236}">
                    <a16:creationId xmlns:a16="http://schemas.microsoft.com/office/drawing/2014/main" id="{EBAFAC0A-0818-4E4A-90BA-FB90AD5D917B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4647069" y="2608898"/>
                <a:ext cx="104061" cy="82153"/>
              </a:xfrm>
              <a:custGeom xmlns:a="http://schemas.openxmlformats.org/drawingml/2006/main">
                <a:pathLst>
                  <a:path w="104061" h="82153">
                    <a:moveTo>
                      <a:pt x="0" y="43815"/>
                    </a:moveTo>
                    <a:lnTo>
                      <a:pt x="38338" y="82153"/>
                    </a:lnTo>
                    <a:lnTo>
                      <a:pt x="104061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1908">
                <a:solidFill>
                  <a:srgbClr val="FFFFFF"/>
                </a:solidFill>
              </a:ln>
            </p:spPr>
          </p:sp>
        </p:grpSp>
        <p:sp>
          <p:nvSpPr>
            <p:cNvPr id="440" name="440 path">
              <a:extLst xmlns:a="http://schemas.openxmlformats.org/drawingml/2006/main">
                <a:ext uri="{FF2B5EF4-FFF2-40B4-BE49-F238E27FC236}">
                  <a16:creationId xmlns:a16="http://schemas.microsoft.com/office/drawing/2014/main" id="{60B251DA-0A44-4829-A3FE-E37DE7B0BE3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763500" y="3000375"/>
              <a:ext cx="123825" cy="95"/>
            </a:xfrm>
            <a:custGeom xmlns:a="http://schemas.openxmlformats.org/drawingml/2006/main">
              <a:pathLst>
                <a:path w="123825" h="95">
                  <a:moveTo>
                    <a:pt x="0" y="0"/>
                  </a:moveTo>
                  <a:lnTo>
                    <a:pt x="12382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656F7B"/>
              </a:solidFill>
            </a:ln>
          </p:spPr>
        </p:sp>
        <p:grpSp>
          <p:nvGrpSpPr>
            <p:cNvPr id="578" name="icon-document-440"/>
            <p:cNvGrpSpPr/>
            <p:nvPr/>
          </p:nvGrpSpPr>
          <p:grpSpPr>
            <ns71:xfrm xmlns:ns71="http://schemas.openxmlformats.org/drawingml/2006/main">
              <ns71:off x="13018770" y="2889409"/>
              <ns71:ext cx="148590" cy="231457"/>
              <ns71:chOff x="13018770" y="2889409"/>
              <ns71:chExt cx="148590" cy="231457"/>
            </ns71:xfrm>
          </p:grpSpPr>
          <p:sp>
            <p:nvSpPr>
              <p:cNvPr id="441" name="441 path">
                <a:extLst xmlns:a="http://schemas.openxmlformats.org/drawingml/2006/main">
                  <a:ext uri="{FF2B5EF4-FFF2-40B4-BE49-F238E27FC236}">
                    <a16:creationId xmlns:a16="http://schemas.microsoft.com/office/drawing/2014/main" id="{7BB9F05D-BE9B-4935-917A-83881BC2CFE4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3018770" y="2889409"/>
                <a:ext cx="148590" cy="231457"/>
              </a:xfrm>
              <a:custGeom xmlns:a="http://schemas.openxmlformats.org/drawingml/2006/main">
                <a:pathLst>
                  <a:path w="148590" h="231457">
                    <a:moveTo>
                      <a:pt x="0" y="0"/>
                    </a:moveTo>
                    <a:lnTo>
                      <a:pt x="97155" y="0"/>
                    </a:lnTo>
                    <a:lnTo>
                      <a:pt x="148590" y="57864"/>
                    </a:lnTo>
                    <a:lnTo>
                      <a:pt x="148590" y="231457"/>
                    </a:lnTo>
                    <a:lnTo>
                      <a:pt x="0" y="231457"/>
                    </a:lnTo>
                    <a:close/>
                  </a:path>
                </a:pathLst>
              </a:custGeom>
              <a:solidFill xmlns:a="http://schemas.openxmlformats.org/drawingml/2006/main">
                <a:srgbClr val="F9FCFF"/>
              </a:solidFill>
              <a:ln xmlns:a="http://schemas.openxmlformats.org/drawingml/2006/main" w="11430">
                <a:solidFill>
                  <a:srgbClr val="003496"/>
                </a:solidFill>
              </a:ln>
            </p:spPr>
          </p:sp>
          <p:sp>
            <p:nvSpPr>
              <p:cNvPr id="442" name="442 path">
                <a:extLst xmlns:a="http://schemas.openxmlformats.org/drawingml/2006/main">
                  <a:ext uri="{FF2B5EF4-FFF2-40B4-BE49-F238E27FC236}">
                    <a16:creationId xmlns:a16="http://schemas.microsoft.com/office/drawing/2014/main" id="{E5E012CF-F70A-4410-957B-ADC255180914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3115925" y="2889409"/>
                <a:ext cx="51435" cy="64294"/>
              </a:xfrm>
              <a:custGeom xmlns:a="http://schemas.openxmlformats.org/drawingml/2006/main">
                <a:pathLst>
                  <a:path w="51435" h="64294">
                    <a:moveTo>
                      <a:pt x="0" y="0"/>
                    </a:moveTo>
                    <a:lnTo>
                      <a:pt x="0" y="64294"/>
                    </a:lnTo>
                    <a:lnTo>
                      <a:pt x="51435" y="64294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8573">
                <a:solidFill>
                  <a:srgbClr val="003496"/>
                </a:solidFill>
              </a:ln>
            </p:spPr>
          </p:sp>
          <p:sp>
            <p:nvSpPr>
              <p:cNvPr id="443" name="443 path">
                <a:extLst xmlns:a="http://schemas.openxmlformats.org/drawingml/2006/main">
                  <a:ext uri="{FF2B5EF4-FFF2-40B4-BE49-F238E27FC236}">
                    <a16:creationId xmlns:a16="http://schemas.microsoft.com/office/drawing/2014/main" id="{F127733D-7220-41E4-BFE1-92A7FAA83DC5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3047345" y="2992279"/>
                <a:ext cx="80010" cy="95"/>
              </a:xfrm>
              <a:custGeom xmlns:a="http://schemas.openxmlformats.org/drawingml/2006/main"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8573">
                <a:solidFill>
                  <a:srgbClr val="003496"/>
                </a:solidFill>
              </a:ln>
            </p:spPr>
          </p:sp>
          <p:sp>
            <p:nvSpPr>
              <p:cNvPr id="444" name="444 path">
                <a:extLst xmlns:a="http://schemas.openxmlformats.org/drawingml/2006/main">
                  <a:ext uri="{FF2B5EF4-FFF2-40B4-BE49-F238E27FC236}">
                    <a16:creationId xmlns:a16="http://schemas.microsoft.com/office/drawing/2014/main" id="{B9569126-1133-414D-80E3-8BBEA480AECA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3047345" y="3024426"/>
                <a:ext cx="80010" cy="95"/>
              </a:xfrm>
              <a:custGeom xmlns:a="http://schemas.openxmlformats.org/drawingml/2006/main"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8573">
                <a:solidFill>
                  <a:srgbClr val="003496"/>
                </a:solidFill>
              </a:ln>
            </p:spPr>
          </p:sp>
          <p:sp>
            <p:nvSpPr>
              <p:cNvPr id="445" name="445 path">
                <a:extLst xmlns:a="http://schemas.openxmlformats.org/drawingml/2006/main">
                  <a:ext uri="{FF2B5EF4-FFF2-40B4-BE49-F238E27FC236}">
                    <a16:creationId xmlns:a16="http://schemas.microsoft.com/office/drawing/2014/main" id="{50723ADF-C0C1-4132-B23E-D34B26F94DE2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3047345" y="3056573"/>
                <a:ext cx="80010" cy="95"/>
              </a:xfrm>
              <a:custGeom xmlns:a="http://schemas.openxmlformats.org/drawingml/2006/main"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8573">
                <a:solidFill>
                  <a:srgbClr val="003496"/>
                </a:solidFill>
              </a:ln>
            </p:spPr>
          </p:sp>
          <p:sp>
            <p:nvSpPr>
              <p:cNvPr id="446" name="446 path">
                <a:extLst xmlns:a="http://schemas.openxmlformats.org/drawingml/2006/main">
                  <a:ext uri="{FF2B5EF4-FFF2-40B4-BE49-F238E27FC236}">
                    <a16:creationId xmlns:a16="http://schemas.microsoft.com/office/drawing/2014/main" id="{8F0711D6-12AE-4F88-8469-41C3F5D11DB9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3047345" y="3088719"/>
                <a:ext cx="80010" cy="95"/>
              </a:xfrm>
              <a:custGeom xmlns:a="http://schemas.openxmlformats.org/drawingml/2006/main"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8573">
                <a:solidFill>
                  <a:srgbClr val="003496"/>
                </a:solidFill>
              </a:ln>
            </p:spPr>
          </p:sp>
        </p:grpSp>
        <p:sp>
          <p:nvSpPr>
            <p:cNvPr id="447" name="447 utils.py">
              <a:extLst xmlns:a="http://schemas.openxmlformats.org/drawingml/2006/main">
                <a:ext uri="{FF2B5EF4-FFF2-40B4-BE49-F238E27FC236}">
                  <a16:creationId xmlns:a16="http://schemas.microsoft.com/office/drawing/2014/main" id="{655455CF-40C3-406C-9C74-7FA55326058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363575" y="2867025"/>
              <a:ext cx="1571625" cy="23622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utils.py</a:t>
              </a:r>
            </a:p>
          </p:txBody>
        </p:sp>
        <p:grpSp>
          <p:nvGrpSpPr>
            <p:cNvPr id="579" name="icon-check-447"/>
            <p:cNvGrpSpPr/>
            <p:nvPr/>
          </p:nvGrpSpPr>
          <p:grpSpPr>
            <ns72:xfrm xmlns:ns72="http://schemas.openxmlformats.org/drawingml/2006/main">
              <ns72:off x="14597777" y="2910602"/>
              <ns72:ext cx="208121" cy="208121"/>
              <ns72:chOff x="14597777" y="2910602"/>
              <ns72:chExt cx="208121" cy="208121"/>
            </ns72:xfrm>
          </p:grpSpPr>
          <p:sp>
            <p:nvSpPr>
              <p:cNvPr id="448" name="448 ellipse">
                <a:extLst xmlns:a="http://schemas.openxmlformats.org/drawingml/2006/main">
                  <a:ext uri="{FF2B5EF4-FFF2-40B4-BE49-F238E27FC236}">
                    <a16:creationId xmlns:a16="http://schemas.microsoft.com/office/drawing/2014/main" id="{B9643806-9702-40C0-80F1-B3CE5515132F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4597777" y="2910602"/>
                <a:ext cx="208121" cy="208121"/>
              </a:xfrm>
              <a:prstGeom xmlns:a="http://schemas.openxmlformats.org/drawingml/2006/main" prst="ellipse">
                <a:avLst/>
              </a:prstGeom>
              <a:gradFill xmlns:a="http://schemas.openxmlformats.org/drawingml/2006/main">
                <a:gsLst>
                  <a:gs pos="0">
                    <a:srgbClr val="27B35B"/>
                  </a:gs>
                  <a:gs pos="100000">
                    <a:srgbClr val="0C974A"/>
                  </a:gs>
                </a:gsLst>
                <a:lin ang="5400000"/>
              </a:gradFill>
              <a:ln xmlns:a="http://schemas.openxmlformats.org/drawingml/2006/main" w="3286">
                <a:solidFill>
                  <a:srgbClr val="198D48"/>
                </a:solidFill>
              </a:ln>
            </p:spPr>
          </p:sp>
          <p:sp>
            <p:nvSpPr>
              <p:cNvPr id="449" name="449 path">
                <a:extLst xmlns:a="http://schemas.openxmlformats.org/drawingml/2006/main">
                  <a:ext uri="{FF2B5EF4-FFF2-40B4-BE49-F238E27FC236}">
                    <a16:creationId xmlns:a16="http://schemas.microsoft.com/office/drawing/2014/main" id="{69864020-81E8-4CC8-8604-35066D52C522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4647069" y="2970848"/>
                <a:ext cx="104061" cy="82153"/>
              </a:xfrm>
              <a:custGeom xmlns:a="http://schemas.openxmlformats.org/drawingml/2006/main">
                <a:pathLst>
                  <a:path w="104061" h="82153">
                    <a:moveTo>
                      <a:pt x="0" y="43815"/>
                    </a:moveTo>
                    <a:lnTo>
                      <a:pt x="38338" y="82153"/>
                    </a:lnTo>
                    <a:lnTo>
                      <a:pt x="104061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1908">
                <a:solidFill>
                  <a:srgbClr val="FFFFFF"/>
                </a:solidFill>
              </a:ln>
            </p:spPr>
          </p:sp>
        </p:grpSp>
        <p:sp>
          <p:nvSpPr>
            <p:cNvPr id="450" name="450 path">
              <a:extLst xmlns:a="http://schemas.openxmlformats.org/drawingml/2006/main">
                <a:ext uri="{FF2B5EF4-FFF2-40B4-BE49-F238E27FC236}">
                  <a16:creationId xmlns:a16="http://schemas.microsoft.com/office/drawing/2014/main" id="{8B67643E-8EB7-45F6-A78B-3C8D1D2C42B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763500" y="3362325"/>
              <a:ext cx="123825" cy="95"/>
            </a:xfrm>
            <a:custGeom xmlns:a="http://schemas.openxmlformats.org/drawingml/2006/main">
              <a:pathLst>
                <a:path w="123825" h="95">
                  <a:moveTo>
                    <a:pt x="0" y="0"/>
                  </a:moveTo>
                  <a:lnTo>
                    <a:pt x="12382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656F7B"/>
              </a:solidFill>
            </a:ln>
          </p:spPr>
        </p:sp>
        <p:grpSp>
          <p:nvGrpSpPr>
            <p:cNvPr id="580" name="icon-config-450"/>
            <p:cNvGrpSpPr/>
            <p:nvPr/>
          </p:nvGrpSpPr>
          <p:grpSpPr>
            <ns73:xfrm xmlns:ns73="http://schemas.openxmlformats.org/drawingml/2006/main">
              <ns73:off x="13018770" y="3251359"/>
              <ns73:ext cx="148590" cy="231457"/>
              <ns73:chOff x="13018770" y="3251359"/>
              <ns73:chExt cx="148590" cy="231457"/>
            </ns73:xfrm>
          </p:grpSpPr>
          <p:sp>
            <p:nvSpPr>
              <p:cNvPr id="451" name="451 path">
                <a:extLst xmlns:a="http://schemas.openxmlformats.org/drawingml/2006/main">
                  <a:ext uri="{FF2B5EF4-FFF2-40B4-BE49-F238E27FC236}">
                    <a16:creationId xmlns:a16="http://schemas.microsoft.com/office/drawing/2014/main" id="{9F1DEFC2-2263-4C1C-8C74-7D64B9ECFD25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3018770" y="3251359"/>
                <a:ext cx="148590" cy="231457"/>
              </a:xfrm>
              <a:custGeom xmlns:a="http://schemas.openxmlformats.org/drawingml/2006/main">
                <a:pathLst>
                  <a:path w="148590" h="231457">
                    <a:moveTo>
                      <a:pt x="0" y="0"/>
                    </a:moveTo>
                    <a:lnTo>
                      <a:pt x="97155" y="0"/>
                    </a:lnTo>
                    <a:lnTo>
                      <a:pt x="148590" y="57864"/>
                    </a:lnTo>
                    <a:lnTo>
                      <a:pt x="148590" y="231457"/>
                    </a:lnTo>
                    <a:lnTo>
                      <a:pt x="0" y="231457"/>
                    </a:lnTo>
                    <a:close/>
                  </a:path>
                </a:pathLst>
              </a:custGeom>
              <a:solidFill xmlns:a="http://schemas.openxmlformats.org/drawingml/2006/main">
                <a:srgbClr val="F9FCFF"/>
              </a:solidFill>
              <a:ln xmlns:a="http://schemas.openxmlformats.org/drawingml/2006/main" w="11430">
                <a:solidFill>
                  <a:srgbClr val="92302D"/>
                </a:solidFill>
              </a:ln>
            </p:spPr>
          </p:sp>
          <p:sp>
            <p:nvSpPr>
              <p:cNvPr id="452" name="452 path">
                <a:extLst xmlns:a="http://schemas.openxmlformats.org/drawingml/2006/main">
                  <a:ext uri="{FF2B5EF4-FFF2-40B4-BE49-F238E27FC236}">
                    <a16:creationId xmlns:a16="http://schemas.microsoft.com/office/drawing/2014/main" id="{8D91F7EF-2876-4EEF-9518-004E321FC1D0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3115925" y="3251359"/>
                <a:ext cx="51435" cy="64294"/>
              </a:xfrm>
              <a:custGeom xmlns:a="http://schemas.openxmlformats.org/drawingml/2006/main">
                <a:pathLst>
                  <a:path w="51435" h="64294">
                    <a:moveTo>
                      <a:pt x="0" y="0"/>
                    </a:moveTo>
                    <a:lnTo>
                      <a:pt x="0" y="64294"/>
                    </a:lnTo>
                    <a:lnTo>
                      <a:pt x="51435" y="64294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8573">
                <a:solidFill>
                  <a:srgbClr val="92302D"/>
                </a:solidFill>
              </a:ln>
            </p:spPr>
          </p:sp>
          <p:sp>
            <p:nvSpPr>
              <p:cNvPr id="453" name="453 path">
                <a:extLst xmlns:a="http://schemas.openxmlformats.org/drawingml/2006/main">
                  <a:ext uri="{FF2B5EF4-FFF2-40B4-BE49-F238E27FC236}">
                    <a16:creationId xmlns:a16="http://schemas.microsoft.com/office/drawing/2014/main" id="{E344AC59-1BCD-40D8-8B93-B145F533BF33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3047345" y="3354229"/>
                <a:ext cx="80010" cy="95"/>
              </a:xfrm>
              <a:custGeom xmlns:a="http://schemas.openxmlformats.org/drawingml/2006/main"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8573">
                <a:solidFill>
                  <a:srgbClr val="92302D"/>
                </a:solidFill>
              </a:ln>
            </p:spPr>
          </p:sp>
          <p:sp>
            <p:nvSpPr>
              <p:cNvPr id="454" name="454 path">
                <a:extLst xmlns:a="http://schemas.openxmlformats.org/drawingml/2006/main">
                  <a:ext uri="{FF2B5EF4-FFF2-40B4-BE49-F238E27FC236}">
                    <a16:creationId xmlns:a16="http://schemas.microsoft.com/office/drawing/2014/main" id="{9D6F15F1-999C-4360-8687-0F7C0CC60324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3047345" y="3386376"/>
                <a:ext cx="80010" cy="95"/>
              </a:xfrm>
              <a:custGeom xmlns:a="http://schemas.openxmlformats.org/drawingml/2006/main"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8573">
                <a:solidFill>
                  <a:srgbClr val="92302D"/>
                </a:solidFill>
              </a:ln>
            </p:spPr>
          </p:sp>
          <p:sp>
            <p:nvSpPr>
              <p:cNvPr id="455" name="455 path">
                <a:extLst xmlns:a="http://schemas.openxmlformats.org/drawingml/2006/main">
                  <a:ext uri="{FF2B5EF4-FFF2-40B4-BE49-F238E27FC236}">
                    <a16:creationId xmlns:a16="http://schemas.microsoft.com/office/drawing/2014/main" id="{FCEE7452-AE7A-4D03-922E-C6BA78A1DD6C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3047345" y="3418523"/>
                <a:ext cx="80010" cy="95"/>
              </a:xfrm>
              <a:custGeom xmlns:a="http://schemas.openxmlformats.org/drawingml/2006/main"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8573">
                <a:solidFill>
                  <a:srgbClr val="92302D"/>
                </a:solidFill>
              </a:ln>
            </p:spPr>
          </p:sp>
          <p:sp>
            <p:nvSpPr>
              <p:cNvPr id="456" name="456 path">
                <a:extLst xmlns:a="http://schemas.openxmlformats.org/drawingml/2006/main">
                  <a:ext uri="{FF2B5EF4-FFF2-40B4-BE49-F238E27FC236}">
                    <a16:creationId xmlns:a16="http://schemas.microsoft.com/office/drawing/2014/main" id="{737B334E-D351-46FD-B228-4FF7BB129F4B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3047345" y="3450669"/>
                <a:ext cx="80010" cy="95"/>
              </a:xfrm>
              <a:custGeom xmlns:a="http://schemas.openxmlformats.org/drawingml/2006/main"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8573">
                <a:solidFill>
                  <a:srgbClr val="92302D"/>
                </a:solidFill>
              </a:ln>
            </p:spPr>
          </p:sp>
        </p:grpSp>
        <p:sp>
          <p:nvSpPr>
            <p:cNvPr id="457" name="457 config.yaml">
              <a:extLst xmlns:a="http://schemas.openxmlformats.org/drawingml/2006/main">
                <a:ext uri="{FF2B5EF4-FFF2-40B4-BE49-F238E27FC236}">
                  <a16:creationId xmlns:a16="http://schemas.microsoft.com/office/drawing/2014/main" id="{90A6D3E8-7EE1-4E4C-834D-F1DC27B29A3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363575" y="3228975"/>
              <a:ext cx="1571625" cy="23622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config.yaml</a:t>
              </a:r>
            </a:p>
          </p:txBody>
        </p:sp>
        <p:grpSp>
          <p:nvGrpSpPr>
            <p:cNvPr id="581" name="icon-check-457"/>
            <p:cNvGrpSpPr/>
            <p:nvPr/>
          </p:nvGrpSpPr>
          <p:grpSpPr>
            <ns74:xfrm xmlns:ns74="http://schemas.openxmlformats.org/drawingml/2006/main">
              <ns74:off x="14597777" y="3272552"/>
              <ns74:ext cx="208121" cy="208121"/>
              <ns74:chOff x="14597777" y="3272552"/>
              <ns74:chExt cx="208121" cy="208121"/>
            </ns74:xfrm>
          </p:grpSpPr>
          <p:sp>
            <p:nvSpPr>
              <p:cNvPr id="458" name="458 ellipse">
                <a:extLst xmlns:a="http://schemas.openxmlformats.org/drawingml/2006/main">
                  <a:ext uri="{FF2B5EF4-FFF2-40B4-BE49-F238E27FC236}">
                    <a16:creationId xmlns:a16="http://schemas.microsoft.com/office/drawing/2014/main" id="{B8166BE0-2587-4A1E-92DE-089D0029506B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4597777" y="3272552"/>
                <a:ext cx="208121" cy="208121"/>
              </a:xfrm>
              <a:prstGeom xmlns:a="http://schemas.openxmlformats.org/drawingml/2006/main" prst="ellipse">
                <a:avLst/>
              </a:prstGeom>
              <a:gradFill xmlns:a="http://schemas.openxmlformats.org/drawingml/2006/main">
                <a:gsLst>
                  <a:gs pos="0">
                    <a:srgbClr val="27B35B"/>
                  </a:gs>
                  <a:gs pos="100000">
                    <a:srgbClr val="0C974A"/>
                  </a:gs>
                </a:gsLst>
                <a:lin ang="5400000"/>
              </a:gradFill>
              <a:ln xmlns:a="http://schemas.openxmlformats.org/drawingml/2006/main" w="3286">
                <a:solidFill>
                  <a:srgbClr val="198D48"/>
                </a:solidFill>
              </a:ln>
            </p:spPr>
          </p:sp>
          <p:sp>
            <p:nvSpPr>
              <p:cNvPr id="459" name="459 path">
                <a:extLst xmlns:a="http://schemas.openxmlformats.org/drawingml/2006/main">
                  <a:ext uri="{FF2B5EF4-FFF2-40B4-BE49-F238E27FC236}">
                    <a16:creationId xmlns:a16="http://schemas.microsoft.com/office/drawing/2014/main" id="{EE130171-19A3-469F-BF08-47DC211E80C2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4647069" y="3332798"/>
                <a:ext cx="104061" cy="82153"/>
              </a:xfrm>
              <a:custGeom xmlns:a="http://schemas.openxmlformats.org/drawingml/2006/main">
                <a:pathLst>
                  <a:path w="104061" h="82153">
                    <a:moveTo>
                      <a:pt x="0" y="43815"/>
                    </a:moveTo>
                    <a:lnTo>
                      <a:pt x="38338" y="82153"/>
                    </a:lnTo>
                    <a:lnTo>
                      <a:pt x="104061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1908">
                <a:solidFill>
                  <a:srgbClr val="FFFFFF"/>
                </a:solidFill>
              </a:ln>
            </p:spPr>
          </p:sp>
        </p:grpSp>
        <p:sp>
          <p:nvSpPr>
            <p:cNvPr id="460" name="460 …">
              <a:extLst xmlns:a="http://schemas.openxmlformats.org/drawingml/2006/main">
                <a:ext uri="{FF2B5EF4-FFF2-40B4-BE49-F238E27FC236}">
                  <a16:creationId xmlns:a16="http://schemas.microsoft.com/office/drawing/2014/main" id="{DF216831-B7A8-4DD8-A40E-3B5FAEB95B6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973050" y="3486150"/>
              <a:ext cx="47625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…</a:t>
              </a:r>
            </a:p>
          </p:txBody>
        </p:sp>
      </p:grpSp>
      <p:grpSp>
        <p:nvGrpSpPr>
          <p:cNvPr id="582" name="Migration success"/>
          <p:cNvGrpSpPr/>
          <p:nvPr/>
        </p:nvGrpSpPr>
        <p:grpSpPr>
          <ns77:xfrm xmlns:ns77="http://schemas.openxmlformats.org/drawingml/2006/main">
            <ns77:off x="12544425" y="4048125"/>
            <ns77:ext cx="3067050" cy="790575"/>
            <ns77:chOff x="12544425" y="4048125"/>
            <ns77:chExt cx="3067050" cy="790575"/>
          </ns77:xfrm>
        </p:grpSpPr>
        <p:sp>
          <p:nvSpPr>
            <p:cNvPr id="461" name="461 rect">
              <a:extLst xmlns:a="http://schemas.openxmlformats.org/drawingml/2006/main">
                <a:ext uri="{FF2B5EF4-FFF2-40B4-BE49-F238E27FC236}">
                  <a16:creationId xmlns:a16="http://schemas.microsoft.com/office/drawing/2014/main" id="{F7EEE011-D6EA-4B84-871A-7009DA03D6F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544425" y="4048125"/>
              <a:ext cx="3067050" cy="790575"/>
            </a:xfrm>
            <a:prstGeom xmlns:a="http://schemas.openxmlformats.org/drawingml/2006/main" prst="roundRect">
              <a:avLst>
                <a:gd name="adj" fmla="val 14458"/>
              </a:avLst>
            </a:prstGeom>
            <a:gradFill xmlns:a="http://schemas.openxmlformats.org/drawingml/2006/main">
              <a:gsLst>
                <a:gs pos="0">
                  <a:srgbClr val="E5FFF0"/>
                </a:gs>
                <a:gs pos="100000">
                  <a:srgbClr val="F3FFF8"/>
                </a:gs>
              </a:gsLst>
              <a:lin ang="5400000"/>
            </a:gradFill>
            <a:ln xmlns:a="http://schemas.openxmlformats.org/drawingml/2006/main" w="10478">
              <a:solidFill>
                <a:srgbClr val="4EBD88"/>
              </a:solidFill>
            </a:ln>
          </p:spPr>
        </p:sp>
        <p:grpSp>
          <p:nvGrpSpPr>
            <p:cNvPr id="583" name="icon-check-461"/>
            <p:cNvGrpSpPr/>
            <p:nvPr/>
          </p:nvGrpSpPr>
          <p:grpSpPr>
            <ns76:xfrm xmlns:ns76="http://schemas.openxmlformats.org/drawingml/2006/main">
              <ns76:off x="12709208" y="4184333"/>
              <ns76:ext cx="470535" cy="470535"/>
              <ns76:chOff x="12709208" y="4184333"/>
              <ns76:chExt cx="470535" cy="470535"/>
            </ns76:xfrm>
          </p:grpSpPr>
          <p:sp>
            <p:nvSpPr>
              <p:cNvPr id="462" name="462 ellipse">
                <a:extLst xmlns:a="http://schemas.openxmlformats.org/drawingml/2006/main">
                  <a:ext uri="{FF2B5EF4-FFF2-40B4-BE49-F238E27FC236}">
                    <a16:creationId xmlns:a16="http://schemas.microsoft.com/office/drawing/2014/main" id="{DC3634F2-918A-4495-A5ED-82599F32B2D2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2709208" y="4184333"/>
                <a:ext cx="470535" cy="470535"/>
              </a:xfrm>
              <a:prstGeom xmlns:a="http://schemas.openxmlformats.org/drawingml/2006/main" prst="ellipse">
                <a:avLst/>
              </a:prstGeom>
              <a:gradFill xmlns:a="http://schemas.openxmlformats.org/drawingml/2006/main">
                <a:gsLst>
                  <a:gs pos="0">
                    <a:srgbClr val="27B35B"/>
                  </a:gs>
                  <a:gs pos="100000">
                    <a:srgbClr val="0C974A"/>
                  </a:gs>
                </a:gsLst>
                <a:lin ang="5400000"/>
              </a:gradFill>
              <a:ln xmlns:a="http://schemas.openxmlformats.org/drawingml/2006/main" w="7430">
                <a:solidFill>
                  <a:srgbClr val="198D48"/>
                </a:solidFill>
              </a:ln>
            </p:spPr>
          </p:sp>
          <p:sp>
            <p:nvSpPr>
              <p:cNvPr id="463" name="463 path">
                <a:extLst xmlns:a="http://schemas.openxmlformats.org/drawingml/2006/main">
                  <a:ext uri="{FF2B5EF4-FFF2-40B4-BE49-F238E27FC236}">
                    <a16:creationId xmlns:a16="http://schemas.microsoft.com/office/drawing/2014/main" id="{53F66284-9CBC-4205-AE63-6B7A758A0472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2820650" y="4320540"/>
                <a:ext cx="235268" cy="185738"/>
              </a:xfrm>
              <a:custGeom xmlns:a="http://schemas.openxmlformats.org/drawingml/2006/main">
                <a:pathLst>
                  <a:path w="235268" h="185738">
                    <a:moveTo>
                      <a:pt x="0" y="99060"/>
                    </a:moveTo>
                    <a:lnTo>
                      <a:pt x="86677" y="185738"/>
                    </a:lnTo>
                    <a:lnTo>
                      <a:pt x="235268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49530">
                <a:solidFill>
                  <a:srgbClr val="FFFFFF"/>
                </a:solidFill>
              </a:ln>
            </p:spPr>
          </p:sp>
        </p:grpSp>
        <p:sp>
          <p:nvSpPr>
            <p:cNvPr id="464" name="464 Migration successful">
              <a:extLst xmlns:a="http://schemas.openxmlformats.org/drawingml/2006/main">
                <a:ext uri="{FF2B5EF4-FFF2-40B4-BE49-F238E27FC236}">
                  <a16:creationId xmlns:a16="http://schemas.microsoft.com/office/drawing/2014/main" id="{A1EC9E1D-198F-4362-9C04-FAD2181CDA2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315950" y="4200525"/>
              <a:ext cx="2228850" cy="30472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935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935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Migration successful</a:t>
              </a:r>
            </a:p>
          </p:txBody>
        </p:sp>
        <p:sp>
          <p:nvSpPr>
            <p:cNvPr id="465" name="465 Functionally correct and behaviorally aligned">
              <a:extLst xmlns:a="http://schemas.openxmlformats.org/drawingml/2006/main">
                <a:ext uri="{FF2B5EF4-FFF2-40B4-BE49-F238E27FC236}">
                  <a16:creationId xmlns:a16="http://schemas.microsoft.com/office/drawing/2014/main" id="{D97D9068-FF40-4D7F-8DCE-E19FDF42BEA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315950" y="4514850"/>
              <a:ext cx="2228850" cy="14645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93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3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Functionally correct and behaviorally aligned</a:t>
              </a:r>
            </a:p>
          </p:txBody>
        </p:sp>
      </p:grpSp>
      <p:grpSp>
        <p:nvGrpSpPr>
          <p:cNvPr id="584" name="Verified execution"/>
          <p:cNvGrpSpPr/>
          <p:nvPr/>
        </p:nvGrpSpPr>
        <p:grpSpPr>
          <ns81:xfrm xmlns:ns81="http://schemas.openxmlformats.org/drawingml/2006/main">
            <ns81:off x="12544425" y="4981575"/>
            <ns81:ext cx="3067050" cy="2076450"/>
            <ns81:chOff x="12544425" y="4981575"/>
            <ns81:chExt cx="3067050" cy="2076450"/>
          </ns81:xfrm>
        </p:grpSpPr>
        <p:sp>
          <p:nvSpPr>
            <p:cNvPr id="466" name="466 rect">
              <a:extLst xmlns:a="http://schemas.openxmlformats.org/drawingml/2006/main">
                <a:ext uri="{FF2B5EF4-FFF2-40B4-BE49-F238E27FC236}">
                  <a16:creationId xmlns:a16="http://schemas.microsoft.com/office/drawing/2014/main" id="{BF2B7247-7A3F-47C4-B9A8-1CC10047F83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544425" y="4981575"/>
              <a:ext cx="3067050" cy="2076450"/>
            </a:xfrm>
            <a:prstGeom xmlns:a="http://schemas.openxmlformats.org/drawingml/2006/main" prst="roundRect">
              <a:avLst>
                <a:gd name="adj" fmla="val 5505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0478">
              <a:solidFill>
                <a:srgbClr val="68839D"/>
              </a:solidFill>
            </a:ln>
          </p:spPr>
        </p:sp>
        <p:sp>
          <p:nvSpPr>
            <p:cNvPr id="467" name="467 Verified execution">
              <a:extLst xmlns:a="http://schemas.openxmlformats.org/drawingml/2006/main">
                <a:ext uri="{FF2B5EF4-FFF2-40B4-BE49-F238E27FC236}">
                  <a16:creationId xmlns:a16="http://schemas.microsoft.com/office/drawing/2014/main" id="{1C351C2E-546C-4CEC-807B-31917821C63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696825" y="5067300"/>
              <a:ext cx="2762250" cy="30708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950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950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Verified execution</a:t>
              </a:r>
            </a:p>
          </p:txBody>
        </p:sp>
        <p:sp>
          <p:nvSpPr>
            <p:cNvPr id="468" name="468 rect">
              <a:extLst xmlns:a="http://schemas.openxmlformats.org/drawingml/2006/main">
                <a:ext uri="{FF2B5EF4-FFF2-40B4-BE49-F238E27FC236}">
                  <a16:creationId xmlns:a16="http://schemas.microsoft.com/office/drawing/2014/main" id="{4B4934B1-F432-443C-9FFA-98635020295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649200" y="5429250"/>
              <a:ext cx="2867025" cy="1504950"/>
            </a:xfrm>
            <a:prstGeom xmlns:a="http://schemas.openxmlformats.org/drawingml/2006/main" prst="roundRect">
              <a:avLst>
                <a:gd name="adj" fmla="val 6329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C3D6EB"/>
              </a:solidFill>
            </a:ln>
          </p:spPr>
        </p:sp>
        <p:grpSp>
          <p:nvGrpSpPr>
            <p:cNvPr id="585" name="icon-check-468"/>
            <p:cNvGrpSpPr/>
            <p:nvPr/>
          </p:nvGrpSpPr>
          <p:grpSpPr>
            <ns78:xfrm xmlns:ns78="http://schemas.openxmlformats.org/drawingml/2006/main">
              <ns78:off x="12781598" y="5599748"/>
              <ns78:ext cx="325755" cy="325755"/>
              <ns78:chOff x="12781598" y="5599748"/>
              <ns78:chExt cx="325755" cy="325755"/>
            </ns78:xfrm>
          </p:grpSpPr>
          <p:sp>
            <p:nvSpPr>
              <p:cNvPr id="469" name="469 ellipse">
                <a:extLst xmlns:a="http://schemas.openxmlformats.org/drawingml/2006/main">
                  <a:ext uri="{FF2B5EF4-FFF2-40B4-BE49-F238E27FC236}">
                    <a16:creationId xmlns:a16="http://schemas.microsoft.com/office/drawing/2014/main" id="{2BDB4F3A-F680-44AC-9627-F388BB64F45C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2781598" y="5599748"/>
                <a:ext cx="325755" cy="325755"/>
              </a:xfrm>
              <a:prstGeom xmlns:a="http://schemas.openxmlformats.org/drawingml/2006/main" prst="ellipse">
                <a:avLst/>
              </a:prstGeom>
              <a:gradFill xmlns:a="http://schemas.openxmlformats.org/drawingml/2006/main">
                <a:gsLst>
                  <a:gs pos="0">
                    <a:srgbClr val="27B35B"/>
                  </a:gs>
                  <a:gs pos="100000">
                    <a:srgbClr val="0C974A"/>
                  </a:gs>
                </a:gsLst>
                <a:lin ang="5400000"/>
              </a:gradFill>
              <a:ln xmlns:a="http://schemas.openxmlformats.org/drawingml/2006/main" w="5144">
                <a:solidFill>
                  <a:srgbClr val="198D48"/>
                </a:solidFill>
              </a:ln>
            </p:spPr>
          </p:sp>
          <p:sp>
            <p:nvSpPr>
              <p:cNvPr id="470" name="470 path">
                <a:extLst xmlns:a="http://schemas.openxmlformats.org/drawingml/2006/main">
                  <a:ext uri="{FF2B5EF4-FFF2-40B4-BE49-F238E27FC236}">
                    <a16:creationId xmlns:a16="http://schemas.microsoft.com/office/drawing/2014/main" id="{A9B0339A-BADE-4B5A-9334-278985D32ABB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2858750" y="5694045"/>
                <a:ext cx="162877" cy="128588"/>
              </a:xfrm>
              <a:custGeom xmlns:a="http://schemas.openxmlformats.org/drawingml/2006/main">
                <a:pathLst>
                  <a:path w="162877" h="128588">
                    <a:moveTo>
                      <a:pt x="0" y="68580"/>
                    </a:moveTo>
                    <a:lnTo>
                      <a:pt x="60007" y="128588"/>
                    </a:lnTo>
                    <a:lnTo>
                      <a:pt x="162877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34290">
                <a:solidFill>
                  <a:srgbClr val="FFFFFF"/>
                </a:solidFill>
              </a:ln>
            </p:spPr>
          </p:sp>
        </p:grpSp>
        <p:sp>
          <p:nvSpPr>
            <p:cNvPr id="471" name="471 passes (no runtime errors)">
              <a:extLst xmlns:a="http://schemas.openxmlformats.org/drawingml/2006/main">
                <a:ext uri="{FF2B5EF4-FFF2-40B4-BE49-F238E27FC236}">
                  <a16:creationId xmlns:a16="http://schemas.microsoft.com/office/drawing/2014/main" id="{D365A936-F48E-4505-8C0E-A669CC0B583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258800" y="5619750"/>
              <a:ext cx="2190750" cy="25275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60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60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passes (no runtime errors)</a:t>
              </a:r>
            </a:p>
          </p:txBody>
        </p:sp>
        <p:grpSp>
          <p:nvGrpSpPr>
            <p:cNvPr id="586" name="icon-check-471"/>
            <p:cNvGrpSpPr/>
            <p:nvPr/>
          </p:nvGrpSpPr>
          <p:grpSpPr>
            <ns79:xfrm xmlns:ns79="http://schemas.openxmlformats.org/drawingml/2006/main">
              <ns79:off x="12781598" y="6037898"/>
              <ns79:ext cx="325755" cy="325755"/>
              <ns79:chOff x="12781598" y="6037898"/>
              <ns79:chExt cx="325755" cy="325755"/>
            </ns79:xfrm>
          </p:grpSpPr>
          <p:sp>
            <p:nvSpPr>
              <p:cNvPr id="472" name="472 ellipse">
                <a:extLst xmlns:a="http://schemas.openxmlformats.org/drawingml/2006/main">
                  <a:ext uri="{FF2B5EF4-FFF2-40B4-BE49-F238E27FC236}">
                    <a16:creationId xmlns:a16="http://schemas.microsoft.com/office/drawing/2014/main" id="{2482FF62-615A-45A3-B3ED-C18E137908D1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2781598" y="6037898"/>
                <a:ext cx="325755" cy="325755"/>
              </a:xfrm>
              <a:prstGeom xmlns:a="http://schemas.openxmlformats.org/drawingml/2006/main" prst="ellipse">
                <a:avLst/>
              </a:prstGeom>
              <a:gradFill xmlns:a="http://schemas.openxmlformats.org/drawingml/2006/main">
                <a:gsLst>
                  <a:gs pos="0">
                    <a:srgbClr val="27B35B"/>
                  </a:gs>
                  <a:gs pos="100000">
                    <a:srgbClr val="0C974A"/>
                  </a:gs>
                </a:gsLst>
                <a:lin ang="5400000"/>
              </a:gradFill>
              <a:ln xmlns:a="http://schemas.openxmlformats.org/drawingml/2006/main" w="5144">
                <a:solidFill>
                  <a:srgbClr val="198D48"/>
                </a:solidFill>
              </a:ln>
            </p:spPr>
          </p:sp>
          <p:sp>
            <p:nvSpPr>
              <p:cNvPr id="473" name="473 path">
                <a:extLst xmlns:a="http://schemas.openxmlformats.org/drawingml/2006/main">
                  <a:ext uri="{FF2B5EF4-FFF2-40B4-BE49-F238E27FC236}">
                    <a16:creationId xmlns:a16="http://schemas.microsoft.com/office/drawing/2014/main" id="{8F4F7159-F284-476D-9CC0-42F0FBCFF30D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2858750" y="6132195"/>
                <a:ext cx="162877" cy="128588"/>
              </a:xfrm>
              <a:custGeom xmlns:a="http://schemas.openxmlformats.org/drawingml/2006/main">
                <a:pathLst>
                  <a:path w="162877" h="128588">
                    <a:moveTo>
                      <a:pt x="0" y="68580"/>
                    </a:moveTo>
                    <a:lnTo>
                      <a:pt x="60007" y="128588"/>
                    </a:lnTo>
                    <a:lnTo>
                      <a:pt x="162877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34290">
                <a:solidFill>
                  <a:srgbClr val="FFFFFF"/>
                </a:solidFill>
              </a:ln>
            </p:spPr>
          </p:sp>
        </p:grpSp>
        <p:sp>
          <p:nvSpPr>
            <p:cNvPr id="474" name="474 aligned behavior">
              <a:extLst xmlns:a="http://schemas.openxmlformats.org/drawingml/2006/main">
                <a:ext uri="{FF2B5EF4-FFF2-40B4-BE49-F238E27FC236}">
                  <a16:creationId xmlns:a16="http://schemas.microsoft.com/office/drawing/2014/main" id="{91D7A049-3BFB-4097-9853-F6278FD53D7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258800" y="6057900"/>
              <a:ext cx="2190750" cy="271653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72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72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aligned behavior</a:t>
              </a:r>
            </a:p>
          </p:txBody>
        </p:sp>
        <p:grpSp>
          <p:nvGrpSpPr>
            <p:cNvPr id="587" name="icon-check-474"/>
            <p:cNvGrpSpPr/>
            <p:nvPr/>
          </p:nvGrpSpPr>
          <p:grpSpPr>
            <ns80:xfrm xmlns:ns80="http://schemas.openxmlformats.org/drawingml/2006/main">
              <ns80:off x="12781598" y="6476048"/>
              <ns80:ext cx="325755" cy="325755"/>
              <ns80:chOff x="12781598" y="6476048"/>
              <ns80:chExt cx="325755" cy="325755"/>
            </ns80:xfrm>
          </p:grpSpPr>
          <p:sp>
            <p:nvSpPr>
              <p:cNvPr id="475" name="475 ellipse">
                <a:extLst xmlns:a="http://schemas.openxmlformats.org/drawingml/2006/main">
                  <a:ext uri="{FF2B5EF4-FFF2-40B4-BE49-F238E27FC236}">
                    <a16:creationId xmlns:a16="http://schemas.microsoft.com/office/drawing/2014/main" id="{9EA4EF8E-488D-4AA8-AD81-4D4E60002780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2781598" y="6476048"/>
                <a:ext cx="325755" cy="325755"/>
              </a:xfrm>
              <a:prstGeom xmlns:a="http://schemas.openxmlformats.org/drawingml/2006/main" prst="ellipse">
                <a:avLst/>
              </a:prstGeom>
              <a:gradFill xmlns:a="http://schemas.openxmlformats.org/drawingml/2006/main">
                <a:gsLst>
                  <a:gs pos="0">
                    <a:srgbClr val="27B35B"/>
                  </a:gs>
                  <a:gs pos="100000">
                    <a:srgbClr val="0C974A"/>
                  </a:gs>
                </a:gsLst>
                <a:lin ang="5400000"/>
              </a:gradFill>
              <a:ln xmlns:a="http://schemas.openxmlformats.org/drawingml/2006/main" w="5144">
                <a:solidFill>
                  <a:srgbClr val="198D48"/>
                </a:solidFill>
              </a:ln>
            </p:spPr>
          </p:sp>
          <p:sp>
            <p:nvSpPr>
              <p:cNvPr id="476" name="476 path">
                <a:extLst xmlns:a="http://schemas.openxmlformats.org/drawingml/2006/main">
                  <a:ext uri="{FF2B5EF4-FFF2-40B4-BE49-F238E27FC236}">
                    <a16:creationId xmlns:a16="http://schemas.microsoft.com/office/drawing/2014/main" id="{4C06F72C-5242-45F2-BEE0-6D55DE175DFC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2858750" y="6570345"/>
                <a:ext cx="162877" cy="128588"/>
              </a:xfrm>
              <a:custGeom xmlns:a="http://schemas.openxmlformats.org/drawingml/2006/main">
                <a:pathLst>
                  <a:path w="162877" h="128588">
                    <a:moveTo>
                      <a:pt x="0" y="68580"/>
                    </a:moveTo>
                    <a:lnTo>
                      <a:pt x="60007" y="128588"/>
                    </a:lnTo>
                    <a:lnTo>
                      <a:pt x="162877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34290">
                <a:solidFill>
                  <a:srgbClr val="FFFFFF"/>
                </a:solidFill>
              </a:ln>
            </p:spPr>
          </p:sp>
        </p:grpSp>
        <p:sp>
          <p:nvSpPr>
            <p:cNvPr id="477" name="477 stable update">
              <a:extLst xmlns:a="http://schemas.openxmlformats.org/drawingml/2006/main">
                <a:ext uri="{FF2B5EF4-FFF2-40B4-BE49-F238E27FC236}">
                  <a16:creationId xmlns:a16="http://schemas.microsoft.com/office/drawing/2014/main" id="{0FEA2E35-4FAD-4752-97D3-C1922960132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258800" y="6496050"/>
              <a:ext cx="2190750" cy="271653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72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72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stable update</a:t>
              </a:r>
            </a:p>
          </p:txBody>
        </p:sp>
      </p:grpSp>
      <p:grpSp>
        <p:nvGrpSpPr>
          <p:cNvPr id="588" name="Generalization and efficiency"/>
          <p:cNvGrpSpPr/>
          <p:nvPr/>
        </p:nvGrpSpPr>
        <p:grpSpPr>
          <ns86:xfrm xmlns:ns86="http://schemas.openxmlformats.org/drawingml/2006/main">
            <ns86:off x="171450" y="8096250"/>
            <ns86:ext cx="15582900" cy="733425"/>
            <ns86:chOff x="171450" y="8096250"/>
            <ns86:chExt cx="15582900" cy="733425"/>
          </ns86:xfrm>
        </p:grpSpPr>
        <p:sp>
          <p:nvSpPr>
            <p:cNvPr id="478" name="478 rect">
              <a:extLst xmlns:a="http://schemas.openxmlformats.org/drawingml/2006/main">
                <a:ext uri="{FF2B5EF4-FFF2-40B4-BE49-F238E27FC236}">
                  <a16:creationId xmlns:a16="http://schemas.microsoft.com/office/drawing/2014/main" id="{FFD8EA7E-9371-49F2-A27F-22261B2A508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71450" y="8096250"/>
              <a:ext cx="15582900" cy="733425"/>
            </a:xfrm>
            <a:prstGeom xmlns:a="http://schemas.openxmlformats.org/drawingml/2006/main" prst="roundRect">
              <a:avLst>
                <a:gd name="adj" fmla="val 22078"/>
              </a:avLst>
            </a:prstGeom>
            <a:gradFill xmlns:a="http://schemas.openxmlformats.org/drawingml/2006/main">
              <a:gsLst>
                <a:gs pos="0">
                  <a:srgbClr val="FAFCFE"/>
                </a:gs>
                <a:gs pos="100000">
                  <a:srgbClr val="EFF3F7"/>
                </a:gs>
              </a:gsLst>
              <a:lin ang="5400000"/>
            </a:gradFill>
            <a:ln xmlns:a="http://schemas.openxmlformats.org/drawingml/2006/main" w="10478">
              <a:solidFill>
                <a:srgbClr val="859DB9"/>
              </a:solidFill>
            </a:ln>
          </p:spPr>
        </p:sp>
        <p:sp>
          <p:nvSpPr>
            <p:cNvPr id="479" name="479 Generalization and Efficiency">
              <a:extLst xmlns:a="http://schemas.openxmlformats.org/drawingml/2006/main">
                <a:ext uri="{FF2B5EF4-FFF2-40B4-BE49-F238E27FC236}">
                  <a16:creationId xmlns:a16="http://schemas.microsoft.com/office/drawing/2014/main" id="{6D22E25D-BF66-4C13-B61D-4D5AE1E2F83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09575" y="8277225"/>
              <a:ext cx="3257550" cy="30826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958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958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Generalization and Efficiency</a:t>
              </a:r>
            </a:p>
          </p:txBody>
        </p:sp>
        <p:sp>
          <p:nvSpPr>
            <p:cNvPr id="480" name="480 path">
              <a:extLst xmlns:a="http://schemas.openxmlformats.org/drawingml/2006/main">
                <a:ext uri="{FF2B5EF4-FFF2-40B4-BE49-F238E27FC236}">
                  <a16:creationId xmlns:a16="http://schemas.microsoft.com/office/drawing/2014/main" id="{4A0A726A-F830-474E-9E3E-3ED8E23351D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743325" y="8239125"/>
              <a:ext cx="95" cy="466725"/>
            </a:xfrm>
            <a:custGeom xmlns:a="http://schemas.openxmlformats.org/drawingml/2006/main">
              <a:pathLst>
                <a:path w="95" h="466725">
                  <a:moveTo>
                    <a:pt x="0" y="0"/>
                  </a:moveTo>
                  <a:lnTo>
                    <a:pt x="0" y="466725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430">
              <a:solidFill>
                <a:srgbClr val="839AB6"/>
              </a:solidFill>
            </a:ln>
          </p:spPr>
        </p:sp>
        <p:sp>
          <p:nvSpPr>
            <p:cNvPr id="481" name="481 path">
              <a:extLst xmlns:a="http://schemas.openxmlformats.org/drawingml/2006/main">
                <a:ext uri="{FF2B5EF4-FFF2-40B4-BE49-F238E27FC236}">
                  <a16:creationId xmlns:a16="http://schemas.microsoft.com/office/drawing/2014/main" id="{2C15D7AF-990E-4DCD-AF51-76BD49A4CA6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610350" y="8239125"/>
              <a:ext cx="95" cy="466725"/>
            </a:xfrm>
            <a:custGeom xmlns:a="http://schemas.openxmlformats.org/drawingml/2006/main">
              <a:pathLst>
                <a:path w="95" h="466725">
                  <a:moveTo>
                    <a:pt x="0" y="0"/>
                  </a:moveTo>
                  <a:lnTo>
                    <a:pt x="0" y="466725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430">
              <a:solidFill>
                <a:srgbClr val="839AB6"/>
              </a:solidFill>
            </a:ln>
          </p:spPr>
        </p:sp>
        <p:sp>
          <p:nvSpPr>
            <p:cNvPr id="482" name="482 path">
              <a:extLst xmlns:a="http://schemas.openxmlformats.org/drawingml/2006/main">
                <a:ext uri="{FF2B5EF4-FFF2-40B4-BE49-F238E27FC236}">
                  <a16:creationId xmlns:a16="http://schemas.microsoft.com/office/drawing/2014/main" id="{2A22EBA5-2D09-4D44-B7E0-42AF08A9CBC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334500" y="8239125"/>
              <a:ext cx="95" cy="466725"/>
            </a:xfrm>
            <a:custGeom xmlns:a="http://schemas.openxmlformats.org/drawingml/2006/main">
              <a:pathLst>
                <a:path w="95" h="466725">
                  <a:moveTo>
                    <a:pt x="0" y="0"/>
                  </a:moveTo>
                  <a:lnTo>
                    <a:pt x="0" y="466725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430">
              <a:solidFill>
                <a:srgbClr val="839AB6"/>
              </a:solidFill>
            </a:ln>
          </p:spPr>
        </p:sp>
        <p:sp>
          <p:nvSpPr>
            <p:cNvPr id="483" name="483 path">
              <a:extLst xmlns:a="http://schemas.openxmlformats.org/drawingml/2006/main">
                <a:ext uri="{FF2B5EF4-FFF2-40B4-BE49-F238E27FC236}">
                  <a16:creationId xmlns:a16="http://schemas.microsoft.com/office/drawing/2014/main" id="{4333464E-F2A3-4787-BF33-1B0EC70D41A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620625" y="8239125"/>
              <a:ext cx="95" cy="466725"/>
            </a:xfrm>
            <a:custGeom xmlns:a="http://schemas.openxmlformats.org/drawingml/2006/main">
              <a:pathLst>
                <a:path w="95" h="466725">
                  <a:moveTo>
                    <a:pt x="0" y="0"/>
                  </a:moveTo>
                  <a:lnTo>
                    <a:pt x="0" y="466725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430">
              <a:solidFill>
                <a:srgbClr val="839AB6"/>
              </a:solidFill>
            </a:ln>
          </p:spPr>
        </p:sp>
        <p:grpSp>
          <p:nvGrpSpPr>
            <p:cNvPr id="589" name="icon-globe-483"/>
            <p:cNvGrpSpPr/>
            <p:nvPr/>
          </p:nvGrpSpPr>
          <p:grpSpPr>
            <ns82:xfrm xmlns:ns82="http://schemas.openxmlformats.org/drawingml/2006/main">
              <ns82:off x="4117658" y="8262938"/>
              <ns82:ext cx="394335" cy="428625"/>
              <ns82:chOff x="4117658" y="8262938"/>
              <ns82:chExt cx="394335" cy="428625"/>
            </ns82:xfrm>
          </p:grpSpPr>
          <p:sp>
            <p:nvSpPr>
              <p:cNvPr id="484" name="484 ellipse">
                <a:extLst xmlns:a="http://schemas.openxmlformats.org/drawingml/2006/main">
                  <a:ext uri="{FF2B5EF4-FFF2-40B4-BE49-F238E27FC236}">
                    <a16:creationId xmlns:a16="http://schemas.microsoft.com/office/drawing/2014/main" id="{3A8930B7-A287-4FAE-887C-2A80BF38535E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4117658" y="8262938"/>
                <a:ext cx="394335" cy="428625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D5EEFC"/>
              </a:solidFill>
              <a:ln xmlns:a="http://schemas.openxmlformats.org/drawingml/2006/main" w="21908">
                <a:solidFill>
                  <a:srgbClr val="003496"/>
                </a:solidFill>
              </a:ln>
            </p:spPr>
          </p:sp>
          <p:sp>
            <p:nvSpPr>
              <p:cNvPr id="485" name="485 ellipse">
                <a:extLst xmlns:a="http://schemas.openxmlformats.org/drawingml/2006/main">
                  <a:ext uri="{FF2B5EF4-FFF2-40B4-BE49-F238E27FC236}">
                    <a16:creationId xmlns:a16="http://schemas.microsoft.com/office/drawing/2014/main" id="{68F8058F-7B72-46A4-AFE5-9F8AF0C11F6B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4216241" y="8262938"/>
                <a:ext cx="197168" cy="428625"/>
              </a:xfrm>
              <a:prstGeom xmlns:a="http://schemas.openxmlformats.org/drawingml/2006/main" prst="ellipse">
                <a:avLst/>
              </a:prstGeom>
              <a:noFill xmlns:a="http://schemas.openxmlformats.org/drawingml/2006/main"/>
              <a:ln xmlns:a="http://schemas.openxmlformats.org/drawingml/2006/main" w="18621">
                <a:solidFill>
                  <a:srgbClr val="003496"/>
                </a:solidFill>
              </a:ln>
            </p:spPr>
          </p:sp>
          <p:sp>
            <p:nvSpPr>
              <p:cNvPr id="486" name="486 path">
                <a:extLst xmlns:a="http://schemas.openxmlformats.org/drawingml/2006/main">
                  <a:ext uri="{FF2B5EF4-FFF2-40B4-BE49-F238E27FC236}">
                    <a16:creationId xmlns:a16="http://schemas.microsoft.com/office/drawing/2014/main" id="{7D136F19-2335-4498-BCB5-D94552917D2F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4314825" y="8262938"/>
                <a:ext cx="95" cy="428625"/>
              </a:xfrm>
              <a:custGeom xmlns:a="http://schemas.openxmlformats.org/drawingml/2006/main">
                <a:pathLst>
                  <a:path w="95" h="428625">
                    <a:moveTo>
                      <a:pt x="0" y="0"/>
                    </a:moveTo>
                    <a:lnTo>
                      <a:pt x="0" y="428625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6431">
                <a:solidFill>
                  <a:srgbClr val="003496"/>
                </a:solidFill>
              </a:ln>
            </p:spPr>
          </p:sp>
          <p:sp>
            <p:nvSpPr>
              <p:cNvPr id="487" name="487 path">
                <a:extLst xmlns:a="http://schemas.openxmlformats.org/drawingml/2006/main">
                  <a:ext uri="{FF2B5EF4-FFF2-40B4-BE49-F238E27FC236}">
                    <a16:creationId xmlns:a16="http://schemas.microsoft.com/office/drawing/2014/main" id="{CB63FF9A-8EE7-4F6D-A8A3-79560BD73DC6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4117658" y="8477250"/>
                <a:ext cx="394335" cy="95"/>
              </a:xfrm>
              <a:custGeom xmlns:a="http://schemas.openxmlformats.org/drawingml/2006/main">
                <a:pathLst>
                  <a:path w="394335" h="95">
                    <a:moveTo>
                      <a:pt x="0" y="0"/>
                    </a:moveTo>
                    <a:lnTo>
                      <a:pt x="394335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526">
                <a:solidFill>
                  <a:srgbClr val="003496"/>
                </a:solidFill>
              </a:ln>
            </p:spPr>
          </p:sp>
          <p:sp>
            <p:nvSpPr>
              <p:cNvPr id="488" name="488 path">
                <a:extLst xmlns:a="http://schemas.openxmlformats.org/drawingml/2006/main">
                  <a:ext uri="{FF2B5EF4-FFF2-40B4-BE49-F238E27FC236}">
                    <a16:creationId xmlns:a16="http://schemas.microsoft.com/office/drawing/2014/main" id="{4A1490B8-7FDA-49F0-8C04-53A693A59FF0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4161473" y="8358188"/>
                <a:ext cx="306705" cy="35719"/>
              </a:xfrm>
              <a:custGeom xmlns:a="http://schemas.openxmlformats.org/drawingml/2006/main">
                <a:pathLst>
                  <a:path w="306705" h="35719">
                    <a:moveTo>
                      <a:pt x="0" y="0"/>
                    </a:moveTo>
                    <a:lnTo>
                      <a:pt x="9894" y="4604"/>
                    </a:lnTo>
                    <a:lnTo>
                      <a:pt x="19856" y="8890"/>
                    </a:lnTo>
                    <a:lnTo>
                      <a:pt x="29882" y="12859"/>
                    </a:lnTo>
                    <a:lnTo>
                      <a:pt x="39966" y="16510"/>
                    </a:lnTo>
                    <a:lnTo>
                      <a:pt x="50103" y="19844"/>
                    </a:lnTo>
                    <a:lnTo>
                      <a:pt x="60289" y="22860"/>
                    </a:lnTo>
                    <a:lnTo>
                      <a:pt x="70519" y="25559"/>
                    </a:lnTo>
                    <a:lnTo>
                      <a:pt x="80788" y="27940"/>
                    </a:lnTo>
                    <a:lnTo>
                      <a:pt x="91091" y="30004"/>
                    </a:lnTo>
                    <a:lnTo>
                      <a:pt x="101424" y="31750"/>
                    </a:lnTo>
                    <a:lnTo>
                      <a:pt x="111780" y="33179"/>
                    </a:lnTo>
                    <a:lnTo>
                      <a:pt x="122156" y="34290"/>
                    </a:lnTo>
                    <a:lnTo>
                      <a:pt x="132547" y="35084"/>
                    </a:lnTo>
                    <a:lnTo>
                      <a:pt x="142947" y="35560"/>
                    </a:lnTo>
                    <a:lnTo>
                      <a:pt x="153353" y="35719"/>
                    </a:lnTo>
                    <a:lnTo>
                      <a:pt x="163758" y="35560"/>
                    </a:lnTo>
                    <a:lnTo>
                      <a:pt x="174158" y="35084"/>
                    </a:lnTo>
                    <a:lnTo>
                      <a:pt x="184549" y="34290"/>
                    </a:lnTo>
                    <a:lnTo>
                      <a:pt x="194925" y="33179"/>
                    </a:lnTo>
                    <a:lnTo>
                      <a:pt x="205281" y="31750"/>
                    </a:lnTo>
                    <a:lnTo>
                      <a:pt x="215614" y="30004"/>
                    </a:lnTo>
                    <a:lnTo>
                      <a:pt x="225917" y="27940"/>
                    </a:lnTo>
                    <a:lnTo>
                      <a:pt x="236186" y="25559"/>
                    </a:lnTo>
                    <a:lnTo>
                      <a:pt x="246416" y="22860"/>
                    </a:lnTo>
                    <a:lnTo>
                      <a:pt x="256602" y="19844"/>
                    </a:lnTo>
                    <a:lnTo>
                      <a:pt x="266739" y="16510"/>
                    </a:lnTo>
                    <a:lnTo>
                      <a:pt x="276823" y="12859"/>
                    </a:lnTo>
                    <a:lnTo>
                      <a:pt x="286849" y="8890"/>
                    </a:lnTo>
                    <a:lnTo>
                      <a:pt x="296811" y="4604"/>
                    </a:lnTo>
                    <a:lnTo>
                      <a:pt x="306705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6431">
                <a:solidFill>
                  <a:srgbClr val="003496"/>
                </a:solidFill>
              </a:ln>
            </p:spPr>
          </p:sp>
          <p:sp>
            <p:nvSpPr>
              <p:cNvPr id="489" name="489 path">
                <a:extLst xmlns:a="http://schemas.openxmlformats.org/drawingml/2006/main">
                  <a:ext uri="{FF2B5EF4-FFF2-40B4-BE49-F238E27FC236}">
                    <a16:creationId xmlns:a16="http://schemas.microsoft.com/office/drawing/2014/main" id="{11C09980-3713-4E5E-A3A9-F06C9BB22333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4161473" y="8596313"/>
                <a:ext cx="306705" cy="35719"/>
              </a:xfrm>
              <a:custGeom xmlns:a="http://schemas.openxmlformats.org/drawingml/2006/main">
                <a:pathLst>
                  <a:path w="306705" h="35719">
                    <a:moveTo>
                      <a:pt x="0" y="0"/>
                    </a:moveTo>
                    <a:lnTo>
                      <a:pt x="9894" y="4604"/>
                    </a:lnTo>
                    <a:lnTo>
                      <a:pt x="19856" y="8890"/>
                    </a:lnTo>
                    <a:lnTo>
                      <a:pt x="29882" y="12859"/>
                    </a:lnTo>
                    <a:lnTo>
                      <a:pt x="39966" y="16510"/>
                    </a:lnTo>
                    <a:lnTo>
                      <a:pt x="50103" y="19844"/>
                    </a:lnTo>
                    <a:lnTo>
                      <a:pt x="60289" y="22860"/>
                    </a:lnTo>
                    <a:lnTo>
                      <a:pt x="70519" y="25559"/>
                    </a:lnTo>
                    <a:lnTo>
                      <a:pt x="80788" y="27940"/>
                    </a:lnTo>
                    <a:lnTo>
                      <a:pt x="91091" y="30004"/>
                    </a:lnTo>
                    <a:lnTo>
                      <a:pt x="101424" y="31750"/>
                    </a:lnTo>
                    <a:lnTo>
                      <a:pt x="111780" y="33179"/>
                    </a:lnTo>
                    <a:lnTo>
                      <a:pt x="122156" y="34290"/>
                    </a:lnTo>
                    <a:lnTo>
                      <a:pt x="132547" y="35084"/>
                    </a:lnTo>
                    <a:lnTo>
                      <a:pt x="142947" y="35560"/>
                    </a:lnTo>
                    <a:lnTo>
                      <a:pt x="153353" y="35719"/>
                    </a:lnTo>
                    <a:lnTo>
                      <a:pt x="163758" y="35560"/>
                    </a:lnTo>
                    <a:lnTo>
                      <a:pt x="174158" y="35084"/>
                    </a:lnTo>
                    <a:lnTo>
                      <a:pt x="184549" y="34290"/>
                    </a:lnTo>
                    <a:lnTo>
                      <a:pt x="194925" y="33179"/>
                    </a:lnTo>
                    <a:lnTo>
                      <a:pt x="205281" y="31750"/>
                    </a:lnTo>
                    <a:lnTo>
                      <a:pt x="215614" y="30004"/>
                    </a:lnTo>
                    <a:lnTo>
                      <a:pt x="225917" y="27940"/>
                    </a:lnTo>
                    <a:lnTo>
                      <a:pt x="236186" y="25559"/>
                    </a:lnTo>
                    <a:lnTo>
                      <a:pt x="246416" y="22860"/>
                    </a:lnTo>
                    <a:lnTo>
                      <a:pt x="256602" y="19844"/>
                    </a:lnTo>
                    <a:lnTo>
                      <a:pt x="266739" y="16510"/>
                    </a:lnTo>
                    <a:lnTo>
                      <a:pt x="276823" y="12859"/>
                    </a:lnTo>
                    <a:lnTo>
                      <a:pt x="286849" y="8890"/>
                    </a:lnTo>
                    <a:lnTo>
                      <a:pt x="296811" y="4604"/>
                    </a:lnTo>
                    <a:lnTo>
                      <a:pt x="306705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6431">
                <a:solidFill>
                  <a:srgbClr val="003496"/>
                </a:solidFill>
              </a:ln>
            </p:spPr>
          </p:sp>
        </p:grpSp>
        <p:sp>
          <p:nvSpPr>
            <p:cNvPr id="490" name="490 Cross-framework">
              <a:extLst xmlns:a="http://schemas.openxmlformats.org/drawingml/2006/main">
                <a:ext uri="{FF2B5EF4-FFF2-40B4-BE49-F238E27FC236}">
                  <a16:creationId xmlns:a16="http://schemas.microsoft.com/office/drawing/2014/main" id="{74057FE7-372F-4900-8E6F-11A2E5A9FB5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33925" y="8334375"/>
              <a:ext cx="1724025" cy="27401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740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740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Cross-framework</a:t>
              </a:r>
            </a:p>
          </p:txBody>
        </p:sp>
        <p:grpSp>
          <p:nvGrpSpPr>
            <p:cNvPr id="590" name="icon-code-page-490"/>
            <p:cNvGrpSpPr/>
            <p:nvPr/>
          </p:nvGrpSpPr>
          <p:grpSpPr>
            <ns83:xfrm xmlns:ns83="http://schemas.openxmlformats.org/drawingml/2006/main">
              <ns83:off x="7089458" y="8250793"/>
              <ns83:ext cx="394335" cy="443389"/>
              <ns83:chOff x="7089458" y="8250793"/>
              <ns83:chExt cx="394335" cy="443389"/>
            </ns83:xfrm>
          </p:grpSpPr>
          <p:sp>
            <p:nvSpPr>
              <p:cNvPr id="491" name="491 rect">
                <a:extLst xmlns:a="http://schemas.openxmlformats.org/drawingml/2006/main">
                  <a:ext uri="{FF2B5EF4-FFF2-40B4-BE49-F238E27FC236}">
                    <a16:creationId xmlns:a16="http://schemas.microsoft.com/office/drawing/2014/main" id="{83DC7E8E-F77A-432B-AEEE-C1688743BD3F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7089458" y="8250793"/>
                <a:ext cx="394335" cy="443389"/>
              </a:xfrm>
              <a:prstGeom xmlns:a="http://schemas.openxmlformats.org/drawingml/2006/main" prst="roundRect">
                <a:avLst>
                  <a:gd name="adj" fmla="val 8333"/>
                </a:avLst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21908">
                <a:solidFill>
                  <a:srgbClr val="090D28"/>
                </a:solidFill>
              </a:ln>
            </p:spPr>
          </p:sp>
          <p:sp>
            <p:nvSpPr>
              <p:cNvPr id="492" name="492 path">
                <a:extLst xmlns:a="http://schemas.openxmlformats.org/drawingml/2006/main">
                  <a:ext uri="{FF2B5EF4-FFF2-40B4-BE49-F238E27FC236}">
                    <a16:creationId xmlns:a16="http://schemas.microsoft.com/office/drawing/2014/main" id="{34124550-0F03-43EA-9D0C-D48C6EFD59B3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7133273" y="8379143"/>
                <a:ext cx="76676" cy="186690"/>
              </a:xfrm>
              <a:custGeom xmlns:a="http://schemas.openxmlformats.org/drawingml/2006/main">
                <a:pathLst>
                  <a:path w="76676" h="186690">
                    <a:moveTo>
                      <a:pt x="76676" y="0"/>
                    </a:moveTo>
                    <a:lnTo>
                      <a:pt x="0" y="93345"/>
                    </a:lnTo>
                    <a:lnTo>
                      <a:pt x="76676" y="18669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8480">
                <a:solidFill>
                  <a:srgbClr val="090D28"/>
                </a:solidFill>
              </a:ln>
            </p:spPr>
          </p:sp>
          <p:sp>
            <p:nvSpPr>
              <p:cNvPr id="493" name="493 path">
                <a:extLst xmlns:a="http://schemas.openxmlformats.org/drawingml/2006/main">
                  <a:ext uri="{FF2B5EF4-FFF2-40B4-BE49-F238E27FC236}">
                    <a16:creationId xmlns:a16="http://schemas.microsoft.com/office/drawing/2014/main" id="{D2277B76-2AFC-42FC-8894-F212BD763B50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7363301" y="8379143"/>
                <a:ext cx="76676" cy="186690"/>
              </a:xfrm>
              <a:custGeom xmlns:a="http://schemas.openxmlformats.org/drawingml/2006/main">
                <a:pathLst>
                  <a:path w="76676" h="186690">
                    <a:moveTo>
                      <a:pt x="0" y="0"/>
                    </a:moveTo>
                    <a:lnTo>
                      <a:pt x="76676" y="93345"/>
                    </a:lnTo>
                    <a:lnTo>
                      <a:pt x="0" y="18669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8480">
                <a:solidFill>
                  <a:srgbClr val="090D28"/>
                </a:solidFill>
              </a:ln>
            </p:spPr>
          </p:sp>
          <p:sp>
            <p:nvSpPr>
              <p:cNvPr id="494" name="494 path">
                <a:extLst xmlns:a="http://schemas.openxmlformats.org/drawingml/2006/main">
                  <a:ext uri="{FF2B5EF4-FFF2-40B4-BE49-F238E27FC236}">
                    <a16:creationId xmlns:a16="http://schemas.microsoft.com/office/drawing/2014/main" id="{0B4CEA23-6C91-4C2F-9D6D-87C04BCE729B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7253764" y="8344138"/>
                <a:ext cx="65723" cy="268367"/>
              </a:xfrm>
              <a:custGeom xmlns:a="http://schemas.openxmlformats.org/drawingml/2006/main">
                <a:pathLst>
                  <a:path w="65723" h="268367">
                    <a:moveTo>
                      <a:pt x="65723" y="0"/>
                    </a:moveTo>
                    <a:lnTo>
                      <a:pt x="0" y="268367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6289">
                <a:solidFill>
                  <a:srgbClr val="090D28"/>
                </a:solidFill>
              </a:ln>
            </p:spPr>
          </p:sp>
        </p:grpSp>
        <p:sp>
          <p:nvSpPr>
            <p:cNvPr id="495" name="495 Cross-language">
              <a:extLst xmlns:a="http://schemas.openxmlformats.org/drawingml/2006/main">
                <a:ext uri="{FF2B5EF4-FFF2-40B4-BE49-F238E27FC236}">
                  <a16:creationId xmlns:a16="http://schemas.microsoft.com/office/drawing/2014/main" id="{901A06A5-18D1-445D-A05F-ED4D29643BC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715250" y="8334375"/>
              <a:ext cx="1581150" cy="28346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800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800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Cross-language</a:t>
              </a:r>
            </a:p>
          </p:txBody>
        </p:sp>
        <p:grpSp>
          <p:nvGrpSpPr>
            <p:cNvPr id="591" name="icon-database-495"/>
            <p:cNvGrpSpPr/>
            <p:nvPr/>
          </p:nvGrpSpPr>
          <p:grpSpPr>
            <ns84:xfrm xmlns:ns84="http://schemas.openxmlformats.org/drawingml/2006/main">
              <ns84:off x="9823847" y="8237220"/>
              <ns84:ext cx="364331" cy="480060"/>
              <ns84:chOff x="9823847" y="8237220"/>
              <ns84:chExt cx="364331" cy="480060"/>
            </ns84:xfrm>
          </p:grpSpPr>
          <p:sp>
            <p:nvSpPr>
              <p:cNvPr id="496" name="496 rect">
                <a:extLst xmlns:a="http://schemas.openxmlformats.org/drawingml/2006/main">
                  <a:ext uri="{FF2B5EF4-FFF2-40B4-BE49-F238E27FC236}">
                    <a16:creationId xmlns:a16="http://schemas.microsoft.com/office/drawing/2014/main" id="{21920C68-3859-47D4-967D-CCE064FC1D09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823847" y="8317230"/>
                <a:ext cx="364331" cy="346710"/>
              </a:xfrm>
              <a:prstGeom xmlns:a="http://schemas.openxmlformats.org/drawingml/2006/main" prst="rect">
                <a:avLst/>
              </a:prstGeom>
              <a:gradFill xmlns:a="http://schemas.openxmlformats.org/drawingml/2006/main">
                <a:gsLst>
                  <a:gs pos="0">
                    <a:srgbClr val="78BDF4"/>
                  </a:gs>
                  <a:gs pos="100000">
                    <a:srgbClr val="87ACDF"/>
                  </a:gs>
                </a:gsLst>
                <a:lin ang="5400000"/>
              </a:gradFill>
              <a:ln xmlns:a="http://schemas.openxmlformats.org/drawingml/2006/main" w="26718">
                <a:solidFill>
                  <a:srgbClr val="090D28"/>
                </a:solidFill>
              </a:ln>
            </p:spPr>
          </p:sp>
          <p:sp>
            <p:nvSpPr>
              <p:cNvPr id="497" name="497 ellipse">
                <a:extLst xmlns:a="http://schemas.openxmlformats.org/drawingml/2006/main">
                  <a:ext uri="{FF2B5EF4-FFF2-40B4-BE49-F238E27FC236}">
                    <a16:creationId xmlns:a16="http://schemas.microsoft.com/office/drawing/2014/main" id="{9AF7E275-D2C0-4E7D-8656-7225E56FD525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823847" y="8543925"/>
                <a:ext cx="364331" cy="173355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94B9E8"/>
              </a:solidFill>
              <a:ln xmlns:a="http://schemas.openxmlformats.org/drawingml/2006/main" w="26718">
                <a:solidFill>
                  <a:srgbClr val="090D28"/>
                </a:solidFill>
              </a:ln>
            </p:spPr>
          </p:sp>
          <p:sp>
            <p:nvSpPr>
              <p:cNvPr id="498" name="498 rect">
                <a:extLst xmlns:a="http://schemas.openxmlformats.org/drawingml/2006/main">
                  <a:ext uri="{FF2B5EF4-FFF2-40B4-BE49-F238E27FC236}">
                    <a16:creationId xmlns:a16="http://schemas.microsoft.com/office/drawing/2014/main" id="{79C894CE-82A8-4BDC-BC16-8173FAB44DB2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835991" y="8437245"/>
                <a:ext cx="340043" cy="186690"/>
              </a:xfrm>
              <a:prstGeom xmlns:a="http://schemas.openxmlformats.org/drawingml/2006/main" prst="rect">
                <a:avLst/>
              </a:prstGeom>
              <a:gradFill xmlns:a="http://schemas.openxmlformats.org/drawingml/2006/main">
                <a:gsLst>
                  <a:gs pos="0">
                    <a:srgbClr val="78BDF4"/>
                  </a:gs>
                  <a:gs pos="100000">
                    <a:srgbClr val="9DBDE5"/>
                  </a:gs>
                </a:gsLst>
                <a:lin ang="5400000"/>
              </a:gradFill>
              <a:ln xmlns:a="http://schemas.openxmlformats.org/drawingml/2006/main" w="0">
                <a:noFill/>
              </a:ln>
            </p:spPr>
          </p:sp>
          <p:sp>
            <p:nvSpPr>
              <p:cNvPr id="499" name="499 path">
                <a:extLst xmlns:a="http://schemas.openxmlformats.org/drawingml/2006/main">
                  <a:ext uri="{FF2B5EF4-FFF2-40B4-BE49-F238E27FC236}">
                    <a16:creationId xmlns:a16="http://schemas.microsoft.com/office/drawing/2014/main" id="{B4526787-BBD6-49E9-9D93-6E76DA2BDBDB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823847" y="8463915"/>
                <a:ext cx="364331" cy="60007"/>
              </a:xfrm>
              <a:custGeom xmlns:a="http://schemas.openxmlformats.org/drawingml/2006/main">
                <a:pathLst>
                  <a:path w="364331" h="60007">
                    <a:moveTo>
                      <a:pt x="0" y="0"/>
                    </a:moveTo>
                    <a:lnTo>
                      <a:pt x="8857" y="7734"/>
                    </a:lnTo>
                    <a:lnTo>
                      <a:pt x="18395" y="14935"/>
                    </a:lnTo>
                    <a:lnTo>
                      <a:pt x="28564" y="21603"/>
                    </a:lnTo>
                    <a:lnTo>
                      <a:pt x="39315" y="27737"/>
                    </a:lnTo>
                    <a:lnTo>
                      <a:pt x="50602" y="33338"/>
                    </a:lnTo>
                    <a:lnTo>
                      <a:pt x="62374" y="38405"/>
                    </a:lnTo>
                    <a:lnTo>
                      <a:pt x="74583" y="42939"/>
                    </a:lnTo>
                    <a:lnTo>
                      <a:pt x="87180" y="46939"/>
                    </a:lnTo>
                    <a:lnTo>
                      <a:pt x="100118" y="50406"/>
                    </a:lnTo>
                    <a:lnTo>
                      <a:pt x="113348" y="53340"/>
                    </a:lnTo>
                    <a:lnTo>
                      <a:pt x="126820" y="55740"/>
                    </a:lnTo>
                    <a:lnTo>
                      <a:pt x="140486" y="57607"/>
                    </a:lnTo>
                    <a:lnTo>
                      <a:pt x="154298" y="58941"/>
                    </a:lnTo>
                    <a:lnTo>
                      <a:pt x="168208" y="59741"/>
                    </a:lnTo>
                    <a:lnTo>
                      <a:pt x="182166" y="60007"/>
                    </a:lnTo>
                    <a:lnTo>
                      <a:pt x="196124" y="59741"/>
                    </a:lnTo>
                    <a:lnTo>
                      <a:pt x="210033" y="58941"/>
                    </a:lnTo>
                    <a:lnTo>
                      <a:pt x="223845" y="57607"/>
                    </a:lnTo>
                    <a:lnTo>
                      <a:pt x="237512" y="55740"/>
                    </a:lnTo>
                    <a:lnTo>
                      <a:pt x="250984" y="53340"/>
                    </a:lnTo>
                    <a:lnTo>
                      <a:pt x="264213" y="50406"/>
                    </a:lnTo>
                    <a:lnTo>
                      <a:pt x="277151" y="46939"/>
                    </a:lnTo>
                    <a:lnTo>
                      <a:pt x="289749" y="42939"/>
                    </a:lnTo>
                    <a:lnTo>
                      <a:pt x="301958" y="38405"/>
                    </a:lnTo>
                    <a:lnTo>
                      <a:pt x="313730" y="33338"/>
                    </a:lnTo>
                    <a:lnTo>
                      <a:pt x="325016" y="27737"/>
                    </a:lnTo>
                    <a:lnTo>
                      <a:pt x="335768" y="21603"/>
                    </a:lnTo>
                    <a:lnTo>
                      <a:pt x="345937" y="14935"/>
                    </a:lnTo>
                    <a:lnTo>
                      <a:pt x="355474" y="7734"/>
                    </a:lnTo>
                    <a:lnTo>
                      <a:pt x="364331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4289">
                <a:solidFill>
                  <a:srgbClr val="090D28"/>
                </a:solidFill>
              </a:ln>
            </p:spPr>
          </p:sp>
          <p:sp>
            <p:nvSpPr>
              <p:cNvPr id="500" name="500 path">
                <a:extLst xmlns:a="http://schemas.openxmlformats.org/drawingml/2006/main">
                  <a:ext uri="{FF2B5EF4-FFF2-40B4-BE49-F238E27FC236}">
                    <a16:creationId xmlns:a16="http://schemas.microsoft.com/office/drawing/2014/main" id="{F938C03A-8807-4A5F-89A1-3E2EF1FCAED4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823847" y="8570595"/>
                <a:ext cx="364331" cy="60008"/>
              </a:xfrm>
              <a:custGeom xmlns:a="http://schemas.openxmlformats.org/drawingml/2006/main">
                <a:pathLst>
                  <a:path w="364331" h="60008">
                    <a:moveTo>
                      <a:pt x="0" y="0"/>
                    </a:moveTo>
                    <a:lnTo>
                      <a:pt x="8857" y="7734"/>
                    </a:lnTo>
                    <a:lnTo>
                      <a:pt x="18395" y="14935"/>
                    </a:lnTo>
                    <a:lnTo>
                      <a:pt x="28564" y="21603"/>
                    </a:lnTo>
                    <a:lnTo>
                      <a:pt x="39315" y="27737"/>
                    </a:lnTo>
                    <a:lnTo>
                      <a:pt x="50602" y="33338"/>
                    </a:lnTo>
                    <a:lnTo>
                      <a:pt x="62374" y="38405"/>
                    </a:lnTo>
                    <a:lnTo>
                      <a:pt x="74583" y="42939"/>
                    </a:lnTo>
                    <a:lnTo>
                      <a:pt x="87180" y="46939"/>
                    </a:lnTo>
                    <a:lnTo>
                      <a:pt x="100118" y="50406"/>
                    </a:lnTo>
                    <a:lnTo>
                      <a:pt x="113348" y="53340"/>
                    </a:lnTo>
                    <a:lnTo>
                      <a:pt x="126820" y="55740"/>
                    </a:lnTo>
                    <a:lnTo>
                      <a:pt x="140486" y="57607"/>
                    </a:lnTo>
                    <a:lnTo>
                      <a:pt x="154298" y="58941"/>
                    </a:lnTo>
                    <a:lnTo>
                      <a:pt x="168208" y="59741"/>
                    </a:lnTo>
                    <a:lnTo>
                      <a:pt x="182166" y="60008"/>
                    </a:lnTo>
                    <a:lnTo>
                      <a:pt x="196124" y="59741"/>
                    </a:lnTo>
                    <a:lnTo>
                      <a:pt x="210033" y="58941"/>
                    </a:lnTo>
                    <a:lnTo>
                      <a:pt x="223845" y="57607"/>
                    </a:lnTo>
                    <a:lnTo>
                      <a:pt x="237512" y="55740"/>
                    </a:lnTo>
                    <a:lnTo>
                      <a:pt x="250984" y="53340"/>
                    </a:lnTo>
                    <a:lnTo>
                      <a:pt x="264213" y="50406"/>
                    </a:lnTo>
                    <a:lnTo>
                      <a:pt x="277151" y="46939"/>
                    </a:lnTo>
                    <a:lnTo>
                      <a:pt x="289749" y="42939"/>
                    </a:lnTo>
                    <a:lnTo>
                      <a:pt x="301958" y="38405"/>
                    </a:lnTo>
                    <a:lnTo>
                      <a:pt x="313730" y="33338"/>
                    </a:lnTo>
                    <a:lnTo>
                      <a:pt x="325016" y="27737"/>
                    </a:lnTo>
                    <a:lnTo>
                      <a:pt x="335768" y="21603"/>
                    </a:lnTo>
                    <a:lnTo>
                      <a:pt x="345937" y="14935"/>
                    </a:lnTo>
                    <a:lnTo>
                      <a:pt x="355474" y="7734"/>
                    </a:lnTo>
                    <a:lnTo>
                      <a:pt x="364331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4289">
                <a:solidFill>
                  <a:srgbClr val="090D28"/>
                </a:solidFill>
              </a:ln>
            </p:spPr>
          </p:sp>
          <p:sp>
            <p:nvSpPr>
              <p:cNvPr id="501" name="501 ellipse">
                <a:extLst xmlns:a="http://schemas.openxmlformats.org/drawingml/2006/main">
                  <a:ext uri="{FF2B5EF4-FFF2-40B4-BE49-F238E27FC236}">
                    <a16:creationId xmlns:a16="http://schemas.microsoft.com/office/drawing/2014/main" id="{E28AD613-D832-4691-9010-D230AD48AFBE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823847" y="8237220"/>
                <a:ext cx="364331" cy="173355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78BDF4"/>
              </a:solidFill>
              <a:ln xmlns:a="http://schemas.openxmlformats.org/drawingml/2006/main" w="26718">
                <a:solidFill>
                  <a:srgbClr val="090D28"/>
                </a:solidFill>
              </a:ln>
            </p:spPr>
          </p:sp>
        </p:grpSp>
        <p:sp>
          <p:nvSpPr>
            <p:cNvPr id="502" name="502 Repository-scale">
              <a:extLst xmlns:a="http://schemas.openxmlformats.org/drawingml/2006/main">
                <a:ext uri="{FF2B5EF4-FFF2-40B4-BE49-F238E27FC236}">
                  <a16:creationId xmlns:a16="http://schemas.microsoft.com/office/drawing/2014/main" id="{4288B317-F127-45E2-B0F7-9E7620F20AA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515600" y="8334375"/>
              <a:ext cx="1981200" cy="28346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800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800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Repository-scale</a:t>
              </a:r>
            </a:p>
          </p:txBody>
        </p:sp>
        <p:grpSp>
          <p:nvGrpSpPr>
            <p:cNvPr id="592" name="icon-lightning-502"/>
            <p:cNvGrpSpPr/>
            <p:nvPr/>
          </p:nvGrpSpPr>
          <p:grpSpPr>
            <ns85:xfrm xmlns:ns85="http://schemas.openxmlformats.org/drawingml/2006/main">
              <ns85:off x="13240941" y="8220075"/>
              <ns85:ext cx="292894" cy="504825"/>
              <ns85:chOff x="13240941" y="8220075"/>
              <ns85:chExt cx="292894" cy="504825"/>
            </ns85:xfrm>
          </p:grpSpPr>
          <p:sp>
            <p:nvSpPr>
              <p:cNvPr id="503" name="503 path">
                <a:extLst xmlns:a="http://schemas.openxmlformats.org/drawingml/2006/main">
                  <a:ext uri="{FF2B5EF4-FFF2-40B4-BE49-F238E27FC236}">
                    <a16:creationId xmlns:a16="http://schemas.microsoft.com/office/drawing/2014/main" id="{F2B212BA-3C03-4CD9-AED5-480A8149B3ED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3240941" y="8220075"/>
                <a:ext cx="292894" cy="504825"/>
              </a:xfrm>
              <a:custGeom xmlns:a="http://schemas.openxmlformats.org/drawingml/2006/main">
                <a:pathLst>
                  <a:path w="292894" h="504825">
                    <a:moveTo>
                      <a:pt x="214789" y="0"/>
                    </a:moveTo>
                    <a:lnTo>
                      <a:pt x="0" y="302895"/>
                    </a:lnTo>
                    <a:lnTo>
                      <a:pt x="136684" y="302895"/>
                    </a:lnTo>
                    <a:lnTo>
                      <a:pt x="78105" y="504825"/>
                    </a:lnTo>
                    <a:lnTo>
                      <a:pt x="292894" y="201930"/>
                    </a:lnTo>
                    <a:lnTo>
                      <a:pt x="165973" y="201930"/>
                    </a:lnTo>
                    <a:close/>
                  </a:path>
                </a:pathLst>
              </a:custGeom>
              <a:solidFill xmlns:a="http://schemas.openxmlformats.org/drawingml/2006/main">
                <a:srgbClr val="DBEAFF"/>
              </a:solidFill>
              <a:ln xmlns:a="http://schemas.openxmlformats.org/drawingml/2006/main" w="19526">
                <a:solidFill>
                  <a:srgbClr val="090D28"/>
                </a:solidFill>
              </a:ln>
            </p:spPr>
          </p:sp>
        </p:grpSp>
        <p:sp>
          <p:nvSpPr>
            <p:cNvPr id="504" name="504 Token-efficient">
              <a:extLst xmlns:a="http://schemas.openxmlformats.org/drawingml/2006/main">
                <a:ext uri="{FF2B5EF4-FFF2-40B4-BE49-F238E27FC236}">
                  <a16:creationId xmlns:a16="http://schemas.microsoft.com/office/drawing/2014/main" id="{0AE3975C-393F-42D2-ADD2-B641A59D46A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811250" y="8334375"/>
              <a:ext cx="1771650" cy="28346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800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800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Token-efficient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004862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2026-09-24T03:48:09.0040000Z</dcterms:created>
  <dcterms:modified xsi:type="dcterms:W3CDTF">2026-09-24T03:48:09.0040000Z</dcterms:modified>
</coreProperties>
</file>