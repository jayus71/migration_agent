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user-supplied “ChatGPT Image Sep 24, 2026, 03_56_07 PM.png”. Language and framework logos use vector paths from figures/icons.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1 rect">
            <a:extLst>
              <a:ext uri="{FF2B5EF4-FFF2-40B4-BE49-F238E27FC236}">
                <a16:creationId xmlns:a16="http://schemas.microsoft.com/office/drawing/2014/main" id="{426ABE65-79BE-4A9B-91D5-BDDAC7064745}"/>
              </a:ext>
            </a:extLst>
          </p:cNvPr>
          <p:cNvSpPr>
            <a:spLocks/>
          </p:cNvSpPr>
          <p:nvPr/>
        </p:nvSpPr>
        <p:spPr>
          <a:xfrm>
            <a:off x="247650" y="581025"/>
            <a:ext cx="2000250" cy="2390775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ECF3FC"/>
              </a:gs>
              <a:gs pos="100000">
                <a:srgbClr val="F8FAFD"/>
              </a:gs>
            </a:gsLst>
            <a:lin ang="5400000"/>
          </a:gradFill>
          <a:ln w="9525">
            <a:solidFill>
              <a:srgbClr val="8EAED1"/>
            </a:solidFill>
          </a:ln>
        </p:spPr>
      </p:sp>
      <p:sp>
        <p:nvSpPr>
          <p:cNvPr id="2" name="2 Source Program">
            <a:extLst>
              <a:ext uri="{FF2B5EF4-FFF2-40B4-BE49-F238E27FC236}">
                <a16:creationId xmlns:a16="http://schemas.microsoft.com/office/drawing/2014/main" id="{549C6DE5-C2B5-4CFA-A4D2-ECB9A150810D}"/>
              </a:ext>
            </a:extLst>
          </p:cNvPr>
          <p:cNvSpPr>
            <a:spLocks/>
          </p:cNvSpPr>
          <p:nvPr/>
        </p:nvSpPr>
        <p:spPr>
          <a:xfrm>
            <a:off x="428625" y="685800"/>
            <a:ext cx="1704975" cy="2917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52" b="1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2" b="1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Source Program</a:t>
            </a:r>
          </a:p>
        </p:txBody>
      </p:sp>
      <p:sp>
        <p:nvSpPr>
          <p:cNvPr id="3" name="3 (repository)">
            <a:extLst>
              <a:ext uri="{FF2B5EF4-FFF2-40B4-BE49-F238E27FC236}">
                <a16:creationId xmlns:a16="http://schemas.microsoft.com/office/drawing/2014/main" id="{D140E2AF-B4F9-451F-AE7B-04B59EFE4D11}"/>
              </a:ext>
            </a:extLst>
          </p:cNvPr>
          <p:cNvSpPr>
            <a:spLocks/>
          </p:cNvSpPr>
          <p:nvPr/>
        </p:nvSpPr>
        <p:spPr>
          <a:xfrm>
            <a:off x="428625" y="944594"/>
            <a:ext cx="1704975" cy="2917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52" b="1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2" b="1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(repository)</a:t>
            </a:r>
          </a:p>
        </p:txBody>
      </p:sp>
      <p:grpSp>
        <p:nvGrpSpPr>
          <p:cNvPr id="363" name="icon-python-3"/>
          <p:cNvGrpSpPr/>
          <p:nvPr/>
        </p:nvGrpSpPr>
        <p:grpSpPr>
          <a:xfrm>
            <a:off x="571500" y="1493463"/>
            <a:ext cx="419100" cy="432548"/>
            <a:chOff x="571500" y="1493463"/>
            <a:chExt cx="419100" cy="432548"/>
          </a:xfrm>
        </p:grpSpPr>
        <p:sp>
          <p:nvSpPr>
            <p:cNvPr id="4" name="4 python vector path">
              <a:extLst>
                <a:ext uri="{FF2B5EF4-FFF2-40B4-BE49-F238E27FC236}">
                  <a16:creationId xmlns:a16="http://schemas.microsoft.com/office/drawing/2014/main" id="{CAFFD3C6-92D8-41CC-B851-5A0C69AE47A5}"/>
                </a:ext>
              </a:extLst>
            </p:cNvPr>
            <p:cNvSpPr>
              <a:spLocks/>
            </p:cNvSpPr>
            <p:nvPr/>
          </p:nvSpPr>
          <p:spPr>
            <a:xfrm>
              <a:off x="571500" y="1493463"/>
              <a:ext cx="419100" cy="432548"/>
            </a:xfrm>
            <a:custGeom>
              <a:avLst/>
              <a:gdLst/>
              <a:ahLst/>
              <a:cxnLst/>
              <a:rect l="0" t="0" r="0" b="0"/>
              <a:pathLst>
                <a:path w="419100" h="432548">
                  <a:moveTo>
                    <a:pt x="207056" y="0"/>
                  </a:moveTo>
                  <a:lnTo>
                    <a:pt x="200613" y="97"/>
                  </a:lnTo>
                  <a:lnTo>
                    <a:pt x="194257" y="323"/>
                  </a:lnTo>
                  <a:lnTo>
                    <a:pt x="188003" y="676"/>
                  </a:lnTo>
                  <a:lnTo>
                    <a:pt x="181864" y="1152"/>
                  </a:lnTo>
                  <a:lnTo>
                    <a:pt x="175854" y="1747"/>
                  </a:lnTo>
                  <a:lnTo>
                    <a:pt x="169988" y="2457"/>
                  </a:lnTo>
                  <a:lnTo>
                    <a:pt x="164279" y="3279"/>
                  </a:lnTo>
                  <a:lnTo>
                    <a:pt x="158742" y="4210"/>
                  </a:lnTo>
                  <a:lnTo>
                    <a:pt x="147921" y="6527"/>
                  </a:lnTo>
                  <a:lnTo>
                    <a:pt x="138714" y="9285"/>
                  </a:lnTo>
                  <a:lnTo>
                    <a:pt x="130998" y="12509"/>
                  </a:lnTo>
                  <a:lnTo>
                    <a:pt x="124649" y="16221"/>
                  </a:lnTo>
                  <a:lnTo>
                    <a:pt x="119546" y="20445"/>
                  </a:lnTo>
                  <a:lnTo>
                    <a:pt x="115564" y="25205"/>
                  </a:lnTo>
                  <a:lnTo>
                    <a:pt x="112582" y="30523"/>
                  </a:lnTo>
                  <a:lnTo>
                    <a:pt x="110476" y="36423"/>
                  </a:lnTo>
                  <a:lnTo>
                    <a:pt x="109124" y="42929"/>
                  </a:lnTo>
                  <a:lnTo>
                    <a:pt x="108403" y="50065"/>
                  </a:lnTo>
                  <a:lnTo>
                    <a:pt x="108190" y="57852"/>
                  </a:lnTo>
                  <a:lnTo>
                    <a:pt x="108190" y="97182"/>
                  </a:lnTo>
                  <a:lnTo>
                    <a:pt x="209295" y="97182"/>
                  </a:lnTo>
                  <a:lnTo>
                    <a:pt x="209295" y="110292"/>
                  </a:lnTo>
                  <a:lnTo>
                    <a:pt x="108190" y="110292"/>
                  </a:lnTo>
                  <a:lnTo>
                    <a:pt x="70247" y="110292"/>
                  </a:lnTo>
                  <a:lnTo>
                    <a:pt x="62985" y="110667"/>
                  </a:lnTo>
                  <a:lnTo>
                    <a:pt x="55925" y="111786"/>
                  </a:lnTo>
                  <a:lnTo>
                    <a:pt x="49114" y="113645"/>
                  </a:lnTo>
                  <a:lnTo>
                    <a:pt x="42601" y="116236"/>
                  </a:lnTo>
                  <a:lnTo>
                    <a:pt x="36435" y="119554"/>
                  </a:lnTo>
                  <a:lnTo>
                    <a:pt x="30666" y="123592"/>
                  </a:lnTo>
                  <a:lnTo>
                    <a:pt x="25340" y="128345"/>
                  </a:lnTo>
                  <a:lnTo>
                    <a:pt x="20508" y="133806"/>
                  </a:lnTo>
                  <a:lnTo>
                    <a:pt x="16218" y="139969"/>
                  </a:lnTo>
                  <a:lnTo>
                    <a:pt x="12519" y="146829"/>
                  </a:lnTo>
                  <a:lnTo>
                    <a:pt x="9459" y="154378"/>
                  </a:lnTo>
                  <a:lnTo>
                    <a:pt x="7086" y="162611"/>
                  </a:lnTo>
                  <a:lnTo>
                    <a:pt x="5102" y="171434"/>
                  </a:lnTo>
                  <a:lnTo>
                    <a:pt x="3436" y="179818"/>
                  </a:lnTo>
                  <a:lnTo>
                    <a:pt x="2092" y="187848"/>
                  </a:lnTo>
                  <a:lnTo>
                    <a:pt x="1073" y="195610"/>
                  </a:lnTo>
                  <a:lnTo>
                    <a:pt x="382" y="203188"/>
                  </a:lnTo>
                  <a:lnTo>
                    <a:pt x="24" y="210670"/>
                  </a:lnTo>
                  <a:lnTo>
                    <a:pt x="0" y="218139"/>
                  </a:lnTo>
                  <a:lnTo>
                    <a:pt x="315" y="225682"/>
                  </a:lnTo>
                  <a:lnTo>
                    <a:pt x="972" y="233384"/>
                  </a:lnTo>
                  <a:lnTo>
                    <a:pt x="1974" y="241331"/>
                  </a:lnTo>
                  <a:lnTo>
                    <a:pt x="3325" y="249607"/>
                  </a:lnTo>
                  <a:lnTo>
                    <a:pt x="5028" y="258299"/>
                  </a:lnTo>
                  <a:lnTo>
                    <a:pt x="7086" y="267491"/>
                  </a:lnTo>
                  <a:lnTo>
                    <a:pt x="9295" y="275596"/>
                  </a:lnTo>
                  <a:lnTo>
                    <a:pt x="12009" y="283207"/>
                  </a:lnTo>
                  <a:lnTo>
                    <a:pt x="15238" y="290265"/>
                  </a:lnTo>
                  <a:lnTo>
                    <a:pt x="18992" y="296712"/>
                  </a:lnTo>
                  <a:lnTo>
                    <a:pt x="23281" y="302489"/>
                  </a:lnTo>
                  <a:lnTo>
                    <a:pt x="28115" y="307538"/>
                  </a:lnTo>
                  <a:lnTo>
                    <a:pt x="33505" y="311800"/>
                  </a:lnTo>
                  <a:lnTo>
                    <a:pt x="39460" y="315217"/>
                  </a:lnTo>
                  <a:lnTo>
                    <a:pt x="45991" y="317730"/>
                  </a:lnTo>
                  <a:lnTo>
                    <a:pt x="53107" y="319281"/>
                  </a:lnTo>
                  <a:lnTo>
                    <a:pt x="60820" y="319811"/>
                  </a:lnTo>
                  <a:lnTo>
                    <a:pt x="95582" y="319811"/>
                  </a:lnTo>
                  <a:lnTo>
                    <a:pt x="95582" y="272664"/>
                  </a:lnTo>
                  <a:lnTo>
                    <a:pt x="96084" y="264886"/>
                  </a:lnTo>
                  <a:lnTo>
                    <a:pt x="97547" y="257323"/>
                  </a:lnTo>
                  <a:lnTo>
                    <a:pt x="99906" y="250044"/>
                  </a:lnTo>
                  <a:lnTo>
                    <a:pt x="103099" y="243121"/>
                  </a:lnTo>
                  <a:lnTo>
                    <a:pt x="107061" y="236625"/>
                  </a:lnTo>
                  <a:lnTo>
                    <a:pt x="111727" y="230627"/>
                  </a:lnTo>
                  <a:lnTo>
                    <a:pt x="117034" y="225198"/>
                  </a:lnTo>
                  <a:lnTo>
                    <a:pt x="122917" y="220409"/>
                  </a:lnTo>
                  <a:lnTo>
                    <a:pt x="129313" y="216332"/>
                  </a:lnTo>
                  <a:lnTo>
                    <a:pt x="136158" y="213036"/>
                  </a:lnTo>
                  <a:lnTo>
                    <a:pt x="143387" y="210595"/>
                  </a:lnTo>
                  <a:lnTo>
                    <a:pt x="150936" y="209078"/>
                  </a:lnTo>
                  <a:lnTo>
                    <a:pt x="158742" y="208556"/>
                  </a:lnTo>
                  <a:lnTo>
                    <a:pt x="259728" y="208556"/>
                  </a:lnTo>
                  <a:lnTo>
                    <a:pt x="267241" y="207984"/>
                  </a:lnTo>
                  <a:lnTo>
                    <a:pt x="274398" y="206324"/>
                  </a:lnTo>
                  <a:lnTo>
                    <a:pt x="281123" y="203659"/>
                  </a:lnTo>
                  <a:lnTo>
                    <a:pt x="287339" y="200071"/>
                  </a:lnTo>
                  <a:lnTo>
                    <a:pt x="292972" y="195644"/>
                  </a:lnTo>
                  <a:lnTo>
                    <a:pt x="297946" y="190462"/>
                  </a:lnTo>
                  <a:lnTo>
                    <a:pt x="302185" y="184606"/>
                  </a:lnTo>
                  <a:lnTo>
                    <a:pt x="305613" y="178161"/>
                  </a:lnTo>
                  <a:lnTo>
                    <a:pt x="308156" y="171208"/>
                  </a:lnTo>
                  <a:lnTo>
                    <a:pt x="309737" y="163833"/>
                  </a:lnTo>
                  <a:lnTo>
                    <a:pt x="310281" y="156116"/>
                  </a:lnTo>
                  <a:lnTo>
                    <a:pt x="310281" y="57852"/>
                  </a:lnTo>
                  <a:lnTo>
                    <a:pt x="309722" y="50405"/>
                  </a:lnTo>
                  <a:lnTo>
                    <a:pt x="308102" y="43344"/>
                  </a:lnTo>
                  <a:lnTo>
                    <a:pt x="305504" y="36713"/>
                  </a:lnTo>
                  <a:lnTo>
                    <a:pt x="302015" y="30555"/>
                  </a:lnTo>
                  <a:lnTo>
                    <a:pt x="297718" y="24910"/>
                  </a:lnTo>
                  <a:lnTo>
                    <a:pt x="292699" y="19822"/>
                  </a:lnTo>
                  <a:lnTo>
                    <a:pt x="287042" y="15333"/>
                  </a:lnTo>
                  <a:lnTo>
                    <a:pt x="280832" y="11484"/>
                  </a:lnTo>
                  <a:lnTo>
                    <a:pt x="274153" y="8320"/>
                  </a:lnTo>
                  <a:lnTo>
                    <a:pt x="267090" y="5881"/>
                  </a:lnTo>
                  <a:lnTo>
                    <a:pt x="259728" y="4210"/>
                  </a:lnTo>
                  <a:lnTo>
                    <a:pt x="253187" y="3178"/>
                  </a:lnTo>
                  <a:lnTo>
                    <a:pt x="246602" y="2295"/>
                  </a:lnTo>
                  <a:lnTo>
                    <a:pt x="239987" y="1559"/>
                  </a:lnTo>
                  <a:lnTo>
                    <a:pt x="233361" y="967"/>
                  </a:lnTo>
                  <a:lnTo>
                    <a:pt x="226738" y="518"/>
                  </a:lnTo>
                  <a:lnTo>
                    <a:pt x="220135" y="208"/>
                  </a:lnTo>
                  <a:lnTo>
                    <a:pt x="213569" y="36"/>
                  </a:lnTo>
                  <a:lnTo>
                    <a:pt x="207056" y="0"/>
                  </a:lnTo>
                  <a:close/>
                  <a:moveTo>
                    <a:pt x="152380" y="31632"/>
                  </a:moveTo>
                  <a:lnTo>
                    <a:pt x="156193" y="32034"/>
                  </a:lnTo>
                  <a:lnTo>
                    <a:pt x="159749" y="33185"/>
                  </a:lnTo>
                  <a:lnTo>
                    <a:pt x="162971" y="35005"/>
                  </a:lnTo>
                  <a:lnTo>
                    <a:pt x="165781" y="37416"/>
                  </a:lnTo>
                  <a:lnTo>
                    <a:pt x="168101" y="40336"/>
                  </a:lnTo>
                  <a:lnTo>
                    <a:pt x="169855" y="43686"/>
                  </a:lnTo>
                  <a:lnTo>
                    <a:pt x="170964" y="47387"/>
                  </a:lnTo>
                  <a:lnTo>
                    <a:pt x="171350" y="51357"/>
                  </a:lnTo>
                  <a:lnTo>
                    <a:pt x="170964" y="55312"/>
                  </a:lnTo>
                  <a:lnTo>
                    <a:pt x="169855" y="58994"/>
                  </a:lnTo>
                  <a:lnTo>
                    <a:pt x="168101" y="62324"/>
                  </a:lnTo>
                  <a:lnTo>
                    <a:pt x="165781" y="65225"/>
                  </a:lnTo>
                  <a:lnTo>
                    <a:pt x="162971" y="67617"/>
                  </a:lnTo>
                  <a:lnTo>
                    <a:pt x="159749" y="69423"/>
                  </a:lnTo>
                  <a:lnTo>
                    <a:pt x="156193" y="70564"/>
                  </a:lnTo>
                  <a:lnTo>
                    <a:pt x="152380" y="70962"/>
                  </a:lnTo>
                  <a:lnTo>
                    <a:pt x="148555" y="70564"/>
                  </a:lnTo>
                  <a:lnTo>
                    <a:pt x="144993" y="69423"/>
                  </a:lnTo>
                  <a:lnTo>
                    <a:pt x="141771" y="67617"/>
                  </a:lnTo>
                  <a:lnTo>
                    <a:pt x="138963" y="65225"/>
                  </a:lnTo>
                  <a:lnTo>
                    <a:pt x="136647" y="62324"/>
                  </a:lnTo>
                  <a:lnTo>
                    <a:pt x="134898" y="58994"/>
                  </a:lnTo>
                  <a:lnTo>
                    <a:pt x="133793" y="55312"/>
                  </a:lnTo>
                  <a:lnTo>
                    <a:pt x="133407" y="51357"/>
                  </a:lnTo>
                  <a:lnTo>
                    <a:pt x="133793" y="47387"/>
                  </a:lnTo>
                  <a:lnTo>
                    <a:pt x="134898" y="43686"/>
                  </a:lnTo>
                  <a:lnTo>
                    <a:pt x="136647" y="40336"/>
                  </a:lnTo>
                  <a:lnTo>
                    <a:pt x="138963" y="37416"/>
                  </a:lnTo>
                  <a:lnTo>
                    <a:pt x="141771" y="35005"/>
                  </a:lnTo>
                  <a:lnTo>
                    <a:pt x="144993" y="33185"/>
                  </a:lnTo>
                  <a:lnTo>
                    <a:pt x="148555" y="32034"/>
                  </a:lnTo>
                  <a:lnTo>
                    <a:pt x="152380" y="31632"/>
                  </a:lnTo>
                  <a:close/>
                </a:path>
              </a:pathLst>
            </a:custGeom>
            <a:solidFill>
              <a:srgbClr val="306998"/>
            </a:solidFill>
            <a:ln w="0">
              <a:noFill/>
            </a:ln>
          </p:spPr>
        </p:sp>
        <p:sp>
          <p:nvSpPr>
            <p:cNvPr id="5" name="5 python vector path">
              <a:extLst>
                <a:ext uri="{FF2B5EF4-FFF2-40B4-BE49-F238E27FC236}">
                  <a16:creationId xmlns:a16="http://schemas.microsoft.com/office/drawing/2014/main" id="{10DE31D2-1772-486E-AEBB-60AA08F5FC71}"/>
                </a:ext>
              </a:extLst>
            </p:cNvPr>
            <p:cNvSpPr>
              <a:spLocks/>
            </p:cNvSpPr>
            <p:nvPr/>
          </p:nvSpPr>
          <p:spPr>
            <a:xfrm>
              <a:off x="571500" y="1493463"/>
              <a:ext cx="419100" cy="432548"/>
            </a:xfrm>
            <a:custGeom>
              <a:avLst/>
              <a:gdLst/>
              <a:ahLst/>
              <a:cxnLst/>
              <a:rect l="0" t="0" r="0" b="0"/>
              <a:pathLst>
                <a:path w="419100" h="432548">
                  <a:moveTo>
                    <a:pt x="322890" y="110292"/>
                  </a:moveTo>
                  <a:lnTo>
                    <a:pt x="322890" y="156116"/>
                  </a:lnTo>
                  <a:lnTo>
                    <a:pt x="322377" y="164204"/>
                  </a:lnTo>
                  <a:lnTo>
                    <a:pt x="320887" y="172026"/>
                  </a:lnTo>
                  <a:lnTo>
                    <a:pt x="318487" y="179515"/>
                  </a:lnTo>
                  <a:lnTo>
                    <a:pt x="315247" y="186606"/>
                  </a:lnTo>
                  <a:lnTo>
                    <a:pt x="311237" y="193232"/>
                  </a:lnTo>
                  <a:lnTo>
                    <a:pt x="306525" y="199327"/>
                  </a:lnTo>
                  <a:lnTo>
                    <a:pt x="301182" y="204824"/>
                  </a:lnTo>
                  <a:lnTo>
                    <a:pt x="295276" y="209658"/>
                  </a:lnTo>
                  <a:lnTo>
                    <a:pt x="288876" y="213761"/>
                  </a:lnTo>
                  <a:lnTo>
                    <a:pt x="282052" y="217068"/>
                  </a:lnTo>
                  <a:lnTo>
                    <a:pt x="274873" y="219512"/>
                  </a:lnTo>
                  <a:lnTo>
                    <a:pt x="267409" y="221027"/>
                  </a:lnTo>
                  <a:lnTo>
                    <a:pt x="259728" y="221547"/>
                  </a:lnTo>
                  <a:lnTo>
                    <a:pt x="158742" y="221547"/>
                  </a:lnTo>
                  <a:lnTo>
                    <a:pt x="151330" y="222131"/>
                  </a:lnTo>
                  <a:lnTo>
                    <a:pt x="144236" y="223822"/>
                  </a:lnTo>
                  <a:lnTo>
                    <a:pt x="137542" y="226532"/>
                  </a:lnTo>
                  <a:lnTo>
                    <a:pt x="131330" y="230168"/>
                  </a:lnTo>
                  <a:lnTo>
                    <a:pt x="125681" y="234641"/>
                  </a:lnTo>
                  <a:lnTo>
                    <a:pt x="120677" y="239860"/>
                  </a:lnTo>
                  <a:lnTo>
                    <a:pt x="116399" y="245736"/>
                  </a:lnTo>
                  <a:lnTo>
                    <a:pt x="112930" y="252176"/>
                  </a:lnTo>
                  <a:lnTo>
                    <a:pt x="110351" y="259092"/>
                  </a:lnTo>
                  <a:lnTo>
                    <a:pt x="108744" y="266392"/>
                  </a:lnTo>
                  <a:lnTo>
                    <a:pt x="108190" y="273987"/>
                  </a:lnTo>
                  <a:lnTo>
                    <a:pt x="108190" y="372251"/>
                  </a:lnTo>
                  <a:lnTo>
                    <a:pt x="108884" y="380298"/>
                  </a:lnTo>
                  <a:lnTo>
                    <a:pt x="110882" y="387673"/>
                  </a:lnTo>
                  <a:lnTo>
                    <a:pt x="114058" y="394395"/>
                  </a:lnTo>
                  <a:lnTo>
                    <a:pt x="118287" y="400480"/>
                  </a:lnTo>
                  <a:lnTo>
                    <a:pt x="123444" y="405949"/>
                  </a:lnTo>
                  <a:lnTo>
                    <a:pt x="129402" y="410820"/>
                  </a:lnTo>
                  <a:lnTo>
                    <a:pt x="136037" y="415111"/>
                  </a:lnTo>
                  <a:lnTo>
                    <a:pt x="143222" y="418841"/>
                  </a:lnTo>
                  <a:lnTo>
                    <a:pt x="150832" y="422029"/>
                  </a:lnTo>
                  <a:lnTo>
                    <a:pt x="158742" y="424692"/>
                  </a:lnTo>
                  <a:lnTo>
                    <a:pt x="166108" y="426766"/>
                  </a:lnTo>
                  <a:lnTo>
                    <a:pt x="173452" y="428547"/>
                  </a:lnTo>
                  <a:lnTo>
                    <a:pt x="180798" y="430019"/>
                  </a:lnTo>
                  <a:lnTo>
                    <a:pt x="188170" y="431170"/>
                  </a:lnTo>
                  <a:lnTo>
                    <a:pt x="195594" y="431984"/>
                  </a:lnTo>
                  <a:lnTo>
                    <a:pt x="203092" y="432449"/>
                  </a:lnTo>
                  <a:lnTo>
                    <a:pt x="210690" y="432548"/>
                  </a:lnTo>
                  <a:lnTo>
                    <a:pt x="218411" y="432269"/>
                  </a:lnTo>
                  <a:lnTo>
                    <a:pt x="226281" y="431596"/>
                  </a:lnTo>
                  <a:lnTo>
                    <a:pt x="234323" y="430517"/>
                  </a:lnTo>
                  <a:lnTo>
                    <a:pt x="242562" y="429016"/>
                  </a:lnTo>
                  <a:lnTo>
                    <a:pt x="251022" y="427079"/>
                  </a:lnTo>
                  <a:lnTo>
                    <a:pt x="259728" y="424692"/>
                  </a:lnTo>
                  <a:lnTo>
                    <a:pt x="267329" y="422200"/>
                  </a:lnTo>
                  <a:lnTo>
                    <a:pt x="274760" y="419208"/>
                  </a:lnTo>
                  <a:lnTo>
                    <a:pt x="281873" y="415675"/>
                  </a:lnTo>
                  <a:lnTo>
                    <a:pt x="288519" y="411559"/>
                  </a:lnTo>
                  <a:lnTo>
                    <a:pt x="294550" y="406817"/>
                  </a:lnTo>
                  <a:lnTo>
                    <a:pt x="299817" y="401408"/>
                  </a:lnTo>
                  <a:lnTo>
                    <a:pt x="304172" y="395289"/>
                  </a:lnTo>
                  <a:lnTo>
                    <a:pt x="307467" y="388418"/>
                  </a:lnTo>
                  <a:lnTo>
                    <a:pt x="309553" y="380753"/>
                  </a:lnTo>
                  <a:lnTo>
                    <a:pt x="310281" y="372251"/>
                  </a:lnTo>
                  <a:lnTo>
                    <a:pt x="310281" y="332920"/>
                  </a:lnTo>
                  <a:lnTo>
                    <a:pt x="209295" y="332920"/>
                  </a:lnTo>
                  <a:lnTo>
                    <a:pt x="209295" y="319811"/>
                  </a:lnTo>
                  <a:lnTo>
                    <a:pt x="310281" y="319811"/>
                  </a:lnTo>
                  <a:lnTo>
                    <a:pt x="360832" y="319811"/>
                  </a:lnTo>
                  <a:lnTo>
                    <a:pt x="369113" y="319194"/>
                  </a:lnTo>
                  <a:lnTo>
                    <a:pt x="376393" y="317384"/>
                  </a:lnTo>
                  <a:lnTo>
                    <a:pt x="382779" y="314444"/>
                  </a:lnTo>
                  <a:lnTo>
                    <a:pt x="388378" y="310438"/>
                  </a:lnTo>
                  <a:lnTo>
                    <a:pt x="393296" y="305426"/>
                  </a:lnTo>
                  <a:lnTo>
                    <a:pt x="397638" y="299473"/>
                  </a:lnTo>
                  <a:lnTo>
                    <a:pt x="401512" y="292640"/>
                  </a:lnTo>
                  <a:lnTo>
                    <a:pt x="405024" y="284990"/>
                  </a:lnTo>
                  <a:lnTo>
                    <a:pt x="408279" y="276587"/>
                  </a:lnTo>
                  <a:lnTo>
                    <a:pt x="411384" y="267491"/>
                  </a:lnTo>
                  <a:lnTo>
                    <a:pt x="413626" y="260048"/>
                  </a:lnTo>
                  <a:lnTo>
                    <a:pt x="415480" y="252618"/>
                  </a:lnTo>
                  <a:lnTo>
                    <a:pt x="416951" y="245167"/>
                  </a:lnTo>
                  <a:lnTo>
                    <a:pt x="418042" y="237666"/>
                  </a:lnTo>
                  <a:lnTo>
                    <a:pt x="418757" y="230081"/>
                  </a:lnTo>
                  <a:lnTo>
                    <a:pt x="419100" y="222382"/>
                  </a:lnTo>
                  <a:lnTo>
                    <a:pt x="419074" y="214537"/>
                  </a:lnTo>
                  <a:lnTo>
                    <a:pt x="418683" y="206513"/>
                  </a:lnTo>
                  <a:lnTo>
                    <a:pt x="417931" y="198279"/>
                  </a:lnTo>
                  <a:lnTo>
                    <a:pt x="416821" y="189804"/>
                  </a:lnTo>
                  <a:lnTo>
                    <a:pt x="415358" y="181056"/>
                  </a:lnTo>
                  <a:lnTo>
                    <a:pt x="413544" y="172002"/>
                  </a:lnTo>
                  <a:lnTo>
                    <a:pt x="411384" y="162611"/>
                  </a:lnTo>
                  <a:lnTo>
                    <a:pt x="408998" y="153891"/>
                  </a:lnTo>
                  <a:lnTo>
                    <a:pt x="406162" y="145705"/>
                  </a:lnTo>
                  <a:lnTo>
                    <a:pt x="402822" y="138144"/>
                  </a:lnTo>
                  <a:lnTo>
                    <a:pt x="398925" y="131297"/>
                  </a:lnTo>
                  <a:lnTo>
                    <a:pt x="394417" y="125256"/>
                  </a:lnTo>
                  <a:lnTo>
                    <a:pt x="389244" y="120110"/>
                  </a:lnTo>
                  <a:lnTo>
                    <a:pt x="383353" y="115950"/>
                  </a:lnTo>
                  <a:lnTo>
                    <a:pt x="376690" y="112867"/>
                  </a:lnTo>
                  <a:lnTo>
                    <a:pt x="369201" y="110951"/>
                  </a:lnTo>
                  <a:lnTo>
                    <a:pt x="360832" y="110292"/>
                  </a:lnTo>
                  <a:lnTo>
                    <a:pt x="322890" y="110292"/>
                  </a:lnTo>
                  <a:close/>
                  <a:moveTo>
                    <a:pt x="266091" y="359141"/>
                  </a:moveTo>
                  <a:lnTo>
                    <a:pt x="269916" y="359539"/>
                  </a:lnTo>
                  <a:lnTo>
                    <a:pt x="273478" y="360680"/>
                  </a:lnTo>
                  <a:lnTo>
                    <a:pt x="276700" y="362486"/>
                  </a:lnTo>
                  <a:lnTo>
                    <a:pt x="279508" y="364879"/>
                  </a:lnTo>
                  <a:lnTo>
                    <a:pt x="281824" y="367779"/>
                  </a:lnTo>
                  <a:lnTo>
                    <a:pt x="283573" y="371110"/>
                  </a:lnTo>
                  <a:lnTo>
                    <a:pt x="284678" y="374791"/>
                  </a:lnTo>
                  <a:lnTo>
                    <a:pt x="285064" y="378746"/>
                  </a:lnTo>
                  <a:lnTo>
                    <a:pt x="284678" y="382717"/>
                  </a:lnTo>
                  <a:lnTo>
                    <a:pt x="283573" y="386418"/>
                  </a:lnTo>
                  <a:lnTo>
                    <a:pt x="281824" y="389768"/>
                  </a:lnTo>
                  <a:lnTo>
                    <a:pt x="279508" y="392688"/>
                  </a:lnTo>
                  <a:lnTo>
                    <a:pt x="276700" y="395098"/>
                  </a:lnTo>
                  <a:lnTo>
                    <a:pt x="273478" y="396918"/>
                  </a:lnTo>
                  <a:lnTo>
                    <a:pt x="269916" y="398069"/>
                  </a:lnTo>
                  <a:lnTo>
                    <a:pt x="266091" y="398470"/>
                  </a:lnTo>
                  <a:lnTo>
                    <a:pt x="262278" y="398069"/>
                  </a:lnTo>
                  <a:lnTo>
                    <a:pt x="258721" y="396918"/>
                  </a:lnTo>
                  <a:lnTo>
                    <a:pt x="255499" y="395098"/>
                  </a:lnTo>
                  <a:lnTo>
                    <a:pt x="252690" y="392688"/>
                  </a:lnTo>
                  <a:lnTo>
                    <a:pt x="250369" y="389768"/>
                  </a:lnTo>
                  <a:lnTo>
                    <a:pt x="248616" y="386418"/>
                  </a:lnTo>
                  <a:lnTo>
                    <a:pt x="247508" y="382717"/>
                  </a:lnTo>
                  <a:lnTo>
                    <a:pt x="247121" y="378746"/>
                  </a:lnTo>
                  <a:lnTo>
                    <a:pt x="247508" y="374791"/>
                  </a:lnTo>
                  <a:lnTo>
                    <a:pt x="248616" y="371110"/>
                  </a:lnTo>
                  <a:lnTo>
                    <a:pt x="250369" y="367779"/>
                  </a:lnTo>
                  <a:lnTo>
                    <a:pt x="252690" y="364879"/>
                  </a:lnTo>
                  <a:lnTo>
                    <a:pt x="255499" y="362486"/>
                  </a:lnTo>
                  <a:lnTo>
                    <a:pt x="258721" y="360680"/>
                  </a:lnTo>
                  <a:lnTo>
                    <a:pt x="262278" y="359539"/>
                  </a:lnTo>
                  <a:lnTo>
                    <a:pt x="266091" y="359141"/>
                  </a:lnTo>
                  <a:close/>
                </a:path>
              </a:pathLst>
            </a:custGeom>
            <a:solidFill>
              <a:srgbClr val="FFE873"/>
            </a:solidFill>
            <a:ln w="0">
              <a:noFill/>
            </a:ln>
          </p:spPr>
        </p:sp>
      </p:grpSp>
      <p:sp>
        <p:nvSpPr>
          <p:cNvPr id="6" name="6 Python">
            <a:extLst>
              <a:ext uri="{FF2B5EF4-FFF2-40B4-BE49-F238E27FC236}">
                <a16:creationId xmlns:a16="http://schemas.microsoft.com/office/drawing/2014/main" id="{434B18A9-1693-45F9-8534-19CEB41A4DDF}"/>
              </a:ext>
            </a:extLst>
          </p:cNvPr>
          <p:cNvSpPr>
            <a:spLocks/>
          </p:cNvSpPr>
          <p:nvPr/>
        </p:nvSpPr>
        <p:spPr>
          <a:xfrm>
            <a:off x="1162050" y="1581150"/>
            <a:ext cx="9906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Python</a:t>
            </a:r>
          </a:p>
        </p:txBody>
      </p:sp>
      <p:grpSp>
        <p:nvGrpSpPr>
          <p:cNvPr id="364" name="icon-torch-6"/>
          <p:cNvGrpSpPr/>
          <p:nvPr/>
        </p:nvGrpSpPr>
        <p:grpSpPr>
          <a:xfrm>
            <a:off x="594841" y="2095500"/>
            <a:ext cx="362892" cy="447675"/>
            <a:chOff x="594841" y="2095500"/>
            <a:chExt cx="362892" cy="447675"/>
          </a:xfrm>
        </p:grpSpPr>
        <p:sp>
          <p:nvSpPr>
            <p:cNvPr id="7" name="7 torch vector path">
              <a:extLst>
                <a:ext uri="{FF2B5EF4-FFF2-40B4-BE49-F238E27FC236}">
                  <a16:creationId xmlns:a16="http://schemas.microsoft.com/office/drawing/2014/main" id="{135C817A-5D4D-4EC3-9E99-5A857EAB4F54}"/>
                </a:ext>
              </a:extLst>
            </p:cNvPr>
            <p:cNvSpPr>
              <a:spLocks/>
            </p:cNvSpPr>
            <p:nvPr/>
          </p:nvSpPr>
          <p:spPr>
            <a:xfrm>
              <a:off x="594841" y="2095500"/>
              <a:ext cx="362892" cy="447675"/>
            </a:xfrm>
            <a:custGeom>
              <a:avLst/>
              <a:gdLst/>
              <a:ahLst/>
              <a:cxnLst/>
              <a:rect l="0" t="0" r="0" b="0"/>
              <a:pathLst>
                <a:path w="362892" h="447675">
                  <a:moveTo>
                    <a:pt x="309870" y="131555"/>
                  </a:moveTo>
                  <a:lnTo>
                    <a:pt x="278163" y="164057"/>
                  </a:lnTo>
                  <a:lnTo>
                    <a:pt x="282332" y="168522"/>
                  </a:lnTo>
                  <a:lnTo>
                    <a:pt x="286270" y="173129"/>
                  </a:lnTo>
                  <a:lnTo>
                    <a:pt x="289975" y="177869"/>
                  </a:lnTo>
                  <a:lnTo>
                    <a:pt x="293449" y="182733"/>
                  </a:lnTo>
                  <a:lnTo>
                    <a:pt x="296692" y="187715"/>
                  </a:lnTo>
                  <a:lnTo>
                    <a:pt x="299702" y="192806"/>
                  </a:lnTo>
                  <a:lnTo>
                    <a:pt x="302482" y="197997"/>
                  </a:lnTo>
                  <a:lnTo>
                    <a:pt x="305029" y="203281"/>
                  </a:lnTo>
                  <a:lnTo>
                    <a:pt x="307345" y="208650"/>
                  </a:lnTo>
                  <a:lnTo>
                    <a:pt x="309430" y="214096"/>
                  </a:lnTo>
                  <a:lnTo>
                    <a:pt x="311283" y="219610"/>
                  </a:lnTo>
                  <a:lnTo>
                    <a:pt x="312904" y="225184"/>
                  </a:lnTo>
                  <a:lnTo>
                    <a:pt x="314293" y="230811"/>
                  </a:lnTo>
                  <a:lnTo>
                    <a:pt x="315451" y="236483"/>
                  </a:lnTo>
                  <a:lnTo>
                    <a:pt x="316378" y="242191"/>
                  </a:lnTo>
                  <a:lnTo>
                    <a:pt x="317073" y="247926"/>
                  </a:lnTo>
                  <a:lnTo>
                    <a:pt x="317536" y="253683"/>
                  </a:lnTo>
                  <a:lnTo>
                    <a:pt x="317767" y="259451"/>
                  </a:lnTo>
                  <a:lnTo>
                    <a:pt x="317767" y="265223"/>
                  </a:lnTo>
                  <a:lnTo>
                    <a:pt x="317536" y="270991"/>
                  </a:lnTo>
                  <a:lnTo>
                    <a:pt x="317073" y="276747"/>
                  </a:lnTo>
                  <a:lnTo>
                    <a:pt x="316378" y="282483"/>
                  </a:lnTo>
                  <a:lnTo>
                    <a:pt x="315451" y="288191"/>
                  </a:lnTo>
                  <a:lnTo>
                    <a:pt x="314293" y="293862"/>
                  </a:lnTo>
                  <a:lnTo>
                    <a:pt x="312904" y="299489"/>
                  </a:lnTo>
                  <a:lnTo>
                    <a:pt x="311283" y="305064"/>
                  </a:lnTo>
                  <a:lnTo>
                    <a:pt x="309430" y="310578"/>
                  </a:lnTo>
                  <a:lnTo>
                    <a:pt x="307345" y="316023"/>
                  </a:lnTo>
                  <a:lnTo>
                    <a:pt x="305029" y="321392"/>
                  </a:lnTo>
                  <a:lnTo>
                    <a:pt x="302482" y="326677"/>
                  </a:lnTo>
                  <a:lnTo>
                    <a:pt x="299702" y="331868"/>
                  </a:lnTo>
                  <a:lnTo>
                    <a:pt x="296692" y="336959"/>
                  </a:lnTo>
                  <a:lnTo>
                    <a:pt x="293449" y="341940"/>
                  </a:lnTo>
                  <a:lnTo>
                    <a:pt x="289975" y="346805"/>
                  </a:lnTo>
                  <a:lnTo>
                    <a:pt x="286270" y="351545"/>
                  </a:lnTo>
                  <a:lnTo>
                    <a:pt x="282332" y="356151"/>
                  </a:lnTo>
                  <a:lnTo>
                    <a:pt x="278163" y="360617"/>
                  </a:lnTo>
                  <a:lnTo>
                    <a:pt x="273684" y="365005"/>
                  </a:lnTo>
                  <a:lnTo>
                    <a:pt x="269060" y="369143"/>
                  </a:lnTo>
                  <a:lnTo>
                    <a:pt x="264299" y="373031"/>
                  </a:lnTo>
                  <a:lnTo>
                    <a:pt x="259410" y="376667"/>
                  </a:lnTo>
                  <a:lnTo>
                    <a:pt x="254401" y="380053"/>
                  </a:lnTo>
                  <a:lnTo>
                    <a:pt x="249281" y="383187"/>
                  </a:lnTo>
                  <a:lnTo>
                    <a:pt x="244059" y="386071"/>
                  </a:lnTo>
                  <a:lnTo>
                    <a:pt x="238742" y="388705"/>
                  </a:lnTo>
                  <a:lnTo>
                    <a:pt x="233341" y="391087"/>
                  </a:lnTo>
                  <a:lnTo>
                    <a:pt x="227862" y="393219"/>
                  </a:lnTo>
                  <a:lnTo>
                    <a:pt x="222315" y="395100"/>
                  </a:lnTo>
                  <a:lnTo>
                    <a:pt x="216708" y="396730"/>
                  </a:lnTo>
                  <a:lnTo>
                    <a:pt x="211050" y="398109"/>
                  </a:lnTo>
                  <a:lnTo>
                    <a:pt x="205349" y="399238"/>
                  </a:lnTo>
                  <a:lnTo>
                    <a:pt x="199614" y="400115"/>
                  </a:lnTo>
                  <a:lnTo>
                    <a:pt x="193854" y="400742"/>
                  </a:lnTo>
                  <a:lnTo>
                    <a:pt x="188076" y="401119"/>
                  </a:lnTo>
                  <a:lnTo>
                    <a:pt x="182290" y="401244"/>
                  </a:lnTo>
                  <a:lnTo>
                    <a:pt x="176503" y="401119"/>
                  </a:lnTo>
                  <a:lnTo>
                    <a:pt x="170726" y="400742"/>
                  </a:lnTo>
                  <a:lnTo>
                    <a:pt x="164965" y="400115"/>
                  </a:lnTo>
                  <a:lnTo>
                    <a:pt x="159230" y="399238"/>
                  </a:lnTo>
                  <a:lnTo>
                    <a:pt x="153529" y="398109"/>
                  </a:lnTo>
                  <a:lnTo>
                    <a:pt x="147871" y="396730"/>
                  </a:lnTo>
                  <a:lnTo>
                    <a:pt x="142265" y="395100"/>
                  </a:lnTo>
                  <a:lnTo>
                    <a:pt x="136717" y="393219"/>
                  </a:lnTo>
                  <a:lnTo>
                    <a:pt x="131239" y="391087"/>
                  </a:lnTo>
                  <a:lnTo>
                    <a:pt x="125837" y="388705"/>
                  </a:lnTo>
                  <a:lnTo>
                    <a:pt x="120521" y="386071"/>
                  </a:lnTo>
                  <a:lnTo>
                    <a:pt x="115298" y="383187"/>
                  </a:lnTo>
                  <a:lnTo>
                    <a:pt x="110178" y="380053"/>
                  </a:lnTo>
                  <a:lnTo>
                    <a:pt x="105170" y="376667"/>
                  </a:lnTo>
                  <a:lnTo>
                    <a:pt x="100280" y="373031"/>
                  </a:lnTo>
                  <a:lnTo>
                    <a:pt x="95519" y="369143"/>
                  </a:lnTo>
                  <a:lnTo>
                    <a:pt x="90895" y="365005"/>
                  </a:lnTo>
                  <a:lnTo>
                    <a:pt x="86416" y="360617"/>
                  </a:lnTo>
                  <a:lnTo>
                    <a:pt x="82247" y="356151"/>
                  </a:lnTo>
                  <a:lnTo>
                    <a:pt x="78310" y="351545"/>
                  </a:lnTo>
                  <a:lnTo>
                    <a:pt x="74604" y="346805"/>
                  </a:lnTo>
                  <a:lnTo>
                    <a:pt x="71130" y="341940"/>
                  </a:lnTo>
                  <a:lnTo>
                    <a:pt x="67887" y="336959"/>
                  </a:lnTo>
                  <a:lnTo>
                    <a:pt x="64876" y="331868"/>
                  </a:lnTo>
                  <a:lnTo>
                    <a:pt x="62097" y="326677"/>
                  </a:lnTo>
                  <a:lnTo>
                    <a:pt x="59549" y="321392"/>
                  </a:lnTo>
                  <a:lnTo>
                    <a:pt x="57233" y="316023"/>
                  </a:lnTo>
                  <a:lnTo>
                    <a:pt x="55149" y="310578"/>
                  </a:lnTo>
                  <a:lnTo>
                    <a:pt x="53296" y="305064"/>
                  </a:lnTo>
                  <a:lnTo>
                    <a:pt x="51675" y="299489"/>
                  </a:lnTo>
                  <a:lnTo>
                    <a:pt x="50285" y="293862"/>
                  </a:lnTo>
                  <a:lnTo>
                    <a:pt x="49127" y="288191"/>
                  </a:lnTo>
                  <a:lnTo>
                    <a:pt x="48201" y="282483"/>
                  </a:lnTo>
                  <a:lnTo>
                    <a:pt x="47506" y="276747"/>
                  </a:lnTo>
                  <a:lnTo>
                    <a:pt x="47043" y="270991"/>
                  </a:lnTo>
                  <a:lnTo>
                    <a:pt x="46811" y="265223"/>
                  </a:lnTo>
                  <a:lnTo>
                    <a:pt x="46811" y="259451"/>
                  </a:lnTo>
                  <a:lnTo>
                    <a:pt x="47043" y="253683"/>
                  </a:lnTo>
                  <a:lnTo>
                    <a:pt x="47506" y="247926"/>
                  </a:lnTo>
                  <a:lnTo>
                    <a:pt x="48201" y="242191"/>
                  </a:lnTo>
                  <a:lnTo>
                    <a:pt x="49127" y="236483"/>
                  </a:lnTo>
                  <a:lnTo>
                    <a:pt x="50285" y="230811"/>
                  </a:lnTo>
                  <a:lnTo>
                    <a:pt x="51675" y="225184"/>
                  </a:lnTo>
                  <a:lnTo>
                    <a:pt x="53296" y="219610"/>
                  </a:lnTo>
                  <a:lnTo>
                    <a:pt x="55149" y="214096"/>
                  </a:lnTo>
                  <a:lnTo>
                    <a:pt x="57233" y="208650"/>
                  </a:lnTo>
                  <a:lnTo>
                    <a:pt x="59549" y="203281"/>
                  </a:lnTo>
                  <a:lnTo>
                    <a:pt x="62097" y="197997"/>
                  </a:lnTo>
                  <a:lnTo>
                    <a:pt x="64876" y="192806"/>
                  </a:lnTo>
                  <a:lnTo>
                    <a:pt x="67887" y="187715"/>
                  </a:lnTo>
                  <a:lnTo>
                    <a:pt x="71130" y="182733"/>
                  </a:lnTo>
                  <a:lnTo>
                    <a:pt x="74604" y="177869"/>
                  </a:lnTo>
                  <a:lnTo>
                    <a:pt x="78310" y="173129"/>
                  </a:lnTo>
                  <a:lnTo>
                    <a:pt x="82247" y="168522"/>
                  </a:lnTo>
                  <a:lnTo>
                    <a:pt x="86416" y="164057"/>
                  </a:lnTo>
                  <a:lnTo>
                    <a:pt x="86416" y="164057"/>
                  </a:lnTo>
                  <a:lnTo>
                    <a:pt x="170966" y="77386"/>
                  </a:lnTo>
                  <a:lnTo>
                    <a:pt x="181534" y="65004"/>
                  </a:lnTo>
                  <a:lnTo>
                    <a:pt x="181534" y="65004"/>
                  </a:lnTo>
                  <a:lnTo>
                    <a:pt x="181534" y="0"/>
                  </a:lnTo>
                  <a:lnTo>
                    <a:pt x="53199" y="131555"/>
                  </a:lnTo>
                  <a:lnTo>
                    <a:pt x="48943" y="136062"/>
                  </a:lnTo>
                  <a:lnTo>
                    <a:pt x="44865" y="140673"/>
                  </a:lnTo>
                  <a:lnTo>
                    <a:pt x="40963" y="145384"/>
                  </a:lnTo>
                  <a:lnTo>
                    <a:pt x="37239" y="150189"/>
                  </a:lnTo>
                  <a:lnTo>
                    <a:pt x="33693" y="155085"/>
                  </a:lnTo>
                  <a:lnTo>
                    <a:pt x="30324" y="160067"/>
                  </a:lnTo>
                  <a:lnTo>
                    <a:pt x="27132" y="165131"/>
                  </a:lnTo>
                  <a:lnTo>
                    <a:pt x="24117" y="170272"/>
                  </a:lnTo>
                  <a:lnTo>
                    <a:pt x="21280" y="175487"/>
                  </a:lnTo>
                  <a:lnTo>
                    <a:pt x="18620" y="180769"/>
                  </a:lnTo>
                  <a:lnTo>
                    <a:pt x="16137" y="186116"/>
                  </a:lnTo>
                  <a:lnTo>
                    <a:pt x="13832" y="191523"/>
                  </a:lnTo>
                  <a:lnTo>
                    <a:pt x="11704" y="196985"/>
                  </a:lnTo>
                  <a:lnTo>
                    <a:pt x="9753" y="202497"/>
                  </a:lnTo>
                  <a:lnTo>
                    <a:pt x="7980" y="208056"/>
                  </a:lnTo>
                  <a:lnTo>
                    <a:pt x="6384" y="213657"/>
                  </a:lnTo>
                  <a:lnTo>
                    <a:pt x="4965" y="219296"/>
                  </a:lnTo>
                  <a:lnTo>
                    <a:pt x="3724" y="224968"/>
                  </a:lnTo>
                  <a:lnTo>
                    <a:pt x="2660" y="230668"/>
                  </a:lnTo>
                  <a:lnTo>
                    <a:pt x="1773" y="236393"/>
                  </a:lnTo>
                  <a:lnTo>
                    <a:pt x="1064" y="242138"/>
                  </a:lnTo>
                  <a:lnTo>
                    <a:pt x="532" y="247898"/>
                  </a:lnTo>
                  <a:lnTo>
                    <a:pt x="177" y="253669"/>
                  </a:lnTo>
                  <a:lnTo>
                    <a:pt x="0" y="259447"/>
                  </a:lnTo>
                  <a:lnTo>
                    <a:pt x="0" y="265227"/>
                  </a:lnTo>
                  <a:lnTo>
                    <a:pt x="177" y="271005"/>
                  </a:lnTo>
                  <a:lnTo>
                    <a:pt x="532" y="276776"/>
                  </a:lnTo>
                  <a:lnTo>
                    <a:pt x="1064" y="282536"/>
                  </a:lnTo>
                  <a:lnTo>
                    <a:pt x="1773" y="288281"/>
                  </a:lnTo>
                  <a:lnTo>
                    <a:pt x="2660" y="294006"/>
                  </a:lnTo>
                  <a:lnTo>
                    <a:pt x="3724" y="299706"/>
                  </a:lnTo>
                  <a:lnTo>
                    <a:pt x="4965" y="305378"/>
                  </a:lnTo>
                  <a:lnTo>
                    <a:pt x="6384" y="311016"/>
                  </a:lnTo>
                  <a:lnTo>
                    <a:pt x="7980" y="316617"/>
                  </a:lnTo>
                  <a:lnTo>
                    <a:pt x="9753" y="322176"/>
                  </a:lnTo>
                  <a:lnTo>
                    <a:pt x="11704" y="327689"/>
                  </a:lnTo>
                  <a:lnTo>
                    <a:pt x="13832" y="333151"/>
                  </a:lnTo>
                  <a:lnTo>
                    <a:pt x="16137" y="338557"/>
                  </a:lnTo>
                  <a:lnTo>
                    <a:pt x="18620" y="343904"/>
                  </a:lnTo>
                  <a:lnTo>
                    <a:pt x="21280" y="349187"/>
                  </a:lnTo>
                  <a:lnTo>
                    <a:pt x="24117" y="354401"/>
                  </a:lnTo>
                  <a:lnTo>
                    <a:pt x="27132" y="359543"/>
                  </a:lnTo>
                  <a:lnTo>
                    <a:pt x="30324" y="364607"/>
                  </a:lnTo>
                  <a:lnTo>
                    <a:pt x="33693" y="369589"/>
                  </a:lnTo>
                  <a:lnTo>
                    <a:pt x="37239" y="374485"/>
                  </a:lnTo>
                  <a:lnTo>
                    <a:pt x="40963" y="379290"/>
                  </a:lnTo>
                  <a:lnTo>
                    <a:pt x="44865" y="384000"/>
                  </a:lnTo>
                  <a:lnTo>
                    <a:pt x="48943" y="388611"/>
                  </a:lnTo>
                  <a:lnTo>
                    <a:pt x="53199" y="393118"/>
                  </a:lnTo>
                  <a:lnTo>
                    <a:pt x="57689" y="397570"/>
                  </a:lnTo>
                  <a:lnTo>
                    <a:pt x="62283" y="401832"/>
                  </a:lnTo>
                  <a:lnTo>
                    <a:pt x="66979" y="405905"/>
                  </a:lnTo>
                  <a:lnTo>
                    <a:pt x="71771" y="409788"/>
                  </a:lnTo>
                  <a:lnTo>
                    <a:pt x="76655" y="413482"/>
                  </a:lnTo>
                  <a:lnTo>
                    <a:pt x="81626" y="416987"/>
                  </a:lnTo>
                  <a:lnTo>
                    <a:pt x="86680" y="420302"/>
                  </a:lnTo>
                  <a:lnTo>
                    <a:pt x="91812" y="423428"/>
                  </a:lnTo>
                  <a:lnTo>
                    <a:pt x="97017" y="426364"/>
                  </a:lnTo>
                  <a:lnTo>
                    <a:pt x="102290" y="429111"/>
                  </a:lnTo>
                  <a:lnTo>
                    <a:pt x="107628" y="431668"/>
                  </a:lnTo>
                  <a:lnTo>
                    <a:pt x="113026" y="434036"/>
                  </a:lnTo>
                  <a:lnTo>
                    <a:pt x="118479" y="436214"/>
                  </a:lnTo>
                  <a:lnTo>
                    <a:pt x="123982" y="438203"/>
                  </a:lnTo>
                  <a:lnTo>
                    <a:pt x="129531" y="440003"/>
                  </a:lnTo>
                  <a:lnTo>
                    <a:pt x="135121" y="441613"/>
                  </a:lnTo>
                  <a:lnTo>
                    <a:pt x="140748" y="443034"/>
                  </a:lnTo>
                  <a:lnTo>
                    <a:pt x="146407" y="444265"/>
                  </a:lnTo>
                  <a:lnTo>
                    <a:pt x="152094" y="445307"/>
                  </a:lnTo>
                  <a:lnTo>
                    <a:pt x="157804" y="446160"/>
                  </a:lnTo>
                  <a:lnTo>
                    <a:pt x="163532" y="446823"/>
                  </a:lnTo>
                  <a:lnTo>
                    <a:pt x="169273" y="447296"/>
                  </a:lnTo>
                  <a:lnTo>
                    <a:pt x="175024" y="447580"/>
                  </a:lnTo>
                  <a:lnTo>
                    <a:pt x="180780" y="447675"/>
                  </a:lnTo>
                  <a:lnTo>
                    <a:pt x="186535" y="447580"/>
                  </a:lnTo>
                  <a:lnTo>
                    <a:pt x="192286" y="447296"/>
                  </a:lnTo>
                  <a:lnTo>
                    <a:pt x="198028" y="446823"/>
                  </a:lnTo>
                  <a:lnTo>
                    <a:pt x="203756" y="446160"/>
                  </a:lnTo>
                  <a:lnTo>
                    <a:pt x="209465" y="445307"/>
                  </a:lnTo>
                  <a:lnTo>
                    <a:pt x="215152" y="444265"/>
                  </a:lnTo>
                  <a:lnTo>
                    <a:pt x="220811" y="443034"/>
                  </a:lnTo>
                  <a:lnTo>
                    <a:pt x="226438" y="441613"/>
                  </a:lnTo>
                  <a:lnTo>
                    <a:pt x="232028" y="440003"/>
                  </a:lnTo>
                  <a:lnTo>
                    <a:pt x="237577" y="438203"/>
                  </a:lnTo>
                  <a:lnTo>
                    <a:pt x="243081" y="436214"/>
                  </a:lnTo>
                  <a:lnTo>
                    <a:pt x="248533" y="434036"/>
                  </a:lnTo>
                  <a:lnTo>
                    <a:pt x="253931" y="431668"/>
                  </a:lnTo>
                  <a:lnTo>
                    <a:pt x="259269" y="429111"/>
                  </a:lnTo>
                  <a:lnTo>
                    <a:pt x="264543" y="426364"/>
                  </a:lnTo>
                  <a:lnTo>
                    <a:pt x="269748" y="423428"/>
                  </a:lnTo>
                  <a:lnTo>
                    <a:pt x="274879" y="420302"/>
                  </a:lnTo>
                  <a:lnTo>
                    <a:pt x="279933" y="416987"/>
                  </a:lnTo>
                  <a:lnTo>
                    <a:pt x="284904" y="413482"/>
                  </a:lnTo>
                  <a:lnTo>
                    <a:pt x="289788" y="409788"/>
                  </a:lnTo>
                  <a:lnTo>
                    <a:pt x="294580" y="405905"/>
                  </a:lnTo>
                  <a:lnTo>
                    <a:pt x="299276" y="401832"/>
                  </a:lnTo>
                  <a:lnTo>
                    <a:pt x="303871" y="397570"/>
                  </a:lnTo>
                  <a:lnTo>
                    <a:pt x="308360" y="393118"/>
                  </a:lnTo>
                  <a:lnTo>
                    <a:pt x="312707" y="388609"/>
                  </a:lnTo>
                  <a:lnTo>
                    <a:pt x="316872" y="383993"/>
                  </a:lnTo>
                  <a:lnTo>
                    <a:pt x="320857" y="379274"/>
                  </a:lnTo>
                  <a:lnTo>
                    <a:pt x="324660" y="374456"/>
                  </a:lnTo>
                  <a:lnTo>
                    <a:pt x="328283" y="369545"/>
                  </a:lnTo>
                  <a:lnTo>
                    <a:pt x="331726" y="364545"/>
                  </a:lnTo>
                  <a:lnTo>
                    <a:pt x="334987" y="359461"/>
                  </a:lnTo>
                  <a:lnTo>
                    <a:pt x="338068" y="354298"/>
                  </a:lnTo>
                  <a:lnTo>
                    <a:pt x="340968" y="349059"/>
                  </a:lnTo>
                  <a:lnTo>
                    <a:pt x="343689" y="343750"/>
                  </a:lnTo>
                  <a:lnTo>
                    <a:pt x="346228" y="338376"/>
                  </a:lnTo>
                  <a:lnTo>
                    <a:pt x="348588" y="332941"/>
                  </a:lnTo>
                  <a:lnTo>
                    <a:pt x="350767" y="327449"/>
                  </a:lnTo>
                  <a:lnTo>
                    <a:pt x="352766" y="321906"/>
                  </a:lnTo>
                  <a:lnTo>
                    <a:pt x="354585" y="316316"/>
                  </a:lnTo>
                  <a:lnTo>
                    <a:pt x="356225" y="310683"/>
                  </a:lnTo>
                  <a:lnTo>
                    <a:pt x="357684" y="305013"/>
                  </a:lnTo>
                  <a:lnTo>
                    <a:pt x="358963" y="299310"/>
                  </a:lnTo>
                  <a:lnTo>
                    <a:pt x="360063" y="293578"/>
                  </a:lnTo>
                  <a:lnTo>
                    <a:pt x="360983" y="287823"/>
                  </a:lnTo>
                  <a:lnTo>
                    <a:pt x="361724" y="282049"/>
                  </a:lnTo>
                  <a:lnTo>
                    <a:pt x="362285" y="276260"/>
                  </a:lnTo>
                  <a:lnTo>
                    <a:pt x="362667" y="270462"/>
                  </a:lnTo>
                  <a:lnTo>
                    <a:pt x="362869" y="264659"/>
                  </a:lnTo>
                  <a:lnTo>
                    <a:pt x="362892" y="258855"/>
                  </a:lnTo>
                  <a:lnTo>
                    <a:pt x="362736" y="253056"/>
                  </a:lnTo>
                  <a:lnTo>
                    <a:pt x="362401" y="247265"/>
                  </a:lnTo>
                  <a:lnTo>
                    <a:pt x="361887" y="241488"/>
                  </a:lnTo>
                  <a:lnTo>
                    <a:pt x="361194" y="235729"/>
                  </a:lnTo>
                  <a:lnTo>
                    <a:pt x="360322" y="229993"/>
                  </a:lnTo>
                  <a:lnTo>
                    <a:pt x="359271" y="224285"/>
                  </a:lnTo>
                  <a:lnTo>
                    <a:pt x="358041" y="218609"/>
                  </a:lnTo>
                  <a:lnTo>
                    <a:pt x="356633" y="212970"/>
                  </a:lnTo>
                  <a:lnTo>
                    <a:pt x="355046" y="207372"/>
                  </a:lnTo>
                  <a:lnTo>
                    <a:pt x="353281" y="201821"/>
                  </a:lnTo>
                  <a:lnTo>
                    <a:pt x="351337" y="196320"/>
                  </a:lnTo>
                  <a:lnTo>
                    <a:pt x="349215" y="190875"/>
                  </a:lnTo>
                  <a:lnTo>
                    <a:pt x="346915" y="185490"/>
                  </a:lnTo>
                  <a:lnTo>
                    <a:pt x="344437" y="180169"/>
                  </a:lnTo>
                  <a:lnTo>
                    <a:pt x="341780" y="174919"/>
                  </a:lnTo>
                  <a:lnTo>
                    <a:pt x="338946" y="169742"/>
                  </a:lnTo>
                  <a:lnTo>
                    <a:pt x="335933" y="164644"/>
                  </a:lnTo>
                  <a:lnTo>
                    <a:pt x="332743" y="159629"/>
                  </a:lnTo>
                  <a:lnTo>
                    <a:pt x="329375" y="154703"/>
                  </a:lnTo>
                  <a:lnTo>
                    <a:pt x="325829" y="149869"/>
                  </a:lnTo>
                  <a:lnTo>
                    <a:pt x="322105" y="145133"/>
                  </a:lnTo>
                  <a:lnTo>
                    <a:pt x="318204" y="140499"/>
                  </a:lnTo>
                  <a:lnTo>
                    <a:pt x="314126" y="135971"/>
                  </a:lnTo>
                  <a:lnTo>
                    <a:pt x="309870" y="131555"/>
                  </a:lnTo>
                  <a:close/>
                </a:path>
              </a:pathLst>
            </a:custGeom>
            <a:solidFill>
              <a:srgbClr val="EE4C2C"/>
            </a:solidFill>
            <a:ln w="0">
              <a:noFill/>
            </a:ln>
          </p:spPr>
        </p:sp>
        <p:sp>
          <p:nvSpPr>
            <p:cNvPr id="8" name="8 torch vector path">
              <a:extLst>
                <a:ext uri="{FF2B5EF4-FFF2-40B4-BE49-F238E27FC236}">
                  <a16:creationId xmlns:a16="http://schemas.microsoft.com/office/drawing/2014/main" id="{C3E070D1-D92C-466D-9691-E649E74E8F5A}"/>
                </a:ext>
              </a:extLst>
            </p:cNvPr>
            <p:cNvSpPr>
              <a:spLocks/>
            </p:cNvSpPr>
            <p:nvPr/>
          </p:nvSpPr>
          <p:spPr>
            <a:xfrm>
              <a:off x="594841" y="2095500"/>
              <a:ext cx="362892" cy="447675"/>
            </a:xfrm>
            <a:custGeom>
              <a:avLst/>
              <a:gdLst/>
              <a:ahLst/>
              <a:cxnLst/>
              <a:rect l="0" t="0" r="0" b="0"/>
              <a:pathLst>
                <a:path w="362892" h="447675">
                  <a:moveTo>
                    <a:pt x="270615" y="97506"/>
                  </a:moveTo>
                  <a:lnTo>
                    <a:pt x="270124" y="102496"/>
                  </a:lnTo>
                  <a:lnTo>
                    <a:pt x="268717" y="107145"/>
                  </a:lnTo>
                  <a:lnTo>
                    <a:pt x="266489" y="111351"/>
                  </a:lnTo>
                  <a:lnTo>
                    <a:pt x="263539" y="115016"/>
                  </a:lnTo>
                  <a:lnTo>
                    <a:pt x="259964" y="118040"/>
                  </a:lnTo>
                  <a:lnTo>
                    <a:pt x="255860" y="120323"/>
                  </a:lnTo>
                  <a:lnTo>
                    <a:pt x="251326" y="121766"/>
                  </a:lnTo>
                  <a:lnTo>
                    <a:pt x="246457" y="122269"/>
                  </a:lnTo>
                  <a:lnTo>
                    <a:pt x="241589" y="121766"/>
                  </a:lnTo>
                  <a:lnTo>
                    <a:pt x="237054" y="120323"/>
                  </a:lnTo>
                  <a:lnTo>
                    <a:pt x="232951" y="118040"/>
                  </a:lnTo>
                  <a:lnTo>
                    <a:pt x="229376" y="115016"/>
                  </a:lnTo>
                  <a:lnTo>
                    <a:pt x="226426" y="111351"/>
                  </a:lnTo>
                  <a:lnTo>
                    <a:pt x="224199" y="107145"/>
                  </a:lnTo>
                  <a:lnTo>
                    <a:pt x="222791" y="102496"/>
                  </a:lnTo>
                  <a:lnTo>
                    <a:pt x="222301" y="97506"/>
                  </a:lnTo>
                  <a:lnTo>
                    <a:pt x="222791" y="92515"/>
                  </a:lnTo>
                  <a:lnTo>
                    <a:pt x="224199" y="87867"/>
                  </a:lnTo>
                  <a:lnTo>
                    <a:pt x="226426" y="83660"/>
                  </a:lnTo>
                  <a:lnTo>
                    <a:pt x="229376" y="79995"/>
                  </a:lnTo>
                  <a:lnTo>
                    <a:pt x="232951" y="76972"/>
                  </a:lnTo>
                  <a:lnTo>
                    <a:pt x="237054" y="74688"/>
                  </a:lnTo>
                  <a:lnTo>
                    <a:pt x="241589" y="73245"/>
                  </a:lnTo>
                  <a:lnTo>
                    <a:pt x="246457" y="72742"/>
                  </a:lnTo>
                  <a:lnTo>
                    <a:pt x="251326" y="73245"/>
                  </a:lnTo>
                  <a:lnTo>
                    <a:pt x="255860" y="74688"/>
                  </a:lnTo>
                  <a:lnTo>
                    <a:pt x="259964" y="76972"/>
                  </a:lnTo>
                  <a:lnTo>
                    <a:pt x="263539" y="79995"/>
                  </a:lnTo>
                  <a:lnTo>
                    <a:pt x="266489" y="83660"/>
                  </a:lnTo>
                  <a:lnTo>
                    <a:pt x="268717" y="87867"/>
                  </a:lnTo>
                  <a:lnTo>
                    <a:pt x="270124" y="92515"/>
                  </a:lnTo>
                  <a:lnTo>
                    <a:pt x="270615" y="97506"/>
                  </a:lnTo>
                  <a:close/>
                </a:path>
              </a:pathLst>
            </a:custGeom>
            <a:solidFill>
              <a:srgbClr val="EE4C2C"/>
            </a:solidFill>
            <a:ln w="0">
              <a:noFill/>
            </a:ln>
          </p:spPr>
        </p:sp>
      </p:grpSp>
      <p:sp>
        <p:nvSpPr>
          <p:cNvPr id="9" name="9 PyTorch">
            <a:extLst>
              <a:ext uri="{FF2B5EF4-FFF2-40B4-BE49-F238E27FC236}">
                <a16:creationId xmlns:a16="http://schemas.microsoft.com/office/drawing/2014/main" id="{7AE50D96-C70A-42D1-B8B7-8E53CACEB080}"/>
              </a:ext>
            </a:extLst>
          </p:cNvPr>
          <p:cNvSpPr>
            <a:spLocks/>
          </p:cNvSpPr>
          <p:nvPr/>
        </p:nvSpPr>
        <p:spPr>
          <a:xfrm>
            <a:off x="1152525" y="2228850"/>
            <a:ext cx="10001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PyTorch</a:t>
            </a:r>
          </a:p>
        </p:txBody>
      </p:sp>
      <p:sp>
        <p:nvSpPr>
          <p:cNvPr id="10" name="10 …">
            <a:extLst>
              <a:ext uri="{FF2B5EF4-FFF2-40B4-BE49-F238E27FC236}">
                <a16:creationId xmlns:a16="http://schemas.microsoft.com/office/drawing/2014/main" id="{1D69BA2A-F9E2-4428-B68B-809355A3B2B2}"/>
              </a:ext>
            </a:extLst>
          </p:cNvPr>
          <p:cNvSpPr>
            <a:spLocks/>
          </p:cNvSpPr>
          <p:nvPr/>
        </p:nvSpPr>
        <p:spPr>
          <a:xfrm>
            <a:off x="1133475" y="2571750"/>
            <a:ext cx="762000" cy="3070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grpSp>
        <p:nvGrpSpPr>
          <p:cNvPr id="366" name="robot-25"/>
          <p:cNvGrpSpPr/>
          <p:nvPr/>
        </p:nvGrpSpPr>
        <p:grpSpPr>
          <a:xfrm>
            <a:off x="333375" y="3686556"/>
            <a:ext cx="381000" cy="400050"/>
            <a:chOff x="2609850" y="838200"/>
            <a:chExt cx="381000" cy="400050"/>
          </a:xfrm>
        </p:grpSpPr>
        <p:sp>
          <p:nvSpPr>
            <p:cNvPr id="26" name="26 path">
              <a:extLst>
                <a:ext uri="{FF2B5EF4-FFF2-40B4-BE49-F238E27FC236}">
                  <a16:creationId xmlns:a16="http://schemas.microsoft.com/office/drawing/2014/main" id="{F9189B14-1C65-4AB6-AE15-5919DC67C638}"/>
                </a:ext>
              </a:extLst>
            </p:cNvPr>
            <p:cNvSpPr>
              <a:spLocks/>
            </p:cNvSpPr>
            <p:nvPr/>
          </p:nvSpPr>
          <p:spPr>
            <a:xfrm>
              <a:off x="2800350" y="895350"/>
              <a:ext cx="95" cy="85725"/>
            </a:xfrm>
            <a:custGeom>
              <a:avLst/>
              <a:gdLst/>
              <a:ahLst/>
              <a:cxnLst/>
              <a:rect l="0" t="0" r="0" b="0"/>
              <a:pathLst>
                <a:path w="9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9050">
              <a:solidFill>
                <a:srgbClr val="075599"/>
              </a:solidFill>
            </a:ln>
          </p:spPr>
        </p:sp>
        <p:sp>
          <p:nvSpPr>
            <p:cNvPr id="27" name="27 ellipse">
              <a:extLst>
                <a:ext uri="{FF2B5EF4-FFF2-40B4-BE49-F238E27FC236}">
                  <a16:creationId xmlns:a16="http://schemas.microsoft.com/office/drawing/2014/main" id="{28E295F1-B87A-4A6A-A06A-F82AB254E39B}"/>
                </a:ext>
              </a:extLst>
            </p:cNvPr>
            <p:cNvSpPr>
              <a:spLocks/>
            </p:cNvSpPr>
            <p:nvPr/>
          </p:nvSpPr>
          <p:spPr>
            <a:xfrm>
              <a:off x="2762250" y="838200"/>
              <a:ext cx="76200" cy="76200"/>
            </a:xfrm>
            <a:prstGeom prst="ellipse">
              <a:avLst/>
            </a:prstGeom>
            <a:solidFill>
              <a:srgbClr val="075599"/>
            </a:solidFill>
            <a:ln w="0">
              <a:noFill/>
            </a:ln>
          </p:spPr>
        </p:sp>
        <p:sp>
          <p:nvSpPr>
            <p:cNvPr id="28" name="28 rect">
              <a:extLst>
                <a:ext uri="{FF2B5EF4-FFF2-40B4-BE49-F238E27FC236}">
                  <a16:creationId xmlns:a16="http://schemas.microsoft.com/office/drawing/2014/main" id="{90AB707F-00E4-4A17-B7E4-59AA95BDD4CD}"/>
                </a:ext>
              </a:extLst>
            </p:cNvPr>
            <p:cNvSpPr>
              <a:spLocks/>
            </p:cNvSpPr>
            <p:nvPr/>
          </p:nvSpPr>
          <p:spPr>
            <a:xfrm>
              <a:off x="2609850" y="10477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075599"/>
            </a:solidFill>
            <a:ln w="0">
              <a:noFill/>
            </a:ln>
          </p:spPr>
        </p:sp>
        <p:sp>
          <p:nvSpPr>
            <p:cNvPr id="29" name="29 rect">
              <a:extLst>
                <a:ext uri="{FF2B5EF4-FFF2-40B4-BE49-F238E27FC236}">
                  <a16:creationId xmlns:a16="http://schemas.microsoft.com/office/drawing/2014/main" id="{1D843458-41C1-4977-A4F0-A268A8F39E12}"/>
                </a:ext>
              </a:extLst>
            </p:cNvPr>
            <p:cNvSpPr>
              <a:spLocks/>
            </p:cNvSpPr>
            <p:nvPr/>
          </p:nvSpPr>
          <p:spPr>
            <a:xfrm>
              <a:off x="2952750" y="10477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075599"/>
            </a:solidFill>
            <a:ln w="0">
              <a:noFill/>
            </a:ln>
          </p:spPr>
        </p:sp>
        <p:sp>
          <p:nvSpPr>
            <p:cNvPr id="30" name="30 rect">
              <a:extLst>
                <a:ext uri="{FF2B5EF4-FFF2-40B4-BE49-F238E27FC236}">
                  <a16:creationId xmlns:a16="http://schemas.microsoft.com/office/drawing/2014/main" id="{696F0D83-7C8E-4D79-8E04-EBAA1DB8BFA4}"/>
                </a:ext>
              </a:extLst>
            </p:cNvPr>
            <p:cNvSpPr>
              <a:spLocks/>
            </p:cNvSpPr>
            <p:nvPr/>
          </p:nvSpPr>
          <p:spPr>
            <a:xfrm>
              <a:off x="2657475" y="962025"/>
              <a:ext cx="285750" cy="276225"/>
            </a:xfrm>
            <a:prstGeom prst="roundRect">
              <a:avLst>
                <a:gd name="adj" fmla="val 20690"/>
              </a:avLst>
            </a:prstGeom>
            <a:gradFill>
              <a:gsLst>
                <a:gs pos="0">
                  <a:srgbClr val="075599"/>
                </a:gs>
                <a:gs pos="100000">
                  <a:srgbClr val="075599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1" name="31 ellipse">
              <a:extLst>
                <a:ext uri="{FF2B5EF4-FFF2-40B4-BE49-F238E27FC236}">
                  <a16:creationId xmlns:a16="http://schemas.microsoft.com/office/drawing/2014/main" id="{CB06749F-C99B-4A27-8800-77978414A05F}"/>
                </a:ext>
              </a:extLst>
            </p:cNvPr>
            <p:cNvSpPr>
              <a:spLocks/>
            </p:cNvSpPr>
            <p:nvPr/>
          </p:nvSpPr>
          <p:spPr>
            <a:xfrm>
              <a:off x="2714625" y="1047750"/>
              <a:ext cx="57150" cy="5715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32" name="32 ellipse">
              <a:extLst>
                <a:ext uri="{FF2B5EF4-FFF2-40B4-BE49-F238E27FC236}">
                  <a16:creationId xmlns:a16="http://schemas.microsoft.com/office/drawing/2014/main" id="{1437CB85-7360-4E1C-9FDE-587A92A98FF5}"/>
                </a:ext>
              </a:extLst>
            </p:cNvPr>
            <p:cNvSpPr>
              <a:spLocks/>
            </p:cNvSpPr>
            <p:nvPr/>
          </p:nvSpPr>
          <p:spPr>
            <a:xfrm>
              <a:off x="2828925" y="1047750"/>
              <a:ext cx="57150" cy="5715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33" name="33 path">
              <a:extLst>
                <a:ext uri="{FF2B5EF4-FFF2-40B4-BE49-F238E27FC236}">
                  <a16:creationId xmlns:a16="http://schemas.microsoft.com/office/drawing/2014/main" id="{8B0E2750-5AA9-493A-89E0-5065FE83E520}"/>
                </a:ext>
              </a:extLst>
            </p:cNvPr>
            <p:cNvSpPr>
              <a:spLocks/>
            </p:cNvSpPr>
            <p:nvPr/>
          </p:nvSpPr>
          <p:spPr>
            <a:xfrm>
              <a:off x="2752725" y="1152525"/>
              <a:ext cx="104775" cy="21431"/>
            </a:xfrm>
            <a:custGeom>
              <a:avLst/>
              <a:gdLst/>
              <a:ahLst/>
              <a:cxnLst/>
              <a:rect l="0" t="0" r="0" b="0"/>
              <a:pathLst>
                <a:path w="104775" h="21431">
                  <a:moveTo>
                    <a:pt x="0" y="0"/>
                  </a:moveTo>
                  <a:lnTo>
                    <a:pt x="2030" y="2762"/>
                  </a:lnTo>
                  <a:lnTo>
                    <a:pt x="4298" y="5334"/>
                  </a:lnTo>
                  <a:lnTo>
                    <a:pt x="6791" y="7715"/>
                  </a:lnTo>
                  <a:lnTo>
                    <a:pt x="9494" y="9906"/>
                  </a:lnTo>
                  <a:lnTo>
                    <a:pt x="12391" y="11906"/>
                  </a:lnTo>
                  <a:lnTo>
                    <a:pt x="15469" y="13716"/>
                  </a:lnTo>
                  <a:lnTo>
                    <a:pt x="18711" y="15335"/>
                  </a:lnTo>
                  <a:lnTo>
                    <a:pt x="22104" y="16764"/>
                  </a:lnTo>
                  <a:lnTo>
                    <a:pt x="25632" y="18002"/>
                  </a:lnTo>
                  <a:lnTo>
                    <a:pt x="29281" y="19050"/>
                  </a:lnTo>
                  <a:lnTo>
                    <a:pt x="33035" y="19907"/>
                  </a:lnTo>
                  <a:lnTo>
                    <a:pt x="36881" y="20574"/>
                  </a:lnTo>
                  <a:lnTo>
                    <a:pt x="40803" y="21050"/>
                  </a:lnTo>
                  <a:lnTo>
                    <a:pt x="44786" y="21336"/>
                  </a:lnTo>
                  <a:lnTo>
                    <a:pt x="48816" y="21431"/>
                  </a:lnTo>
                  <a:lnTo>
                    <a:pt x="52877" y="21336"/>
                  </a:lnTo>
                  <a:lnTo>
                    <a:pt x="56956" y="21050"/>
                  </a:lnTo>
                  <a:lnTo>
                    <a:pt x="61036" y="20574"/>
                  </a:lnTo>
                  <a:lnTo>
                    <a:pt x="65104" y="19907"/>
                  </a:lnTo>
                  <a:lnTo>
                    <a:pt x="69144" y="19050"/>
                  </a:lnTo>
                  <a:lnTo>
                    <a:pt x="73142" y="18002"/>
                  </a:lnTo>
                  <a:lnTo>
                    <a:pt x="77083" y="16764"/>
                  </a:lnTo>
                  <a:lnTo>
                    <a:pt x="80952" y="15335"/>
                  </a:lnTo>
                  <a:lnTo>
                    <a:pt x="84734" y="13716"/>
                  </a:lnTo>
                  <a:lnTo>
                    <a:pt x="88415" y="11906"/>
                  </a:lnTo>
                  <a:lnTo>
                    <a:pt x="91979" y="9906"/>
                  </a:lnTo>
                  <a:lnTo>
                    <a:pt x="95412" y="7715"/>
                  </a:lnTo>
                  <a:lnTo>
                    <a:pt x="98699" y="5334"/>
                  </a:lnTo>
                  <a:lnTo>
                    <a:pt x="101825" y="2762"/>
                  </a:lnTo>
                  <a:lnTo>
                    <a:pt x="104775" y="0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</p:grpSp>
      <p:sp>
        <p:nvSpPr>
          <p:cNvPr id="34" name="34 Translator">
            <a:extLst>
              <a:ext uri="{FF2B5EF4-FFF2-40B4-BE49-F238E27FC236}">
                <a16:creationId xmlns:a16="http://schemas.microsoft.com/office/drawing/2014/main" id="{E74A6738-CE2A-4424-B1D7-898B86007C00}"/>
              </a:ext>
            </a:extLst>
          </p:cNvPr>
          <p:cNvSpPr>
            <a:spLocks/>
          </p:cNvSpPr>
          <p:nvPr/>
        </p:nvSpPr>
        <p:spPr>
          <a:xfrm>
            <a:off x="857250" y="3743706"/>
            <a:ext cx="1714500" cy="3425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Translator</a:t>
            </a:r>
          </a:p>
        </p:txBody>
      </p:sp>
      <p:sp>
        <p:nvSpPr>
          <p:cNvPr id="35" name="35 Translate to target">
            <a:extLst>
              <a:ext uri="{FF2B5EF4-FFF2-40B4-BE49-F238E27FC236}">
                <a16:creationId xmlns:a16="http://schemas.microsoft.com/office/drawing/2014/main" id="{F997A9D7-1C70-4827-A6ED-BD5D21EEC1B3}"/>
              </a:ext>
            </a:extLst>
          </p:cNvPr>
          <p:cNvSpPr>
            <a:spLocks/>
          </p:cNvSpPr>
          <p:nvPr/>
        </p:nvSpPr>
        <p:spPr>
          <a:xfrm>
            <a:off x="3143250" y="1295400"/>
            <a:ext cx="1609725" cy="23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8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Translate to target</a:t>
            </a:r>
          </a:p>
        </p:txBody>
      </p:sp>
      <p:sp>
        <p:nvSpPr>
          <p:cNvPr id="36" name="36 language/framework">
            <a:extLst>
              <a:ext uri="{FF2B5EF4-FFF2-40B4-BE49-F238E27FC236}">
                <a16:creationId xmlns:a16="http://schemas.microsoft.com/office/drawing/2014/main" id="{606F7578-AF91-49F6-80AC-908390D40504}"/>
              </a:ext>
            </a:extLst>
          </p:cNvPr>
          <p:cNvSpPr>
            <a:spLocks/>
          </p:cNvSpPr>
          <p:nvPr/>
        </p:nvSpPr>
        <p:spPr>
          <a:xfrm>
            <a:off x="3143250" y="1502855"/>
            <a:ext cx="1609725" cy="23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8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language/framework</a:t>
            </a:r>
          </a:p>
        </p:txBody>
      </p:sp>
      <p:sp>
        <p:nvSpPr>
          <p:cNvPr id="37" name="37 rect">
            <a:extLst>
              <a:ext uri="{FF2B5EF4-FFF2-40B4-BE49-F238E27FC236}">
                <a16:creationId xmlns:a16="http://schemas.microsoft.com/office/drawing/2014/main" id="{A92D2775-437E-499F-8329-439790FAA90F}"/>
              </a:ext>
            </a:extLst>
          </p:cNvPr>
          <p:cNvSpPr>
            <a:spLocks/>
          </p:cNvSpPr>
          <p:nvPr/>
        </p:nvSpPr>
        <p:spPr>
          <a:xfrm>
            <a:off x="2524125" y="1885950"/>
            <a:ext cx="2247900" cy="2000250"/>
          </a:xfrm>
          <a:prstGeom prst="roundRect">
            <a:avLst>
              <a:gd name="adj" fmla="val 3333"/>
            </a:avLst>
          </a:prstGeom>
          <a:solidFill>
            <a:srgbClr val="F9FCFF"/>
          </a:solidFill>
          <a:ln w="9525">
            <a:solidFill>
              <a:srgbClr val="AACFF9"/>
            </a:solidFill>
          </a:ln>
        </p:spPr>
      </p:sp>
      <p:sp>
        <p:nvSpPr>
          <p:cNvPr id="38" name="38 # initial candidate">
            <a:extLst>
              <a:ext uri="{FF2B5EF4-FFF2-40B4-BE49-F238E27FC236}">
                <a16:creationId xmlns:a16="http://schemas.microsoft.com/office/drawing/2014/main" id="{32590995-F44F-4C1C-B334-26F77B881E31}"/>
              </a:ext>
            </a:extLst>
          </p:cNvPr>
          <p:cNvSpPr>
            <a:spLocks/>
          </p:cNvSpPr>
          <p:nvPr/>
        </p:nvSpPr>
        <p:spPr>
          <a:xfrm>
            <a:off x="2667000" y="2019300"/>
            <a:ext cx="200977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3163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316375"/>
                </a:solidFill>
                <a:latin typeface="Times New Roman"/>
                <a:ea typeface="Times New Roman"/>
                <a:cs typeface="Times New Roman"/>
              </a:rPr>
              <a:t># initial candidate</a:t>
            </a:r>
          </a:p>
        </p:txBody>
      </p:sp>
      <p:sp>
        <p:nvSpPr>
          <p:cNvPr id="39" name="39 class Model(nn.Module):">
            <a:extLst>
              <a:ext uri="{FF2B5EF4-FFF2-40B4-BE49-F238E27FC236}">
                <a16:creationId xmlns:a16="http://schemas.microsoft.com/office/drawing/2014/main" id="{62626651-071D-4A51-8BB0-14C61D1C3CBF}"/>
              </a:ext>
            </a:extLst>
          </p:cNvPr>
          <p:cNvSpPr>
            <a:spLocks/>
          </p:cNvSpPr>
          <p:nvPr/>
        </p:nvSpPr>
        <p:spPr>
          <a:xfrm>
            <a:off x="2667000" y="2371725"/>
            <a:ext cx="20097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rPr>
              <a:t>class Model(nn.Module):</a:t>
            </a:r>
          </a:p>
        </p:txBody>
      </p:sp>
      <p:sp>
        <p:nvSpPr>
          <p:cNvPr id="40" name="40     def __init__(self):">
            <a:extLst>
              <a:ext uri="{FF2B5EF4-FFF2-40B4-BE49-F238E27FC236}">
                <a16:creationId xmlns:a16="http://schemas.microsoft.com/office/drawing/2014/main" id="{84A4F56C-AC54-434B-9C23-0186A708F498}"/>
              </a:ext>
            </a:extLst>
          </p:cNvPr>
          <p:cNvSpPr>
            <a:spLocks/>
          </p:cNvSpPr>
          <p:nvPr/>
        </p:nvSpPr>
        <p:spPr>
          <a:xfrm>
            <a:off x="2667000" y="2600325"/>
            <a:ext cx="20097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rPr>
              <a:t>    def __init__(self):</a:t>
            </a:r>
          </a:p>
        </p:txBody>
      </p:sp>
      <p:sp>
        <p:nvSpPr>
          <p:cNvPr id="41" name="41         …">
            <a:extLst>
              <a:ext uri="{FF2B5EF4-FFF2-40B4-BE49-F238E27FC236}">
                <a16:creationId xmlns:a16="http://schemas.microsoft.com/office/drawing/2014/main" id="{5F382812-425A-4485-9787-296A44D66FF0}"/>
              </a:ext>
            </a:extLst>
          </p:cNvPr>
          <p:cNvSpPr>
            <a:spLocks/>
          </p:cNvSpPr>
          <p:nvPr/>
        </p:nvSpPr>
        <p:spPr>
          <a:xfrm>
            <a:off x="2667000" y="2828925"/>
            <a:ext cx="20097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rPr>
              <a:t>        …</a:t>
            </a:r>
          </a:p>
        </p:txBody>
      </p:sp>
      <p:sp>
        <p:nvSpPr>
          <p:cNvPr id="42" name="42     def forward(self, x):">
            <a:extLst>
              <a:ext uri="{FF2B5EF4-FFF2-40B4-BE49-F238E27FC236}">
                <a16:creationId xmlns:a16="http://schemas.microsoft.com/office/drawing/2014/main" id="{F604612A-B41B-4AC6-8B38-87F973C76461}"/>
              </a:ext>
            </a:extLst>
          </p:cNvPr>
          <p:cNvSpPr>
            <a:spLocks/>
          </p:cNvSpPr>
          <p:nvPr/>
        </p:nvSpPr>
        <p:spPr>
          <a:xfrm>
            <a:off x="2667000" y="3057525"/>
            <a:ext cx="20097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rPr>
              <a:t>    def forward(self, x):</a:t>
            </a:r>
          </a:p>
        </p:txBody>
      </p:sp>
      <p:sp>
        <p:nvSpPr>
          <p:cNvPr id="43" name="43         …">
            <a:extLst>
              <a:ext uri="{FF2B5EF4-FFF2-40B4-BE49-F238E27FC236}">
                <a16:creationId xmlns:a16="http://schemas.microsoft.com/office/drawing/2014/main" id="{3C3A646A-AA04-4B8F-BBA9-6FA428C22E67}"/>
              </a:ext>
            </a:extLst>
          </p:cNvPr>
          <p:cNvSpPr>
            <a:spLocks/>
          </p:cNvSpPr>
          <p:nvPr/>
        </p:nvSpPr>
        <p:spPr>
          <a:xfrm>
            <a:off x="2667000" y="3286125"/>
            <a:ext cx="20097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003599"/>
                </a:solidFill>
                <a:latin typeface="Times New Roman"/>
                <a:ea typeface="Times New Roman"/>
                <a:cs typeface="Times New Roman"/>
              </a:rPr>
              <a:t>        …</a:t>
            </a:r>
          </a:p>
        </p:txBody>
      </p:sp>
      <p:grpSp>
        <p:nvGrpSpPr>
          <p:cNvPr id="367" name="Verifier Agent"/>
          <p:cNvGrpSpPr/>
          <p:nvPr/>
        </p:nvGrpSpPr>
        <p:grpSpPr>
          <a:xfrm>
            <a:off x="5048250" y="352425"/>
            <a:ext cx="4114800" cy="4029075"/>
            <a:chOff x="5048250" y="352425"/>
            <a:chExt cx="4114800" cy="4029075"/>
          </a:xfrm>
        </p:grpSpPr>
        <p:sp>
          <p:nvSpPr>
            <p:cNvPr id="44" name="44 rect">
              <a:extLst>
                <a:ext uri="{FF2B5EF4-FFF2-40B4-BE49-F238E27FC236}">
                  <a16:creationId xmlns:a16="http://schemas.microsoft.com/office/drawing/2014/main" id="{CDC373AC-A161-4774-A4FE-747E27CE844E}"/>
                </a:ext>
              </a:extLst>
            </p:cNvPr>
            <p:cNvSpPr>
              <a:spLocks/>
            </p:cNvSpPr>
            <p:nvPr/>
          </p:nvSpPr>
          <p:spPr>
            <a:xfrm>
              <a:off x="5048250" y="352425"/>
              <a:ext cx="4114800" cy="4029075"/>
            </a:xfrm>
            <a:prstGeom prst="roundRect">
              <a:avLst>
                <a:gd name="adj" fmla="val 2128"/>
              </a:avLst>
            </a:prstGeom>
            <a:gradFill>
              <a:gsLst>
                <a:gs pos="0">
                  <a:srgbClr val="F1EDFF"/>
                </a:gs>
                <a:gs pos="100000">
                  <a:srgbClr val="FBFAFF"/>
                </a:gs>
              </a:gsLst>
              <a:lin ang="5400000"/>
            </a:gradFill>
            <a:ln w="11430">
              <a:solidFill>
                <a:srgbClr val="8E78F9"/>
              </a:solidFill>
            </a:ln>
          </p:spPr>
        </p:sp>
        <p:grpSp>
          <p:nvGrpSpPr>
            <p:cNvPr id="368" name="robot-44"/>
            <p:cNvGrpSpPr/>
            <p:nvPr/>
          </p:nvGrpSpPr>
          <p:grpSpPr>
            <a:xfrm>
              <a:off x="5295900" y="495300"/>
              <a:ext cx="381000" cy="400050"/>
              <a:chOff x="5295900" y="495300"/>
              <a:chExt cx="381000" cy="400050"/>
            </a:xfrm>
          </p:grpSpPr>
          <p:sp>
            <p:nvSpPr>
              <p:cNvPr id="45" name="45 path">
                <a:extLst>
                  <a:ext uri="{FF2B5EF4-FFF2-40B4-BE49-F238E27FC236}">
                    <a16:creationId xmlns:a16="http://schemas.microsoft.com/office/drawing/2014/main" id="{50D56647-616D-4211-8EFB-BAADAAF012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86400" y="552450"/>
                <a:ext cx="95" cy="857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4D379D"/>
                </a:solidFill>
              </a:ln>
            </p:spPr>
          </p:sp>
          <p:sp>
            <p:nvSpPr>
              <p:cNvPr id="46" name="46 ellipse">
                <a:extLst>
                  <a:ext uri="{FF2B5EF4-FFF2-40B4-BE49-F238E27FC236}">
                    <a16:creationId xmlns:a16="http://schemas.microsoft.com/office/drawing/2014/main" id="{67440183-E496-4394-A292-32EB1C3D20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48300" y="495300"/>
                <a:ext cx="76200" cy="76200"/>
              </a:xfrm>
              <a:prstGeom prst="ellipse">
                <a:avLst/>
              </a:prstGeom>
              <a:solidFill>
                <a:srgbClr val="4D379D"/>
              </a:solidFill>
              <a:ln w="0">
                <a:noFill/>
              </a:ln>
            </p:spPr>
          </p:sp>
          <p:sp>
            <p:nvSpPr>
              <p:cNvPr id="47" name="47 rect">
                <a:extLst>
                  <a:ext uri="{FF2B5EF4-FFF2-40B4-BE49-F238E27FC236}">
                    <a16:creationId xmlns:a16="http://schemas.microsoft.com/office/drawing/2014/main" id="{335E43FE-DE12-413F-95F7-62FABC1A077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95900" y="704850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4D379D"/>
              </a:solidFill>
              <a:ln w="0">
                <a:noFill/>
              </a:ln>
            </p:spPr>
          </p:sp>
          <p:sp>
            <p:nvSpPr>
              <p:cNvPr id="48" name="48 rect">
                <a:extLst>
                  <a:ext uri="{FF2B5EF4-FFF2-40B4-BE49-F238E27FC236}">
                    <a16:creationId xmlns:a16="http://schemas.microsoft.com/office/drawing/2014/main" id="{AF8612DA-9FD0-487C-9A2F-88D11C6CC4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38800" y="704850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4D379D"/>
              </a:solidFill>
              <a:ln w="0">
                <a:noFill/>
              </a:ln>
            </p:spPr>
          </p:sp>
          <p:sp>
            <p:nvSpPr>
              <p:cNvPr id="49" name="49 rect">
                <a:extLst>
                  <a:ext uri="{FF2B5EF4-FFF2-40B4-BE49-F238E27FC236}">
                    <a16:creationId xmlns:a16="http://schemas.microsoft.com/office/drawing/2014/main" id="{EB41C724-7227-413D-BBB5-92943AE881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43525" y="619125"/>
                <a:ext cx="285750" cy="276225"/>
              </a:xfrm>
              <a:prstGeom prst="roundRect">
                <a:avLst>
                  <a:gd name="adj" fmla="val 20690"/>
                </a:avLst>
              </a:prstGeom>
              <a:gradFill>
                <a:gsLst>
                  <a:gs pos="0">
                    <a:srgbClr val="4D379D"/>
                  </a:gs>
                  <a:gs pos="100000">
                    <a:srgbClr val="4D379D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50" name="50 ellipse">
                <a:extLst>
                  <a:ext uri="{FF2B5EF4-FFF2-40B4-BE49-F238E27FC236}">
                    <a16:creationId xmlns:a16="http://schemas.microsoft.com/office/drawing/2014/main" id="{189F077C-413A-49FB-AD8E-145F0A1A92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00675" y="704850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1" name="51 ellipse">
                <a:extLst>
                  <a:ext uri="{FF2B5EF4-FFF2-40B4-BE49-F238E27FC236}">
                    <a16:creationId xmlns:a16="http://schemas.microsoft.com/office/drawing/2014/main" id="{D2F5098A-0EB0-4CC3-9428-3F4A6D72DD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14975" y="704850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2" name="52 path">
                <a:extLst>
                  <a:ext uri="{FF2B5EF4-FFF2-40B4-BE49-F238E27FC236}">
                    <a16:creationId xmlns:a16="http://schemas.microsoft.com/office/drawing/2014/main" id="{F596EC83-DD03-4CBB-8FEE-0B314B2C90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38775" y="809625"/>
                <a:ext cx="104775" cy="21431"/>
              </a:xfrm>
              <a:custGeom>
                <a:avLst/>
                <a:gdLst/>
                <a:ahLst/>
                <a:cxnLst/>
                <a:rect l="0" t="0" r="0" b="0"/>
                <a:pathLst>
                  <a:path w="104775" h="21431">
                    <a:moveTo>
                      <a:pt x="0" y="0"/>
                    </a:moveTo>
                    <a:lnTo>
                      <a:pt x="2030" y="2762"/>
                    </a:lnTo>
                    <a:lnTo>
                      <a:pt x="4298" y="5334"/>
                    </a:lnTo>
                    <a:lnTo>
                      <a:pt x="6791" y="7715"/>
                    </a:lnTo>
                    <a:lnTo>
                      <a:pt x="9494" y="9906"/>
                    </a:lnTo>
                    <a:lnTo>
                      <a:pt x="12391" y="11906"/>
                    </a:lnTo>
                    <a:lnTo>
                      <a:pt x="15469" y="13716"/>
                    </a:lnTo>
                    <a:lnTo>
                      <a:pt x="18711" y="15335"/>
                    </a:lnTo>
                    <a:lnTo>
                      <a:pt x="22104" y="16764"/>
                    </a:lnTo>
                    <a:lnTo>
                      <a:pt x="25632" y="18002"/>
                    </a:lnTo>
                    <a:lnTo>
                      <a:pt x="29281" y="19050"/>
                    </a:lnTo>
                    <a:lnTo>
                      <a:pt x="33035" y="19907"/>
                    </a:lnTo>
                    <a:lnTo>
                      <a:pt x="36881" y="20574"/>
                    </a:lnTo>
                    <a:lnTo>
                      <a:pt x="40803" y="21050"/>
                    </a:lnTo>
                    <a:lnTo>
                      <a:pt x="44786" y="21336"/>
                    </a:lnTo>
                    <a:lnTo>
                      <a:pt x="48816" y="21431"/>
                    </a:lnTo>
                    <a:lnTo>
                      <a:pt x="52877" y="21336"/>
                    </a:lnTo>
                    <a:lnTo>
                      <a:pt x="56956" y="21050"/>
                    </a:lnTo>
                    <a:lnTo>
                      <a:pt x="61036" y="20574"/>
                    </a:lnTo>
                    <a:lnTo>
                      <a:pt x="65104" y="19907"/>
                    </a:lnTo>
                    <a:lnTo>
                      <a:pt x="69144" y="19050"/>
                    </a:lnTo>
                    <a:lnTo>
                      <a:pt x="73142" y="18002"/>
                    </a:lnTo>
                    <a:lnTo>
                      <a:pt x="77083" y="16764"/>
                    </a:lnTo>
                    <a:lnTo>
                      <a:pt x="80952" y="15335"/>
                    </a:lnTo>
                    <a:lnTo>
                      <a:pt x="84734" y="13716"/>
                    </a:lnTo>
                    <a:lnTo>
                      <a:pt x="88415" y="11906"/>
                    </a:lnTo>
                    <a:lnTo>
                      <a:pt x="91979" y="9906"/>
                    </a:lnTo>
                    <a:lnTo>
                      <a:pt x="95412" y="7715"/>
                    </a:lnTo>
                    <a:lnTo>
                      <a:pt x="98699" y="5334"/>
                    </a:lnTo>
                    <a:lnTo>
                      <a:pt x="101825" y="2762"/>
                    </a:lnTo>
                    <a:lnTo>
                      <a:pt x="104775" y="0"/>
                    </a:lnTo>
                  </a:path>
                </a:pathLst>
              </a:custGeom>
              <a:noFill/>
              <a:ln w="14288">
                <a:solidFill>
                  <a:srgbClr val="FFFFFF"/>
                </a:solidFill>
              </a:ln>
            </p:spPr>
          </p:sp>
        </p:grpSp>
        <p:sp>
          <p:nvSpPr>
            <p:cNvPr id="53" name="53 Verifier Agent">
              <a:extLst>
                <a:ext uri="{FF2B5EF4-FFF2-40B4-BE49-F238E27FC236}">
                  <a16:creationId xmlns:a16="http://schemas.microsoft.com/office/drawing/2014/main" id="{E87C5D61-FDFE-412E-A0EA-CEE3203C8556}"/>
                </a:ext>
              </a:extLst>
            </p:cNvPr>
            <p:cNvSpPr>
              <a:spLocks/>
            </p:cNvSpPr>
            <p:nvPr/>
          </p:nvSpPr>
          <p:spPr>
            <a:xfrm>
              <a:off x="5876925" y="476250"/>
              <a:ext cx="3190875" cy="3779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400" b="1">
                  <a:solidFill>
                    <a:srgbClr val="44309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44309A"/>
                  </a:solidFill>
                  <a:latin typeface="Times New Roman"/>
                  <a:ea typeface="Times New Roman"/>
                  <a:cs typeface="Times New Roman"/>
                </a:rPr>
                <a:t>Verifier Agent</a:t>
              </a:r>
            </a:p>
          </p:txBody>
        </p:sp>
        <p:sp>
          <p:nvSpPr>
            <p:cNvPr id="54" name="54 Layered Diagnosis via Training Computations">
              <a:extLst>
                <a:ext uri="{FF2B5EF4-FFF2-40B4-BE49-F238E27FC236}">
                  <a16:creationId xmlns:a16="http://schemas.microsoft.com/office/drawing/2014/main" id="{53D6EB90-86CD-493F-B3CC-F4DBB131BE71}"/>
                </a:ext>
              </a:extLst>
            </p:cNvPr>
            <p:cNvSpPr>
              <a:spLocks/>
            </p:cNvSpPr>
            <p:nvPr/>
          </p:nvSpPr>
          <p:spPr>
            <a:xfrm>
              <a:off x="5876925" y="819150"/>
              <a:ext cx="3143250" cy="20314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90" b="0">
                  <a:solidFill>
                    <a:srgbClr val="44309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0" b="0">
                  <a:solidFill>
                    <a:srgbClr val="44309A"/>
                  </a:solidFill>
                  <a:latin typeface="Times New Roman"/>
                  <a:ea typeface="Times New Roman"/>
                  <a:cs typeface="Times New Roman"/>
                </a:rPr>
                <a:t>Layered Diagnosis via Training Computations</a:t>
              </a:r>
            </a:p>
          </p:txBody>
        </p:sp>
        <p:sp>
          <p:nvSpPr>
            <p:cNvPr id="55" name="55 rect">
              <a:extLst>
                <a:ext uri="{FF2B5EF4-FFF2-40B4-BE49-F238E27FC236}">
                  <a16:creationId xmlns:a16="http://schemas.microsoft.com/office/drawing/2014/main" id="{E6C911A8-325C-47DD-ABD0-F56CDE394B95}"/>
                </a:ext>
              </a:extLst>
            </p:cNvPr>
            <p:cNvSpPr>
              <a:spLocks/>
            </p:cNvSpPr>
            <p:nvPr/>
          </p:nvSpPr>
          <p:spPr>
            <a:xfrm>
              <a:off x="5181600" y="1143000"/>
              <a:ext cx="3838575" cy="3028950"/>
            </a:xfrm>
            <a:prstGeom prst="roundRect">
              <a:avLst>
                <a:gd name="adj" fmla="val 2201"/>
              </a:avLst>
            </a:prstGeom>
            <a:solidFill>
              <a:srgbClr val="FEFEFF"/>
            </a:solidFill>
            <a:ln w="9525">
              <a:solidFill>
                <a:srgbClr val="D9D1FC"/>
              </a:solidFill>
            </a:ln>
          </p:spPr>
        </p:sp>
        <p:sp>
          <p:nvSpPr>
            <p:cNvPr id="56" name="56 Check item">
              <a:extLst>
                <a:ext uri="{FF2B5EF4-FFF2-40B4-BE49-F238E27FC236}">
                  <a16:creationId xmlns:a16="http://schemas.microsoft.com/office/drawing/2014/main" id="{58D5F61A-E00E-450E-BD64-4F46E3583D83}"/>
                </a:ext>
              </a:extLst>
            </p:cNvPr>
            <p:cNvSpPr>
              <a:spLocks/>
            </p:cNvSpPr>
            <p:nvPr/>
          </p:nvSpPr>
          <p:spPr>
            <a:xfrm>
              <a:off x="5334000" y="1257300"/>
              <a:ext cx="114300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Check item</a:t>
              </a:r>
            </a:p>
          </p:txBody>
        </p:sp>
        <p:sp>
          <p:nvSpPr>
            <p:cNvPr id="57" name="57 Source">
              <a:extLst>
                <a:ext uri="{FF2B5EF4-FFF2-40B4-BE49-F238E27FC236}">
                  <a16:creationId xmlns:a16="http://schemas.microsoft.com/office/drawing/2014/main" id="{44B35B60-BAB3-487E-B55E-2DC7E2E900D6}"/>
                </a:ext>
              </a:extLst>
            </p:cNvPr>
            <p:cNvSpPr>
              <a:spLocks/>
            </p:cNvSpPr>
            <p:nvPr/>
          </p:nvSpPr>
          <p:spPr>
            <a:xfrm>
              <a:off x="6696075" y="1257300"/>
              <a:ext cx="95250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Source</a:t>
              </a:r>
            </a:p>
          </p:txBody>
        </p:sp>
        <p:sp>
          <p:nvSpPr>
            <p:cNvPr id="58" name="58 Target">
              <a:extLst>
                <a:ext uri="{FF2B5EF4-FFF2-40B4-BE49-F238E27FC236}">
                  <a16:creationId xmlns:a16="http://schemas.microsoft.com/office/drawing/2014/main" id="{95D30780-F742-40C1-916F-0B82A0341B8B}"/>
                </a:ext>
              </a:extLst>
            </p:cNvPr>
            <p:cNvSpPr>
              <a:spLocks/>
            </p:cNvSpPr>
            <p:nvPr/>
          </p:nvSpPr>
          <p:spPr>
            <a:xfrm>
              <a:off x="7924800" y="1257300"/>
              <a:ext cx="95250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Target</a:t>
              </a:r>
            </a:p>
          </p:txBody>
        </p:sp>
        <p:sp>
          <p:nvSpPr>
            <p:cNvPr id="59" name="59 path">
              <a:extLst>
                <a:ext uri="{FF2B5EF4-FFF2-40B4-BE49-F238E27FC236}">
                  <a16:creationId xmlns:a16="http://schemas.microsoft.com/office/drawing/2014/main" id="{FCE35C3A-60B7-4C88-A3F6-662BFBE1321D}"/>
                </a:ext>
              </a:extLst>
            </p:cNvPr>
            <p:cNvSpPr>
              <a:spLocks/>
            </p:cNvSpPr>
            <p:nvPr/>
          </p:nvSpPr>
          <p:spPr>
            <a:xfrm>
              <a:off x="6524625" y="1200150"/>
              <a:ext cx="95" cy="2933700"/>
            </a:xfrm>
            <a:custGeom>
              <a:avLst/>
              <a:gdLst/>
              <a:ahLst/>
              <a:cxnLst/>
              <a:rect l="0" t="0" r="0" b="0"/>
              <a:pathLst>
                <a:path w="9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AE2F3"/>
              </a:solidFill>
            </a:ln>
          </p:spPr>
        </p:sp>
        <p:sp>
          <p:nvSpPr>
            <p:cNvPr id="60" name="60 path">
              <a:extLst>
                <a:ext uri="{FF2B5EF4-FFF2-40B4-BE49-F238E27FC236}">
                  <a16:creationId xmlns:a16="http://schemas.microsoft.com/office/drawing/2014/main" id="{767A54D5-3C3A-4FE5-92D6-7CD6B737694E}"/>
                </a:ext>
              </a:extLst>
            </p:cNvPr>
            <p:cNvSpPr>
              <a:spLocks/>
            </p:cNvSpPr>
            <p:nvPr/>
          </p:nvSpPr>
          <p:spPr>
            <a:xfrm>
              <a:off x="7753350" y="1200150"/>
              <a:ext cx="95" cy="2933700"/>
            </a:xfrm>
            <a:custGeom>
              <a:avLst/>
              <a:gdLst/>
              <a:ahLst/>
              <a:cxnLst/>
              <a:rect l="0" t="0" r="0" b="0"/>
              <a:pathLst>
                <a:path w="9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AE2F3"/>
              </a:solidFill>
            </a:ln>
          </p:spPr>
        </p:sp>
        <p:sp>
          <p:nvSpPr>
            <p:cNvPr id="61" name="61 path">
              <a:extLst>
                <a:ext uri="{FF2B5EF4-FFF2-40B4-BE49-F238E27FC236}">
                  <a16:creationId xmlns:a16="http://schemas.microsoft.com/office/drawing/2014/main" id="{589AA0BA-517F-42EC-A2CD-91044D0F3BEC}"/>
                </a:ext>
              </a:extLst>
            </p:cNvPr>
            <p:cNvSpPr>
              <a:spLocks/>
            </p:cNvSpPr>
            <p:nvPr/>
          </p:nvSpPr>
          <p:spPr>
            <a:xfrm>
              <a:off x="5238750" y="1543050"/>
              <a:ext cx="3724275" cy="95"/>
            </a:xfrm>
            <a:custGeom>
              <a:avLst/>
              <a:gdLst/>
              <a:ahLst/>
              <a:cxnLst/>
              <a:rect l="0" t="0" r="0" b="0"/>
              <a:pathLst>
                <a:path w="3724275" h="95">
                  <a:moveTo>
                    <a:pt x="0" y="0"/>
                  </a:moveTo>
                  <a:lnTo>
                    <a:pt x="3724275" y="0"/>
                  </a:lnTo>
                </a:path>
              </a:pathLst>
            </a:custGeom>
            <a:noFill/>
            <a:ln w="7620">
              <a:solidFill>
                <a:srgbClr val="DEE4F2"/>
              </a:solidFill>
            </a:ln>
          </p:spPr>
        </p:sp>
        <p:sp>
          <p:nvSpPr>
            <p:cNvPr id="62" name="62 path">
              <a:extLst>
                <a:ext uri="{FF2B5EF4-FFF2-40B4-BE49-F238E27FC236}">
                  <a16:creationId xmlns:a16="http://schemas.microsoft.com/office/drawing/2014/main" id="{737D41CC-0581-4535-BD9A-BF2E6D65C06E}"/>
                </a:ext>
              </a:extLst>
            </p:cNvPr>
            <p:cNvSpPr>
              <a:spLocks/>
            </p:cNvSpPr>
            <p:nvPr/>
          </p:nvSpPr>
          <p:spPr>
            <a:xfrm>
              <a:off x="5238750" y="2076450"/>
              <a:ext cx="3724275" cy="95"/>
            </a:xfrm>
            <a:custGeom>
              <a:avLst/>
              <a:gdLst/>
              <a:ahLst/>
              <a:cxnLst/>
              <a:rect l="0" t="0" r="0" b="0"/>
              <a:pathLst>
                <a:path w="3724275" h="95">
                  <a:moveTo>
                    <a:pt x="0" y="0"/>
                  </a:moveTo>
                  <a:lnTo>
                    <a:pt x="3724275" y="0"/>
                  </a:lnTo>
                </a:path>
              </a:pathLst>
            </a:custGeom>
            <a:noFill/>
            <a:ln w="7620">
              <a:solidFill>
                <a:srgbClr val="DEE4F2"/>
              </a:solidFill>
            </a:ln>
          </p:spPr>
        </p:sp>
        <p:sp>
          <p:nvSpPr>
            <p:cNvPr id="63" name="63 path">
              <a:extLst>
                <a:ext uri="{FF2B5EF4-FFF2-40B4-BE49-F238E27FC236}">
                  <a16:creationId xmlns:a16="http://schemas.microsoft.com/office/drawing/2014/main" id="{D85E1CF6-C04E-48C5-93D8-B491E01D2689}"/>
                </a:ext>
              </a:extLst>
            </p:cNvPr>
            <p:cNvSpPr>
              <a:spLocks/>
            </p:cNvSpPr>
            <p:nvPr/>
          </p:nvSpPr>
          <p:spPr>
            <a:xfrm>
              <a:off x="5238750" y="2590800"/>
              <a:ext cx="3724275" cy="95"/>
            </a:xfrm>
            <a:custGeom>
              <a:avLst/>
              <a:gdLst/>
              <a:ahLst/>
              <a:cxnLst/>
              <a:rect l="0" t="0" r="0" b="0"/>
              <a:pathLst>
                <a:path w="3724275" h="95">
                  <a:moveTo>
                    <a:pt x="0" y="0"/>
                  </a:moveTo>
                  <a:lnTo>
                    <a:pt x="3724275" y="0"/>
                  </a:lnTo>
                </a:path>
              </a:pathLst>
            </a:custGeom>
            <a:noFill/>
            <a:ln w="7620">
              <a:solidFill>
                <a:srgbClr val="DEE4F2"/>
              </a:solidFill>
            </a:ln>
          </p:spPr>
        </p:sp>
        <p:sp>
          <p:nvSpPr>
            <p:cNvPr id="64" name="64 path">
              <a:extLst>
                <a:ext uri="{FF2B5EF4-FFF2-40B4-BE49-F238E27FC236}">
                  <a16:creationId xmlns:a16="http://schemas.microsoft.com/office/drawing/2014/main" id="{A1E5ACCB-715B-4955-B719-5C4FB861B9FD}"/>
                </a:ext>
              </a:extLst>
            </p:cNvPr>
            <p:cNvSpPr>
              <a:spLocks/>
            </p:cNvSpPr>
            <p:nvPr/>
          </p:nvSpPr>
          <p:spPr>
            <a:xfrm>
              <a:off x="5238750" y="3114675"/>
              <a:ext cx="3724275" cy="95"/>
            </a:xfrm>
            <a:custGeom>
              <a:avLst/>
              <a:gdLst/>
              <a:ahLst/>
              <a:cxnLst/>
              <a:rect l="0" t="0" r="0" b="0"/>
              <a:pathLst>
                <a:path w="3724275" h="95">
                  <a:moveTo>
                    <a:pt x="0" y="0"/>
                  </a:moveTo>
                  <a:lnTo>
                    <a:pt x="3724275" y="0"/>
                  </a:lnTo>
                </a:path>
              </a:pathLst>
            </a:custGeom>
            <a:noFill/>
            <a:ln w="7620">
              <a:solidFill>
                <a:srgbClr val="DEE4F2"/>
              </a:solidFill>
            </a:ln>
          </p:spPr>
        </p:sp>
        <p:sp>
          <p:nvSpPr>
            <p:cNvPr id="65" name="65 path">
              <a:extLst>
                <a:ext uri="{FF2B5EF4-FFF2-40B4-BE49-F238E27FC236}">
                  <a16:creationId xmlns:a16="http://schemas.microsoft.com/office/drawing/2014/main" id="{FB962AD5-3F26-406A-A5D9-73332ACA6196}"/>
                </a:ext>
              </a:extLst>
            </p:cNvPr>
            <p:cNvSpPr>
              <a:spLocks/>
            </p:cNvSpPr>
            <p:nvPr/>
          </p:nvSpPr>
          <p:spPr>
            <a:xfrm>
              <a:off x="5238750" y="3619500"/>
              <a:ext cx="3724275" cy="95"/>
            </a:xfrm>
            <a:custGeom>
              <a:avLst/>
              <a:gdLst/>
              <a:ahLst/>
              <a:cxnLst/>
              <a:rect l="0" t="0" r="0" b="0"/>
              <a:pathLst>
                <a:path w="3724275" h="95">
                  <a:moveTo>
                    <a:pt x="0" y="0"/>
                  </a:moveTo>
                  <a:lnTo>
                    <a:pt x="3724275" y="0"/>
                  </a:lnTo>
                </a:path>
              </a:pathLst>
            </a:custGeom>
            <a:noFill/>
            <a:ln w="7620">
              <a:solidFill>
                <a:srgbClr val="DEE4F2"/>
              </a:solidFill>
            </a:ln>
          </p:spPr>
        </p:sp>
        <p:sp>
          <p:nvSpPr>
            <p:cNvPr id="66" name="66 path">
              <a:extLst>
                <a:ext uri="{FF2B5EF4-FFF2-40B4-BE49-F238E27FC236}">
                  <a16:creationId xmlns:a16="http://schemas.microsoft.com/office/drawing/2014/main" id="{F5CEEBA6-7FDE-428A-BEEB-7C2CCDBFA2E8}"/>
                </a:ext>
              </a:extLst>
            </p:cNvPr>
            <p:cNvSpPr>
              <a:spLocks/>
            </p:cNvSpPr>
            <p:nvPr/>
          </p:nvSpPr>
          <p:spPr>
            <a:xfrm>
              <a:off x="5238750" y="4133850"/>
              <a:ext cx="3724275" cy="95"/>
            </a:xfrm>
            <a:custGeom>
              <a:avLst/>
              <a:gdLst/>
              <a:ahLst/>
              <a:cxnLst/>
              <a:rect l="0" t="0" r="0" b="0"/>
              <a:pathLst>
                <a:path w="3724275" h="95">
                  <a:moveTo>
                    <a:pt x="0" y="0"/>
                  </a:moveTo>
                  <a:lnTo>
                    <a:pt x="3724275" y="0"/>
                  </a:lnTo>
                </a:path>
              </a:pathLst>
            </a:custGeom>
            <a:noFill/>
            <a:ln w="7620">
              <a:solidFill>
                <a:srgbClr val="DEE4F2"/>
              </a:solidFill>
            </a:ln>
          </p:spPr>
        </p:sp>
        <p:sp>
          <p:nvSpPr>
            <p:cNvPr id="67" name="67 rect">
              <a:extLst>
                <a:ext uri="{FF2B5EF4-FFF2-40B4-BE49-F238E27FC236}">
                  <a16:creationId xmlns:a16="http://schemas.microsoft.com/office/drawing/2014/main" id="{C0457827-CA4C-422E-B96E-4813C6FEC812}"/>
                </a:ext>
              </a:extLst>
            </p:cNvPr>
            <p:cNvSpPr>
              <a:spLocks/>
            </p:cNvSpPr>
            <p:nvPr/>
          </p:nvSpPr>
          <p:spPr>
            <a:xfrm>
              <a:off x="5238750" y="2600325"/>
              <a:ext cx="3724275" cy="466725"/>
            </a:xfrm>
            <a:prstGeom prst="roundRect">
              <a:avLst>
                <a:gd name="adj" fmla="val 12245"/>
              </a:avLst>
            </a:prstGeom>
            <a:solidFill>
              <a:srgbClr val="FFF0F3"/>
            </a:solidFill>
            <a:ln w="0">
              <a:noFill/>
            </a:ln>
          </p:spPr>
        </p:sp>
        <p:sp>
          <p:nvSpPr>
            <p:cNvPr id="68" name="68 Execution">
              <a:extLst>
                <a:ext uri="{FF2B5EF4-FFF2-40B4-BE49-F238E27FC236}">
                  <a16:creationId xmlns:a16="http://schemas.microsoft.com/office/drawing/2014/main" id="{F2DA70B6-C308-4A5F-8E6D-852C6EA1DD28}"/>
                </a:ext>
              </a:extLst>
            </p:cNvPr>
            <p:cNvSpPr>
              <a:spLocks/>
            </p:cNvSpPr>
            <p:nvPr/>
          </p:nvSpPr>
          <p:spPr>
            <a:xfrm>
              <a:off x="5314950" y="1619250"/>
              <a:ext cx="11906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Execution</a:t>
              </a:r>
            </a:p>
          </p:txBody>
        </p:sp>
        <p:sp>
          <p:nvSpPr>
            <p:cNvPr id="69" name="69 (loss curve)">
              <a:extLst>
                <a:ext uri="{FF2B5EF4-FFF2-40B4-BE49-F238E27FC236}">
                  <a16:creationId xmlns:a16="http://schemas.microsoft.com/office/drawing/2014/main" id="{5AC09315-9B0D-4B09-82E2-D5A3DA10C52A}"/>
                </a:ext>
              </a:extLst>
            </p:cNvPr>
            <p:cNvSpPr>
              <a:spLocks/>
            </p:cNvSpPr>
            <p:nvPr/>
          </p:nvSpPr>
          <p:spPr>
            <a:xfrm>
              <a:off x="5314950" y="1813084"/>
              <a:ext cx="11906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(loss curve)</a:t>
              </a:r>
            </a:p>
          </p:txBody>
        </p:sp>
        <p:sp>
          <p:nvSpPr>
            <p:cNvPr id="70" name="70 path">
              <a:extLst>
                <a:ext uri="{FF2B5EF4-FFF2-40B4-BE49-F238E27FC236}">
                  <a16:creationId xmlns:a16="http://schemas.microsoft.com/office/drawing/2014/main" id="{524F2072-FB31-46CC-836C-D6DC53571001}"/>
                </a:ext>
              </a:extLst>
            </p:cNvPr>
            <p:cNvSpPr>
              <a:spLocks/>
            </p:cNvSpPr>
            <p:nvPr/>
          </p:nvSpPr>
          <p:spPr>
            <a:xfrm>
              <a:off x="6657975" y="165735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71" name="71 path">
              <a:extLst>
                <a:ext uri="{FF2B5EF4-FFF2-40B4-BE49-F238E27FC236}">
                  <a16:creationId xmlns:a16="http://schemas.microsoft.com/office/drawing/2014/main" id="{23067A2A-73FB-4CED-AB23-4B657033DF41}"/>
                </a:ext>
              </a:extLst>
            </p:cNvPr>
            <p:cNvSpPr>
              <a:spLocks/>
            </p:cNvSpPr>
            <p:nvPr/>
          </p:nvSpPr>
          <p:spPr>
            <a:xfrm>
              <a:off x="6657975" y="1863090"/>
              <a:ext cx="923925" cy="95"/>
            </a:xfrm>
            <a:custGeom>
              <a:avLst/>
              <a:gdLst/>
              <a:ahLst/>
              <a:cxnLst/>
              <a:rect l="0" t="0" r="0" b="0"/>
              <a:pathLst>
                <a:path w="923925" h="9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72" name="72 editable diagnostic curve">
              <a:extLst>
                <a:ext uri="{FF2B5EF4-FFF2-40B4-BE49-F238E27FC236}">
                  <a16:creationId xmlns:a16="http://schemas.microsoft.com/office/drawing/2014/main" id="{BC9EE3BE-D6D3-4311-BF7A-2135FA957619}"/>
                </a:ext>
              </a:extLst>
            </p:cNvPr>
            <p:cNvSpPr>
              <a:spLocks/>
            </p:cNvSpPr>
            <p:nvPr/>
          </p:nvSpPr>
          <p:spPr>
            <a:xfrm>
              <a:off x="6657975" y="1708785"/>
              <a:ext cx="923925" cy="134302"/>
            </a:xfrm>
            <a:custGeom>
              <a:avLst/>
              <a:gdLst/>
              <a:ahLst/>
              <a:cxnLst/>
              <a:rect l="0" t="0" r="0" b="0"/>
              <a:pathLst>
                <a:path w="923925" h="134302">
                  <a:moveTo>
                    <a:pt x="0" y="128588"/>
                  </a:moveTo>
                  <a:lnTo>
                    <a:pt x="48628" y="94298"/>
                  </a:lnTo>
                  <a:lnTo>
                    <a:pt x="97255" y="97155"/>
                  </a:lnTo>
                  <a:lnTo>
                    <a:pt x="145883" y="122873"/>
                  </a:lnTo>
                  <a:lnTo>
                    <a:pt x="194511" y="128588"/>
                  </a:lnTo>
                  <a:lnTo>
                    <a:pt x="243138" y="122873"/>
                  </a:lnTo>
                  <a:lnTo>
                    <a:pt x="291766" y="134302"/>
                  </a:lnTo>
                  <a:lnTo>
                    <a:pt x="340393" y="128588"/>
                  </a:lnTo>
                  <a:lnTo>
                    <a:pt x="389021" y="111442"/>
                  </a:lnTo>
                  <a:lnTo>
                    <a:pt x="437649" y="100013"/>
                  </a:lnTo>
                  <a:lnTo>
                    <a:pt x="486276" y="85725"/>
                  </a:lnTo>
                  <a:lnTo>
                    <a:pt x="534904" y="62865"/>
                  </a:lnTo>
                  <a:lnTo>
                    <a:pt x="583532" y="51435"/>
                  </a:lnTo>
                  <a:lnTo>
                    <a:pt x="632159" y="45720"/>
                  </a:lnTo>
                  <a:lnTo>
                    <a:pt x="680787" y="31432"/>
                  </a:lnTo>
                  <a:lnTo>
                    <a:pt x="729414" y="17145"/>
                  </a:lnTo>
                  <a:lnTo>
                    <a:pt x="778042" y="8573"/>
                  </a:lnTo>
                  <a:lnTo>
                    <a:pt x="826670" y="2857"/>
                  </a:lnTo>
                  <a:lnTo>
                    <a:pt x="875297" y="0"/>
                  </a:lnTo>
                  <a:lnTo>
                    <a:pt x="923925" y="571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sp>
          <p:nvSpPr>
            <p:cNvPr id="73" name="73 path">
              <a:extLst>
                <a:ext uri="{FF2B5EF4-FFF2-40B4-BE49-F238E27FC236}">
                  <a16:creationId xmlns:a16="http://schemas.microsoft.com/office/drawing/2014/main" id="{78EFA897-2C4F-4EA0-820C-CB42082AAB02}"/>
                </a:ext>
              </a:extLst>
            </p:cNvPr>
            <p:cNvSpPr>
              <a:spLocks/>
            </p:cNvSpPr>
            <p:nvPr/>
          </p:nvSpPr>
          <p:spPr>
            <a:xfrm>
              <a:off x="7886700" y="165735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74" name="74 path">
              <a:extLst>
                <a:ext uri="{FF2B5EF4-FFF2-40B4-BE49-F238E27FC236}">
                  <a16:creationId xmlns:a16="http://schemas.microsoft.com/office/drawing/2014/main" id="{0A89285F-CCD8-41C6-9793-FA28CF2F7F68}"/>
                </a:ext>
              </a:extLst>
            </p:cNvPr>
            <p:cNvSpPr>
              <a:spLocks/>
            </p:cNvSpPr>
            <p:nvPr/>
          </p:nvSpPr>
          <p:spPr>
            <a:xfrm>
              <a:off x="7886700" y="1863090"/>
              <a:ext cx="933450" cy="95"/>
            </a:xfrm>
            <a:custGeom>
              <a:avLst/>
              <a:gdLst/>
              <a:ahLst/>
              <a:cxnLst/>
              <a:rect l="0" t="0" r="0" b="0"/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75" name="75 editable diagnostic curve">
              <a:extLst>
                <a:ext uri="{FF2B5EF4-FFF2-40B4-BE49-F238E27FC236}">
                  <a16:creationId xmlns:a16="http://schemas.microsoft.com/office/drawing/2014/main" id="{6DF47713-F584-40EF-99EE-0DEFC3C65543}"/>
                </a:ext>
              </a:extLst>
            </p:cNvPr>
            <p:cNvSpPr>
              <a:spLocks/>
            </p:cNvSpPr>
            <p:nvPr/>
          </p:nvSpPr>
          <p:spPr>
            <a:xfrm>
              <a:off x="7886700" y="1708785"/>
              <a:ext cx="933450" cy="134302"/>
            </a:xfrm>
            <a:custGeom>
              <a:avLst/>
              <a:gdLst/>
              <a:ahLst/>
              <a:cxnLst/>
              <a:rect l="0" t="0" r="0" b="0"/>
              <a:pathLst>
                <a:path w="933450" h="134302">
                  <a:moveTo>
                    <a:pt x="0" y="128588"/>
                  </a:moveTo>
                  <a:lnTo>
                    <a:pt x="49129" y="94298"/>
                  </a:lnTo>
                  <a:lnTo>
                    <a:pt x="98258" y="97155"/>
                  </a:lnTo>
                  <a:lnTo>
                    <a:pt x="147387" y="122873"/>
                  </a:lnTo>
                  <a:lnTo>
                    <a:pt x="196516" y="128588"/>
                  </a:lnTo>
                  <a:lnTo>
                    <a:pt x="245645" y="122873"/>
                  </a:lnTo>
                  <a:lnTo>
                    <a:pt x="294774" y="134302"/>
                  </a:lnTo>
                  <a:lnTo>
                    <a:pt x="343903" y="128588"/>
                  </a:lnTo>
                  <a:lnTo>
                    <a:pt x="393032" y="111442"/>
                  </a:lnTo>
                  <a:lnTo>
                    <a:pt x="442161" y="100013"/>
                  </a:lnTo>
                  <a:lnTo>
                    <a:pt x="491289" y="85725"/>
                  </a:lnTo>
                  <a:lnTo>
                    <a:pt x="540418" y="62865"/>
                  </a:lnTo>
                  <a:lnTo>
                    <a:pt x="589547" y="51435"/>
                  </a:lnTo>
                  <a:lnTo>
                    <a:pt x="638676" y="45720"/>
                  </a:lnTo>
                  <a:lnTo>
                    <a:pt x="687805" y="31432"/>
                  </a:lnTo>
                  <a:lnTo>
                    <a:pt x="736934" y="17145"/>
                  </a:lnTo>
                  <a:lnTo>
                    <a:pt x="786063" y="8573"/>
                  </a:lnTo>
                  <a:lnTo>
                    <a:pt x="835192" y="2857"/>
                  </a:lnTo>
                  <a:lnTo>
                    <a:pt x="884321" y="0"/>
                  </a:lnTo>
                  <a:lnTo>
                    <a:pt x="933450" y="571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sp>
          <p:nvSpPr>
            <p:cNvPr id="76" name="76 Forward values">
              <a:extLst>
                <a:ext uri="{FF2B5EF4-FFF2-40B4-BE49-F238E27FC236}">
                  <a16:creationId xmlns:a16="http://schemas.microsoft.com/office/drawing/2014/main" id="{578A5ADA-EA33-4473-82BD-8B702031C4EA}"/>
                </a:ext>
              </a:extLst>
            </p:cNvPr>
            <p:cNvSpPr>
              <a:spLocks/>
            </p:cNvSpPr>
            <p:nvPr/>
          </p:nvSpPr>
          <p:spPr>
            <a:xfrm>
              <a:off x="5314950" y="2133600"/>
              <a:ext cx="11906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Forward values</a:t>
              </a:r>
            </a:p>
          </p:txBody>
        </p:sp>
        <p:sp>
          <p:nvSpPr>
            <p:cNvPr id="77" name="77 path">
              <a:extLst>
                <a:ext uri="{FF2B5EF4-FFF2-40B4-BE49-F238E27FC236}">
                  <a16:creationId xmlns:a16="http://schemas.microsoft.com/office/drawing/2014/main" id="{3979A17C-900F-4C7E-A0AE-8D64998457D9}"/>
                </a:ext>
              </a:extLst>
            </p:cNvPr>
            <p:cNvSpPr>
              <a:spLocks/>
            </p:cNvSpPr>
            <p:nvPr/>
          </p:nvSpPr>
          <p:spPr>
            <a:xfrm>
              <a:off x="6657975" y="217170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78" name="78 path">
              <a:extLst>
                <a:ext uri="{FF2B5EF4-FFF2-40B4-BE49-F238E27FC236}">
                  <a16:creationId xmlns:a16="http://schemas.microsoft.com/office/drawing/2014/main" id="{E169733A-EA11-4BA0-99A2-4BE93393DAC7}"/>
                </a:ext>
              </a:extLst>
            </p:cNvPr>
            <p:cNvSpPr>
              <a:spLocks/>
            </p:cNvSpPr>
            <p:nvPr/>
          </p:nvSpPr>
          <p:spPr>
            <a:xfrm>
              <a:off x="6657975" y="2377440"/>
              <a:ext cx="923925" cy="95"/>
            </a:xfrm>
            <a:custGeom>
              <a:avLst/>
              <a:gdLst/>
              <a:ahLst/>
              <a:cxnLst/>
              <a:rect l="0" t="0" r="0" b="0"/>
              <a:pathLst>
                <a:path w="923925" h="9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79" name="79 editable diagnostic curve">
              <a:extLst>
                <a:ext uri="{FF2B5EF4-FFF2-40B4-BE49-F238E27FC236}">
                  <a16:creationId xmlns:a16="http://schemas.microsoft.com/office/drawing/2014/main" id="{71BC1408-7701-489D-B2B6-C208E3B4BA21}"/>
                </a:ext>
              </a:extLst>
            </p:cNvPr>
            <p:cNvSpPr>
              <a:spLocks/>
            </p:cNvSpPr>
            <p:nvPr/>
          </p:nvSpPr>
          <p:spPr>
            <a:xfrm>
              <a:off x="6657975" y="2297430"/>
              <a:ext cx="923925" cy="71438"/>
            </a:xfrm>
            <a:custGeom>
              <a:avLst/>
              <a:gdLst/>
              <a:ahLst/>
              <a:cxnLst/>
              <a:rect l="0" t="0" r="0" b="0"/>
              <a:pathLst>
                <a:path w="923925" h="71438">
                  <a:moveTo>
                    <a:pt x="0" y="60008"/>
                  </a:moveTo>
                  <a:lnTo>
                    <a:pt x="48628" y="22860"/>
                  </a:lnTo>
                  <a:lnTo>
                    <a:pt x="97255" y="0"/>
                  </a:lnTo>
                  <a:lnTo>
                    <a:pt x="145883" y="31433"/>
                  </a:lnTo>
                  <a:lnTo>
                    <a:pt x="194511" y="62865"/>
                  </a:lnTo>
                  <a:lnTo>
                    <a:pt x="243138" y="37148"/>
                  </a:lnTo>
                  <a:lnTo>
                    <a:pt x="291766" y="2858"/>
                  </a:lnTo>
                  <a:lnTo>
                    <a:pt x="340393" y="11430"/>
                  </a:lnTo>
                  <a:lnTo>
                    <a:pt x="389021" y="45720"/>
                  </a:lnTo>
                  <a:lnTo>
                    <a:pt x="437649" y="34290"/>
                  </a:lnTo>
                  <a:lnTo>
                    <a:pt x="486276" y="14288"/>
                  </a:lnTo>
                  <a:lnTo>
                    <a:pt x="534904" y="37148"/>
                  </a:lnTo>
                  <a:lnTo>
                    <a:pt x="583532" y="65723"/>
                  </a:lnTo>
                  <a:lnTo>
                    <a:pt x="632159" y="71438"/>
                  </a:lnTo>
                  <a:lnTo>
                    <a:pt x="680787" y="51435"/>
                  </a:lnTo>
                  <a:lnTo>
                    <a:pt x="729414" y="20003"/>
                  </a:lnTo>
                  <a:lnTo>
                    <a:pt x="778042" y="0"/>
                  </a:lnTo>
                  <a:lnTo>
                    <a:pt x="826670" y="5715"/>
                  </a:lnTo>
                  <a:lnTo>
                    <a:pt x="875297" y="25718"/>
                  </a:lnTo>
                  <a:lnTo>
                    <a:pt x="923925" y="2857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sp>
          <p:nvSpPr>
            <p:cNvPr id="80" name="80 path">
              <a:extLst>
                <a:ext uri="{FF2B5EF4-FFF2-40B4-BE49-F238E27FC236}">
                  <a16:creationId xmlns:a16="http://schemas.microsoft.com/office/drawing/2014/main" id="{A0D3D365-A625-4C86-B270-C14A31D462A4}"/>
                </a:ext>
              </a:extLst>
            </p:cNvPr>
            <p:cNvSpPr>
              <a:spLocks/>
            </p:cNvSpPr>
            <p:nvPr/>
          </p:nvSpPr>
          <p:spPr>
            <a:xfrm>
              <a:off x="7886700" y="217170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81" name="81 path">
              <a:extLst>
                <a:ext uri="{FF2B5EF4-FFF2-40B4-BE49-F238E27FC236}">
                  <a16:creationId xmlns:a16="http://schemas.microsoft.com/office/drawing/2014/main" id="{19A8A6C3-5776-469F-BD67-0E4E4D514CBD}"/>
                </a:ext>
              </a:extLst>
            </p:cNvPr>
            <p:cNvSpPr>
              <a:spLocks/>
            </p:cNvSpPr>
            <p:nvPr/>
          </p:nvSpPr>
          <p:spPr>
            <a:xfrm>
              <a:off x="7886700" y="2377440"/>
              <a:ext cx="933450" cy="95"/>
            </a:xfrm>
            <a:custGeom>
              <a:avLst/>
              <a:gdLst/>
              <a:ahLst/>
              <a:cxnLst/>
              <a:rect l="0" t="0" r="0" b="0"/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82" name="82 editable diagnostic curve">
              <a:extLst>
                <a:ext uri="{FF2B5EF4-FFF2-40B4-BE49-F238E27FC236}">
                  <a16:creationId xmlns:a16="http://schemas.microsoft.com/office/drawing/2014/main" id="{8D25785D-E493-4AD9-BC41-62027E11420D}"/>
                </a:ext>
              </a:extLst>
            </p:cNvPr>
            <p:cNvSpPr>
              <a:spLocks/>
            </p:cNvSpPr>
            <p:nvPr/>
          </p:nvSpPr>
          <p:spPr>
            <a:xfrm>
              <a:off x="7886700" y="2297430"/>
              <a:ext cx="933450" cy="71438"/>
            </a:xfrm>
            <a:custGeom>
              <a:avLst/>
              <a:gdLst/>
              <a:ahLst/>
              <a:cxnLst/>
              <a:rect l="0" t="0" r="0" b="0"/>
              <a:pathLst>
                <a:path w="933450" h="71438">
                  <a:moveTo>
                    <a:pt x="0" y="60008"/>
                  </a:moveTo>
                  <a:lnTo>
                    <a:pt x="49129" y="22860"/>
                  </a:lnTo>
                  <a:lnTo>
                    <a:pt x="98258" y="0"/>
                  </a:lnTo>
                  <a:lnTo>
                    <a:pt x="147387" y="31433"/>
                  </a:lnTo>
                  <a:lnTo>
                    <a:pt x="196516" y="62865"/>
                  </a:lnTo>
                  <a:lnTo>
                    <a:pt x="245645" y="37148"/>
                  </a:lnTo>
                  <a:lnTo>
                    <a:pt x="294774" y="2858"/>
                  </a:lnTo>
                  <a:lnTo>
                    <a:pt x="343903" y="11430"/>
                  </a:lnTo>
                  <a:lnTo>
                    <a:pt x="393032" y="45720"/>
                  </a:lnTo>
                  <a:lnTo>
                    <a:pt x="442161" y="34290"/>
                  </a:lnTo>
                  <a:lnTo>
                    <a:pt x="491289" y="14288"/>
                  </a:lnTo>
                  <a:lnTo>
                    <a:pt x="540418" y="37148"/>
                  </a:lnTo>
                  <a:lnTo>
                    <a:pt x="589547" y="65723"/>
                  </a:lnTo>
                  <a:lnTo>
                    <a:pt x="638676" y="71438"/>
                  </a:lnTo>
                  <a:lnTo>
                    <a:pt x="687805" y="51435"/>
                  </a:lnTo>
                  <a:lnTo>
                    <a:pt x="736934" y="20003"/>
                  </a:lnTo>
                  <a:lnTo>
                    <a:pt x="786063" y="0"/>
                  </a:lnTo>
                  <a:lnTo>
                    <a:pt x="835192" y="5715"/>
                  </a:lnTo>
                  <a:lnTo>
                    <a:pt x="884321" y="25718"/>
                  </a:lnTo>
                  <a:lnTo>
                    <a:pt x="933450" y="2857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sp>
          <p:nvSpPr>
            <p:cNvPr id="83" name="83 Gradients">
              <a:extLst>
                <a:ext uri="{FF2B5EF4-FFF2-40B4-BE49-F238E27FC236}">
                  <a16:creationId xmlns:a16="http://schemas.microsoft.com/office/drawing/2014/main" id="{CE389083-1BA2-4A92-AAE2-584C5ABFDE2A}"/>
                </a:ext>
              </a:extLst>
            </p:cNvPr>
            <p:cNvSpPr>
              <a:spLocks/>
            </p:cNvSpPr>
            <p:nvPr/>
          </p:nvSpPr>
          <p:spPr>
            <a:xfrm>
              <a:off x="5314950" y="2647950"/>
              <a:ext cx="11906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8" b="0">
                  <a:solidFill>
                    <a:srgbClr val="571E4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571E44"/>
                  </a:solidFill>
                  <a:latin typeface="Times New Roman"/>
                  <a:ea typeface="Times New Roman"/>
                  <a:cs typeface="Times New Roman"/>
                </a:rPr>
                <a:t>Gradients</a:t>
              </a:r>
            </a:p>
          </p:txBody>
        </p:sp>
        <p:sp>
          <p:nvSpPr>
            <p:cNvPr id="84" name="84 path">
              <a:extLst>
                <a:ext uri="{FF2B5EF4-FFF2-40B4-BE49-F238E27FC236}">
                  <a16:creationId xmlns:a16="http://schemas.microsoft.com/office/drawing/2014/main" id="{9AFCDA6A-DF36-4DFF-838F-C474819A1CD7}"/>
                </a:ext>
              </a:extLst>
            </p:cNvPr>
            <p:cNvSpPr>
              <a:spLocks/>
            </p:cNvSpPr>
            <p:nvPr/>
          </p:nvSpPr>
          <p:spPr>
            <a:xfrm>
              <a:off x="6657975" y="268605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85" name="85 path">
              <a:extLst>
                <a:ext uri="{FF2B5EF4-FFF2-40B4-BE49-F238E27FC236}">
                  <a16:creationId xmlns:a16="http://schemas.microsoft.com/office/drawing/2014/main" id="{3CC64370-FE96-403A-973C-03E123644B25}"/>
                </a:ext>
              </a:extLst>
            </p:cNvPr>
            <p:cNvSpPr>
              <a:spLocks/>
            </p:cNvSpPr>
            <p:nvPr/>
          </p:nvSpPr>
          <p:spPr>
            <a:xfrm>
              <a:off x="6657975" y="2891790"/>
              <a:ext cx="923925" cy="95"/>
            </a:xfrm>
            <a:custGeom>
              <a:avLst/>
              <a:gdLst/>
              <a:ahLst/>
              <a:cxnLst/>
              <a:rect l="0" t="0" r="0" b="0"/>
              <a:pathLst>
                <a:path w="923925" h="9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86" name="86 editable diagnostic curve">
              <a:extLst>
                <a:ext uri="{FF2B5EF4-FFF2-40B4-BE49-F238E27FC236}">
                  <a16:creationId xmlns:a16="http://schemas.microsoft.com/office/drawing/2014/main" id="{05C6DA39-50C6-4748-A360-393FABF994D1}"/>
                </a:ext>
              </a:extLst>
            </p:cNvPr>
            <p:cNvSpPr>
              <a:spLocks/>
            </p:cNvSpPr>
            <p:nvPr/>
          </p:nvSpPr>
          <p:spPr>
            <a:xfrm>
              <a:off x="6657975" y="2811780"/>
              <a:ext cx="923925" cy="71438"/>
            </a:xfrm>
            <a:custGeom>
              <a:avLst/>
              <a:gdLst/>
              <a:ahLst/>
              <a:cxnLst/>
              <a:rect l="0" t="0" r="0" b="0"/>
              <a:pathLst>
                <a:path w="923925" h="71438">
                  <a:moveTo>
                    <a:pt x="0" y="60008"/>
                  </a:moveTo>
                  <a:lnTo>
                    <a:pt x="48628" y="22860"/>
                  </a:lnTo>
                  <a:lnTo>
                    <a:pt x="97255" y="0"/>
                  </a:lnTo>
                  <a:lnTo>
                    <a:pt x="145883" y="31433"/>
                  </a:lnTo>
                  <a:lnTo>
                    <a:pt x="194511" y="62865"/>
                  </a:lnTo>
                  <a:lnTo>
                    <a:pt x="243138" y="37148"/>
                  </a:lnTo>
                  <a:lnTo>
                    <a:pt x="291766" y="2858"/>
                  </a:lnTo>
                  <a:lnTo>
                    <a:pt x="340393" y="11430"/>
                  </a:lnTo>
                  <a:lnTo>
                    <a:pt x="389021" y="45720"/>
                  </a:lnTo>
                  <a:lnTo>
                    <a:pt x="437649" y="34290"/>
                  </a:lnTo>
                  <a:lnTo>
                    <a:pt x="486276" y="14288"/>
                  </a:lnTo>
                  <a:lnTo>
                    <a:pt x="534904" y="37148"/>
                  </a:lnTo>
                  <a:lnTo>
                    <a:pt x="583532" y="65723"/>
                  </a:lnTo>
                  <a:lnTo>
                    <a:pt x="632159" y="71438"/>
                  </a:lnTo>
                  <a:lnTo>
                    <a:pt x="680787" y="51435"/>
                  </a:lnTo>
                  <a:lnTo>
                    <a:pt x="729414" y="20003"/>
                  </a:lnTo>
                  <a:lnTo>
                    <a:pt x="778042" y="0"/>
                  </a:lnTo>
                  <a:lnTo>
                    <a:pt x="826670" y="5715"/>
                  </a:lnTo>
                  <a:lnTo>
                    <a:pt x="875297" y="25717"/>
                  </a:lnTo>
                  <a:lnTo>
                    <a:pt x="923925" y="28575"/>
                  </a:lnTo>
                </a:path>
              </a:pathLst>
            </a:custGeom>
            <a:noFill/>
            <a:ln w="17145">
              <a:solidFill>
                <a:srgbClr val="FF323C"/>
              </a:solidFill>
            </a:ln>
          </p:spPr>
        </p:sp>
        <p:sp>
          <p:nvSpPr>
            <p:cNvPr id="87" name="87 path">
              <a:extLst>
                <a:ext uri="{FF2B5EF4-FFF2-40B4-BE49-F238E27FC236}">
                  <a16:creationId xmlns:a16="http://schemas.microsoft.com/office/drawing/2014/main" id="{C565AC03-289E-4E71-80CA-E4DBB60BE124}"/>
                </a:ext>
              </a:extLst>
            </p:cNvPr>
            <p:cNvSpPr>
              <a:spLocks/>
            </p:cNvSpPr>
            <p:nvPr/>
          </p:nvSpPr>
          <p:spPr>
            <a:xfrm>
              <a:off x="7886700" y="268605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88" name="88 path">
              <a:extLst>
                <a:ext uri="{FF2B5EF4-FFF2-40B4-BE49-F238E27FC236}">
                  <a16:creationId xmlns:a16="http://schemas.microsoft.com/office/drawing/2014/main" id="{838AD2BF-B8D3-448C-AB30-0DA5153A8A34}"/>
                </a:ext>
              </a:extLst>
            </p:cNvPr>
            <p:cNvSpPr>
              <a:spLocks/>
            </p:cNvSpPr>
            <p:nvPr/>
          </p:nvSpPr>
          <p:spPr>
            <a:xfrm>
              <a:off x="7886700" y="2891790"/>
              <a:ext cx="695325" cy="95"/>
            </a:xfrm>
            <a:custGeom>
              <a:avLst/>
              <a:gdLst/>
              <a:ahLst/>
              <a:cxnLst/>
              <a:rect l="0" t="0" r="0" b="0"/>
              <a:pathLst>
                <a:path w="695325" h="95">
                  <a:moveTo>
                    <a:pt x="0" y="0"/>
                  </a:moveTo>
                  <a:lnTo>
                    <a:pt x="695325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89" name="89 editable diagnostic curve">
              <a:extLst>
                <a:ext uri="{FF2B5EF4-FFF2-40B4-BE49-F238E27FC236}">
                  <a16:creationId xmlns:a16="http://schemas.microsoft.com/office/drawing/2014/main" id="{4A785111-E6D0-451E-AABB-D8FD577B7704}"/>
                </a:ext>
              </a:extLst>
            </p:cNvPr>
            <p:cNvSpPr>
              <a:spLocks/>
            </p:cNvSpPr>
            <p:nvPr/>
          </p:nvSpPr>
          <p:spPr>
            <a:xfrm>
              <a:off x="7886700" y="2837820"/>
              <a:ext cx="695325" cy="31015"/>
            </a:xfrm>
            <a:custGeom>
              <a:avLst/>
              <a:gdLst/>
              <a:ahLst/>
              <a:cxnLst/>
              <a:rect l="0" t="0" r="0" b="0"/>
              <a:pathLst>
                <a:path w="695325" h="31015">
                  <a:moveTo>
                    <a:pt x="0" y="19680"/>
                  </a:moveTo>
                  <a:lnTo>
                    <a:pt x="36596" y="31015"/>
                  </a:lnTo>
                  <a:lnTo>
                    <a:pt x="73192" y="16759"/>
                  </a:lnTo>
                  <a:lnTo>
                    <a:pt x="109788" y="9098"/>
                  </a:lnTo>
                  <a:lnTo>
                    <a:pt x="146384" y="25328"/>
                  </a:lnTo>
                  <a:lnTo>
                    <a:pt x="182980" y="28807"/>
                  </a:lnTo>
                  <a:lnTo>
                    <a:pt x="219576" y="3108"/>
                  </a:lnTo>
                  <a:lnTo>
                    <a:pt x="256172" y="4042"/>
                  </a:lnTo>
                  <a:lnTo>
                    <a:pt x="292768" y="20928"/>
                  </a:lnTo>
                  <a:lnTo>
                    <a:pt x="329364" y="15642"/>
                  </a:lnTo>
                  <a:lnTo>
                    <a:pt x="365961" y="119"/>
                  </a:lnTo>
                  <a:lnTo>
                    <a:pt x="402557" y="9405"/>
                  </a:lnTo>
                  <a:lnTo>
                    <a:pt x="439153" y="22535"/>
                  </a:lnTo>
                  <a:lnTo>
                    <a:pt x="475749" y="9866"/>
                  </a:lnTo>
                  <a:lnTo>
                    <a:pt x="512345" y="0"/>
                  </a:lnTo>
                  <a:lnTo>
                    <a:pt x="548941" y="15212"/>
                  </a:lnTo>
                  <a:lnTo>
                    <a:pt x="585537" y="21158"/>
                  </a:lnTo>
                  <a:lnTo>
                    <a:pt x="622133" y="4414"/>
                  </a:lnTo>
                  <a:lnTo>
                    <a:pt x="658729" y="2782"/>
                  </a:lnTo>
                  <a:lnTo>
                    <a:pt x="695325" y="19947"/>
                  </a:lnTo>
                </a:path>
              </a:pathLst>
            </a:custGeom>
            <a:noFill/>
            <a:ln w="17145">
              <a:solidFill>
                <a:srgbClr val="FF323C"/>
              </a:solidFill>
            </a:ln>
          </p:spPr>
        </p:sp>
        <p:sp>
          <p:nvSpPr>
            <p:cNvPr id="90" name="90 Parameter update">
              <a:extLst>
                <a:ext uri="{FF2B5EF4-FFF2-40B4-BE49-F238E27FC236}">
                  <a16:creationId xmlns:a16="http://schemas.microsoft.com/office/drawing/2014/main" id="{905CE042-E0FB-4154-AAB2-8EF0B31FD503}"/>
                </a:ext>
              </a:extLst>
            </p:cNvPr>
            <p:cNvSpPr>
              <a:spLocks/>
            </p:cNvSpPr>
            <p:nvPr/>
          </p:nvSpPr>
          <p:spPr>
            <a:xfrm>
              <a:off x="5314950" y="3162300"/>
              <a:ext cx="1190625" cy="2055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0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Parameter update</a:t>
              </a:r>
            </a:p>
          </p:txBody>
        </p:sp>
        <p:sp>
          <p:nvSpPr>
            <p:cNvPr id="91" name="91 path">
              <a:extLst>
                <a:ext uri="{FF2B5EF4-FFF2-40B4-BE49-F238E27FC236}">
                  <a16:creationId xmlns:a16="http://schemas.microsoft.com/office/drawing/2014/main" id="{8CB8846F-9263-41B9-80E7-1DA71C95CC2B}"/>
                </a:ext>
              </a:extLst>
            </p:cNvPr>
            <p:cNvSpPr>
              <a:spLocks/>
            </p:cNvSpPr>
            <p:nvPr/>
          </p:nvSpPr>
          <p:spPr>
            <a:xfrm>
              <a:off x="6657975" y="320040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92" name="92 path">
              <a:extLst>
                <a:ext uri="{FF2B5EF4-FFF2-40B4-BE49-F238E27FC236}">
                  <a16:creationId xmlns:a16="http://schemas.microsoft.com/office/drawing/2014/main" id="{2AE68C88-7E5F-442A-A18F-C5E01ACD1440}"/>
                </a:ext>
              </a:extLst>
            </p:cNvPr>
            <p:cNvSpPr>
              <a:spLocks/>
            </p:cNvSpPr>
            <p:nvPr/>
          </p:nvSpPr>
          <p:spPr>
            <a:xfrm>
              <a:off x="6657975" y="3406140"/>
              <a:ext cx="923925" cy="95"/>
            </a:xfrm>
            <a:custGeom>
              <a:avLst/>
              <a:gdLst/>
              <a:ahLst/>
              <a:cxnLst/>
              <a:rect l="0" t="0" r="0" b="0"/>
              <a:pathLst>
                <a:path w="923925" h="9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93" name="93 editable diagnostic curve">
              <a:extLst>
                <a:ext uri="{FF2B5EF4-FFF2-40B4-BE49-F238E27FC236}">
                  <a16:creationId xmlns:a16="http://schemas.microsoft.com/office/drawing/2014/main" id="{464F296A-36A2-43A6-B471-1BC17FBE0FF4}"/>
                </a:ext>
              </a:extLst>
            </p:cNvPr>
            <p:cNvSpPr>
              <a:spLocks/>
            </p:cNvSpPr>
            <p:nvPr/>
          </p:nvSpPr>
          <p:spPr>
            <a:xfrm>
              <a:off x="6657975" y="3326130"/>
              <a:ext cx="923925" cy="71438"/>
            </a:xfrm>
            <a:custGeom>
              <a:avLst/>
              <a:gdLst/>
              <a:ahLst/>
              <a:cxnLst/>
              <a:rect l="0" t="0" r="0" b="0"/>
              <a:pathLst>
                <a:path w="923925" h="71438">
                  <a:moveTo>
                    <a:pt x="0" y="60008"/>
                  </a:moveTo>
                  <a:lnTo>
                    <a:pt x="48628" y="22860"/>
                  </a:lnTo>
                  <a:lnTo>
                    <a:pt x="97255" y="0"/>
                  </a:lnTo>
                  <a:lnTo>
                    <a:pt x="145883" y="31433"/>
                  </a:lnTo>
                  <a:lnTo>
                    <a:pt x="194511" y="62865"/>
                  </a:lnTo>
                  <a:lnTo>
                    <a:pt x="243138" y="37148"/>
                  </a:lnTo>
                  <a:lnTo>
                    <a:pt x="291766" y="2858"/>
                  </a:lnTo>
                  <a:lnTo>
                    <a:pt x="340393" y="11430"/>
                  </a:lnTo>
                  <a:lnTo>
                    <a:pt x="389021" y="45720"/>
                  </a:lnTo>
                  <a:lnTo>
                    <a:pt x="437649" y="34290"/>
                  </a:lnTo>
                  <a:lnTo>
                    <a:pt x="486276" y="14288"/>
                  </a:lnTo>
                  <a:lnTo>
                    <a:pt x="534904" y="37148"/>
                  </a:lnTo>
                  <a:lnTo>
                    <a:pt x="583532" y="65723"/>
                  </a:lnTo>
                  <a:lnTo>
                    <a:pt x="632159" y="71438"/>
                  </a:lnTo>
                  <a:lnTo>
                    <a:pt x="680787" y="51435"/>
                  </a:lnTo>
                  <a:lnTo>
                    <a:pt x="729414" y="20003"/>
                  </a:lnTo>
                  <a:lnTo>
                    <a:pt x="778042" y="0"/>
                  </a:lnTo>
                  <a:lnTo>
                    <a:pt x="826670" y="5715"/>
                  </a:lnTo>
                  <a:lnTo>
                    <a:pt x="875297" y="25717"/>
                  </a:lnTo>
                  <a:lnTo>
                    <a:pt x="923925" y="2857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sp>
          <p:nvSpPr>
            <p:cNvPr id="94" name="94 path">
              <a:extLst>
                <a:ext uri="{FF2B5EF4-FFF2-40B4-BE49-F238E27FC236}">
                  <a16:creationId xmlns:a16="http://schemas.microsoft.com/office/drawing/2014/main" id="{083B53E7-3E59-4287-AB05-95BB37A49048}"/>
                </a:ext>
              </a:extLst>
            </p:cNvPr>
            <p:cNvSpPr>
              <a:spLocks/>
            </p:cNvSpPr>
            <p:nvPr/>
          </p:nvSpPr>
          <p:spPr>
            <a:xfrm>
              <a:off x="7886700" y="320040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95" name="95 path">
              <a:extLst>
                <a:ext uri="{FF2B5EF4-FFF2-40B4-BE49-F238E27FC236}">
                  <a16:creationId xmlns:a16="http://schemas.microsoft.com/office/drawing/2014/main" id="{08DA09CC-3841-4304-8978-880ABF537CFE}"/>
                </a:ext>
              </a:extLst>
            </p:cNvPr>
            <p:cNvSpPr>
              <a:spLocks/>
            </p:cNvSpPr>
            <p:nvPr/>
          </p:nvSpPr>
          <p:spPr>
            <a:xfrm>
              <a:off x="7886700" y="3406140"/>
              <a:ext cx="933450" cy="95"/>
            </a:xfrm>
            <a:custGeom>
              <a:avLst/>
              <a:gdLst/>
              <a:ahLst/>
              <a:cxnLst/>
              <a:rect l="0" t="0" r="0" b="0"/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96" name="96 editable diagnostic curve">
              <a:extLst>
                <a:ext uri="{FF2B5EF4-FFF2-40B4-BE49-F238E27FC236}">
                  <a16:creationId xmlns:a16="http://schemas.microsoft.com/office/drawing/2014/main" id="{20466B8D-F044-4D19-A971-152CF1F59DA3}"/>
                </a:ext>
              </a:extLst>
            </p:cNvPr>
            <p:cNvSpPr>
              <a:spLocks/>
            </p:cNvSpPr>
            <p:nvPr/>
          </p:nvSpPr>
          <p:spPr>
            <a:xfrm>
              <a:off x="7886700" y="3326130"/>
              <a:ext cx="933450" cy="71438"/>
            </a:xfrm>
            <a:custGeom>
              <a:avLst/>
              <a:gdLst/>
              <a:ahLst/>
              <a:cxnLst/>
              <a:rect l="0" t="0" r="0" b="0"/>
              <a:pathLst>
                <a:path w="933450" h="71438">
                  <a:moveTo>
                    <a:pt x="0" y="60008"/>
                  </a:moveTo>
                  <a:lnTo>
                    <a:pt x="49129" y="22860"/>
                  </a:lnTo>
                  <a:lnTo>
                    <a:pt x="98258" y="0"/>
                  </a:lnTo>
                  <a:lnTo>
                    <a:pt x="147387" y="31433"/>
                  </a:lnTo>
                  <a:lnTo>
                    <a:pt x="196516" y="62865"/>
                  </a:lnTo>
                  <a:lnTo>
                    <a:pt x="245645" y="37148"/>
                  </a:lnTo>
                  <a:lnTo>
                    <a:pt x="294774" y="2858"/>
                  </a:lnTo>
                  <a:lnTo>
                    <a:pt x="343903" y="11430"/>
                  </a:lnTo>
                  <a:lnTo>
                    <a:pt x="393032" y="45720"/>
                  </a:lnTo>
                  <a:lnTo>
                    <a:pt x="442161" y="34290"/>
                  </a:lnTo>
                  <a:lnTo>
                    <a:pt x="491289" y="14288"/>
                  </a:lnTo>
                  <a:lnTo>
                    <a:pt x="540418" y="37148"/>
                  </a:lnTo>
                  <a:lnTo>
                    <a:pt x="589547" y="65723"/>
                  </a:lnTo>
                  <a:lnTo>
                    <a:pt x="638676" y="71438"/>
                  </a:lnTo>
                  <a:lnTo>
                    <a:pt x="687805" y="51435"/>
                  </a:lnTo>
                  <a:lnTo>
                    <a:pt x="736934" y="20003"/>
                  </a:lnTo>
                  <a:lnTo>
                    <a:pt x="786063" y="0"/>
                  </a:lnTo>
                  <a:lnTo>
                    <a:pt x="835192" y="5715"/>
                  </a:lnTo>
                  <a:lnTo>
                    <a:pt x="884321" y="25717"/>
                  </a:lnTo>
                  <a:lnTo>
                    <a:pt x="933450" y="2857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sp>
          <p:nvSpPr>
            <p:cNvPr id="97" name="97 Next forward">
              <a:extLst>
                <a:ext uri="{FF2B5EF4-FFF2-40B4-BE49-F238E27FC236}">
                  <a16:creationId xmlns:a16="http://schemas.microsoft.com/office/drawing/2014/main" id="{822A61CB-5513-4795-B8DB-F689F70F8821}"/>
                </a:ext>
              </a:extLst>
            </p:cNvPr>
            <p:cNvSpPr>
              <a:spLocks/>
            </p:cNvSpPr>
            <p:nvPr/>
          </p:nvSpPr>
          <p:spPr>
            <a:xfrm>
              <a:off x="5314950" y="3676650"/>
              <a:ext cx="11906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Next forward</a:t>
              </a:r>
            </a:p>
          </p:txBody>
        </p:sp>
        <p:sp>
          <p:nvSpPr>
            <p:cNvPr id="98" name="98 path">
              <a:extLst>
                <a:ext uri="{FF2B5EF4-FFF2-40B4-BE49-F238E27FC236}">
                  <a16:creationId xmlns:a16="http://schemas.microsoft.com/office/drawing/2014/main" id="{2E8B3381-BCA0-4083-81A0-2934F1FDC68B}"/>
                </a:ext>
              </a:extLst>
            </p:cNvPr>
            <p:cNvSpPr>
              <a:spLocks/>
            </p:cNvSpPr>
            <p:nvPr/>
          </p:nvSpPr>
          <p:spPr>
            <a:xfrm>
              <a:off x="6657975" y="371475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99" name="99 path">
              <a:extLst>
                <a:ext uri="{FF2B5EF4-FFF2-40B4-BE49-F238E27FC236}">
                  <a16:creationId xmlns:a16="http://schemas.microsoft.com/office/drawing/2014/main" id="{E996191C-9BF7-4731-B819-53585CE5F9DC}"/>
                </a:ext>
              </a:extLst>
            </p:cNvPr>
            <p:cNvSpPr>
              <a:spLocks/>
            </p:cNvSpPr>
            <p:nvPr/>
          </p:nvSpPr>
          <p:spPr>
            <a:xfrm>
              <a:off x="6657975" y="3920490"/>
              <a:ext cx="923925" cy="95"/>
            </a:xfrm>
            <a:custGeom>
              <a:avLst/>
              <a:gdLst/>
              <a:ahLst/>
              <a:cxnLst/>
              <a:rect l="0" t="0" r="0" b="0"/>
              <a:pathLst>
                <a:path w="923925" h="9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100" name="100 editable diagnostic curve">
              <a:extLst>
                <a:ext uri="{FF2B5EF4-FFF2-40B4-BE49-F238E27FC236}">
                  <a16:creationId xmlns:a16="http://schemas.microsoft.com/office/drawing/2014/main" id="{DB88A2BA-A210-4FF9-A6BC-44D0EF86C649}"/>
                </a:ext>
              </a:extLst>
            </p:cNvPr>
            <p:cNvSpPr>
              <a:spLocks/>
            </p:cNvSpPr>
            <p:nvPr/>
          </p:nvSpPr>
          <p:spPr>
            <a:xfrm>
              <a:off x="6657975" y="3840480"/>
              <a:ext cx="923925" cy="71438"/>
            </a:xfrm>
            <a:custGeom>
              <a:avLst/>
              <a:gdLst/>
              <a:ahLst/>
              <a:cxnLst/>
              <a:rect l="0" t="0" r="0" b="0"/>
              <a:pathLst>
                <a:path w="923925" h="71438">
                  <a:moveTo>
                    <a:pt x="0" y="60008"/>
                  </a:moveTo>
                  <a:lnTo>
                    <a:pt x="48628" y="22860"/>
                  </a:lnTo>
                  <a:lnTo>
                    <a:pt x="97255" y="0"/>
                  </a:lnTo>
                  <a:lnTo>
                    <a:pt x="145883" y="31433"/>
                  </a:lnTo>
                  <a:lnTo>
                    <a:pt x="194511" y="62865"/>
                  </a:lnTo>
                  <a:lnTo>
                    <a:pt x="243138" y="37148"/>
                  </a:lnTo>
                  <a:lnTo>
                    <a:pt x="291766" y="2858"/>
                  </a:lnTo>
                  <a:lnTo>
                    <a:pt x="340393" y="11430"/>
                  </a:lnTo>
                  <a:lnTo>
                    <a:pt x="389021" y="45720"/>
                  </a:lnTo>
                  <a:lnTo>
                    <a:pt x="437649" y="34290"/>
                  </a:lnTo>
                  <a:lnTo>
                    <a:pt x="486276" y="14288"/>
                  </a:lnTo>
                  <a:lnTo>
                    <a:pt x="534904" y="37148"/>
                  </a:lnTo>
                  <a:lnTo>
                    <a:pt x="583532" y="65723"/>
                  </a:lnTo>
                  <a:lnTo>
                    <a:pt x="632159" y="71438"/>
                  </a:lnTo>
                  <a:lnTo>
                    <a:pt x="680787" y="51435"/>
                  </a:lnTo>
                  <a:lnTo>
                    <a:pt x="729414" y="20003"/>
                  </a:lnTo>
                  <a:lnTo>
                    <a:pt x="778042" y="0"/>
                  </a:lnTo>
                  <a:lnTo>
                    <a:pt x="826670" y="5715"/>
                  </a:lnTo>
                  <a:lnTo>
                    <a:pt x="875297" y="25717"/>
                  </a:lnTo>
                  <a:lnTo>
                    <a:pt x="923925" y="2857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sp>
          <p:nvSpPr>
            <p:cNvPr id="101" name="101 path">
              <a:extLst>
                <a:ext uri="{FF2B5EF4-FFF2-40B4-BE49-F238E27FC236}">
                  <a16:creationId xmlns:a16="http://schemas.microsoft.com/office/drawing/2014/main" id="{FFDBAB53-4118-4F6E-B229-4B3D81D2436F}"/>
                </a:ext>
              </a:extLst>
            </p:cNvPr>
            <p:cNvSpPr>
              <a:spLocks/>
            </p:cNvSpPr>
            <p:nvPr/>
          </p:nvSpPr>
          <p:spPr>
            <a:xfrm>
              <a:off x="7886700" y="3714750"/>
              <a:ext cx="95" cy="285750"/>
            </a:xfrm>
            <a:custGeom>
              <a:avLst/>
              <a:gdLst/>
              <a:ahLst/>
              <a:cxnLst/>
              <a:rect l="0" t="0" r="0" b="0"/>
              <a:pathLst>
                <a:path w="9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102" name="102 path">
              <a:extLst>
                <a:ext uri="{FF2B5EF4-FFF2-40B4-BE49-F238E27FC236}">
                  <a16:creationId xmlns:a16="http://schemas.microsoft.com/office/drawing/2014/main" id="{CFFF4F64-3481-40B7-BB43-AA3007441207}"/>
                </a:ext>
              </a:extLst>
            </p:cNvPr>
            <p:cNvSpPr>
              <a:spLocks/>
            </p:cNvSpPr>
            <p:nvPr/>
          </p:nvSpPr>
          <p:spPr>
            <a:xfrm>
              <a:off x="7886700" y="3920490"/>
              <a:ext cx="933450" cy="95"/>
            </a:xfrm>
            <a:custGeom>
              <a:avLst/>
              <a:gdLst/>
              <a:ahLst/>
              <a:cxnLst/>
              <a:rect l="0" t="0" r="0" b="0"/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103" name="103 editable diagnostic curve">
              <a:extLst>
                <a:ext uri="{FF2B5EF4-FFF2-40B4-BE49-F238E27FC236}">
                  <a16:creationId xmlns:a16="http://schemas.microsoft.com/office/drawing/2014/main" id="{1887FDE9-3D26-4BED-A4E7-48D0F5968ED4}"/>
                </a:ext>
              </a:extLst>
            </p:cNvPr>
            <p:cNvSpPr>
              <a:spLocks/>
            </p:cNvSpPr>
            <p:nvPr/>
          </p:nvSpPr>
          <p:spPr>
            <a:xfrm>
              <a:off x="7886700" y="3840480"/>
              <a:ext cx="933450" cy="71438"/>
            </a:xfrm>
            <a:custGeom>
              <a:avLst/>
              <a:gdLst/>
              <a:ahLst/>
              <a:cxnLst/>
              <a:rect l="0" t="0" r="0" b="0"/>
              <a:pathLst>
                <a:path w="933450" h="71438">
                  <a:moveTo>
                    <a:pt x="0" y="60008"/>
                  </a:moveTo>
                  <a:lnTo>
                    <a:pt x="49129" y="22860"/>
                  </a:lnTo>
                  <a:lnTo>
                    <a:pt x="98258" y="0"/>
                  </a:lnTo>
                  <a:lnTo>
                    <a:pt x="147387" y="31433"/>
                  </a:lnTo>
                  <a:lnTo>
                    <a:pt x="196516" y="62865"/>
                  </a:lnTo>
                  <a:lnTo>
                    <a:pt x="245645" y="37148"/>
                  </a:lnTo>
                  <a:lnTo>
                    <a:pt x="294774" y="2858"/>
                  </a:lnTo>
                  <a:lnTo>
                    <a:pt x="343903" y="11430"/>
                  </a:lnTo>
                  <a:lnTo>
                    <a:pt x="393032" y="45720"/>
                  </a:lnTo>
                  <a:lnTo>
                    <a:pt x="442161" y="34290"/>
                  </a:lnTo>
                  <a:lnTo>
                    <a:pt x="491289" y="14288"/>
                  </a:lnTo>
                  <a:lnTo>
                    <a:pt x="540418" y="37148"/>
                  </a:lnTo>
                  <a:lnTo>
                    <a:pt x="589547" y="65723"/>
                  </a:lnTo>
                  <a:lnTo>
                    <a:pt x="638676" y="71438"/>
                  </a:lnTo>
                  <a:lnTo>
                    <a:pt x="687805" y="51435"/>
                  </a:lnTo>
                  <a:lnTo>
                    <a:pt x="736934" y="20003"/>
                  </a:lnTo>
                  <a:lnTo>
                    <a:pt x="786063" y="0"/>
                  </a:lnTo>
                  <a:lnTo>
                    <a:pt x="835192" y="5715"/>
                  </a:lnTo>
                  <a:lnTo>
                    <a:pt x="884321" y="25717"/>
                  </a:lnTo>
                  <a:lnTo>
                    <a:pt x="933450" y="28575"/>
                  </a:lnTo>
                </a:path>
              </a:pathLst>
            </a:custGeom>
            <a:noFill/>
            <a:ln w="17145">
              <a:solidFill>
                <a:srgbClr val="0878FC"/>
              </a:solidFill>
            </a:ln>
          </p:spPr>
        </p:sp>
        <p:grpSp>
          <p:nvGrpSpPr>
            <p:cNvPr id="369" name="icon-error-103"/>
            <p:cNvGrpSpPr/>
            <p:nvPr/>
          </p:nvGrpSpPr>
          <p:grpSpPr>
            <a:xfrm>
              <a:off x="8674418" y="2606993"/>
              <a:ext cx="253365" cy="253365"/>
              <a:chOff x="8674418" y="2606993"/>
              <a:chExt cx="253365" cy="253365"/>
            </a:xfrm>
          </p:grpSpPr>
          <p:sp>
            <p:nvSpPr>
              <p:cNvPr id="104" name="104 ellipse">
                <a:extLst>
                  <a:ext uri="{FF2B5EF4-FFF2-40B4-BE49-F238E27FC236}">
                    <a16:creationId xmlns:a16="http://schemas.microsoft.com/office/drawing/2014/main" id="{E6F6EF4B-14D4-4E60-A2AC-B69509F5FE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74418" y="2606993"/>
                <a:ext cx="253365" cy="253365"/>
              </a:xfrm>
              <a:prstGeom prst="ellipse">
                <a:avLst/>
              </a:prstGeom>
              <a:gradFill>
                <a:gsLst>
                  <a:gs pos="0">
                    <a:srgbClr val="FF3346"/>
                  </a:gs>
                  <a:gs pos="100000">
                    <a:srgbClr val="E70020"/>
                  </a:gs>
                </a:gsLst>
                <a:lin ang="5400000"/>
              </a:gradFill>
              <a:ln w="8668">
                <a:solidFill>
                  <a:srgbClr val="FFFFFF"/>
                </a:solidFill>
              </a:ln>
            </p:spPr>
          </p:sp>
          <p:sp>
            <p:nvSpPr>
              <p:cNvPr id="105" name="105 path">
                <a:extLst>
                  <a:ext uri="{FF2B5EF4-FFF2-40B4-BE49-F238E27FC236}">
                    <a16:creationId xmlns:a16="http://schemas.microsoft.com/office/drawing/2014/main" id="{CC6EF16D-F053-43D9-ACB5-2555DF5CAD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01100" y="2667000"/>
                <a:ext cx="95" cy="93345"/>
              </a:xfrm>
              <a:custGeom>
                <a:avLst/>
                <a:gdLst/>
                <a:ahLst/>
                <a:cxnLst/>
                <a:rect l="0" t="0" r="0" b="0"/>
                <a:pathLst>
                  <a:path w="95" h="93345">
                    <a:moveTo>
                      <a:pt x="0" y="0"/>
                    </a:moveTo>
                    <a:lnTo>
                      <a:pt x="0" y="93345"/>
                    </a:lnTo>
                  </a:path>
                </a:pathLst>
              </a:custGeom>
              <a:noFill/>
              <a:ln w="26670">
                <a:solidFill>
                  <a:srgbClr val="FFFFFF"/>
                </a:solidFill>
              </a:ln>
            </p:spPr>
          </p:sp>
          <p:sp>
            <p:nvSpPr>
              <p:cNvPr id="106" name="106 ellipse">
                <a:extLst>
                  <a:ext uri="{FF2B5EF4-FFF2-40B4-BE49-F238E27FC236}">
                    <a16:creationId xmlns:a16="http://schemas.microsoft.com/office/drawing/2014/main" id="{E5951664-892D-40A3-944B-6BC1766126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87765" y="2793683"/>
                <a:ext cx="26670" cy="2667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07" name="107 First divergence">
              <a:extLst>
                <a:ext uri="{FF2B5EF4-FFF2-40B4-BE49-F238E27FC236}">
                  <a16:creationId xmlns:a16="http://schemas.microsoft.com/office/drawing/2014/main" id="{751C6C0C-0C56-4E10-A9AC-F1675096F6E2}"/>
                </a:ext>
              </a:extLst>
            </p:cNvPr>
            <p:cNvSpPr>
              <a:spLocks/>
            </p:cNvSpPr>
            <p:nvPr/>
          </p:nvSpPr>
          <p:spPr>
            <a:xfrm>
              <a:off x="7572375" y="2905125"/>
              <a:ext cx="13620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ED1C2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ED1C26"/>
                  </a:solidFill>
                  <a:latin typeface="Times New Roman"/>
                  <a:ea typeface="Times New Roman"/>
                  <a:cs typeface="Times New Roman"/>
                </a:rPr>
                <a:t>First divergence</a:t>
              </a:r>
            </a:p>
          </p:txBody>
        </p:sp>
      </p:grpSp>
      <p:grpSp>
        <p:nvGrpSpPr>
          <p:cNvPr id="370" name="Evidence handoff"/>
          <p:cNvGrpSpPr/>
          <p:nvPr/>
        </p:nvGrpSpPr>
        <p:grpSpPr>
          <a:xfrm>
            <a:off x="9305925" y="581025"/>
            <a:ext cx="1466850" cy="3838575"/>
            <a:chOff x="9305925" y="581025"/>
            <a:chExt cx="1466850" cy="3838575"/>
          </a:xfrm>
        </p:grpSpPr>
        <p:sp>
          <p:nvSpPr>
            <p:cNvPr id="108" name="108 rect">
              <a:extLst>
                <a:ext uri="{FF2B5EF4-FFF2-40B4-BE49-F238E27FC236}">
                  <a16:creationId xmlns:a16="http://schemas.microsoft.com/office/drawing/2014/main" id="{B75C0B29-2647-4DFC-9A66-3D43ADC7BF80}"/>
                </a:ext>
              </a:extLst>
            </p:cNvPr>
            <p:cNvSpPr>
              <a:spLocks/>
            </p:cNvSpPr>
            <p:nvPr/>
          </p:nvSpPr>
          <p:spPr>
            <a:xfrm>
              <a:off x="9305925" y="581025"/>
              <a:ext cx="1466850" cy="3838575"/>
            </a:xfrm>
            <a:prstGeom prst="roundRect">
              <a:avLst>
                <a:gd name="adj" fmla="val 3896"/>
              </a:avLst>
            </a:prstGeom>
            <a:gradFill>
              <a:gsLst>
                <a:gs pos="0">
                  <a:srgbClr val="F6F3EF"/>
                </a:gs>
                <a:gs pos="100000">
                  <a:srgbClr val="FCFAF8"/>
                </a:gs>
              </a:gsLst>
              <a:lin ang="5400000"/>
            </a:gradFill>
            <a:ln w="10478">
              <a:solidFill>
                <a:srgbClr val="AA9A8F"/>
              </a:solidFill>
            </a:ln>
          </p:spPr>
        </p:sp>
        <p:sp>
          <p:nvSpPr>
            <p:cNvPr id="109" name="109 Evidence">
              <a:extLst>
                <a:ext uri="{FF2B5EF4-FFF2-40B4-BE49-F238E27FC236}">
                  <a16:creationId xmlns:a16="http://schemas.microsoft.com/office/drawing/2014/main" id="{D867A9FC-E877-46A6-AB3C-9E53C8F8416E}"/>
                </a:ext>
              </a:extLst>
            </p:cNvPr>
            <p:cNvSpPr>
              <a:spLocks/>
            </p:cNvSpPr>
            <p:nvPr/>
          </p:nvSpPr>
          <p:spPr>
            <a:xfrm>
              <a:off x="9477375" y="695325"/>
              <a:ext cx="1123950" cy="2834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Evidence</a:t>
              </a:r>
            </a:p>
          </p:txBody>
        </p:sp>
        <p:sp>
          <p:nvSpPr>
            <p:cNvPr id="110" name="110 handoff">
              <a:extLst>
                <a:ext uri="{FF2B5EF4-FFF2-40B4-BE49-F238E27FC236}">
                  <a16:creationId xmlns:a16="http://schemas.microsoft.com/office/drawing/2014/main" id="{955DB7C3-4917-4CC1-AD5B-FDF75196A431}"/>
                </a:ext>
              </a:extLst>
            </p:cNvPr>
            <p:cNvSpPr>
              <a:spLocks/>
            </p:cNvSpPr>
            <p:nvPr/>
          </p:nvSpPr>
          <p:spPr>
            <a:xfrm>
              <a:off x="9477375" y="946785"/>
              <a:ext cx="1123950" cy="2834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handoff</a:t>
              </a:r>
            </a:p>
          </p:txBody>
        </p:sp>
        <p:sp>
          <p:nvSpPr>
            <p:cNvPr id="111" name="111 path">
              <a:extLst>
                <a:ext uri="{FF2B5EF4-FFF2-40B4-BE49-F238E27FC236}">
                  <a16:creationId xmlns:a16="http://schemas.microsoft.com/office/drawing/2014/main" id="{6B09080C-44CA-4A5E-B9E0-4E0BBE8B95F1}"/>
                </a:ext>
              </a:extLst>
            </p:cNvPr>
            <p:cNvSpPr>
              <a:spLocks/>
            </p:cNvSpPr>
            <p:nvPr/>
          </p:nvSpPr>
          <p:spPr>
            <a:xfrm>
              <a:off x="9401175" y="1333500"/>
              <a:ext cx="1276350" cy="95"/>
            </a:xfrm>
            <a:custGeom>
              <a:avLst/>
              <a:gdLst/>
              <a:ahLst/>
              <a:cxnLst/>
              <a:rect l="0" t="0" r="0" b="0"/>
              <a:pathLst>
                <a:path w="1276350" h="9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7620">
              <a:solidFill>
                <a:srgbClr val="E5DDD7"/>
              </a:solidFill>
            </a:ln>
          </p:spPr>
        </p:sp>
        <p:sp>
          <p:nvSpPr>
            <p:cNvPr id="112" name="112 path">
              <a:extLst>
                <a:ext uri="{FF2B5EF4-FFF2-40B4-BE49-F238E27FC236}">
                  <a16:creationId xmlns:a16="http://schemas.microsoft.com/office/drawing/2014/main" id="{F6C2A3C3-B3A7-42BD-BC2E-FE0B2B07918E}"/>
                </a:ext>
              </a:extLst>
            </p:cNvPr>
            <p:cNvSpPr>
              <a:spLocks/>
            </p:cNvSpPr>
            <p:nvPr/>
          </p:nvSpPr>
          <p:spPr>
            <a:xfrm>
              <a:off x="9401175" y="2114550"/>
              <a:ext cx="1276350" cy="95"/>
            </a:xfrm>
            <a:custGeom>
              <a:avLst/>
              <a:gdLst/>
              <a:ahLst/>
              <a:cxnLst/>
              <a:rect l="0" t="0" r="0" b="0"/>
              <a:pathLst>
                <a:path w="1276350" h="9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7620">
              <a:solidFill>
                <a:srgbClr val="E5DDD7"/>
              </a:solidFill>
            </a:ln>
          </p:spPr>
        </p:sp>
        <p:sp>
          <p:nvSpPr>
            <p:cNvPr id="113" name="113 path">
              <a:extLst>
                <a:ext uri="{FF2B5EF4-FFF2-40B4-BE49-F238E27FC236}">
                  <a16:creationId xmlns:a16="http://schemas.microsoft.com/office/drawing/2014/main" id="{DFE6169B-22D9-47C8-9CBB-E30A27872569}"/>
                </a:ext>
              </a:extLst>
            </p:cNvPr>
            <p:cNvSpPr>
              <a:spLocks/>
            </p:cNvSpPr>
            <p:nvPr/>
          </p:nvSpPr>
          <p:spPr>
            <a:xfrm>
              <a:off x="9401175" y="2867025"/>
              <a:ext cx="1276350" cy="95"/>
            </a:xfrm>
            <a:custGeom>
              <a:avLst/>
              <a:gdLst/>
              <a:ahLst/>
              <a:cxnLst/>
              <a:rect l="0" t="0" r="0" b="0"/>
              <a:pathLst>
                <a:path w="1276350" h="9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7620">
              <a:solidFill>
                <a:srgbClr val="E5DDD7"/>
              </a:solidFill>
            </a:ln>
          </p:spPr>
        </p:sp>
        <p:sp>
          <p:nvSpPr>
            <p:cNvPr id="114" name="114 path">
              <a:extLst>
                <a:ext uri="{FF2B5EF4-FFF2-40B4-BE49-F238E27FC236}">
                  <a16:creationId xmlns:a16="http://schemas.microsoft.com/office/drawing/2014/main" id="{8258F97B-7248-47E0-9CC1-FC8034B871D1}"/>
                </a:ext>
              </a:extLst>
            </p:cNvPr>
            <p:cNvSpPr>
              <a:spLocks/>
            </p:cNvSpPr>
            <p:nvPr/>
          </p:nvSpPr>
          <p:spPr>
            <a:xfrm>
              <a:off x="9401175" y="3619500"/>
              <a:ext cx="1276350" cy="95"/>
            </a:xfrm>
            <a:custGeom>
              <a:avLst/>
              <a:gdLst/>
              <a:ahLst/>
              <a:cxnLst/>
              <a:rect l="0" t="0" r="0" b="0"/>
              <a:pathLst>
                <a:path w="1276350" h="9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7620">
              <a:solidFill>
                <a:srgbClr val="E5DDD7"/>
              </a:solidFill>
            </a:ln>
          </p:spPr>
        </p:sp>
        <p:grpSp>
          <p:nvGrpSpPr>
            <p:cNvPr id="371" name="document-114"/>
            <p:cNvGrpSpPr/>
            <p:nvPr/>
          </p:nvGrpSpPr>
          <p:grpSpPr>
            <a:xfrm>
              <a:off x="9467850" y="1600200"/>
              <a:ext cx="200026" cy="285750"/>
              <a:chOff x="9467850" y="1600200"/>
              <a:chExt cx="200026" cy="285750"/>
            </a:xfrm>
          </p:grpSpPr>
          <p:sp>
            <p:nvSpPr>
              <p:cNvPr id="115" name="115 document">
                <a:extLst>
                  <a:ext uri="{FF2B5EF4-FFF2-40B4-BE49-F238E27FC236}">
                    <a16:creationId xmlns:a16="http://schemas.microsoft.com/office/drawing/2014/main" id="{6889CC30-8C22-4FC3-A2B2-D9C2D3EDB3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67850" y="1600200"/>
                <a:ext cx="200025" cy="285750"/>
              </a:xfrm>
              <a:custGeom>
                <a:avLst/>
                <a:gdLst/>
                <a:ahLst/>
                <a:cxnLst/>
                <a:rect l="0" t="0" r="0" b="0"/>
                <a:pathLst>
                  <a:path w="200025" h="285750">
                    <a:moveTo>
                      <a:pt x="0" y="0"/>
                    </a:moveTo>
                    <a:lnTo>
                      <a:pt x="124015" y="0"/>
                    </a:lnTo>
                    <a:lnTo>
                      <a:pt x="200025" y="82867"/>
                    </a:lnTo>
                    <a:lnTo>
                      <a:pt x="20002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071E4C"/>
                </a:solidFill>
              </a:ln>
            </p:spPr>
          </p:sp>
          <p:sp>
            <p:nvSpPr>
              <p:cNvPr id="116" name="116 path">
                <a:extLst>
                  <a:ext uri="{FF2B5EF4-FFF2-40B4-BE49-F238E27FC236}">
                    <a16:creationId xmlns:a16="http://schemas.microsoft.com/office/drawing/2014/main" id="{D9C6111E-0F57-473F-8A69-120AA0FC34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91866" y="1600200"/>
                <a:ext cx="76010" cy="82867"/>
              </a:xfrm>
              <a:custGeom>
                <a:avLst/>
                <a:gdLst/>
                <a:ahLst/>
                <a:cxnLst/>
                <a:rect l="0" t="0" r="0" b="0"/>
                <a:pathLst>
                  <a:path w="76010" h="82867">
                    <a:moveTo>
                      <a:pt x="0" y="0"/>
                    </a:moveTo>
                    <a:lnTo>
                      <a:pt x="0" y="82867"/>
                    </a:lnTo>
                    <a:lnTo>
                      <a:pt x="76010" y="82867"/>
                    </a:lnTo>
                  </a:path>
                </a:pathLst>
              </a:custGeom>
              <a:noFill/>
              <a:ln w="16193">
                <a:solidFill>
                  <a:srgbClr val="071E4C"/>
                </a:solidFill>
              </a:ln>
            </p:spPr>
          </p:sp>
          <p:sp>
            <p:nvSpPr>
              <p:cNvPr id="117" name="117 path">
                <a:extLst>
                  <a:ext uri="{FF2B5EF4-FFF2-40B4-BE49-F238E27FC236}">
                    <a16:creationId xmlns:a16="http://schemas.microsoft.com/office/drawing/2014/main" id="{A7B7EFD8-4D64-43E7-A3A9-48184FC12A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15856" y="1737360"/>
                <a:ext cx="98012" cy="95"/>
              </a:xfrm>
              <a:custGeom>
                <a:avLst/>
                <a:gdLst/>
                <a:ahLst/>
                <a:cxnLst/>
                <a:rect l="0" t="0" r="0" b="0"/>
                <a:pathLst>
                  <a:path w="98012" h="95">
                    <a:moveTo>
                      <a:pt x="0" y="0"/>
                    </a:moveTo>
                    <a:lnTo>
                      <a:pt x="98012" y="0"/>
                    </a:lnTo>
                  </a:path>
                </a:pathLst>
              </a:custGeom>
              <a:noFill/>
              <a:ln w="17145">
                <a:solidFill>
                  <a:srgbClr val="071E4C"/>
                </a:solidFill>
              </a:ln>
            </p:spPr>
          </p:sp>
          <p:sp>
            <p:nvSpPr>
              <p:cNvPr id="118" name="118 path">
                <a:extLst>
                  <a:ext uri="{FF2B5EF4-FFF2-40B4-BE49-F238E27FC236}">
                    <a16:creationId xmlns:a16="http://schemas.microsoft.com/office/drawing/2014/main" id="{9CB35535-E648-4769-83A7-B0747188CE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15856" y="1791653"/>
                <a:ext cx="68008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8008" h="95">
                    <a:moveTo>
                      <a:pt x="0" y="0"/>
                    </a:moveTo>
                    <a:lnTo>
                      <a:pt x="68008" y="0"/>
                    </a:lnTo>
                  </a:path>
                </a:pathLst>
              </a:custGeom>
              <a:noFill/>
              <a:ln w="17145">
                <a:solidFill>
                  <a:srgbClr val="071E4C"/>
                </a:solidFill>
              </a:ln>
            </p:spPr>
          </p:sp>
        </p:grpSp>
        <p:sp>
          <p:nvSpPr>
            <p:cNvPr id="119" name="119 Code">
              <a:extLst>
                <a:ext uri="{FF2B5EF4-FFF2-40B4-BE49-F238E27FC236}">
                  <a16:creationId xmlns:a16="http://schemas.microsoft.com/office/drawing/2014/main" id="{CEF3D334-8C37-4478-A340-6A706AE1F5D5}"/>
                </a:ext>
              </a:extLst>
            </p:cNvPr>
            <p:cNvSpPr>
              <a:spLocks/>
            </p:cNvSpPr>
            <p:nvPr/>
          </p:nvSpPr>
          <p:spPr>
            <a:xfrm>
              <a:off x="9810750" y="1543050"/>
              <a:ext cx="866775" cy="2055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0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120" name="120 observations">
              <a:extLst>
                <a:ext uri="{FF2B5EF4-FFF2-40B4-BE49-F238E27FC236}">
                  <a16:creationId xmlns:a16="http://schemas.microsoft.com/office/drawing/2014/main" id="{4867ABAD-A62F-4EAF-B525-3E3C74D229E5}"/>
                </a:ext>
              </a:extLst>
            </p:cNvPr>
            <p:cNvSpPr>
              <a:spLocks/>
            </p:cNvSpPr>
            <p:nvPr/>
          </p:nvSpPr>
          <p:spPr>
            <a:xfrm>
              <a:off x="9810750" y="1725358"/>
              <a:ext cx="866775" cy="2055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0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observations</a:t>
              </a:r>
            </a:p>
          </p:txBody>
        </p:sp>
        <p:sp>
          <p:nvSpPr>
            <p:cNvPr id="121" name="121 rect">
              <a:extLst>
                <a:ext uri="{FF2B5EF4-FFF2-40B4-BE49-F238E27FC236}">
                  <a16:creationId xmlns:a16="http://schemas.microsoft.com/office/drawing/2014/main" id="{EF4BD22D-C49C-4ADF-A2DF-A6A3C5A8AC75}"/>
                </a:ext>
              </a:extLst>
            </p:cNvPr>
            <p:cNvSpPr>
              <a:spLocks/>
            </p:cNvSpPr>
            <p:nvPr/>
          </p:nvSpPr>
          <p:spPr>
            <a:xfrm>
              <a:off x="9467850" y="2505075"/>
              <a:ext cx="47625" cy="114300"/>
            </a:xfrm>
            <a:prstGeom prst="rect">
              <a:avLst/>
            </a:prstGeom>
            <a:solidFill>
              <a:srgbClr val="071E4C"/>
            </a:solidFill>
            <a:ln w="0">
              <a:noFill/>
            </a:ln>
          </p:spPr>
        </p:sp>
        <p:sp>
          <p:nvSpPr>
            <p:cNvPr id="122" name="122 rect">
              <a:extLst>
                <a:ext uri="{FF2B5EF4-FFF2-40B4-BE49-F238E27FC236}">
                  <a16:creationId xmlns:a16="http://schemas.microsoft.com/office/drawing/2014/main" id="{2AF3F09E-AD64-4674-B227-EF8CAA0FC23B}"/>
                </a:ext>
              </a:extLst>
            </p:cNvPr>
            <p:cNvSpPr>
              <a:spLocks/>
            </p:cNvSpPr>
            <p:nvPr/>
          </p:nvSpPr>
          <p:spPr>
            <a:xfrm>
              <a:off x="9553575" y="2419350"/>
              <a:ext cx="47625" cy="200025"/>
            </a:xfrm>
            <a:prstGeom prst="rect">
              <a:avLst/>
            </a:prstGeom>
            <a:solidFill>
              <a:srgbClr val="071E4C"/>
            </a:solidFill>
            <a:ln w="0">
              <a:noFill/>
            </a:ln>
          </p:spPr>
        </p:sp>
        <p:sp>
          <p:nvSpPr>
            <p:cNvPr id="123" name="123 rect">
              <a:extLst>
                <a:ext uri="{FF2B5EF4-FFF2-40B4-BE49-F238E27FC236}">
                  <a16:creationId xmlns:a16="http://schemas.microsoft.com/office/drawing/2014/main" id="{4DA01E5B-ED32-4A50-B1A3-5B531B98357F}"/>
                </a:ext>
              </a:extLst>
            </p:cNvPr>
            <p:cNvSpPr>
              <a:spLocks/>
            </p:cNvSpPr>
            <p:nvPr/>
          </p:nvSpPr>
          <p:spPr>
            <a:xfrm>
              <a:off x="9639300" y="2333625"/>
              <a:ext cx="47625" cy="285750"/>
            </a:xfrm>
            <a:prstGeom prst="rect">
              <a:avLst/>
            </a:prstGeom>
            <a:solidFill>
              <a:srgbClr val="071E4C"/>
            </a:solidFill>
            <a:ln w="0">
              <a:noFill/>
            </a:ln>
          </p:spPr>
        </p:sp>
        <p:sp>
          <p:nvSpPr>
            <p:cNvPr id="124" name="124 path">
              <a:extLst>
                <a:ext uri="{FF2B5EF4-FFF2-40B4-BE49-F238E27FC236}">
                  <a16:creationId xmlns:a16="http://schemas.microsoft.com/office/drawing/2014/main" id="{EACA2F76-74B2-4D25-9650-0AA25BEEE35E}"/>
                </a:ext>
              </a:extLst>
            </p:cNvPr>
            <p:cNvSpPr>
              <a:spLocks/>
            </p:cNvSpPr>
            <p:nvPr/>
          </p:nvSpPr>
          <p:spPr>
            <a:xfrm>
              <a:off x="9439275" y="2619375"/>
              <a:ext cx="285750" cy="95"/>
            </a:xfrm>
            <a:custGeom>
              <a:avLst/>
              <a:gdLst/>
              <a:ahLst/>
              <a:cxnLst/>
              <a:rect l="0" t="0" r="0" b="0"/>
              <a:pathLst>
                <a:path w="285750" h="9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071E4C"/>
              </a:solidFill>
            </a:ln>
          </p:spPr>
        </p:sp>
        <p:sp>
          <p:nvSpPr>
            <p:cNvPr id="125" name="125 Test results">
              <a:extLst>
                <a:ext uri="{FF2B5EF4-FFF2-40B4-BE49-F238E27FC236}">
                  <a16:creationId xmlns:a16="http://schemas.microsoft.com/office/drawing/2014/main" id="{0F1B712A-E96E-4A8F-B882-AE50857DDDD3}"/>
                </a:ext>
              </a:extLst>
            </p:cNvPr>
            <p:cNvSpPr>
              <a:spLocks/>
            </p:cNvSpPr>
            <p:nvPr/>
          </p:nvSpPr>
          <p:spPr>
            <a:xfrm>
              <a:off x="9810750" y="2362200"/>
              <a:ext cx="876300" cy="21023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3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3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Test results</a:t>
              </a:r>
            </a:p>
          </p:txBody>
        </p:sp>
        <p:grpSp>
          <p:nvGrpSpPr>
            <p:cNvPr id="372" name="document-125"/>
            <p:cNvGrpSpPr/>
            <p:nvPr/>
          </p:nvGrpSpPr>
          <p:grpSpPr>
            <a:xfrm>
              <a:off x="9467850" y="3114675"/>
              <a:ext cx="190500" cy="257175"/>
              <a:chOff x="9467850" y="3114675"/>
              <a:chExt cx="190500" cy="257175"/>
            </a:xfrm>
          </p:grpSpPr>
          <p:sp>
            <p:nvSpPr>
              <p:cNvPr id="126" name="126 document">
                <a:extLst>
                  <a:ext uri="{FF2B5EF4-FFF2-40B4-BE49-F238E27FC236}">
                    <a16:creationId xmlns:a16="http://schemas.microsoft.com/office/drawing/2014/main" id="{6A00B553-4191-45D1-966B-B63F0D2B04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67850" y="3114675"/>
                <a:ext cx="190500" cy="257175"/>
              </a:xfrm>
              <a:custGeom>
                <a:avLst/>
                <a:gdLst/>
                <a:ahLst/>
                <a:cxnLst/>
                <a:rect l="0" t="0" r="0" b="0"/>
                <a:pathLst>
                  <a:path w="190500" h="257175">
                    <a:moveTo>
                      <a:pt x="0" y="0"/>
                    </a:moveTo>
                    <a:lnTo>
                      <a:pt x="118110" y="0"/>
                    </a:lnTo>
                    <a:lnTo>
                      <a:pt x="190500" y="74581"/>
                    </a:lnTo>
                    <a:lnTo>
                      <a:pt x="190500" y="257175"/>
                    </a:lnTo>
                    <a:lnTo>
                      <a:pt x="0" y="257175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071E4C"/>
                </a:solidFill>
              </a:ln>
            </p:spPr>
          </p:sp>
          <p:sp>
            <p:nvSpPr>
              <p:cNvPr id="127" name="127 path">
                <a:extLst>
                  <a:ext uri="{FF2B5EF4-FFF2-40B4-BE49-F238E27FC236}">
                    <a16:creationId xmlns:a16="http://schemas.microsoft.com/office/drawing/2014/main" id="{211E64E2-F440-479E-B1E9-10E5282E96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85960" y="3114675"/>
                <a:ext cx="72390" cy="74581"/>
              </a:xfrm>
              <a:custGeom>
                <a:avLst/>
                <a:gdLst/>
                <a:ahLst/>
                <a:cxnLst/>
                <a:rect l="0" t="0" r="0" b="0"/>
                <a:pathLst>
                  <a:path w="72390" h="74581">
                    <a:moveTo>
                      <a:pt x="0" y="0"/>
                    </a:moveTo>
                    <a:lnTo>
                      <a:pt x="0" y="74581"/>
                    </a:lnTo>
                    <a:lnTo>
                      <a:pt x="72390" y="74581"/>
                    </a:lnTo>
                  </a:path>
                </a:pathLst>
              </a:custGeom>
              <a:noFill/>
              <a:ln w="16193">
                <a:solidFill>
                  <a:srgbClr val="071E4C"/>
                </a:solidFill>
              </a:ln>
            </p:spPr>
          </p:sp>
          <p:sp>
            <p:nvSpPr>
              <p:cNvPr id="128" name="128 path">
                <a:extLst>
                  <a:ext uri="{FF2B5EF4-FFF2-40B4-BE49-F238E27FC236}">
                    <a16:creationId xmlns:a16="http://schemas.microsoft.com/office/drawing/2014/main" id="{76A459E1-5422-477E-8E94-3EEE84B652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13570" y="3238119"/>
                <a:ext cx="9334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/>
              <a:ln w="17145">
                <a:solidFill>
                  <a:srgbClr val="071E4C"/>
                </a:solidFill>
              </a:ln>
            </p:spPr>
          </p:sp>
          <p:sp>
            <p:nvSpPr>
              <p:cNvPr id="129" name="129 path">
                <a:extLst>
                  <a:ext uri="{FF2B5EF4-FFF2-40B4-BE49-F238E27FC236}">
                    <a16:creationId xmlns:a16="http://schemas.microsoft.com/office/drawing/2014/main" id="{C4A613F9-D92A-4472-AFA5-BD59AA6B06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13570" y="3286982"/>
                <a:ext cx="6477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4770" h="95">
                    <a:moveTo>
                      <a:pt x="0" y="0"/>
                    </a:moveTo>
                    <a:lnTo>
                      <a:pt x="64770" y="0"/>
                    </a:lnTo>
                  </a:path>
                </a:pathLst>
              </a:custGeom>
              <a:noFill/>
              <a:ln w="17145">
                <a:solidFill>
                  <a:srgbClr val="071E4C"/>
                </a:solidFill>
              </a:ln>
            </p:spPr>
          </p:sp>
        </p:grpSp>
        <p:sp>
          <p:nvSpPr>
            <p:cNvPr id="130" name="130 Code locations">
              <a:extLst>
                <a:ext uri="{FF2B5EF4-FFF2-40B4-BE49-F238E27FC236}">
                  <a16:creationId xmlns:a16="http://schemas.microsoft.com/office/drawing/2014/main" id="{92D8579C-83D6-4910-BC34-F00204D1BA91}"/>
                </a:ext>
              </a:extLst>
            </p:cNvPr>
            <p:cNvSpPr>
              <a:spLocks/>
            </p:cNvSpPr>
            <p:nvPr/>
          </p:nvSpPr>
          <p:spPr>
            <a:xfrm>
              <a:off x="9782175" y="3124200"/>
              <a:ext cx="923925" cy="18543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177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77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Code locations</a:t>
              </a:r>
            </a:p>
          </p:txBody>
        </p:sp>
        <p:sp>
          <p:nvSpPr>
            <p:cNvPr id="131" name="131 ellipse">
              <a:extLst>
                <a:ext uri="{FF2B5EF4-FFF2-40B4-BE49-F238E27FC236}">
                  <a16:creationId xmlns:a16="http://schemas.microsoft.com/office/drawing/2014/main" id="{1F109DE4-7B6A-45ED-A9DD-0BC6469E8F3E}"/>
                </a:ext>
              </a:extLst>
            </p:cNvPr>
            <p:cNvSpPr>
              <a:spLocks/>
            </p:cNvSpPr>
            <p:nvPr/>
          </p:nvSpPr>
          <p:spPr>
            <a:xfrm>
              <a:off x="9448800" y="3848100"/>
              <a:ext cx="200025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1E4C"/>
              </a:solidFill>
            </a:ln>
          </p:spPr>
        </p:sp>
        <p:sp>
          <p:nvSpPr>
            <p:cNvPr id="132" name="132 path">
              <a:extLst>
                <a:ext uri="{FF2B5EF4-FFF2-40B4-BE49-F238E27FC236}">
                  <a16:creationId xmlns:a16="http://schemas.microsoft.com/office/drawing/2014/main" id="{4663FC65-6D88-4353-AFCC-D2BB1EFC4B3E}"/>
                </a:ext>
              </a:extLst>
            </p:cNvPr>
            <p:cNvSpPr>
              <a:spLocks/>
            </p:cNvSpPr>
            <p:nvPr/>
          </p:nvSpPr>
          <p:spPr>
            <a:xfrm>
              <a:off x="9486900" y="4019550"/>
              <a:ext cx="133350" cy="66675"/>
            </a:xfrm>
            <a:custGeom>
              <a:avLst/>
              <a:gdLst/>
              <a:ahLst/>
              <a:cxnLst/>
              <a:rect l="0" t="0" r="0" b="0"/>
              <a:pathLst>
                <a:path w="133350" h="66675">
                  <a:moveTo>
                    <a:pt x="0" y="0"/>
                  </a:moveTo>
                  <a:lnTo>
                    <a:pt x="19050" y="66675"/>
                  </a:lnTo>
                  <a:lnTo>
                    <a:pt x="104775" y="66675"/>
                  </a:ln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rgbClr val="071E4C"/>
              </a:solidFill>
            </a:ln>
          </p:spPr>
        </p:sp>
        <p:sp>
          <p:nvSpPr>
            <p:cNvPr id="133" name="133 path">
              <a:extLst>
                <a:ext uri="{FF2B5EF4-FFF2-40B4-BE49-F238E27FC236}">
                  <a16:creationId xmlns:a16="http://schemas.microsoft.com/office/drawing/2014/main" id="{CCCB3385-0F98-408E-83AC-6F5FA1CA6AA2}"/>
                </a:ext>
              </a:extLst>
            </p:cNvPr>
            <p:cNvSpPr>
              <a:spLocks/>
            </p:cNvSpPr>
            <p:nvPr/>
          </p:nvSpPr>
          <p:spPr>
            <a:xfrm>
              <a:off x="9505950" y="4114800"/>
              <a:ext cx="85725" cy="95"/>
            </a:xfrm>
            <a:custGeom>
              <a:avLst/>
              <a:gdLst/>
              <a:ahLst/>
              <a:cxnLst/>
              <a:rect l="0" t="0" r="0" b="0"/>
              <a:pathLst>
                <a:path w="85725" h="9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071E4C"/>
              </a:solidFill>
            </a:ln>
          </p:spPr>
        </p:sp>
        <p:sp>
          <p:nvSpPr>
            <p:cNvPr id="134" name="134 path">
              <a:extLst>
                <a:ext uri="{FF2B5EF4-FFF2-40B4-BE49-F238E27FC236}">
                  <a16:creationId xmlns:a16="http://schemas.microsoft.com/office/drawing/2014/main" id="{DE50C02F-C3A1-4DF6-B41B-737C1F150502}"/>
                </a:ext>
              </a:extLst>
            </p:cNvPr>
            <p:cNvSpPr>
              <a:spLocks/>
            </p:cNvSpPr>
            <p:nvPr/>
          </p:nvSpPr>
          <p:spPr>
            <a:xfrm>
              <a:off x="9525000" y="4152900"/>
              <a:ext cx="47625" cy="95"/>
            </a:xfrm>
            <a:custGeom>
              <a:avLst/>
              <a:gdLst/>
              <a:ahLst/>
              <a:cxnLst/>
              <a:rect l="0" t="0" r="0" b="0"/>
              <a:pathLst>
                <a:path w="47625" h="9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9050">
              <a:solidFill>
                <a:srgbClr val="071E4C"/>
              </a:solidFill>
            </a:ln>
          </p:spPr>
        </p:sp>
        <p:sp>
          <p:nvSpPr>
            <p:cNvPr id="135" name="135 Hypotheses">
              <a:extLst>
                <a:ext uri="{FF2B5EF4-FFF2-40B4-BE49-F238E27FC236}">
                  <a16:creationId xmlns:a16="http://schemas.microsoft.com/office/drawing/2014/main" id="{43E37349-C53C-4BBC-A089-B0B64B88034F}"/>
                </a:ext>
              </a:extLst>
            </p:cNvPr>
            <p:cNvSpPr>
              <a:spLocks/>
            </p:cNvSpPr>
            <p:nvPr/>
          </p:nvSpPr>
          <p:spPr>
            <a:xfrm>
              <a:off x="9791700" y="3905250"/>
              <a:ext cx="9048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Hypotheses</a:t>
              </a:r>
            </a:p>
          </p:txBody>
        </p:sp>
      </p:grpSp>
      <p:grpSp>
        <p:nvGrpSpPr>
          <p:cNvPr id="373" name="Repair Agent"/>
          <p:cNvGrpSpPr/>
          <p:nvPr/>
        </p:nvGrpSpPr>
        <p:grpSpPr>
          <a:xfrm>
            <a:off x="10925175" y="590550"/>
            <a:ext cx="2638425" cy="3905250"/>
            <a:chOff x="10925175" y="590550"/>
            <a:chExt cx="2638425" cy="3905250"/>
          </a:xfrm>
        </p:grpSpPr>
        <p:sp>
          <p:nvSpPr>
            <p:cNvPr id="136" name="136 rect">
              <a:extLst>
                <a:ext uri="{FF2B5EF4-FFF2-40B4-BE49-F238E27FC236}">
                  <a16:creationId xmlns:a16="http://schemas.microsoft.com/office/drawing/2014/main" id="{AD6E65F6-3586-460B-8E77-558772A4F83B}"/>
                </a:ext>
              </a:extLst>
            </p:cNvPr>
            <p:cNvSpPr>
              <a:spLocks/>
            </p:cNvSpPr>
            <p:nvPr/>
          </p:nvSpPr>
          <p:spPr>
            <a:xfrm>
              <a:off x="10925175" y="590550"/>
              <a:ext cx="2638425" cy="3905250"/>
            </a:xfrm>
            <a:prstGeom prst="roundRect">
              <a:avLst>
                <a:gd name="adj" fmla="val 2527"/>
              </a:avLst>
            </a:prstGeom>
            <a:gradFill>
              <a:gsLst>
                <a:gs pos="0">
                  <a:srgbClr val="DDF7ED"/>
                </a:gs>
                <a:gs pos="100000">
                  <a:srgbClr val="F2FCF8"/>
                </a:gs>
              </a:gsLst>
              <a:lin ang="5400000"/>
            </a:gradFill>
            <a:ln w="9525">
              <a:solidFill>
                <a:srgbClr val="51B99C"/>
              </a:solidFill>
            </a:ln>
          </p:spPr>
        </p:sp>
        <p:grpSp>
          <p:nvGrpSpPr>
            <p:cNvPr id="374" name="robot-136"/>
            <p:cNvGrpSpPr/>
            <p:nvPr/>
          </p:nvGrpSpPr>
          <p:grpSpPr>
            <a:xfrm>
              <a:off x="11115675" y="733425"/>
              <a:ext cx="381000" cy="400050"/>
              <a:chOff x="11115675" y="733425"/>
              <a:chExt cx="381000" cy="400050"/>
            </a:xfrm>
          </p:grpSpPr>
          <p:sp>
            <p:nvSpPr>
              <p:cNvPr id="137" name="137 path">
                <a:extLst>
                  <a:ext uri="{FF2B5EF4-FFF2-40B4-BE49-F238E27FC236}">
                    <a16:creationId xmlns:a16="http://schemas.microsoft.com/office/drawing/2014/main" id="{F864DD64-F1ED-4D92-9D20-E76FE1912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306175" y="790575"/>
                <a:ext cx="95" cy="857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0674E"/>
                </a:solidFill>
              </a:ln>
            </p:spPr>
          </p:sp>
          <p:sp>
            <p:nvSpPr>
              <p:cNvPr id="138" name="138 ellipse">
                <a:extLst>
                  <a:ext uri="{FF2B5EF4-FFF2-40B4-BE49-F238E27FC236}">
                    <a16:creationId xmlns:a16="http://schemas.microsoft.com/office/drawing/2014/main" id="{BA3D9837-63AC-434D-BD2C-3A4329DBE8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268075" y="733425"/>
                <a:ext cx="76200" cy="76200"/>
              </a:xfrm>
              <a:prstGeom prst="ellipse">
                <a:avLst/>
              </a:prstGeom>
              <a:solidFill>
                <a:srgbClr val="00674E"/>
              </a:solidFill>
              <a:ln w="0">
                <a:noFill/>
              </a:ln>
            </p:spPr>
          </p:sp>
          <p:sp>
            <p:nvSpPr>
              <p:cNvPr id="139" name="139 rect">
                <a:extLst>
                  <a:ext uri="{FF2B5EF4-FFF2-40B4-BE49-F238E27FC236}">
                    <a16:creationId xmlns:a16="http://schemas.microsoft.com/office/drawing/2014/main" id="{25AEB18F-1760-4FC1-97C8-D3B58EC1DE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15675" y="942975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00674E"/>
              </a:solidFill>
              <a:ln w="0">
                <a:noFill/>
              </a:ln>
            </p:spPr>
          </p:sp>
          <p:sp>
            <p:nvSpPr>
              <p:cNvPr id="140" name="140 rect">
                <a:extLst>
                  <a:ext uri="{FF2B5EF4-FFF2-40B4-BE49-F238E27FC236}">
                    <a16:creationId xmlns:a16="http://schemas.microsoft.com/office/drawing/2014/main" id="{B47177DD-0305-4E07-A6B0-E4F902EE4F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58575" y="942975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00674E"/>
              </a:solidFill>
              <a:ln w="0">
                <a:noFill/>
              </a:ln>
            </p:spPr>
          </p:sp>
          <p:sp>
            <p:nvSpPr>
              <p:cNvPr id="141" name="141 rect">
                <a:extLst>
                  <a:ext uri="{FF2B5EF4-FFF2-40B4-BE49-F238E27FC236}">
                    <a16:creationId xmlns:a16="http://schemas.microsoft.com/office/drawing/2014/main" id="{398CED0F-6FF4-48B4-8860-B4C4BF2E14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63300" y="857250"/>
                <a:ext cx="285750" cy="276225"/>
              </a:xfrm>
              <a:prstGeom prst="roundRect">
                <a:avLst>
                  <a:gd name="adj" fmla="val 20690"/>
                </a:avLst>
              </a:prstGeom>
              <a:gradFill>
                <a:gsLst>
                  <a:gs pos="0">
                    <a:srgbClr val="00674E"/>
                  </a:gs>
                  <a:gs pos="100000">
                    <a:srgbClr val="00674E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142" name="142 ellipse">
                <a:extLst>
                  <a:ext uri="{FF2B5EF4-FFF2-40B4-BE49-F238E27FC236}">
                    <a16:creationId xmlns:a16="http://schemas.microsoft.com/office/drawing/2014/main" id="{6CB289FE-D973-434F-9353-89C49224D4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220450" y="942975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43" name="143 ellipse">
                <a:extLst>
                  <a:ext uri="{FF2B5EF4-FFF2-40B4-BE49-F238E27FC236}">
                    <a16:creationId xmlns:a16="http://schemas.microsoft.com/office/drawing/2014/main" id="{5F26CB7C-57E9-4E94-B08B-20B8B7CDB2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334750" y="942975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44" name="144 path">
                <a:extLst>
                  <a:ext uri="{FF2B5EF4-FFF2-40B4-BE49-F238E27FC236}">
                    <a16:creationId xmlns:a16="http://schemas.microsoft.com/office/drawing/2014/main" id="{2FD0DD65-1732-45BE-ACF3-AB029B2AC3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258550" y="1047750"/>
                <a:ext cx="104775" cy="21431"/>
              </a:xfrm>
              <a:custGeom>
                <a:avLst/>
                <a:gdLst/>
                <a:ahLst/>
                <a:cxnLst/>
                <a:rect l="0" t="0" r="0" b="0"/>
                <a:pathLst>
                  <a:path w="104775" h="21431">
                    <a:moveTo>
                      <a:pt x="0" y="0"/>
                    </a:moveTo>
                    <a:lnTo>
                      <a:pt x="2030" y="2762"/>
                    </a:lnTo>
                    <a:lnTo>
                      <a:pt x="4298" y="5334"/>
                    </a:lnTo>
                    <a:lnTo>
                      <a:pt x="6791" y="7715"/>
                    </a:lnTo>
                    <a:lnTo>
                      <a:pt x="9494" y="9906"/>
                    </a:lnTo>
                    <a:lnTo>
                      <a:pt x="12391" y="11906"/>
                    </a:lnTo>
                    <a:lnTo>
                      <a:pt x="15469" y="13716"/>
                    </a:lnTo>
                    <a:lnTo>
                      <a:pt x="18711" y="15335"/>
                    </a:lnTo>
                    <a:lnTo>
                      <a:pt x="22104" y="16764"/>
                    </a:lnTo>
                    <a:lnTo>
                      <a:pt x="25632" y="18002"/>
                    </a:lnTo>
                    <a:lnTo>
                      <a:pt x="29281" y="19050"/>
                    </a:lnTo>
                    <a:lnTo>
                      <a:pt x="33035" y="19907"/>
                    </a:lnTo>
                    <a:lnTo>
                      <a:pt x="36881" y="20574"/>
                    </a:lnTo>
                    <a:lnTo>
                      <a:pt x="40803" y="21050"/>
                    </a:lnTo>
                    <a:lnTo>
                      <a:pt x="44786" y="21336"/>
                    </a:lnTo>
                    <a:lnTo>
                      <a:pt x="48816" y="21431"/>
                    </a:lnTo>
                    <a:lnTo>
                      <a:pt x="52877" y="21336"/>
                    </a:lnTo>
                    <a:lnTo>
                      <a:pt x="56956" y="21050"/>
                    </a:lnTo>
                    <a:lnTo>
                      <a:pt x="61036" y="20574"/>
                    </a:lnTo>
                    <a:lnTo>
                      <a:pt x="65104" y="19907"/>
                    </a:lnTo>
                    <a:lnTo>
                      <a:pt x="69144" y="19050"/>
                    </a:lnTo>
                    <a:lnTo>
                      <a:pt x="73142" y="18002"/>
                    </a:lnTo>
                    <a:lnTo>
                      <a:pt x="77083" y="16764"/>
                    </a:lnTo>
                    <a:lnTo>
                      <a:pt x="80952" y="15335"/>
                    </a:lnTo>
                    <a:lnTo>
                      <a:pt x="84734" y="13716"/>
                    </a:lnTo>
                    <a:lnTo>
                      <a:pt x="88415" y="11906"/>
                    </a:lnTo>
                    <a:lnTo>
                      <a:pt x="91979" y="9906"/>
                    </a:lnTo>
                    <a:lnTo>
                      <a:pt x="95412" y="7715"/>
                    </a:lnTo>
                    <a:lnTo>
                      <a:pt x="98699" y="5334"/>
                    </a:lnTo>
                    <a:lnTo>
                      <a:pt x="101825" y="2762"/>
                    </a:lnTo>
                    <a:lnTo>
                      <a:pt x="104775" y="0"/>
                    </a:lnTo>
                  </a:path>
                </a:pathLst>
              </a:custGeom>
              <a:noFill/>
              <a:ln w="14288">
                <a:solidFill>
                  <a:srgbClr val="FFFFFF"/>
                </a:solidFill>
              </a:ln>
            </p:spPr>
          </p:sp>
        </p:grpSp>
        <p:sp>
          <p:nvSpPr>
            <p:cNvPr id="145" name="145 Repair Agent">
              <a:extLst>
                <a:ext uri="{FF2B5EF4-FFF2-40B4-BE49-F238E27FC236}">
                  <a16:creationId xmlns:a16="http://schemas.microsoft.com/office/drawing/2014/main" id="{9DAA8E55-29F1-44D5-BA66-0090FBC3CB4A}"/>
                </a:ext>
              </a:extLst>
            </p:cNvPr>
            <p:cNvSpPr>
              <a:spLocks/>
            </p:cNvSpPr>
            <p:nvPr/>
          </p:nvSpPr>
          <p:spPr>
            <a:xfrm>
              <a:off x="11639550" y="733425"/>
              <a:ext cx="1838325" cy="33070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00" b="1">
                  <a:solidFill>
                    <a:srgbClr val="004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00" b="1">
                  <a:solidFill>
                    <a:srgbClr val="004A3C"/>
                  </a:solidFill>
                  <a:latin typeface="Times New Roman"/>
                  <a:ea typeface="Times New Roman"/>
                  <a:cs typeface="Times New Roman"/>
                </a:rPr>
                <a:t>Repair Agent</a:t>
              </a:r>
            </a:p>
          </p:txBody>
        </p:sp>
        <p:sp>
          <p:nvSpPr>
            <p:cNvPr id="146" name="146 Revise the candidate">
              <a:extLst>
                <a:ext uri="{FF2B5EF4-FFF2-40B4-BE49-F238E27FC236}">
                  <a16:creationId xmlns:a16="http://schemas.microsoft.com/office/drawing/2014/main" id="{FC4D3E56-49D8-46A0-AE63-BBF5210B73AE}"/>
                </a:ext>
              </a:extLst>
            </p:cNvPr>
            <p:cNvSpPr>
              <a:spLocks/>
            </p:cNvSpPr>
            <p:nvPr/>
          </p:nvSpPr>
          <p:spPr>
            <a:xfrm>
              <a:off x="11639550" y="1085850"/>
              <a:ext cx="1790700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04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04A3C"/>
                  </a:solidFill>
                  <a:latin typeface="Times New Roman"/>
                  <a:ea typeface="Times New Roman"/>
                  <a:cs typeface="Times New Roman"/>
                </a:rPr>
                <a:t>Revise the candidate</a:t>
              </a:r>
            </a:p>
          </p:txBody>
        </p:sp>
        <p:sp>
          <p:nvSpPr>
            <p:cNvPr id="147" name="147 using evidence">
              <a:extLst>
                <a:ext uri="{FF2B5EF4-FFF2-40B4-BE49-F238E27FC236}">
                  <a16:creationId xmlns:a16="http://schemas.microsoft.com/office/drawing/2014/main" id="{469E3471-E59F-427A-9523-9830921AA520}"/>
                </a:ext>
              </a:extLst>
            </p:cNvPr>
            <p:cNvSpPr>
              <a:spLocks/>
            </p:cNvSpPr>
            <p:nvPr/>
          </p:nvSpPr>
          <p:spPr>
            <a:xfrm>
              <a:off x="11639550" y="1295400"/>
              <a:ext cx="1790700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04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04A3C"/>
                  </a:solidFill>
                  <a:latin typeface="Times New Roman"/>
                  <a:ea typeface="Times New Roman"/>
                  <a:cs typeface="Times New Roman"/>
                </a:rPr>
                <a:t>using evidence</a:t>
              </a:r>
            </a:p>
          </p:txBody>
        </p:sp>
        <p:sp>
          <p:nvSpPr>
            <p:cNvPr id="148" name="148 rect">
              <a:extLst>
                <a:ext uri="{FF2B5EF4-FFF2-40B4-BE49-F238E27FC236}">
                  <a16:creationId xmlns:a16="http://schemas.microsoft.com/office/drawing/2014/main" id="{18A79C5C-0E32-4508-9B70-86CF5B95610E}"/>
                </a:ext>
              </a:extLst>
            </p:cNvPr>
            <p:cNvSpPr>
              <a:spLocks/>
            </p:cNvSpPr>
            <p:nvPr/>
          </p:nvSpPr>
          <p:spPr>
            <a:xfrm>
              <a:off x="11049000" y="1609725"/>
              <a:ext cx="2390775" cy="1266825"/>
            </a:xfrm>
            <a:prstGeom prst="roundRect">
              <a:avLst>
                <a:gd name="adj" fmla="val 5263"/>
              </a:avLst>
            </a:prstGeom>
            <a:solidFill>
              <a:srgbClr val="FDFFFE"/>
            </a:solidFill>
            <a:ln w="8573">
              <a:solidFill>
                <a:srgbClr val="AADCCC"/>
              </a:solidFill>
            </a:ln>
          </p:spPr>
        </p:sp>
        <p:sp>
          <p:nvSpPr>
            <p:cNvPr id="149" name="149 # revised code">
              <a:extLst>
                <a:ext uri="{FF2B5EF4-FFF2-40B4-BE49-F238E27FC236}">
                  <a16:creationId xmlns:a16="http://schemas.microsoft.com/office/drawing/2014/main" id="{03FB9870-4983-4BB4-8311-0E2DB1FBF8C2}"/>
                </a:ext>
              </a:extLst>
            </p:cNvPr>
            <p:cNvSpPr>
              <a:spLocks/>
            </p:cNvSpPr>
            <p:nvPr/>
          </p:nvSpPr>
          <p:spPr>
            <a:xfrm>
              <a:off x="11220450" y="1685925"/>
              <a:ext cx="20955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3" b="0">
                  <a:solidFill>
                    <a:srgbClr val="31637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316375"/>
                  </a:solidFill>
                  <a:latin typeface="Times New Roman"/>
                  <a:ea typeface="Times New Roman"/>
                  <a:cs typeface="Times New Roman"/>
                </a:rPr>
                <a:t># revised code</a:t>
              </a:r>
            </a:p>
          </p:txBody>
        </p:sp>
        <p:sp>
          <p:nvSpPr>
            <p:cNvPr id="150" name="150 rect">
              <a:extLst>
                <a:ext uri="{FF2B5EF4-FFF2-40B4-BE49-F238E27FC236}">
                  <a16:creationId xmlns:a16="http://schemas.microsoft.com/office/drawing/2014/main" id="{CED60215-598A-4307-9BDB-A3B88AAEE1E9}"/>
                </a:ext>
              </a:extLst>
            </p:cNvPr>
            <p:cNvSpPr>
              <a:spLocks/>
            </p:cNvSpPr>
            <p:nvPr/>
          </p:nvSpPr>
          <p:spPr>
            <a:xfrm>
              <a:off x="11144250" y="1981200"/>
              <a:ext cx="2209800" cy="295275"/>
            </a:xfrm>
            <a:prstGeom prst="roundRect">
              <a:avLst>
                <a:gd name="adj" fmla="val 19355"/>
              </a:avLst>
            </a:prstGeom>
            <a:solidFill>
              <a:srgbClr val="FDEAF0"/>
            </a:solidFill>
            <a:ln w="0">
              <a:noFill/>
            </a:ln>
          </p:spPr>
        </p:sp>
        <p:sp>
          <p:nvSpPr>
            <p:cNvPr id="151" name="151 rect">
              <a:extLst>
                <a:ext uri="{FF2B5EF4-FFF2-40B4-BE49-F238E27FC236}">
                  <a16:creationId xmlns:a16="http://schemas.microsoft.com/office/drawing/2014/main" id="{FA30D9E5-29CC-48BE-903C-0DD6E29BF422}"/>
                </a:ext>
              </a:extLst>
            </p:cNvPr>
            <p:cNvSpPr>
              <a:spLocks/>
            </p:cNvSpPr>
            <p:nvPr/>
          </p:nvSpPr>
          <p:spPr>
            <a:xfrm>
              <a:off x="11144250" y="2276475"/>
              <a:ext cx="2209800" cy="295275"/>
            </a:xfrm>
            <a:prstGeom prst="roundRect">
              <a:avLst>
                <a:gd name="adj" fmla="val 16129"/>
              </a:avLst>
            </a:prstGeom>
            <a:solidFill>
              <a:srgbClr val="E1FBF1"/>
            </a:solidFill>
            <a:ln w="0">
              <a:noFill/>
            </a:ln>
          </p:spPr>
        </p:sp>
        <p:sp>
          <p:nvSpPr>
            <p:cNvPr id="152" name="152 -    loss = model(x)">
              <a:extLst>
                <a:ext uri="{FF2B5EF4-FFF2-40B4-BE49-F238E27FC236}">
                  <a16:creationId xmlns:a16="http://schemas.microsoft.com/office/drawing/2014/main" id="{C9086C1E-1CA6-40A3-8C34-28C36FD3EA4F}"/>
                </a:ext>
              </a:extLst>
            </p:cNvPr>
            <p:cNvSpPr>
              <a:spLocks/>
            </p:cNvSpPr>
            <p:nvPr/>
          </p:nvSpPr>
          <p:spPr>
            <a:xfrm>
              <a:off x="11220450" y="2009775"/>
              <a:ext cx="21050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8" b="0">
                  <a:solidFill>
                    <a:srgbClr val="CE002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CE0027"/>
                  </a:solidFill>
                  <a:latin typeface="Times New Roman"/>
                  <a:ea typeface="Times New Roman"/>
                  <a:cs typeface="Times New Roman"/>
                </a:rPr>
                <a:t>-    loss = model(x)</a:t>
              </a:r>
            </a:p>
          </p:txBody>
        </p:sp>
        <p:sp>
          <p:nvSpPr>
            <p:cNvPr id="153" name="153 +    loss = model.forward(x)">
              <a:extLst>
                <a:ext uri="{FF2B5EF4-FFF2-40B4-BE49-F238E27FC236}">
                  <a16:creationId xmlns:a16="http://schemas.microsoft.com/office/drawing/2014/main" id="{56C49FEB-4AE9-48CC-A821-EE5AC0BF0701}"/>
                </a:ext>
              </a:extLst>
            </p:cNvPr>
            <p:cNvSpPr>
              <a:spLocks/>
            </p:cNvSpPr>
            <p:nvPr/>
          </p:nvSpPr>
          <p:spPr>
            <a:xfrm>
              <a:off x="11220450" y="2305050"/>
              <a:ext cx="2095500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8" b="0">
                  <a:solidFill>
                    <a:srgbClr val="074B4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074B40"/>
                  </a:solidFill>
                  <a:latin typeface="Times New Roman"/>
                  <a:ea typeface="Times New Roman"/>
                  <a:cs typeface="Times New Roman"/>
                </a:rPr>
                <a:t>+    loss = model.forward(x)</a:t>
              </a:r>
            </a:p>
          </p:txBody>
        </p:sp>
        <p:sp>
          <p:nvSpPr>
            <p:cNvPr id="154" name="154 …">
              <a:extLst>
                <a:ext uri="{FF2B5EF4-FFF2-40B4-BE49-F238E27FC236}">
                  <a16:creationId xmlns:a16="http://schemas.microsoft.com/office/drawing/2014/main" id="{B9100E11-0374-4394-A09E-9898328C17AB}"/>
                </a:ext>
              </a:extLst>
            </p:cNvPr>
            <p:cNvSpPr>
              <a:spLocks/>
            </p:cNvSpPr>
            <p:nvPr/>
          </p:nvSpPr>
          <p:spPr>
            <a:xfrm>
              <a:off x="11487150" y="2562225"/>
              <a:ext cx="952500" cy="3070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55" name="155 rect">
              <a:extLst>
                <a:ext uri="{FF2B5EF4-FFF2-40B4-BE49-F238E27FC236}">
                  <a16:creationId xmlns:a16="http://schemas.microsoft.com/office/drawing/2014/main" id="{E4CDD975-5D33-45A4-8461-AF0C1766BFBF}"/>
                </a:ext>
              </a:extLst>
            </p:cNvPr>
            <p:cNvSpPr>
              <a:spLocks/>
            </p:cNvSpPr>
            <p:nvPr/>
          </p:nvSpPr>
          <p:spPr>
            <a:xfrm>
              <a:off x="11049000" y="3000375"/>
              <a:ext cx="2390775" cy="1362075"/>
            </a:xfrm>
            <a:prstGeom prst="roundRect">
              <a:avLst>
                <a:gd name="adj" fmla="val 4895"/>
              </a:avLst>
            </a:prstGeom>
            <a:solidFill>
              <a:srgbClr val="FDFFFE"/>
            </a:solidFill>
            <a:ln w="8573">
              <a:solidFill>
                <a:srgbClr val="B6E1D2"/>
              </a:solidFill>
            </a:ln>
          </p:spPr>
        </p:sp>
        <p:sp>
          <p:nvSpPr>
            <p:cNvPr id="156" name="156 Repair history">
              <a:extLst>
                <a:ext uri="{FF2B5EF4-FFF2-40B4-BE49-F238E27FC236}">
                  <a16:creationId xmlns:a16="http://schemas.microsoft.com/office/drawing/2014/main" id="{0C3AACAD-62C9-4ECD-A24F-D83C8925667E}"/>
                </a:ext>
              </a:extLst>
            </p:cNvPr>
            <p:cNvSpPr>
              <a:spLocks/>
            </p:cNvSpPr>
            <p:nvPr/>
          </p:nvSpPr>
          <p:spPr>
            <a:xfrm>
              <a:off x="11191875" y="3057525"/>
              <a:ext cx="200025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Repair history</a:t>
              </a:r>
            </a:p>
          </p:txBody>
        </p:sp>
        <p:sp>
          <p:nvSpPr>
            <p:cNvPr id="157" name="157 rect">
              <a:extLst>
                <a:ext uri="{FF2B5EF4-FFF2-40B4-BE49-F238E27FC236}">
                  <a16:creationId xmlns:a16="http://schemas.microsoft.com/office/drawing/2014/main" id="{588336D8-CD57-4AA7-BB2A-42A79A197FDC}"/>
                </a:ext>
              </a:extLst>
            </p:cNvPr>
            <p:cNvSpPr>
              <a:spLocks/>
            </p:cNvSpPr>
            <p:nvPr/>
          </p:nvSpPr>
          <p:spPr>
            <a:xfrm>
              <a:off x="11182350" y="3343275"/>
              <a:ext cx="2152650" cy="285750"/>
            </a:xfrm>
            <a:prstGeom prst="roundRect">
              <a:avLst>
                <a:gd name="adj" fmla="val 13333"/>
              </a:avLst>
            </a:prstGeom>
            <a:solidFill>
              <a:srgbClr val="F1F7FE"/>
            </a:solidFill>
            <a:ln w="0">
              <a:noFill/>
            </a:ln>
          </p:spPr>
        </p:sp>
        <p:sp>
          <p:nvSpPr>
            <p:cNvPr id="158" name="158 Attempt 3">
              <a:extLst>
                <a:ext uri="{FF2B5EF4-FFF2-40B4-BE49-F238E27FC236}">
                  <a16:creationId xmlns:a16="http://schemas.microsoft.com/office/drawing/2014/main" id="{CE7DFBC8-53AB-487C-9B78-B14288783FBE}"/>
                </a:ext>
              </a:extLst>
            </p:cNvPr>
            <p:cNvSpPr>
              <a:spLocks/>
            </p:cNvSpPr>
            <p:nvPr/>
          </p:nvSpPr>
          <p:spPr>
            <a:xfrm>
              <a:off x="11296650" y="3362325"/>
              <a:ext cx="1095375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Attempt 3</a:t>
              </a:r>
            </a:p>
          </p:txBody>
        </p:sp>
        <p:sp>
          <p:nvSpPr>
            <p:cNvPr id="159" name="159 …">
              <a:extLst>
                <a:ext uri="{FF2B5EF4-FFF2-40B4-BE49-F238E27FC236}">
                  <a16:creationId xmlns:a16="http://schemas.microsoft.com/office/drawing/2014/main" id="{FA9B49EA-1D8A-4B10-B7D8-0B8F722CEF44}"/>
                </a:ext>
              </a:extLst>
            </p:cNvPr>
            <p:cNvSpPr>
              <a:spLocks/>
            </p:cNvSpPr>
            <p:nvPr/>
          </p:nvSpPr>
          <p:spPr>
            <a:xfrm>
              <a:off x="12449175" y="3352800"/>
              <a:ext cx="428625" cy="2598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grpSp>
          <p:nvGrpSpPr>
            <p:cNvPr id="375" name="icon-tick-159"/>
            <p:cNvGrpSpPr/>
            <p:nvPr/>
          </p:nvGrpSpPr>
          <p:grpSpPr>
            <a:xfrm>
              <a:off x="13057346" y="3424238"/>
              <a:ext cx="117634" cy="95250"/>
              <a:chOff x="13057346" y="3424238"/>
              <a:chExt cx="117634" cy="95250"/>
            </a:xfrm>
          </p:grpSpPr>
          <p:sp>
            <p:nvSpPr>
              <p:cNvPr id="160" name="160 path">
                <a:extLst>
                  <a:ext uri="{FF2B5EF4-FFF2-40B4-BE49-F238E27FC236}">
                    <a16:creationId xmlns:a16="http://schemas.microsoft.com/office/drawing/2014/main" id="{EE985903-476F-48D9-B92F-CCEA8EA9CF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57346" y="3424238"/>
                <a:ext cx="117634" cy="95250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95250">
                    <a:moveTo>
                      <a:pt x="0" y="57150"/>
                    </a:moveTo>
                    <a:lnTo>
                      <a:pt x="40719" y="95250"/>
                    </a:lnTo>
                    <a:lnTo>
                      <a:pt x="117634" y="0"/>
                    </a:lnTo>
                  </a:path>
                </a:pathLst>
              </a:custGeom>
              <a:noFill/>
              <a:ln w="18098">
                <a:solidFill>
                  <a:srgbClr val="087549"/>
                </a:solidFill>
              </a:ln>
            </p:spPr>
          </p:sp>
        </p:grpSp>
        <p:sp>
          <p:nvSpPr>
            <p:cNvPr id="161" name="161 rect">
              <a:extLst>
                <a:ext uri="{FF2B5EF4-FFF2-40B4-BE49-F238E27FC236}">
                  <a16:creationId xmlns:a16="http://schemas.microsoft.com/office/drawing/2014/main" id="{7B1CAA60-B2DB-4A8E-9E4A-3E1FDBC7BAB6}"/>
                </a:ext>
              </a:extLst>
            </p:cNvPr>
            <p:cNvSpPr>
              <a:spLocks/>
            </p:cNvSpPr>
            <p:nvPr/>
          </p:nvSpPr>
          <p:spPr>
            <a:xfrm>
              <a:off x="11182350" y="3657600"/>
              <a:ext cx="2152650" cy="285750"/>
            </a:xfrm>
            <a:prstGeom prst="roundRect">
              <a:avLst>
                <a:gd name="adj" fmla="val 13333"/>
              </a:avLst>
            </a:prstGeom>
            <a:solidFill>
              <a:srgbClr val="F1F7FE"/>
            </a:solidFill>
            <a:ln w="0">
              <a:noFill/>
            </a:ln>
          </p:spPr>
        </p:sp>
        <p:sp>
          <p:nvSpPr>
            <p:cNvPr id="162" name="162 Attempt 2">
              <a:extLst>
                <a:ext uri="{FF2B5EF4-FFF2-40B4-BE49-F238E27FC236}">
                  <a16:creationId xmlns:a16="http://schemas.microsoft.com/office/drawing/2014/main" id="{3FC053A8-9EA1-41FA-81EB-C0F721FADDBD}"/>
                </a:ext>
              </a:extLst>
            </p:cNvPr>
            <p:cNvSpPr>
              <a:spLocks/>
            </p:cNvSpPr>
            <p:nvPr/>
          </p:nvSpPr>
          <p:spPr>
            <a:xfrm>
              <a:off x="11296650" y="3676650"/>
              <a:ext cx="1095375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Attempt 2</a:t>
              </a:r>
            </a:p>
          </p:txBody>
        </p:sp>
        <p:sp>
          <p:nvSpPr>
            <p:cNvPr id="163" name="163 …">
              <a:extLst>
                <a:ext uri="{FF2B5EF4-FFF2-40B4-BE49-F238E27FC236}">
                  <a16:creationId xmlns:a16="http://schemas.microsoft.com/office/drawing/2014/main" id="{427F36FE-E651-442A-8B39-CFDF572F1FFD}"/>
                </a:ext>
              </a:extLst>
            </p:cNvPr>
            <p:cNvSpPr>
              <a:spLocks/>
            </p:cNvSpPr>
            <p:nvPr/>
          </p:nvSpPr>
          <p:spPr>
            <a:xfrm>
              <a:off x="12449175" y="3667125"/>
              <a:ext cx="428625" cy="2598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4" name="164 path">
              <a:extLst>
                <a:ext uri="{FF2B5EF4-FFF2-40B4-BE49-F238E27FC236}">
                  <a16:creationId xmlns:a16="http://schemas.microsoft.com/office/drawing/2014/main" id="{4D342C58-BEA5-4033-9ADE-8208332A8BFF}"/>
                </a:ext>
              </a:extLst>
            </p:cNvPr>
            <p:cNvSpPr>
              <a:spLocks/>
            </p:cNvSpPr>
            <p:nvPr/>
          </p:nvSpPr>
          <p:spPr>
            <a:xfrm>
              <a:off x="13068300" y="3743325"/>
              <a:ext cx="104775" cy="104775"/>
            </a:xfrm>
            <a:custGeom>
              <a:avLst/>
              <a:gdLst/>
              <a:ahLst/>
              <a:cxnLst/>
              <a:rect l="0" t="0" r="0" b="0"/>
              <a:pathLst>
                <a:path w="104775" h="104775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noFill/>
            <a:ln w="28575">
              <a:solidFill>
                <a:srgbClr val="F53B19"/>
              </a:solidFill>
            </a:ln>
          </p:spPr>
        </p:sp>
        <p:sp>
          <p:nvSpPr>
            <p:cNvPr id="165" name="165 path">
              <a:extLst>
                <a:ext uri="{FF2B5EF4-FFF2-40B4-BE49-F238E27FC236}">
                  <a16:creationId xmlns:a16="http://schemas.microsoft.com/office/drawing/2014/main" id="{B34593E9-789F-47E9-BE74-EC8E2C9ADFB8}"/>
                </a:ext>
              </a:extLst>
            </p:cNvPr>
            <p:cNvSpPr>
              <a:spLocks/>
            </p:cNvSpPr>
            <p:nvPr/>
          </p:nvSpPr>
          <p:spPr>
            <a:xfrm>
              <a:off x="13068300" y="3743325"/>
              <a:ext cx="104775" cy="104775"/>
            </a:xfrm>
            <a:custGeom>
              <a:avLst/>
              <a:gdLst/>
              <a:ahLst/>
              <a:cxnLst/>
              <a:rect l="0" t="0" r="0" b="0"/>
              <a:pathLst>
                <a:path w="104775" h="104775">
                  <a:moveTo>
                    <a:pt x="104775" y="0"/>
                  </a:moveTo>
                  <a:lnTo>
                    <a:pt x="0" y="104775"/>
                  </a:lnTo>
                </a:path>
              </a:pathLst>
            </a:custGeom>
            <a:noFill/>
            <a:ln w="28575">
              <a:solidFill>
                <a:srgbClr val="F53B19"/>
              </a:solidFill>
            </a:ln>
          </p:spPr>
        </p:sp>
        <p:sp>
          <p:nvSpPr>
            <p:cNvPr id="166" name="166 rect">
              <a:extLst>
                <a:ext uri="{FF2B5EF4-FFF2-40B4-BE49-F238E27FC236}">
                  <a16:creationId xmlns:a16="http://schemas.microsoft.com/office/drawing/2014/main" id="{0B57DBDF-B83F-47B0-9E62-40FBA7990C75}"/>
                </a:ext>
              </a:extLst>
            </p:cNvPr>
            <p:cNvSpPr>
              <a:spLocks/>
            </p:cNvSpPr>
            <p:nvPr/>
          </p:nvSpPr>
          <p:spPr>
            <a:xfrm>
              <a:off x="11182350" y="3971925"/>
              <a:ext cx="2152650" cy="285750"/>
            </a:xfrm>
            <a:prstGeom prst="roundRect">
              <a:avLst>
                <a:gd name="adj" fmla="val 13333"/>
              </a:avLst>
            </a:prstGeom>
            <a:solidFill>
              <a:srgbClr val="F1F7FE"/>
            </a:solidFill>
            <a:ln w="0">
              <a:noFill/>
            </a:ln>
          </p:spPr>
        </p:sp>
        <p:sp>
          <p:nvSpPr>
            <p:cNvPr id="167" name="167 Attempt 1">
              <a:extLst>
                <a:ext uri="{FF2B5EF4-FFF2-40B4-BE49-F238E27FC236}">
                  <a16:creationId xmlns:a16="http://schemas.microsoft.com/office/drawing/2014/main" id="{05980A42-05FA-470D-8812-97B5665F4926}"/>
                </a:ext>
              </a:extLst>
            </p:cNvPr>
            <p:cNvSpPr>
              <a:spLocks/>
            </p:cNvSpPr>
            <p:nvPr/>
          </p:nvSpPr>
          <p:spPr>
            <a:xfrm>
              <a:off x="11296650" y="3990975"/>
              <a:ext cx="1095375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Attempt 1</a:t>
              </a:r>
            </a:p>
          </p:txBody>
        </p:sp>
        <p:sp>
          <p:nvSpPr>
            <p:cNvPr id="168" name="168 …">
              <a:extLst>
                <a:ext uri="{FF2B5EF4-FFF2-40B4-BE49-F238E27FC236}">
                  <a16:creationId xmlns:a16="http://schemas.microsoft.com/office/drawing/2014/main" id="{7A868479-1ADB-4BBA-921C-84B89AAB3C8A}"/>
                </a:ext>
              </a:extLst>
            </p:cNvPr>
            <p:cNvSpPr>
              <a:spLocks/>
            </p:cNvSpPr>
            <p:nvPr/>
          </p:nvSpPr>
          <p:spPr>
            <a:xfrm>
              <a:off x="12449175" y="3981450"/>
              <a:ext cx="428625" cy="2598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9" name="169 path">
              <a:extLst>
                <a:ext uri="{FF2B5EF4-FFF2-40B4-BE49-F238E27FC236}">
                  <a16:creationId xmlns:a16="http://schemas.microsoft.com/office/drawing/2014/main" id="{6E404864-0DAB-4CC7-917D-38B024B9CA15}"/>
                </a:ext>
              </a:extLst>
            </p:cNvPr>
            <p:cNvSpPr>
              <a:spLocks/>
            </p:cNvSpPr>
            <p:nvPr/>
          </p:nvSpPr>
          <p:spPr>
            <a:xfrm>
              <a:off x="13068300" y="4057650"/>
              <a:ext cx="104775" cy="104775"/>
            </a:xfrm>
            <a:custGeom>
              <a:avLst/>
              <a:gdLst/>
              <a:ahLst/>
              <a:cxnLst/>
              <a:rect l="0" t="0" r="0" b="0"/>
              <a:pathLst>
                <a:path w="104775" h="104775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noFill/>
            <a:ln w="28575">
              <a:solidFill>
                <a:srgbClr val="F53B19"/>
              </a:solidFill>
            </a:ln>
          </p:spPr>
        </p:sp>
        <p:sp>
          <p:nvSpPr>
            <p:cNvPr id="170" name="170 path">
              <a:extLst>
                <a:ext uri="{FF2B5EF4-FFF2-40B4-BE49-F238E27FC236}">
                  <a16:creationId xmlns:a16="http://schemas.microsoft.com/office/drawing/2014/main" id="{31BF3F43-5EC9-4717-831F-F646E71F831C}"/>
                </a:ext>
              </a:extLst>
            </p:cNvPr>
            <p:cNvSpPr>
              <a:spLocks/>
            </p:cNvSpPr>
            <p:nvPr/>
          </p:nvSpPr>
          <p:spPr>
            <a:xfrm>
              <a:off x="13068300" y="4057650"/>
              <a:ext cx="104775" cy="104775"/>
            </a:xfrm>
            <a:custGeom>
              <a:avLst/>
              <a:gdLst/>
              <a:ahLst/>
              <a:cxnLst/>
              <a:rect l="0" t="0" r="0" b="0"/>
              <a:pathLst>
                <a:path w="104775" h="104775">
                  <a:moveTo>
                    <a:pt x="104775" y="0"/>
                  </a:moveTo>
                  <a:lnTo>
                    <a:pt x="0" y="104775"/>
                  </a:lnTo>
                </a:path>
              </a:pathLst>
            </a:custGeom>
            <a:noFill/>
            <a:ln w="28575">
              <a:solidFill>
                <a:srgbClr val="F53B19"/>
              </a:solidFill>
            </a:ln>
          </p:spPr>
        </p:sp>
      </p:grpSp>
      <p:grpSp>
        <p:nvGrpSpPr>
          <p:cNvPr id="376" name="Target program"/>
          <p:cNvGrpSpPr/>
          <p:nvPr/>
        </p:nvGrpSpPr>
        <p:grpSpPr>
          <a:xfrm>
            <a:off x="13706475" y="581025"/>
            <a:ext cx="2000250" cy="4086225"/>
            <a:chOff x="13706475" y="581025"/>
            <a:chExt cx="2000250" cy="4086225"/>
          </a:xfrm>
        </p:grpSpPr>
        <p:sp>
          <p:nvSpPr>
            <p:cNvPr id="171" name="171 rect">
              <a:extLst>
                <a:ext uri="{FF2B5EF4-FFF2-40B4-BE49-F238E27FC236}">
                  <a16:creationId xmlns:a16="http://schemas.microsoft.com/office/drawing/2014/main" id="{05007A5C-FAEE-4143-9B2E-4EF4CFA0D69D}"/>
                </a:ext>
              </a:extLst>
            </p:cNvPr>
            <p:cNvSpPr>
              <a:spLocks/>
            </p:cNvSpPr>
            <p:nvPr/>
          </p:nvSpPr>
          <p:spPr>
            <a:xfrm>
              <a:off x="13706475" y="581025"/>
              <a:ext cx="2000250" cy="4086225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ECF3FC"/>
                </a:gs>
                <a:gs pos="100000">
                  <a:srgbClr val="F8FAFD"/>
                </a:gs>
              </a:gsLst>
              <a:lin ang="5400000"/>
            </a:gradFill>
            <a:ln w="10478">
              <a:solidFill>
                <a:srgbClr val="7C9ECB"/>
              </a:solidFill>
            </a:ln>
          </p:spPr>
        </p:sp>
        <p:sp>
          <p:nvSpPr>
            <p:cNvPr id="172" name="172 Target Program">
              <a:extLst>
                <a:ext uri="{FF2B5EF4-FFF2-40B4-BE49-F238E27FC236}">
                  <a16:creationId xmlns:a16="http://schemas.microsoft.com/office/drawing/2014/main" id="{2D455EE4-DC99-4AB0-9A5E-120A080FBB05}"/>
                </a:ext>
              </a:extLst>
            </p:cNvPr>
            <p:cNvSpPr>
              <a:spLocks/>
            </p:cNvSpPr>
            <p:nvPr/>
          </p:nvSpPr>
          <p:spPr>
            <a:xfrm>
              <a:off x="13944600" y="685800"/>
              <a:ext cx="1704975" cy="29409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68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68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Target Program</a:t>
              </a:r>
            </a:p>
          </p:txBody>
        </p:sp>
        <p:sp>
          <p:nvSpPr>
            <p:cNvPr id="173" name="173 (repository)">
              <a:extLst>
                <a:ext uri="{FF2B5EF4-FFF2-40B4-BE49-F238E27FC236}">
                  <a16:creationId xmlns:a16="http://schemas.microsoft.com/office/drawing/2014/main" id="{F16A492B-15D4-4289-BB59-A1B9423CAE2E}"/>
                </a:ext>
              </a:extLst>
            </p:cNvPr>
            <p:cNvSpPr>
              <a:spLocks/>
            </p:cNvSpPr>
            <p:nvPr/>
          </p:nvSpPr>
          <p:spPr>
            <a:xfrm>
              <a:off x="13944600" y="946690"/>
              <a:ext cx="1704975" cy="29409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68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68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(repository)</a:t>
              </a:r>
            </a:p>
          </p:txBody>
        </p:sp>
        <p:grpSp>
          <p:nvGrpSpPr>
            <p:cNvPr id="377" name="icon-java-173"/>
            <p:cNvGrpSpPr/>
            <p:nvPr/>
          </p:nvGrpSpPr>
          <p:grpSpPr>
            <a:xfrm>
              <a:off x="14277975" y="1442019"/>
              <a:ext cx="400050" cy="506862"/>
              <a:chOff x="14277975" y="1442019"/>
              <a:chExt cx="400050" cy="506862"/>
            </a:xfrm>
          </p:grpSpPr>
          <p:sp>
            <p:nvSpPr>
              <p:cNvPr id="174" name="174 java vector path">
                <a:extLst>
                  <a:ext uri="{FF2B5EF4-FFF2-40B4-BE49-F238E27FC236}">
                    <a16:creationId xmlns:a16="http://schemas.microsoft.com/office/drawing/2014/main" id="{7778DB28-FA1A-4AF2-8A88-FF7A3953E8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277975" y="1442019"/>
                <a:ext cx="400050" cy="506862"/>
              </a:xfrm>
              <a:custGeom>
                <a:avLst/>
                <a:gdLst/>
                <a:ahLst/>
                <a:cxnLst/>
                <a:rect l="0" t="0" r="0" b="0"/>
                <a:pathLst>
                  <a:path w="400050" h="506862">
                    <a:moveTo>
                      <a:pt x="315748" y="87129"/>
                    </a:moveTo>
                    <a:lnTo>
                      <a:pt x="310168" y="90952"/>
                    </a:lnTo>
                    <a:lnTo>
                      <a:pt x="304639" y="94733"/>
                    </a:lnTo>
                    <a:lnTo>
                      <a:pt x="299131" y="98517"/>
                    </a:lnTo>
                    <a:lnTo>
                      <a:pt x="293610" y="102346"/>
                    </a:lnTo>
                    <a:lnTo>
                      <a:pt x="288045" y="106265"/>
                    </a:lnTo>
                    <a:lnTo>
                      <a:pt x="282404" y="110317"/>
                    </a:lnTo>
                    <a:lnTo>
                      <a:pt x="276653" y="114547"/>
                    </a:lnTo>
                    <a:lnTo>
                      <a:pt x="270762" y="118998"/>
                    </a:lnTo>
                    <a:lnTo>
                      <a:pt x="265818" y="122720"/>
                    </a:lnTo>
                    <a:lnTo>
                      <a:pt x="260346" y="126862"/>
                    </a:lnTo>
                    <a:lnTo>
                      <a:pt x="254697" y="131403"/>
                    </a:lnTo>
                    <a:lnTo>
                      <a:pt x="249223" y="136318"/>
                    </a:lnTo>
                    <a:lnTo>
                      <a:pt x="244275" y="141585"/>
                    </a:lnTo>
                    <a:lnTo>
                      <a:pt x="240205" y="147180"/>
                    </a:lnTo>
                    <a:lnTo>
                      <a:pt x="237362" y="153080"/>
                    </a:lnTo>
                    <a:lnTo>
                      <a:pt x="236100" y="159262"/>
                    </a:lnTo>
                    <a:lnTo>
                      <a:pt x="236485" y="166028"/>
                    </a:lnTo>
                    <a:lnTo>
                      <a:pt x="238329" y="172752"/>
                    </a:lnTo>
                    <a:lnTo>
                      <a:pt x="241253" y="179475"/>
                    </a:lnTo>
                    <a:lnTo>
                      <a:pt x="244880" y="186236"/>
                    </a:lnTo>
                    <a:lnTo>
                      <a:pt x="248832" y="193073"/>
                    </a:lnTo>
                    <a:lnTo>
                      <a:pt x="252733" y="200027"/>
                    </a:lnTo>
                    <a:lnTo>
                      <a:pt x="256204" y="207136"/>
                    </a:lnTo>
                    <a:lnTo>
                      <a:pt x="258868" y="214440"/>
                    </a:lnTo>
                    <a:lnTo>
                      <a:pt x="260348" y="221978"/>
                    </a:lnTo>
                    <a:lnTo>
                      <a:pt x="260266" y="229790"/>
                    </a:lnTo>
                    <a:lnTo>
                      <a:pt x="258244" y="237914"/>
                    </a:lnTo>
                    <a:lnTo>
                      <a:pt x="253905" y="246390"/>
                    </a:lnTo>
                    <a:lnTo>
                      <a:pt x="250484" y="250979"/>
                    </a:lnTo>
                    <a:lnTo>
                      <a:pt x="246557" y="254988"/>
                    </a:lnTo>
                    <a:lnTo>
                      <a:pt x="242147" y="258538"/>
                    </a:lnTo>
                    <a:lnTo>
                      <a:pt x="237276" y="261747"/>
                    </a:lnTo>
                    <a:lnTo>
                      <a:pt x="231968" y="264737"/>
                    </a:lnTo>
                    <a:lnTo>
                      <a:pt x="226244" y="267627"/>
                    </a:lnTo>
                    <a:lnTo>
                      <a:pt x="220128" y="270538"/>
                    </a:lnTo>
                    <a:lnTo>
                      <a:pt x="213641" y="273588"/>
                    </a:lnTo>
                    <a:lnTo>
                      <a:pt x="213297" y="272184"/>
                    </a:lnTo>
                    <a:lnTo>
                      <a:pt x="213605" y="270778"/>
                    </a:lnTo>
                    <a:lnTo>
                      <a:pt x="214421" y="269370"/>
                    </a:lnTo>
                    <a:lnTo>
                      <a:pt x="215602" y="267961"/>
                    </a:lnTo>
                    <a:lnTo>
                      <a:pt x="217004" y="266552"/>
                    </a:lnTo>
                    <a:lnTo>
                      <a:pt x="218484" y="265144"/>
                    </a:lnTo>
                    <a:lnTo>
                      <a:pt x="219899" y="263738"/>
                    </a:lnTo>
                    <a:lnTo>
                      <a:pt x="221105" y="262333"/>
                    </a:lnTo>
                    <a:lnTo>
                      <a:pt x="225413" y="255081"/>
                    </a:lnTo>
                    <a:lnTo>
                      <a:pt x="227943" y="248371"/>
                    </a:lnTo>
                    <a:lnTo>
                      <a:pt x="228913" y="242113"/>
                    </a:lnTo>
                    <a:lnTo>
                      <a:pt x="228544" y="236211"/>
                    </a:lnTo>
                    <a:lnTo>
                      <a:pt x="227054" y="230573"/>
                    </a:lnTo>
                    <a:lnTo>
                      <a:pt x="224665" y="225105"/>
                    </a:lnTo>
                    <a:lnTo>
                      <a:pt x="221594" y="219714"/>
                    </a:lnTo>
                    <a:lnTo>
                      <a:pt x="218063" y="214307"/>
                    </a:lnTo>
                    <a:lnTo>
                      <a:pt x="214289" y="208791"/>
                    </a:lnTo>
                    <a:lnTo>
                      <a:pt x="210494" y="203071"/>
                    </a:lnTo>
                    <a:lnTo>
                      <a:pt x="206897" y="197055"/>
                    </a:lnTo>
                    <a:lnTo>
                      <a:pt x="203716" y="190649"/>
                    </a:lnTo>
                    <a:lnTo>
                      <a:pt x="201173" y="183760"/>
                    </a:lnTo>
                    <a:lnTo>
                      <a:pt x="199486" y="176295"/>
                    </a:lnTo>
                    <a:lnTo>
                      <a:pt x="198875" y="168160"/>
                    </a:lnTo>
                    <a:lnTo>
                      <a:pt x="199560" y="159262"/>
                    </a:lnTo>
                    <a:lnTo>
                      <a:pt x="201526" y="150343"/>
                    </a:lnTo>
                    <a:lnTo>
                      <a:pt x="204558" y="142179"/>
                    </a:lnTo>
                    <a:lnTo>
                      <a:pt x="208576" y="134733"/>
                    </a:lnTo>
                    <a:lnTo>
                      <a:pt x="213506" y="127970"/>
                    </a:lnTo>
                    <a:lnTo>
                      <a:pt x="219270" y="121855"/>
                    </a:lnTo>
                    <a:lnTo>
                      <a:pt x="225791" y="116351"/>
                    </a:lnTo>
                    <a:lnTo>
                      <a:pt x="232992" y="111423"/>
                    </a:lnTo>
                    <a:lnTo>
                      <a:pt x="240797" y="107036"/>
                    </a:lnTo>
                    <a:lnTo>
                      <a:pt x="249128" y="103154"/>
                    </a:lnTo>
                    <a:lnTo>
                      <a:pt x="257910" y="99742"/>
                    </a:lnTo>
                    <a:lnTo>
                      <a:pt x="267065" y="96763"/>
                    </a:lnTo>
                    <a:lnTo>
                      <a:pt x="276516" y="94182"/>
                    </a:lnTo>
                    <a:lnTo>
                      <a:pt x="286187" y="91964"/>
                    </a:lnTo>
                    <a:lnTo>
                      <a:pt x="296000" y="90073"/>
                    </a:lnTo>
                    <a:lnTo>
                      <a:pt x="305879" y="88473"/>
                    </a:lnTo>
                    <a:lnTo>
                      <a:pt x="315748" y="87129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175" name="175 java vector path">
                <a:extLst>
                  <a:ext uri="{FF2B5EF4-FFF2-40B4-BE49-F238E27FC236}">
                    <a16:creationId xmlns:a16="http://schemas.microsoft.com/office/drawing/2014/main" id="{9432EBBA-F70A-4A5A-BEBC-B3561BB902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277975" y="1442019"/>
                <a:ext cx="400050" cy="506862"/>
              </a:xfrm>
              <a:custGeom>
                <a:avLst/>
                <a:gdLst/>
                <a:ahLst/>
                <a:cxnLst/>
                <a:rect l="0" t="0" r="0" b="0"/>
                <a:pathLst>
                  <a:path w="400050" h="506862">
                    <a:moveTo>
                      <a:pt x="232360" y="0"/>
                    </a:moveTo>
                    <a:lnTo>
                      <a:pt x="235423" y="3498"/>
                    </a:lnTo>
                    <a:lnTo>
                      <a:pt x="238256" y="7613"/>
                    </a:lnTo>
                    <a:lnTo>
                      <a:pt x="240803" y="12255"/>
                    </a:lnTo>
                    <a:lnTo>
                      <a:pt x="243010" y="17337"/>
                    </a:lnTo>
                    <a:lnTo>
                      <a:pt x="244821" y="22771"/>
                    </a:lnTo>
                    <a:lnTo>
                      <a:pt x="246183" y="28468"/>
                    </a:lnTo>
                    <a:lnTo>
                      <a:pt x="247040" y="34339"/>
                    </a:lnTo>
                    <a:lnTo>
                      <a:pt x="247338" y="40298"/>
                    </a:lnTo>
                    <a:lnTo>
                      <a:pt x="246662" y="49950"/>
                    </a:lnTo>
                    <a:lnTo>
                      <a:pt x="244729" y="59073"/>
                    </a:lnTo>
                    <a:lnTo>
                      <a:pt x="241679" y="67715"/>
                    </a:lnTo>
                    <a:lnTo>
                      <a:pt x="237656" y="75922"/>
                    </a:lnTo>
                    <a:lnTo>
                      <a:pt x="232800" y="83740"/>
                    </a:lnTo>
                    <a:lnTo>
                      <a:pt x="227253" y="91218"/>
                    </a:lnTo>
                    <a:lnTo>
                      <a:pt x="221156" y="98400"/>
                    </a:lnTo>
                    <a:lnTo>
                      <a:pt x="214652" y="105334"/>
                    </a:lnTo>
                    <a:lnTo>
                      <a:pt x="207882" y="112067"/>
                    </a:lnTo>
                    <a:lnTo>
                      <a:pt x="200987" y="118646"/>
                    </a:lnTo>
                    <a:lnTo>
                      <a:pt x="194109" y="125116"/>
                    </a:lnTo>
                    <a:lnTo>
                      <a:pt x="187390" y="131525"/>
                    </a:lnTo>
                    <a:lnTo>
                      <a:pt x="180972" y="137919"/>
                    </a:lnTo>
                    <a:lnTo>
                      <a:pt x="174996" y="144345"/>
                    </a:lnTo>
                    <a:lnTo>
                      <a:pt x="169603" y="150850"/>
                    </a:lnTo>
                    <a:lnTo>
                      <a:pt x="167416" y="153831"/>
                    </a:lnTo>
                    <a:lnTo>
                      <a:pt x="165169" y="157129"/>
                    </a:lnTo>
                    <a:lnTo>
                      <a:pt x="162968" y="160711"/>
                    </a:lnTo>
                    <a:lnTo>
                      <a:pt x="160925" y="164547"/>
                    </a:lnTo>
                    <a:lnTo>
                      <a:pt x="159146" y="168602"/>
                    </a:lnTo>
                    <a:lnTo>
                      <a:pt x="157741" y="172847"/>
                    </a:lnTo>
                    <a:lnTo>
                      <a:pt x="156818" y="177247"/>
                    </a:lnTo>
                    <a:lnTo>
                      <a:pt x="156486" y="181772"/>
                    </a:lnTo>
                    <a:lnTo>
                      <a:pt x="157283" y="189990"/>
                    </a:lnTo>
                    <a:lnTo>
                      <a:pt x="159490" y="198313"/>
                    </a:lnTo>
                    <a:lnTo>
                      <a:pt x="162832" y="206671"/>
                    </a:lnTo>
                    <a:lnTo>
                      <a:pt x="167034" y="214997"/>
                    </a:lnTo>
                    <a:lnTo>
                      <a:pt x="171820" y="223222"/>
                    </a:lnTo>
                    <a:lnTo>
                      <a:pt x="176914" y="231280"/>
                    </a:lnTo>
                    <a:lnTo>
                      <a:pt x="182042" y="239102"/>
                    </a:lnTo>
                    <a:lnTo>
                      <a:pt x="186928" y="246620"/>
                    </a:lnTo>
                    <a:lnTo>
                      <a:pt x="191296" y="253766"/>
                    </a:lnTo>
                    <a:lnTo>
                      <a:pt x="194871" y="260472"/>
                    </a:lnTo>
                    <a:lnTo>
                      <a:pt x="188356" y="256037"/>
                    </a:lnTo>
                    <a:lnTo>
                      <a:pt x="181520" y="251195"/>
                    </a:lnTo>
                    <a:lnTo>
                      <a:pt x="174485" y="245979"/>
                    </a:lnTo>
                    <a:lnTo>
                      <a:pt x="167371" y="240422"/>
                    </a:lnTo>
                    <a:lnTo>
                      <a:pt x="160299" y="234557"/>
                    </a:lnTo>
                    <a:lnTo>
                      <a:pt x="153390" y="228415"/>
                    </a:lnTo>
                    <a:lnTo>
                      <a:pt x="146764" y="222030"/>
                    </a:lnTo>
                    <a:lnTo>
                      <a:pt x="140543" y="215435"/>
                    </a:lnTo>
                    <a:lnTo>
                      <a:pt x="135557" y="208841"/>
                    </a:lnTo>
                    <a:lnTo>
                      <a:pt x="130754" y="201586"/>
                    </a:lnTo>
                    <a:lnTo>
                      <a:pt x="126390" y="193781"/>
                    </a:lnTo>
                    <a:lnTo>
                      <a:pt x="122719" y="185533"/>
                    </a:lnTo>
                    <a:lnTo>
                      <a:pt x="119997" y="176951"/>
                    </a:lnTo>
                    <a:lnTo>
                      <a:pt x="118477" y="168143"/>
                    </a:lnTo>
                    <a:lnTo>
                      <a:pt x="118415" y="159220"/>
                    </a:lnTo>
                    <a:lnTo>
                      <a:pt x="120067" y="150288"/>
                    </a:lnTo>
                    <a:lnTo>
                      <a:pt x="123686" y="141457"/>
                    </a:lnTo>
                    <a:lnTo>
                      <a:pt x="128022" y="134427"/>
                    </a:lnTo>
                    <a:lnTo>
                      <a:pt x="133225" y="127700"/>
                    </a:lnTo>
                    <a:lnTo>
                      <a:pt x="139175" y="121227"/>
                    </a:lnTo>
                    <a:lnTo>
                      <a:pt x="145751" y="114961"/>
                    </a:lnTo>
                    <a:lnTo>
                      <a:pt x="152832" y="108854"/>
                    </a:lnTo>
                    <a:lnTo>
                      <a:pt x="160298" y="102857"/>
                    </a:lnTo>
                    <a:lnTo>
                      <a:pt x="168027" y="96922"/>
                    </a:lnTo>
                    <a:lnTo>
                      <a:pt x="175899" y="91002"/>
                    </a:lnTo>
                    <a:lnTo>
                      <a:pt x="183793" y="85049"/>
                    </a:lnTo>
                    <a:lnTo>
                      <a:pt x="191589" y="79014"/>
                    </a:lnTo>
                    <a:lnTo>
                      <a:pt x="199165" y="72849"/>
                    </a:lnTo>
                    <a:lnTo>
                      <a:pt x="206402" y="66507"/>
                    </a:lnTo>
                    <a:lnTo>
                      <a:pt x="213178" y="59939"/>
                    </a:lnTo>
                    <a:lnTo>
                      <a:pt x="219372" y="53098"/>
                    </a:lnTo>
                    <a:lnTo>
                      <a:pt x="224864" y="45935"/>
                    </a:lnTo>
                    <a:lnTo>
                      <a:pt x="229533" y="38402"/>
                    </a:lnTo>
                    <a:lnTo>
                      <a:pt x="231585" y="34292"/>
                    </a:lnTo>
                    <a:lnTo>
                      <a:pt x="233412" y="29765"/>
                    </a:lnTo>
                    <a:lnTo>
                      <a:pt x="234884" y="24931"/>
                    </a:lnTo>
                    <a:lnTo>
                      <a:pt x="235872" y="19899"/>
                    </a:lnTo>
                    <a:lnTo>
                      <a:pt x="236243" y="14781"/>
                    </a:lnTo>
                    <a:lnTo>
                      <a:pt x="235869" y="9685"/>
                    </a:lnTo>
                    <a:lnTo>
                      <a:pt x="234618" y="4721"/>
                    </a:lnTo>
                    <a:lnTo>
                      <a:pt x="232360" y="0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176" name="176 java vector path">
                <a:extLst>
                  <a:ext uri="{FF2B5EF4-FFF2-40B4-BE49-F238E27FC236}">
                    <a16:creationId xmlns:a16="http://schemas.microsoft.com/office/drawing/2014/main" id="{A5E0D95A-C0F7-4270-99B6-81D40DC91D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277975" y="1442019"/>
                <a:ext cx="400050" cy="506862"/>
              </a:xfrm>
              <a:custGeom>
                <a:avLst/>
                <a:gdLst/>
                <a:ahLst/>
                <a:cxnLst/>
                <a:rect l="0" t="0" r="0" b="0"/>
                <a:pathLst>
                  <a:path w="400050" h="506862">
                    <a:moveTo>
                      <a:pt x="124972" y="256461"/>
                    </a:moveTo>
                    <a:lnTo>
                      <a:pt x="126828" y="255935"/>
                    </a:lnTo>
                    <a:lnTo>
                      <a:pt x="128659" y="255411"/>
                    </a:lnTo>
                    <a:lnTo>
                      <a:pt x="130457" y="254883"/>
                    </a:lnTo>
                    <a:lnTo>
                      <a:pt x="132214" y="254347"/>
                    </a:lnTo>
                    <a:lnTo>
                      <a:pt x="133923" y="253799"/>
                    </a:lnTo>
                    <a:lnTo>
                      <a:pt x="135575" y="253236"/>
                    </a:lnTo>
                    <a:lnTo>
                      <a:pt x="137164" y="252652"/>
                    </a:lnTo>
                    <a:lnTo>
                      <a:pt x="138681" y="252043"/>
                    </a:lnTo>
                    <a:lnTo>
                      <a:pt x="136865" y="251911"/>
                    </a:lnTo>
                    <a:lnTo>
                      <a:pt x="135049" y="251833"/>
                    </a:lnTo>
                    <a:lnTo>
                      <a:pt x="133232" y="251808"/>
                    </a:lnTo>
                    <a:lnTo>
                      <a:pt x="131416" y="251836"/>
                    </a:lnTo>
                    <a:lnTo>
                      <a:pt x="129602" y="251916"/>
                    </a:lnTo>
                    <a:lnTo>
                      <a:pt x="127790" y="252048"/>
                    </a:lnTo>
                    <a:lnTo>
                      <a:pt x="125982" y="252232"/>
                    </a:lnTo>
                    <a:lnTo>
                      <a:pt x="124177" y="252466"/>
                    </a:lnTo>
                    <a:lnTo>
                      <a:pt x="123296" y="252560"/>
                    </a:lnTo>
                    <a:lnTo>
                      <a:pt x="122444" y="252650"/>
                    </a:lnTo>
                    <a:lnTo>
                      <a:pt x="121622" y="252733"/>
                    </a:lnTo>
                    <a:lnTo>
                      <a:pt x="120834" y="252807"/>
                    </a:lnTo>
                    <a:lnTo>
                      <a:pt x="120081" y="252869"/>
                    </a:lnTo>
                    <a:lnTo>
                      <a:pt x="119364" y="252916"/>
                    </a:lnTo>
                    <a:lnTo>
                      <a:pt x="118687" y="252946"/>
                    </a:lnTo>
                    <a:lnTo>
                      <a:pt x="118050" y="252957"/>
                    </a:lnTo>
                    <a:lnTo>
                      <a:pt x="112905" y="253346"/>
                    </a:lnTo>
                    <a:lnTo>
                      <a:pt x="104447" y="254007"/>
                    </a:lnTo>
                    <a:lnTo>
                      <a:pt x="94930" y="254872"/>
                    </a:lnTo>
                    <a:lnTo>
                      <a:pt x="84820" y="256033"/>
                    </a:lnTo>
                    <a:lnTo>
                      <a:pt x="74581" y="257581"/>
                    </a:lnTo>
                    <a:lnTo>
                      <a:pt x="64680" y="259609"/>
                    </a:lnTo>
                    <a:lnTo>
                      <a:pt x="55582" y="262207"/>
                    </a:lnTo>
                    <a:lnTo>
                      <a:pt x="47751" y="265467"/>
                    </a:lnTo>
                    <a:lnTo>
                      <a:pt x="41655" y="269481"/>
                    </a:lnTo>
                    <a:lnTo>
                      <a:pt x="37757" y="274341"/>
                    </a:lnTo>
                    <a:lnTo>
                      <a:pt x="36524" y="280138"/>
                    </a:lnTo>
                    <a:lnTo>
                      <a:pt x="38191" y="285874"/>
                    </a:lnTo>
                    <a:lnTo>
                      <a:pt x="42784" y="290662"/>
                    </a:lnTo>
                    <a:lnTo>
                      <a:pt x="49682" y="294596"/>
                    </a:lnTo>
                    <a:lnTo>
                      <a:pt x="58270" y="297767"/>
                    </a:lnTo>
                    <a:lnTo>
                      <a:pt x="67930" y="300269"/>
                    </a:lnTo>
                    <a:lnTo>
                      <a:pt x="78043" y="302193"/>
                    </a:lnTo>
                    <a:lnTo>
                      <a:pt x="87993" y="303632"/>
                    </a:lnTo>
                    <a:lnTo>
                      <a:pt x="97163" y="304678"/>
                    </a:lnTo>
                    <a:lnTo>
                      <a:pt x="104933" y="305424"/>
                    </a:lnTo>
                    <a:lnTo>
                      <a:pt x="114919" y="305940"/>
                    </a:lnTo>
                    <a:lnTo>
                      <a:pt x="125293" y="306295"/>
                    </a:lnTo>
                    <a:lnTo>
                      <a:pt x="135979" y="306481"/>
                    </a:lnTo>
                    <a:lnTo>
                      <a:pt x="146899" y="306494"/>
                    </a:lnTo>
                    <a:lnTo>
                      <a:pt x="157974" y="306327"/>
                    </a:lnTo>
                    <a:lnTo>
                      <a:pt x="169127" y="305976"/>
                    </a:lnTo>
                    <a:lnTo>
                      <a:pt x="180280" y="305434"/>
                    </a:lnTo>
                    <a:lnTo>
                      <a:pt x="191354" y="304696"/>
                    </a:lnTo>
                    <a:lnTo>
                      <a:pt x="202273" y="303756"/>
                    </a:lnTo>
                    <a:lnTo>
                      <a:pt x="212958" y="302609"/>
                    </a:lnTo>
                    <a:lnTo>
                      <a:pt x="223331" y="301248"/>
                    </a:lnTo>
                    <a:lnTo>
                      <a:pt x="233314" y="299669"/>
                    </a:lnTo>
                    <a:lnTo>
                      <a:pt x="242830" y="297866"/>
                    </a:lnTo>
                    <a:lnTo>
                      <a:pt x="251800" y="295832"/>
                    </a:lnTo>
                    <a:lnTo>
                      <a:pt x="260146" y="293563"/>
                    </a:lnTo>
                    <a:lnTo>
                      <a:pt x="267792" y="291053"/>
                    </a:lnTo>
                    <a:lnTo>
                      <a:pt x="274658" y="288295"/>
                    </a:lnTo>
                    <a:lnTo>
                      <a:pt x="280666" y="285285"/>
                    </a:lnTo>
                    <a:lnTo>
                      <a:pt x="285740" y="282017"/>
                    </a:lnTo>
                    <a:lnTo>
                      <a:pt x="287646" y="280836"/>
                    </a:lnTo>
                    <a:lnTo>
                      <a:pt x="289739" y="279449"/>
                    </a:lnTo>
                    <a:lnTo>
                      <a:pt x="291853" y="277911"/>
                    </a:lnTo>
                    <a:lnTo>
                      <a:pt x="293824" y="276275"/>
                    </a:lnTo>
                    <a:lnTo>
                      <a:pt x="295488" y="274597"/>
                    </a:lnTo>
                    <a:lnTo>
                      <a:pt x="296681" y="272930"/>
                    </a:lnTo>
                    <a:lnTo>
                      <a:pt x="297238" y="271329"/>
                    </a:lnTo>
                    <a:lnTo>
                      <a:pt x="296995" y="269848"/>
                    </a:lnTo>
                    <a:lnTo>
                      <a:pt x="288685" y="271296"/>
                    </a:lnTo>
                    <a:lnTo>
                      <a:pt x="279988" y="272661"/>
                    </a:lnTo>
                    <a:lnTo>
                      <a:pt x="270944" y="273940"/>
                    </a:lnTo>
                    <a:lnTo>
                      <a:pt x="261592" y="275127"/>
                    </a:lnTo>
                    <a:lnTo>
                      <a:pt x="251973" y="276218"/>
                    </a:lnTo>
                    <a:lnTo>
                      <a:pt x="242126" y="277209"/>
                    </a:lnTo>
                    <a:lnTo>
                      <a:pt x="232093" y="278094"/>
                    </a:lnTo>
                    <a:lnTo>
                      <a:pt x="221912" y="278869"/>
                    </a:lnTo>
                    <a:lnTo>
                      <a:pt x="211623" y="279529"/>
                    </a:lnTo>
                    <a:lnTo>
                      <a:pt x="201268" y="280071"/>
                    </a:lnTo>
                    <a:lnTo>
                      <a:pt x="190885" y="280489"/>
                    </a:lnTo>
                    <a:lnTo>
                      <a:pt x="180514" y="280778"/>
                    </a:lnTo>
                    <a:lnTo>
                      <a:pt x="170197" y="280934"/>
                    </a:lnTo>
                    <a:lnTo>
                      <a:pt x="159972" y="280953"/>
                    </a:lnTo>
                    <a:lnTo>
                      <a:pt x="149879" y="280830"/>
                    </a:lnTo>
                    <a:lnTo>
                      <a:pt x="139960" y="280560"/>
                    </a:lnTo>
                    <a:lnTo>
                      <a:pt x="130253" y="280138"/>
                    </a:lnTo>
                    <a:lnTo>
                      <a:pt x="125300" y="280124"/>
                    </a:lnTo>
                    <a:lnTo>
                      <a:pt x="120323" y="280021"/>
                    </a:lnTo>
                    <a:lnTo>
                      <a:pt x="115389" y="279742"/>
                    </a:lnTo>
                    <a:lnTo>
                      <a:pt x="110563" y="279199"/>
                    </a:lnTo>
                    <a:lnTo>
                      <a:pt x="105913" y="278304"/>
                    </a:lnTo>
                    <a:lnTo>
                      <a:pt x="101504" y="276968"/>
                    </a:lnTo>
                    <a:lnTo>
                      <a:pt x="97404" y="275104"/>
                    </a:lnTo>
                    <a:lnTo>
                      <a:pt x="93678" y="272624"/>
                    </a:lnTo>
                    <a:lnTo>
                      <a:pt x="96428" y="269431"/>
                    </a:lnTo>
                    <a:lnTo>
                      <a:pt x="99691" y="266695"/>
                    </a:lnTo>
                    <a:lnTo>
                      <a:pt x="103378" y="264353"/>
                    </a:lnTo>
                    <a:lnTo>
                      <a:pt x="107396" y="262346"/>
                    </a:lnTo>
                    <a:lnTo>
                      <a:pt x="111655" y="260614"/>
                    </a:lnTo>
                    <a:lnTo>
                      <a:pt x="116065" y="259096"/>
                    </a:lnTo>
                    <a:lnTo>
                      <a:pt x="120534" y="257731"/>
                    </a:lnTo>
                    <a:lnTo>
                      <a:pt x="124972" y="256461"/>
                    </a:lnTo>
                    <a:close/>
                    <a:moveTo>
                      <a:pt x="111365" y="312464"/>
                    </a:moveTo>
                    <a:lnTo>
                      <a:pt x="111974" y="311891"/>
                    </a:lnTo>
                    <a:lnTo>
                      <a:pt x="112504" y="311354"/>
                    </a:lnTo>
                    <a:lnTo>
                      <a:pt x="112909" y="310860"/>
                    </a:lnTo>
                    <a:lnTo>
                      <a:pt x="113144" y="310412"/>
                    </a:lnTo>
                    <a:lnTo>
                      <a:pt x="113164" y="310017"/>
                    </a:lnTo>
                    <a:lnTo>
                      <a:pt x="112924" y="309680"/>
                    </a:lnTo>
                    <a:lnTo>
                      <a:pt x="112378" y="309405"/>
                    </a:lnTo>
                    <a:lnTo>
                      <a:pt x="111483" y="309198"/>
                    </a:lnTo>
                    <a:lnTo>
                      <a:pt x="106689" y="310424"/>
                    </a:lnTo>
                    <a:lnTo>
                      <a:pt x="101050" y="312049"/>
                    </a:lnTo>
                    <a:lnTo>
                      <a:pt x="95037" y="314115"/>
                    </a:lnTo>
                    <a:lnTo>
                      <a:pt x="89121" y="316668"/>
                    </a:lnTo>
                    <a:lnTo>
                      <a:pt x="83776" y="319750"/>
                    </a:lnTo>
                    <a:lnTo>
                      <a:pt x="79472" y="323404"/>
                    </a:lnTo>
                    <a:lnTo>
                      <a:pt x="76680" y="327675"/>
                    </a:lnTo>
                    <a:lnTo>
                      <a:pt x="75874" y="332605"/>
                    </a:lnTo>
                    <a:lnTo>
                      <a:pt x="77261" y="336646"/>
                    </a:lnTo>
                    <a:lnTo>
                      <a:pt x="80449" y="340322"/>
                    </a:lnTo>
                    <a:lnTo>
                      <a:pt x="85041" y="343623"/>
                    </a:lnTo>
                    <a:lnTo>
                      <a:pt x="90643" y="346538"/>
                    </a:lnTo>
                    <a:lnTo>
                      <a:pt x="96857" y="349059"/>
                    </a:lnTo>
                    <a:lnTo>
                      <a:pt x="103289" y="351174"/>
                    </a:lnTo>
                    <a:lnTo>
                      <a:pt x="109543" y="352874"/>
                    </a:lnTo>
                    <a:lnTo>
                      <a:pt x="115224" y="354150"/>
                    </a:lnTo>
                    <a:lnTo>
                      <a:pt x="124612" y="355845"/>
                    </a:lnTo>
                    <a:lnTo>
                      <a:pt x="134306" y="357187"/>
                    </a:lnTo>
                    <a:lnTo>
                      <a:pt x="144249" y="358185"/>
                    </a:lnTo>
                    <a:lnTo>
                      <a:pt x="154382" y="358850"/>
                    </a:lnTo>
                    <a:lnTo>
                      <a:pt x="164649" y="359194"/>
                    </a:lnTo>
                    <a:lnTo>
                      <a:pt x="174990" y="359226"/>
                    </a:lnTo>
                    <a:lnTo>
                      <a:pt x="185348" y="358957"/>
                    </a:lnTo>
                    <a:lnTo>
                      <a:pt x="195666" y="358397"/>
                    </a:lnTo>
                    <a:lnTo>
                      <a:pt x="205885" y="357558"/>
                    </a:lnTo>
                    <a:lnTo>
                      <a:pt x="215948" y="356450"/>
                    </a:lnTo>
                    <a:lnTo>
                      <a:pt x="225796" y="355084"/>
                    </a:lnTo>
                    <a:lnTo>
                      <a:pt x="235373" y="353469"/>
                    </a:lnTo>
                    <a:lnTo>
                      <a:pt x="244619" y="351618"/>
                    </a:lnTo>
                    <a:lnTo>
                      <a:pt x="253478" y="349539"/>
                    </a:lnTo>
                    <a:lnTo>
                      <a:pt x="261891" y="347245"/>
                    </a:lnTo>
                    <a:lnTo>
                      <a:pt x="269801" y="344745"/>
                    </a:lnTo>
                    <a:lnTo>
                      <a:pt x="277149" y="342051"/>
                    </a:lnTo>
                    <a:lnTo>
                      <a:pt x="283879" y="339172"/>
                    </a:lnTo>
                    <a:lnTo>
                      <a:pt x="281914" y="338704"/>
                    </a:lnTo>
                    <a:lnTo>
                      <a:pt x="279999" y="337994"/>
                    </a:lnTo>
                    <a:lnTo>
                      <a:pt x="278128" y="337077"/>
                    </a:lnTo>
                    <a:lnTo>
                      <a:pt x="276290" y="335986"/>
                    </a:lnTo>
                    <a:lnTo>
                      <a:pt x="274479" y="334753"/>
                    </a:lnTo>
                    <a:lnTo>
                      <a:pt x="272685" y="333412"/>
                    </a:lnTo>
                    <a:lnTo>
                      <a:pt x="270902" y="331997"/>
                    </a:lnTo>
                    <a:lnTo>
                      <a:pt x="269120" y="330540"/>
                    </a:lnTo>
                    <a:lnTo>
                      <a:pt x="267122" y="328932"/>
                    </a:lnTo>
                    <a:lnTo>
                      <a:pt x="265107" y="327362"/>
                    </a:lnTo>
                    <a:lnTo>
                      <a:pt x="263063" y="325877"/>
                    </a:lnTo>
                    <a:lnTo>
                      <a:pt x="260979" y="324523"/>
                    </a:lnTo>
                    <a:lnTo>
                      <a:pt x="258845" y="323347"/>
                    </a:lnTo>
                    <a:lnTo>
                      <a:pt x="256649" y="322396"/>
                    </a:lnTo>
                    <a:lnTo>
                      <a:pt x="254380" y="321714"/>
                    </a:lnTo>
                    <a:lnTo>
                      <a:pt x="252026" y="321350"/>
                    </a:lnTo>
                    <a:lnTo>
                      <a:pt x="250610" y="321214"/>
                    </a:lnTo>
                    <a:lnTo>
                      <a:pt x="249154" y="321248"/>
                    </a:lnTo>
                    <a:lnTo>
                      <a:pt x="247658" y="321429"/>
                    </a:lnTo>
                    <a:lnTo>
                      <a:pt x="246122" y="321737"/>
                    </a:lnTo>
                    <a:lnTo>
                      <a:pt x="244545" y="322149"/>
                    </a:lnTo>
                    <a:lnTo>
                      <a:pt x="242927" y="322642"/>
                    </a:lnTo>
                    <a:lnTo>
                      <a:pt x="241269" y="323196"/>
                    </a:lnTo>
                    <a:lnTo>
                      <a:pt x="239570" y="323787"/>
                    </a:lnTo>
                    <a:lnTo>
                      <a:pt x="238680" y="324105"/>
                    </a:lnTo>
                    <a:lnTo>
                      <a:pt x="237786" y="324413"/>
                    </a:lnTo>
                    <a:lnTo>
                      <a:pt x="236890" y="324710"/>
                    </a:lnTo>
                    <a:lnTo>
                      <a:pt x="235990" y="324997"/>
                    </a:lnTo>
                    <a:lnTo>
                      <a:pt x="235087" y="325275"/>
                    </a:lnTo>
                    <a:lnTo>
                      <a:pt x="234181" y="325544"/>
                    </a:lnTo>
                    <a:lnTo>
                      <a:pt x="233272" y="325803"/>
                    </a:lnTo>
                    <a:lnTo>
                      <a:pt x="232360" y="326055"/>
                    </a:lnTo>
                    <a:lnTo>
                      <a:pt x="224628" y="327449"/>
                    </a:lnTo>
                    <a:lnTo>
                      <a:pt x="216015" y="328781"/>
                    </a:lnTo>
                    <a:lnTo>
                      <a:pt x="206698" y="329991"/>
                    </a:lnTo>
                    <a:lnTo>
                      <a:pt x="196855" y="331017"/>
                    </a:lnTo>
                    <a:lnTo>
                      <a:pt x="186665" y="331798"/>
                    </a:lnTo>
                    <a:lnTo>
                      <a:pt x="176305" y="332271"/>
                    </a:lnTo>
                    <a:lnTo>
                      <a:pt x="165953" y="332376"/>
                    </a:lnTo>
                    <a:lnTo>
                      <a:pt x="155788" y="332051"/>
                    </a:lnTo>
                    <a:lnTo>
                      <a:pt x="145987" y="331235"/>
                    </a:lnTo>
                    <a:lnTo>
                      <a:pt x="136728" y="329865"/>
                    </a:lnTo>
                    <a:lnTo>
                      <a:pt x="128189" y="327881"/>
                    </a:lnTo>
                    <a:lnTo>
                      <a:pt x="120549" y="325221"/>
                    </a:lnTo>
                    <a:lnTo>
                      <a:pt x="113984" y="321823"/>
                    </a:lnTo>
                    <a:lnTo>
                      <a:pt x="108674" y="317627"/>
                    </a:lnTo>
                    <a:lnTo>
                      <a:pt x="108466" y="316938"/>
                    </a:lnTo>
                    <a:lnTo>
                      <a:pt x="108490" y="316256"/>
                    </a:lnTo>
                    <a:lnTo>
                      <a:pt x="108707" y="315584"/>
                    </a:lnTo>
                    <a:lnTo>
                      <a:pt x="109080" y="314925"/>
                    </a:lnTo>
                    <a:lnTo>
                      <a:pt x="109570" y="314281"/>
                    </a:lnTo>
                    <a:lnTo>
                      <a:pt x="110140" y="313654"/>
                    </a:lnTo>
                    <a:lnTo>
                      <a:pt x="110751" y="313048"/>
                    </a:lnTo>
                    <a:lnTo>
                      <a:pt x="111365" y="312464"/>
                    </a:lnTo>
                    <a:close/>
                    <a:moveTo>
                      <a:pt x="128340" y="364643"/>
                    </a:moveTo>
                    <a:lnTo>
                      <a:pt x="128746" y="364208"/>
                    </a:lnTo>
                    <a:lnTo>
                      <a:pt x="129121" y="363771"/>
                    </a:lnTo>
                    <a:lnTo>
                      <a:pt x="129423" y="363342"/>
                    </a:lnTo>
                    <a:lnTo>
                      <a:pt x="129610" y="362932"/>
                    </a:lnTo>
                    <a:lnTo>
                      <a:pt x="129637" y="362549"/>
                    </a:lnTo>
                    <a:lnTo>
                      <a:pt x="129464" y="362204"/>
                    </a:lnTo>
                    <a:lnTo>
                      <a:pt x="129046" y="361906"/>
                    </a:lnTo>
                    <a:lnTo>
                      <a:pt x="128340" y="361665"/>
                    </a:lnTo>
                    <a:lnTo>
                      <a:pt x="122840" y="363103"/>
                    </a:lnTo>
                    <a:lnTo>
                      <a:pt x="117216" y="364585"/>
                    </a:lnTo>
                    <a:lnTo>
                      <a:pt x="111834" y="366258"/>
                    </a:lnTo>
                    <a:lnTo>
                      <a:pt x="106890" y="368324"/>
                    </a:lnTo>
                    <a:lnTo>
                      <a:pt x="102579" y="370986"/>
                    </a:lnTo>
                    <a:lnTo>
                      <a:pt x="99095" y="374446"/>
                    </a:lnTo>
                    <a:lnTo>
                      <a:pt x="96633" y="378907"/>
                    </a:lnTo>
                    <a:lnTo>
                      <a:pt x="95389" y="384570"/>
                    </a:lnTo>
                    <a:lnTo>
                      <a:pt x="95557" y="391638"/>
                    </a:lnTo>
                    <a:lnTo>
                      <a:pt x="102023" y="395971"/>
                    </a:lnTo>
                    <a:lnTo>
                      <a:pt x="109273" y="399704"/>
                    </a:lnTo>
                    <a:lnTo>
                      <a:pt x="117222" y="402860"/>
                    </a:lnTo>
                    <a:lnTo>
                      <a:pt x="125782" y="405458"/>
                    </a:lnTo>
                    <a:lnTo>
                      <a:pt x="134868" y="407519"/>
                    </a:lnTo>
                    <a:lnTo>
                      <a:pt x="144393" y="409064"/>
                    </a:lnTo>
                    <a:lnTo>
                      <a:pt x="154271" y="410112"/>
                    </a:lnTo>
                    <a:lnTo>
                      <a:pt x="164414" y="410684"/>
                    </a:lnTo>
                    <a:lnTo>
                      <a:pt x="174738" y="410802"/>
                    </a:lnTo>
                    <a:lnTo>
                      <a:pt x="185155" y="410484"/>
                    </a:lnTo>
                    <a:lnTo>
                      <a:pt x="195578" y="409752"/>
                    </a:lnTo>
                    <a:lnTo>
                      <a:pt x="205923" y="408627"/>
                    </a:lnTo>
                    <a:lnTo>
                      <a:pt x="216101" y="407128"/>
                    </a:lnTo>
                    <a:lnTo>
                      <a:pt x="226028" y="405276"/>
                    </a:lnTo>
                    <a:lnTo>
                      <a:pt x="235615" y="403091"/>
                    </a:lnTo>
                    <a:lnTo>
                      <a:pt x="244778" y="400595"/>
                    </a:lnTo>
                    <a:lnTo>
                      <a:pt x="253429" y="397807"/>
                    </a:lnTo>
                    <a:lnTo>
                      <a:pt x="261483" y="394748"/>
                    </a:lnTo>
                    <a:lnTo>
                      <a:pt x="268852" y="391438"/>
                    </a:lnTo>
                    <a:lnTo>
                      <a:pt x="275450" y="387898"/>
                    </a:lnTo>
                    <a:lnTo>
                      <a:pt x="273465" y="387300"/>
                    </a:lnTo>
                    <a:lnTo>
                      <a:pt x="271588" y="386488"/>
                    </a:lnTo>
                    <a:lnTo>
                      <a:pt x="269799" y="385492"/>
                    </a:lnTo>
                    <a:lnTo>
                      <a:pt x="268084" y="384337"/>
                    </a:lnTo>
                    <a:lnTo>
                      <a:pt x="266423" y="383054"/>
                    </a:lnTo>
                    <a:lnTo>
                      <a:pt x="264802" y="381669"/>
                    </a:lnTo>
                    <a:lnTo>
                      <a:pt x="263202" y="380211"/>
                    </a:lnTo>
                    <a:lnTo>
                      <a:pt x="261606" y="378708"/>
                    </a:lnTo>
                    <a:lnTo>
                      <a:pt x="259626" y="376868"/>
                    </a:lnTo>
                    <a:lnTo>
                      <a:pt x="257599" y="375067"/>
                    </a:lnTo>
                    <a:lnTo>
                      <a:pt x="255493" y="373360"/>
                    </a:lnTo>
                    <a:lnTo>
                      <a:pt x="253277" y="371805"/>
                    </a:lnTo>
                    <a:lnTo>
                      <a:pt x="250916" y="370456"/>
                    </a:lnTo>
                    <a:lnTo>
                      <a:pt x="248380" y="369371"/>
                    </a:lnTo>
                    <a:lnTo>
                      <a:pt x="245635" y="368605"/>
                    </a:lnTo>
                    <a:lnTo>
                      <a:pt x="242650" y="368215"/>
                    </a:lnTo>
                    <a:lnTo>
                      <a:pt x="241151" y="368073"/>
                    </a:lnTo>
                    <a:lnTo>
                      <a:pt x="239649" y="368127"/>
                    </a:lnTo>
                    <a:lnTo>
                      <a:pt x="238145" y="368347"/>
                    </a:lnTo>
                    <a:lnTo>
                      <a:pt x="236640" y="368705"/>
                    </a:lnTo>
                    <a:lnTo>
                      <a:pt x="235133" y="369175"/>
                    </a:lnTo>
                    <a:lnTo>
                      <a:pt x="233627" y="369728"/>
                    </a:lnTo>
                    <a:lnTo>
                      <a:pt x="232121" y="370337"/>
                    </a:lnTo>
                    <a:lnTo>
                      <a:pt x="230616" y="370973"/>
                    </a:lnTo>
                    <a:lnTo>
                      <a:pt x="230004" y="371232"/>
                    </a:lnTo>
                    <a:lnTo>
                      <a:pt x="229397" y="371488"/>
                    </a:lnTo>
                    <a:lnTo>
                      <a:pt x="228794" y="371740"/>
                    </a:lnTo>
                    <a:lnTo>
                      <a:pt x="228194" y="371985"/>
                    </a:lnTo>
                    <a:lnTo>
                      <a:pt x="227597" y="372222"/>
                    </a:lnTo>
                    <a:lnTo>
                      <a:pt x="227001" y="372449"/>
                    </a:lnTo>
                    <a:lnTo>
                      <a:pt x="226406" y="372665"/>
                    </a:lnTo>
                    <a:lnTo>
                      <a:pt x="225810" y="372869"/>
                    </a:lnTo>
                    <a:lnTo>
                      <a:pt x="217984" y="374513"/>
                    </a:lnTo>
                    <a:lnTo>
                      <a:pt x="209214" y="376095"/>
                    </a:lnTo>
                    <a:lnTo>
                      <a:pt x="199761" y="377515"/>
                    </a:lnTo>
                    <a:lnTo>
                      <a:pt x="189889" y="378670"/>
                    </a:lnTo>
                    <a:lnTo>
                      <a:pt x="179861" y="379461"/>
                    </a:lnTo>
                    <a:lnTo>
                      <a:pt x="169941" y="379787"/>
                    </a:lnTo>
                    <a:lnTo>
                      <a:pt x="160392" y="379546"/>
                    </a:lnTo>
                    <a:lnTo>
                      <a:pt x="151478" y="378638"/>
                    </a:lnTo>
                    <a:lnTo>
                      <a:pt x="143460" y="376963"/>
                    </a:lnTo>
                    <a:lnTo>
                      <a:pt x="136604" y="374418"/>
                    </a:lnTo>
                    <a:lnTo>
                      <a:pt x="131171" y="370904"/>
                    </a:lnTo>
                    <a:lnTo>
                      <a:pt x="127426" y="366319"/>
                    </a:lnTo>
                    <a:lnTo>
                      <a:pt x="127337" y="366178"/>
                    </a:lnTo>
                    <a:lnTo>
                      <a:pt x="127329" y="366011"/>
                    </a:lnTo>
                    <a:lnTo>
                      <a:pt x="127390" y="365821"/>
                    </a:lnTo>
                    <a:lnTo>
                      <a:pt x="127509" y="365610"/>
                    </a:lnTo>
                    <a:lnTo>
                      <a:pt x="127675" y="365381"/>
                    </a:lnTo>
                    <a:lnTo>
                      <a:pt x="127876" y="365136"/>
                    </a:lnTo>
                    <a:lnTo>
                      <a:pt x="128102" y="364878"/>
                    </a:lnTo>
                    <a:lnTo>
                      <a:pt x="128340" y="364610"/>
                    </a:lnTo>
                    <a:lnTo>
                      <a:pt x="128340" y="364643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177" name="177 java vector path">
                <a:extLst>
                  <a:ext uri="{FF2B5EF4-FFF2-40B4-BE49-F238E27FC236}">
                    <a16:creationId xmlns:a16="http://schemas.microsoft.com/office/drawing/2014/main" id="{0AF17174-BEFD-44E0-A7B1-77E09FA811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277975" y="1442019"/>
                <a:ext cx="400050" cy="506862"/>
              </a:xfrm>
              <a:custGeom>
                <a:avLst/>
                <a:gdLst/>
                <a:ahLst/>
                <a:cxnLst/>
                <a:rect l="0" t="0" r="0" b="0"/>
                <a:pathLst>
                  <a:path w="400050" h="506862">
                    <a:moveTo>
                      <a:pt x="79089" y="401370"/>
                    </a:moveTo>
                    <a:lnTo>
                      <a:pt x="80938" y="401262"/>
                    </a:lnTo>
                    <a:lnTo>
                      <a:pt x="82732" y="401150"/>
                    </a:lnTo>
                    <a:lnTo>
                      <a:pt x="84463" y="401028"/>
                    </a:lnTo>
                    <a:lnTo>
                      <a:pt x="86119" y="400890"/>
                    </a:lnTo>
                    <a:lnTo>
                      <a:pt x="87693" y="400731"/>
                    </a:lnTo>
                    <a:lnTo>
                      <a:pt x="89174" y="400544"/>
                    </a:lnTo>
                    <a:lnTo>
                      <a:pt x="90551" y="400325"/>
                    </a:lnTo>
                    <a:lnTo>
                      <a:pt x="91817" y="400067"/>
                    </a:lnTo>
                    <a:lnTo>
                      <a:pt x="86049" y="396223"/>
                    </a:lnTo>
                    <a:lnTo>
                      <a:pt x="78903" y="393325"/>
                    </a:lnTo>
                    <a:lnTo>
                      <a:pt x="70695" y="391355"/>
                    </a:lnTo>
                    <a:lnTo>
                      <a:pt x="61742" y="390296"/>
                    </a:lnTo>
                    <a:lnTo>
                      <a:pt x="52362" y="390130"/>
                    </a:lnTo>
                    <a:lnTo>
                      <a:pt x="42872" y="390839"/>
                    </a:lnTo>
                    <a:lnTo>
                      <a:pt x="33588" y="392404"/>
                    </a:lnTo>
                    <a:lnTo>
                      <a:pt x="24829" y="394809"/>
                    </a:lnTo>
                    <a:lnTo>
                      <a:pt x="16912" y="398034"/>
                    </a:lnTo>
                    <a:lnTo>
                      <a:pt x="10153" y="402062"/>
                    </a:lnTo>
                    <a:lnTo>
                      <a:pt x="4870" y="406876"/>
                    </a:lnTo>
                    <a:lnTo>
                      <a:pt x="1380" y="412456"/>
                    </a:lnTo>
                    <a:lnTo>
                      <a:pt x="0" y="418786"/>
                    </a:lnTo>
                    <a:lnTo>
                      <a:pt x="659" y="424894"/>
                    </a:lnTo>
                    <a:lnTo>
                      <a:pt x="3116" y="430538"/>
                    </a:lnTo>
                    <a:lnTo>
                      <a:pt x="7065" y="435696"/>
                    </a:lnTo>
                    <a:lnTo>
                      <a:pt x="12199" y="440348"/>
                    </a:lnTo>
                    <a:lnTo>
                      <a:pt x="18209" y="444473"/>
                    </a:lnTo>
                    <a:lnTo>
                      <a:pt x="24791" y="448051"/>
                    </a:lnTo>
                    <a:lnTo>
                      <a:pt x="31635" y="451060"/>
                    </a:lnTo>
                    <a:lnTo>
                      <a:pt x="38436" y="453481"/>
                    </a:lnTo>
                    <a:lnTo>
                      <a:pt x="46168" y="455925"/>
                    </a:lnTo>
                    <a:lnTo>
                      <a:pt x="54279" y="458153"/>
                    </a:lnTo>
                    <a:lnTo>
                      <a:pt x="62741" y="460171"/>
                    </a:lnTo>
                    <a:lnTo>
                      <a:pt x="71526" y="461985"/>
                    </a:lnTo>
                    <a:lnTo>
                      <a:pt x="80606" y="463600"/>
                    </a:lnTo>
                    <a:lnTo>
                      <a:pt x="89953" y="465020"/>
                    </a:lnTo>
                    <a:lnTo>
                      <a:pt x="99540" y="466252"/>
                    </a:lnTo>
                    <a:lnTo>
                      <a:pt x="109337" y="467301"/>
                    </a:lnTo>
                    <a:lnTo>
                      <a:pt x="119317" y="468171"/>
                    </a:lnTo>
                    <a:lnTo>
                      <a:pt x="129453" y="468868"/>
                    </a:lnTo>
                    <a:lnTo>
                      <a:pt x="139716" y="469397"/>
                    </a:lnTo>
                    <a:lnTo>
                      <a:pt x="150078" y="469764"/>
                    </a:lnTo>
                    <a:lnTo>
                      <a:pt x="160511" y="469973"/>
                    </a:lnTo>
                    <a:lnTo>
                      <a:pt x="170987" y="470031"/>
                    </a:lnTo>
                    <a:lnTo>
                      <a:pt x="181478" y="469942"/>
                    </a:lnTo>
                    <a:lnTo>
                      <a:pt x="191957" y="469711"/>
                    </a:lnTo>
                    <a:lnTo>
                      <a:pt x="202394" y="469344"/>
                    </a:lnTo>
                    <a:lnTo>
                      <a:pt x="212763" y="468846"/>
                    </a:lnTo>
                    <a:lnTo>
                      <a:pt x="223035" y="468223"/>
                    </a:lnTo>
                    <a:lnTo>
                      <a:pt x="233183" y="467479"/>
                    </a:lnTo>
                    <a:lnTo>
                      <a:pt x="243177" y="466619"/>
                    </a:lnTo>
                    <a:lnTo>
                      <a:pt x="252991" y="465650"/>
                    </a:lnTo>
                    <a:lnTo>
                      <a:pt x="260146" y="464761"/>
                    </a:lnTo>
                    <a:lnTo>
                      <a:pt x="268340" y="463576"/>
                    </a:lnTo>
                    <a:lnTo>
                      <a:pt x="277339" y="462076"/>
                    </a:lnTo>
                    <a:lnTo>
                      <a:pt x="286908" y="460240"/>
                    </a:lnTo>
                    <a:lnTo>
                      <a:pt x="296812" y="458049"/>
                    </a:lnTo>
                    <a:lnTo>
                      <a:pt x="306815" y="455482"/>
                    </a:lnTo>
                    <a:lnTo>
                      <a:pt x="316684" y="452521"/>
                    </a:lnTo>
                    <a:lnTo>
                      <a:pt x="326182" y="449144"/>
                    </a:lnTo>
                    <a:lnTo>
                      <a:pt x="335076" y="445333"/>
                    </a:lnTo>
                    <a:lnTo>
                      <a:pt x="343130" y="441067"/>
                    </a:lnTo>
                    <a:lnTo>
                      <a:pt x="350109" y="436326"/>
                    </a:lnTo>
                    <a:lnTo>
                      <a:pt x="355778" y="431091"/>
                    </a:lnTo>
                    <a:lnTo>
                      <a:pt x="359903" y="425341"/>
                    </a:lnTo>
                    <a:lnTo>
                      <a:pt x="362248" y="419057"/>
                    </a:lnTo>
                    <a:lnTo>
                      <a:pt x="362579" y="412219"/>
                    </a:lnTo>
                    <a:lnTo>
                      <a:pt x="361578" y="408852"/>
                    </a:lnTo>
                    <a:lnTo>
                      <a:pt x="360029" y="405779"/>
                    </a:lnTo>
                    <a:lnTo>
                      <a:pt x="357997" y="403034"/>
                    </a:lnTo>
                    <a:lnTo>
                      <a:pt x="355549" y="400649"/>
                    </a:lnTo>
                    <a:lnTo>
                      <a:pt x="352748" y="398656"/>
                    </a:lnTo>
                    <a:lnTo>
                      <a:pt x="349662" y="397089"/>
                    </a:lnTo>
                    <a:lnTo>
                      <a:pt x="346356" y="395980"/>
                    </a:lnTo>
                    <a:lnTo>
                      <a:pt x="342895" y="395362"/>
                    </a:lnTo>
                    <a:lnTo>
                      <a:pt x="343475" y="402539"/>
                    </a:lnTo>
                    <a:lnTo>
                      <a:pt x="341919" y="408960"/>
                    </a:lnTo>
                    <a:lnTo>
                      <a:pt x="338490" y="414670"/>
                    </a:lnTo>
                    <a:lnTo>
                      <a:pt x="333447" y="419711"/>
                    </a:lnTo>
                    <a:lnTo>
                      <a:pt x="327054" y="424129"/>
                    </a:lnTo>
                    <a:lnTo>
                      <a:pt x="319570" y="427965"/>
                    </a:lnTo>
                    <a:lnTo>
                      <a:pt x="311256" y="431264"/>
                    </a:lnTo>
                    <a:lnTo>
                      <a:pt x="302375" y="434070"/>
                    </a:lnTo>
                    <a:lnTo>
                      <a:pt x="293188" y="436426"/>
                    </a:lnTo>
                    <a:lnTo>
                      <a:pt x="283954" y="438376"/>
                    </a:lnTo>
                    <a:lnTo>
                      <a:pt x="274937" y="439964"/>
                    </a:lnTo>
                    <a:lnTo>
                      <a:pt x="266396" y="441233"/>
                    </a:lnTo>
                    <a:lnTo>
                      <a:pt x="258593" y="442226"/>
                    </a:lnTo>
                    <a:lnTo>
                      <a:pt x="248096" y="443278"/>
                    </a:lnTo>
                    <a:lnTo>
                      <a:pt x="237430" y="444185"/>
                    </a:lnTo>
                    <a:lnTo>
                      <a:pt x="226638" y="444945"/>
                    </a:lnTo>
                    <a:lnTo>
                      <a:pt x="215761" y="445554"/>
                    </a:lnTo>
                    <a:lnTo>
                      <a:pt x="204842" y="446009"/>
                    </a:lnTo>
                    <a:lnTo>
                      <a:pt x="193923" y="446305"/>
                    </a:lnTo>
                    <a:lnTo>
                      <a:pt x="183046" y="446441"/>
                    </a:lnTo>
                    <a:lnTo>
                      <a:pt x="172253" y="446411"/>
                    </a:lnTo>
                    <a:lnTo>
                      <a:pt x="161587" y="446212"/>
                    </a:lnTo>
                    <a:lnTo>
                      <a:pt x="151089" y="445842"/>
                    </a:lnTo>
                    <a:lnTo>
                      <a:pt x="140802" y="445296"/>
                    </a:lnTo>
                    <a:lnTo>
                      <a:pt x="130769" y="444571"/>
                    </a:lnTo>
                    <a:lnTo>
                      <a:pt x="121030" y="443663"/>
                    </a:lnTo>
                    <a:lnTo>
                      <a:pt x="111629" y="442570"/>
                    </a:lnTo>
                    <a:lnTo>
                      <a:pt x="102608" y="441286"/>
                    </a:lnTo>
                    <a:lnTo>
                      <a:pt x="94008" y="439810"/>
                    </a:lnTo>
                    <a:lnTo>
                      <a:pt x="85872" y="438137"/>
                    </a:lnTo>
                    <a:lnTo>
                      <a:pt x="78242" y="436263"/>
                    </a:lnTo>
                    <a:lnTo>
                      <a:pt x="71160" y="434187"/>
                    </a:lnTo>
                    <a:lnTo>
                      <a:pt x="64669" y="431902"/>
                    </a:lnTo>
                    <a:lnTo>
                      <a:pt x="61707" y="430645"/>
                    </a:lnTo>
                    <a:lnTo>
                      <a:pt x="58582" y="429011"/>
                    </a:lnTo>
                    <a:lnTo>
                      <a:pt x="55479" y="427068"/>
                    </a:lnTo>
                    <a:lnTo>
                      <a:pt x="52587" y="424883"/>
                    </a:lnTo>
                    <a:lnTo>
                      <a:pt x="50093" y="422521"/>
                    </a:lnTo>
                    <a:lnTo>
                      <a:pt x="48183" y="420050"/>
                    </a:lnTo>
                    <a:lnTo>
                      <a:pt x="47044" y="417536"/>
                    </a:lnTo>
                    <a:lnTo>
                      <a:pt x="46865" y="415045"/>
                    </a:lnTo>
                    <a:lnTo>
                      <a:pt x="48078" y="411131"/>
                    </a:lnTo>
                    <a:lnTo>
                      <a:pt x="50541" y="408092"/>
                    </a:lnTo>
                    <a:lnTo>
                      <a:pt x="54031" y="405805"/>
                    </a:lnTo>
                    <a:lnTo>
                      <a:pt x="58325" y="404150"/>
                    </a:lnTo>
                    <a:lnTo>
                      <a:pt x="63200" y="403004"/>
                    </a:lnTo>
                    <a:lnTo>
                      <a:pt x="68435" y="402245"/>
                    </a:lnTo>
                    <a:lnTo>
                      <a:pt x="73805" y="401753"/>
                    </a:lnTo>
                    <a:lnTo>
                      <a:pt x="79089" y="401404"/>
                    </a:lnTo>
                    <a:lnTo>
                      <a:pt x="79089" y="401370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178" name="178 java vector path">
                <a:extLst>
                  <a:ext uri="{FF2B5EF4-FFF2-40B4-BE49-F238E27FC236}">
                    <a16:creationId xmlns:a16="http://schemas.microsoft.com/office/drawing/2014/main" id="{A4F47152-2F8C-41FF-9CB5-A41D69BFC8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277975" y="1442019"/>
                <a:ext cx="400050" cy="506862"/>
              </a:xfrm>
              <a:custGeom>
                <a:avLst/>
                <a:gdLst/>
                <a:ahLst/>
                <a:cxnLst/>
                <a:rect l="0" t="0" r="0" b="0"/>
                <a:pathLst>
                  <a:path w="400050" h="506862">
                    <a:moveTo>
                      <a:pt x="199560" y="505948"/>
                    </a:moveTo>
                    <a:lnTo>
                      <a:pt x="189355" y="504720"/>
                    </a:lnTo>
                    <a:lnTo>
                      <a:pt x="179220" y="503443"/>
                    </a:lnTo>
                    <a:lnTo>
                      <a:pt x="169165" y="502098"/>
                    </a:lnTo>
                    <a:lnTo>
                      <a:pt x="159204" y="500664"/>
                    </a:lnTo>
                    <a:lnTo>
                      <a:pt x="149349" y="499120"/>
                    </a:lnTo>
                    <a:lnTo>
                      <a:pt x="139612" y="497445"/>
                    </a:lnTo>
                    <a:lnTo>
                      <a:pt x="130005" y="495620"/>
                    </a:lnTo>
                    <a:lnTo>
                      <a:pt x="120541" y="493623"/>
                    </a:lnTo>
                    <a:lnTo>
                      <a:pt x="111232" y="491434"/>
                    </a:lnTo>
                    <a:lnTo>
                      <a:pt x="102091" y="489032"/>
                    </a:lnTo>
                    <a:lnTo>
                      <a:pt x="93129" y="486398"/>
                    </a:lnTo>
                    <a:lnTo>
                      <a:pt x="84359" y="483509"/>
                    </a:lnTo>
                    <a:lnTo>
                      <a:pt x="75794" y="480346"/>
                    </a:lnTo>
                    <a:lnTo>
                      <a:pt x="67445" y="476888"/>
                    </a:lnTo>
                    <a:lnTo>
                      <a:pt x="76492" y="478970"/>
                    </a:lnTo>
                    <a:lnTo>
                      <a:pt x="85764" y="480912"/>
                    </a:lnTo>
                    <a:lnTo>
                      <a:pt x="95240" y="482710"/>
                    </a:lnTo>
                    <a:lnTo>
                      <a:pt x="104903" y="484362"/>
                    </a:lnTo>
                    <a:lnTo>
                      <a:pt x="114734" y="485863"/>
                    </a:lnTo>
                    <a:lnTo>
                      <a:pt x="124714" y="487210"/>
                    </a:lnTo>
                    <a:lnTo>
                      <a:pt x="134823" y="488399"/>
                    </a:lnTo>
                    <a:lnTo>
                      <a:pt x="145043" y="489427"/>
                    </a:lnTo>
                    <a:lnTo>
                      <a:pt x="155356" y="490290"/>
                    </a:lnTo>
                    <a:lnTo>
                      <a:pt x="165741" y="490984"/>
                    </a:lnTo>
                    <a:lnTo>
                      <a:pt x="176181" y="491507"/>
                    </a:lnTo>
                    <a:lnTo>
                      <a:pt x="186656" y="491854"/>
                    </a:lnTo>
                    <a:lnTo>
                      <a:pt x="197149" y="492022"/>
                    </a:lnTo>
                    <a:lnTo>
                      <a:pt x="207638" y="492007"/>
                    </a:lnTo>
                    <a:lnTo>
                      <a:pt x="218107" y="491806"/>
                    </a:lnTo>
                    <a:lnTo>
                      <a:pt x="228536" y="491415"/>
                    </a:lnTo>
                    <a:lnTo>
                      <a:pt x="238905" y="490830"/>
                    </a:lnTo>
                    <a:lnTo>
                      <a:pt x="249197" y="490048"/>
                    </a:lnTo>
                    <a:lnTo>
                      <a:pt x="259393" y="489066"/>
                    </a:lnTo>
                    <a:lnTo>
                      <a:pt x="269473" y="487880"/>
                    </a:lnTo>
                    <a:lnTo>
                      <a:pt x="279418" y="486486"/>
                    </a:lnTo>
                    <a:lnTo>
                      <a:pt x="289211" y="484880"/>
                    </a:lnTo>
                    <a:lnTo>
                      <a:pt x="298831" y="483060"/>
                    </a:lnTo>
                    <a:lnTo>
                      <a:pt x="308260" y="481021"/>
                    </a:lnTo>
                    <a:lnTo>
                      <a:pt x="317480" y="478760"/>
                    </a:lnTo>
                    <a:lnTo>
                      <a:pt x="326470" y="476273"/>
                    </a:lnTo>
                    <a:lnTo>
                      <a:pt x="335213" y="473558"/>
                    </a:lnTo>
                    <a:lnTo>
                      <a:pt x="343690" y="470609"/>
                    </a:lnTo>
                    <a:lnTo>
                      <a:pt x="351882" y="467424"/>
                    </a:lnTo>
                    <a:lnTo>
                      <a:pt x="359769" y="463999"/>
                    </a:lnTo>
                    <a:lnTo>
                      <a:pt x="367333" y="460331"/>
                    </a:lnTo>
                    <a:lnTo>
                      <a:pt x="374555" y="456415"/>
                    </a:lnTo>
                    <a:lnTo>
                      <a:pt x="381416" y="452249"/>
                    </a:lnTo>
                    <a:lnTo>
                      <a:pt x="387898" y="447829"/>
                    </a:lnTo>
                    <a:lnTo>
                      <a:pt x="388280" y="447539"/>
                    </a:lnTo>
                    <a:lnTo>
                      <a:pt x="388665" y="447229"/>
                    </a:lnTo>
                    <a:lnTo>
                      <a:pt x="389051" y="446902"/>
                    </a:lnTo>
                    <a:lnTo>
                      <a:pt x="389438" y="446559"/>
                    </a:lnTo>
                    <a:lnTo>
                      <a:pt x="389825" y="446204"/>
                    </a:lnTo>
                    <a:lnTo>
                      <a:pt x="390211" y="445839"/>
                    </a:lnTo>
                    <a:lnTo>
                      <a:pt x="390596" y="445466"/>
                    </a:lnTo>
                    <a:lnTo>
                      <a:pt x="390978" y="445087"/>
                    </a:lnTo>
                    <a:lnTo>
                      <a:pt x="392027" y="444102"/>
                    </a:lnTo>
                    <a:lnTo>
                      <a:pt x="393093" y="443145"/>
                    </a:lnTo>
                    <a:lnTo>
                      <a:pt x="394180" y="442257"/>
                    </a:lnTo>
                    <a:lnTo>
                      <a:pt x="395292" y="441482"/>
                    </a:lnTo>
                    <a:lnTo>
                      <a:pt x="396431" y="440862"/>
                    </a:lnTo>
                    <a:lnTo>
                      <a:pt x="397602" y="440441"/>
                    </a:lnTo>
                    <a:lnTo>
                      <a:pt x="398807" y="440261"/>
                    </a:lnTo>
                    <a:lnTo>
                      <a:pt x="400050" y="440365"/>
                    </a:lnTo>
                    <a:lnTo>
                      <a:pt x="396622" y="448827"/>
                    </a:lnTo>
                    <a:lnTo>
                      <a:pt x="392314" y="456424"/>
                    </a:lnTo>
                    <a:lnTo>
                      <a:pt x="387189" y="463214"/>
                    </a:lnTo>
                    <a:lnTo>
                      <a:pt x="381308" y="469252"/>
                    </a:lnTo>
                    <a:lnTo>
                      <a:pt x="374734" y="474596"/>
                    </a:lnTo>
                    <a:lnTo>
                      <a:pt x="367528" y="479304"/>
                    </a:lnTo>
                    <a:lnTo>
                      <a:pt x="359753" y="483432"/>
                    </a:lnTo>
                    <a:lnTo>
                      <a:pt x="351472" y="487037"/>
                    </a:lnTo>
                    <a:lnTo>
                      <a:pt x="342746" y="490177"/>
                    </a:lnTo>
                    <a:lnTo>
                      <a:pt x="333637" y="492908"/>
                    </a:lnTo>
                    <a:lnTo>
                      <a:pt x="324208" y="495288"/>
                    </a:lnTo>
                    <a:lnTo>
                      <a:pt x="314521" y="497374"/>
                    </a:lnTo>
                    <a:lnTo>
                      <a:pt x="304638" y="499223"/>
                    </a:lnTo>
                    <a:lnTo>
                      <a:pt x="294621" y="500891"/>
                    </a:lnTo>
                    <a:lnTo>
                      <a:pt x="284532" y="502437"/>
                    </a:lnTo>
                    <a:lnTo>
                      <a:pt x="274435" y="503917"/>
                    </a:lnTo>
                    <a:lnTo>
                      <a:pt x="271973" y="504284"/>
                    </a:lnTo>
                    <a:lnTo>
                      <a:pt x="269514" y="504649"/>
                    </a:lnTo>
                    <a:lnTo>
                      <a:pt x="267058" y="505013"/>
                    </a:lnTo>
                    <a:lnTo>
                      <a:pt x="264606" y="505377"/>
                    </a:lnTo>
                    <a:lnTo>
                      <a:pt x="262158" y="505743"/>
                    </a:lnTo>
                    <a:lnTo>
                      <a:pt x="259716" y="506112"/>
                    </a:lnTo>
                    <a:lnTo>
                      <a:pt x="257281" y="506484"/>
                    </a:lnTo>
                    <a:lnTo>
                      <a:pt x="254853" y="506862"/>
                    </a:lnTo>
                    <a:lnTo>
                      <a:pt x="252477" y="506560"/>
                    </a:lnTo>
                    <a:lnTo>
                      <a:pt x="246213" y="506334"/>
                    </a:lnTo>
                    <a:lnTo>
                      <a:pt x="237358" y="506171"/>
                    </a:lnTo>
                    <a:lnTo>
                      <a:pt x="227206" y="506062"/>
                    </a:lnTo>
                    <a:lnTo>
                      <a:pt x="217055" y="505996"/>
                    </a:lnTo>
                    <a:lnTo>
                      <a:pt x="208199" y="505962"/>
                    </a:lnTo>
                    <a:lnTo>
                      <a:pt x="201935" y="505950"/>
                    </a:lnTo>
                    <a:lnTo>
                      <a:pt x="199560" y="505948"/>
                    </a:lnTo>
                    <a:close/>
                    <a:moveTo>
                      <a:pt x="380383" y="289515"/>
                    </a:moveTo>
                    <a:lnTo>
                      <a:pt x="379273" y="280531"/>
                    </a:lnTo>
                    <a:lnTo>
                      <a:pt x="376543" y="272801"/>
                    </a:lnTo>
                    <a:lnTo>
                      <a:pt x="372413" y="266328"/>
                    </a:lnTo>
                    <a:lnTo>
                      <a:pt x="367101" y="261115"/>
                    </a:lnTo>
                    <a:lnTo>
                      <a:pt x="360825" y="257166"/>
                    </a:lnTo>
                    <a:lnTo>
                      <a:pt x="353803" y="254482"/>
                    </a:lnTo>
                    <a:lnTo>
                      <a:pt x="346254" y="253069"/>
                    </a:lnTo>
                    <a:lnTo>
                      <a:pt x="338395" y="252928"/>
                    </a:lnTo>
                    <a:lnTo>
                      <a:pt x="330445" y="254064"/>
                    </a:lnTo>
                    <a:lnTo>
                      <a:pt x="322623" y="256479"/>
                    </a:lnTo>
                    <a:lnTo>
                      <a:pt x="315146" y="260176"/>
                    </a:lnTo>
                    <a:lnTo>
                      <a:pt x="308233" y="265160"/>
                    </a:lnTo>
                    <a:lnTo>
                      <a:pt x="315816" y="264043"/>
                    </a:lnTo>
                    <a:lnTo>
                      <a:pt x="323001" y="264134"/>
                    </a:lnTo>
                    <a:lnTo>
                      <a:pt x="329658" y="265323"/>
                    </a:lnTo>
                    <a:lnTo>
                      <a:pt x="335656" y="267500"/>
                    </a:lnTo>
                    <a:lnTo>
                      <a:pt x="340861" y="270554"/>
                    </a:lnTo>
                    <a:lnTo>
                      <a:pt x="345143" y="274375"/>
                    </a:lnTo>
                    <a:lnTo>
                      <a:pt x="348370" y="278854"/>
                    </a:lnTo>
                    <a:lnTo>
                      <a:pt x="350410" y="283879"/>
                    </a:lnTo>
                    <a:lnTo>
                      <a:pt x="351258" y="293558"/>
                    </a:lnTo>
                    <a:lnTo>
                      <a:pt x="349953" y="302686"/>
                    </a:lnTo>
                    <a:lnTo>
                      <a:pt x="346842" y="311265"/>
                    </a:lnTo>
                    <a:lnTo>
                      <a:pt x="342276" y="319300"/>
                    </a:lnTo>
                    <a:lnTo>
                      <a:pt x="336604" y="326795"/>
                    </a:lnTo>
                    <a:lnTo>
                      <a:pt x="330175" y="333754"/>
                    </a:lnTo>
                    <a:lnTo>
                      <a:pt x="323339" y="340182"/>
                    </a:lnTo>
                    <a:lnTo>
                      <a:pt x="316444" y="346082"/>
                    </a:lnTo>
                    <a:lnTo>
                      <a:pt x="309841" y="351459"/>
                    </a:lnTo>
                    <a:lnTo>
                      <a:pt x="308265" y="352735"/>
                    </a:lnTo>
                    <a:lnTo>
                      <a:pt x="306738" y="353974"/>
                    </a:lnTo>
                    <a:lnTo>
                      <a:pt x="305265" y="355177"/>
                    </a:lnTo>
                    <a:lnTo>
                      <a:pt x="303852" y="356346"/>
                    </a:lnTo>
                    <a:lnTo>
                      <a:pt x="302503" y="357482"/>
                    </a:lnTo>
                    <a:lnTo>
                      <a:pt x="301223" y="358585"/>
                    </a:lnTo>
                    <a:lnTo>
                      <a:pt x="300017" y="359657"/>
                    </a:lnTo>
                    <a:lnTo>
                      <a:pt x="298891" y="360700"/>
                    </a:lnTo>
                    <a:lnTo>
                      <a:pt x="306678" y="359944"/>
                    </a:lnTo>
                    <a:lnTo>
                      <a:pt x="314704" y="358480"/>
                    </a:lnTo>
                    <a:lnTo>
                      <a:pt x="322833" y="356319"/>
                    </a:lnTo>
                    <a:lnTo>
                      <a:pt x="330930" y="353471"/>
                    </a:lnTo>
                    <a:lnTo>
                      <a:pt x="338860" y="349947"/>
                    </a:lnTo>
                    <a:lnTo>
                      <a:pt x="346487" y="345756"/>
                    </a:lnTo>
                    <a:lnTo>
                      <a:pt x="353676" y="340911"/>
                    </a:lnTo>
                    <a:lnTo>
                      <a:pt x="360292" y="335420"/>
                    </a:lnTo>
                    <a:lnTo>
                      <a:pt x="366200" y="329295"/>
                    </a:lnTo>
                    <a:lnTo>
                      <a:pt x="371265" y="322545"/>
                    </a:lnTo>
                    <a:lnTo>
                      <a:pt x="375351" y="315182"/>
                    </a:lnTo>
                    <a:lnTo>
                      <a:pt x="378322" y="307216"/>
                    </a:lnTo>
                    <a:lnTo>
                      <a:pt x="380045" y="298656"/>
                    </a:lnTo>
                    <a:lnTo>
                      <a:pt x="380383" y="289515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</p:grpSp>
        <p:sp>
          <p:nvSpPr>
            <p:cNvPr id="179" name="179 Java">
              <a:extLst>
                <a:ext uri="{FF2B5EF4-FFF2-40B4-BE49-F238E27FC236}">
                  <a16:creationId xmlns:a16="http://schemas.microsoft.com/office/drawing/2014/main" id="{9578E6C8-4766-42DB-AA8D-1EDA8DF1F2C2}"/>
                </a:ext>
              </a:extLst>
            </p:cNvPr>
            <p:cNvSpPr>
              <a:spLocks/>
            </p:cNvSpPr>
            <p:nvPr/>
          </p:nvSpPr>
          <p:spPr>
            <a:xfrm>
              <a:off x="14811375" y="1600200"/>
              <a:ext cx="75247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Java</a:t>
              </a:r>
            </a:p>
          </p:txBody>
        </p:sp>
        <p:grpSp>
          <p:nvGrpSpPr>
            <p:cNvPr id="378" name="icon-mindspore-179"/>
            <p:cNvGrpSpPr/>
            <p:nvPr/>
          </p:nvGrpSpPr>
          <p:grpSpPr>
            <a:xfrm>
              <a:off x="14354175" y="2147710"/>
              <a:ext cx="790575" cy="438505"/>
              <a:chOff x="14354175" y="2147710"/>
              <a:chExt cx="790575" cy="438505"/>
            </a:xfrm>
          </p:grpSpPr>
          <p:sp>
            <p:nvSpPr>
              <p:cNvPr id="180" name="180 mindspore vector path">
                <a:extLst>
                  <a:ext uri="{FF2B5EF4-FFF2-40B4-BE49-F238E27FC236}">
                    <a16:creationId xmlns:a16="http://schemas.microsoft.com/office/drawing/2014/main" id="{DC5D3BB3-97E7-414E-B5F2-327CADD7E3A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354175" y="2147710"/>
                <a:ext cx="790575" cy="438505"/>
              </a:xfrm>
              <a:custGeom>
                <a:avLst/>
                <a:gdLst/>
                <a:ahLst/>
                <a:cxnLst/>
                <a:rect l="0" t="0" r="0" b="0"/>
                <a:pathLst>
                  <a:path w="790575" h="438505">
                    <a:moveTo>
                      <a:pt x="746861" y="0"/>
                    </a:moveTo>
                    <a:lnTo>
                      <a:pt x="737864" y="555"/>
                    </a:lnTo>
                    <a:lnTo>
                      <a:pt x="729619" y="2180"/>
                    </a:lnTo>
                    <a:lnTo>
                      <a:pt x="722206" y="4818"/>
                    </a:lnTo>
                    <a:lnTo>
                      <a:pt x="715708" y="8408"/>
                    </a:lnTo>
                    <a:lnTo>
                      <a:pt x="710208" y="12892"/>
                    </a:lnTo>
                    <a:lnTo>
                      <a:pt x="705787" y="18212"/>
                    </a:lnTo>
                    <a:lnTo>
                      <a:pt x="702528" y="24308"/>
                    </a:lnTo>
                    <a:lnTo>
                      <a:pt x="700512" y="31121"/>
                    </a:lnTo>
                    <a:lnTo>
                      <a:pt x="699821" y="38594"/>
                    </a:lnTo>
                    <a:lnTo>
                      <a:pt x="699821" y="38594"/>
                    </a:lnTo>
                    <a:lnTo>
                      <a:pt x="700542" y="45493"/>
                    </a:lnTo>
                    <a:lnTo>
                      <a:pt x="702561" y="51574"/>
                    </a:lnTo>
                    <a:lnTo>
                      <a:pt x="705660" y="56890"/>
                    </a:lnTo>
                    <a:lnTo>
                      <a:pt x="709621" y="61494"/>
                    </a:lnTo>
                    <a:lnTo>
                      <a:pt x="714229" y="65439"/>
                    </a:lnTo>
                    <a:lnTo>
                      <a:pt x="719265" y="68778"/>
                    </a:lnTo>
                    <a:lnTo>
                      <a:pt x="724513" y="71565"/>
                    </a:lnTo>
                    <a:lnTo>
                      <a:pt x="729756" y="73852"/>
                    </a:lnTo>
                    <a:lnTo>
                      <a:pt x="729756" y="73852"/>
                    </a:lnTo>
                    <a:lnTo>
                      <a:pt x="734147" y="75560"/>
                    </a:lnTo>
                    <a:lnTo>
                      <a:pt x="738332" y="77150"/>
                    </a:lnTo>
                    <a:lnTo>
                      <a:pt x="742193" y="78685"/>
                    </a:lnTo>
                    <a:lnTo>
                      <a:pt x="745615" y="80225"/>
                    </a:lnTo>
                    <a:lnTo>
                      <a:pt x="748480" y="81832"/>
                    </a:lnTo>
                    <a:lnTo>
                      <a:pt x="750671" y="83567"/>
                    </a:lnTo>
                    <a:lnTo>
                      <a:pt x="752071" y="85493"/>
                    </a:lnTo>
                    <a:lnTo>
                      <a:pt x="752564" y="87670"/>
                    </a:lnTo>
                    <a:lnTo>
                      <a:pt x="752564" y="87670"/>
                    </a:lnTo>
                    <a:lnTo>
                      <a:pt x="752404" y="89345"/>
                    </a:lnTo>
                    <a:lnTo>
                      <a:pt x="751910" y="90796"/>
                    </a:lnTo>
                    <a:lnTo>
                      <a:pt x="751060" y="92025"/>
                    </a:lnTo>
                    <a:lnTo>
                      <a:pt x="749831" y="93030"/>
                    </a:lnTo>
                    <a:lnTo>
                      <a:pt x="748202" y="93811"/>
                    </a:lnTo>
                    <a:lnTo>
                      <a:pt x="746149" y="94369"/>
                    </a:lnTo>
                    <a:lnTo>
                      <a:pt x="743651" y="94704"/>
                    </a:lnTo>
                    <a:lnTo>
                      <a:pt x="740685" y="94816"/>
                    </a:lnTo>
                    <a:lnTo>
                      <a:pt x="740685" y="94816"/>
                    </a:lnTo>
                    <a:lnTo>
                      <a:pt x="737500" y="94636"/>
                    </a:lnTo>
                    <a:lnTo>
                      <a:pt x="734184" y="94094"/>
                    </a:lnTo>
                    <a:lnTo>
                      <a:pt x="730741" y="93183"/>
                    </a:lnTo>
                    <a:lnTo>
                      <a:pt x="727172" y="91898"/>
                    </a:lnTo>
                    <a:lnTo>
                      <a:pt x="723480" y="90233"/>
                    </a:lnTo>
                    <a:lnTo>
                      <a:pt x="719669" y="88183"/>
                    </a:lnTo>
                    <a:lnTo>
                      <a:pt x="715741" y="85742"/>
                    </a:lnTo>
                    <a:lnTo>
                      <a:pt x="711699" y="82905"/>
                    </a:lnTo>
                    <a:lnTo>
                      <a:pt x="711699" y="82905"/>
                    </a:lnTo>
                    <a:lnTo>
                      <a:pt x="693644" y="108157"/>
                    </a:lnTo>
                    <a:lnTo>
                      <a:pt x="698548" y="111747"/>
                    </a:lnTo>
                    <a:lnTo>
                      <a:pt x="703919" y="114984"/>
                    </a:lnTo>
                    <a:lnTo>
                      <a:pt x="709647" y="117831"/>
                    </a:lnTo>
                    <a:lnTo>
                      <a:pt x="715620" y="120248"/>
                    </a:lnTo>
                    <a:lnTo>
                      <a:pt x="721726" y="122196"/>
                    </a:lnTo>
                    <a:lnTo>
                      <a:pt x="727855" y="123635"/>
                    </a:lnTo>
                    <a:lnTo>
                      <a:pt x="733895" y="124528"/>
                    </a:lnTo>
                    <a:lnTo>
                      <a:pt x="739734" y="124834"/>
                    </a:lnTo>
                    <a:lnTo>
                      <a:pt x="739734" y="124834"/>
                    </a:lnTo>
                    <a:lnTo>
                      <a:pt x="749240" y="124331"/>
                    </a:lnTo>
                    <a:lnTo>
                      <a:pt x="757793" y="122871"/>
                    </a:lnTo>
                    <a:lnTo>
                      <a:pt x="765384" y="120524"/>
                    </a:lnTo>
                    <a:lnTo>
                      <a:pt x="771999" y="117363"/>
                    </a:lnTo>
                    <a:lnTo>
                      <a:pt x="777627" y="113458"/>
                    </a:lnTo>
                    <a:lnTo>
                      <a:pt x="782258" y="108882"/>
                    </a:lnTo>
                    <a:lnTo>
                      <a:pt x="785880" y="103705"/>
                    </a:lnTo>
                    <a:lnTo>
                      <a:pt x="788481" y="97999"/>
                    </a:lnTo>
                    <a:lnTo>
                      <a:pt x="790049" y="91836"/>
                    </a:lnTo>
                    <a:lnTo>
                      <a:pt x="790575" y="85287"/>
                    </a:lnTo>
                    <a:lnTo>
                      <a:pt x="790575" y="85287"/>
                    </a:lnTo>
                    <a:lnTo>
                      <a:pt x="789853" y="77811"/>
                    </a:lnTo>
                    <a:lnTo>
                      <a:pt x="787828" y="71395"/>
                    </a:lnTo>
                    <a:lnTo>
                      <a:pt x="784712" y="65940"/>
                    </a:lnTo>
                    <a:lnTo>
                      <a:pt x="780716" y="61345"/>
                    </a:lnTo>
                    <a:lnTo>
                      <a:pt x="776051" y="57509"/>
                    </a:lnTo>
                    <a:lnTo>
                      <a:pt x="770930" y="54332"/>
                    </a:lnTo>
                    <a:lnTo>
                      <a:pt x="765564" y="51713"/>
                    </a:lnTo>
                    <a:lnTo>
                      <a:pt x="760165" y="49553"/>
                    </a:lnTo>
                    <a:lnTo>
                      <a:pt x="760165" y="49553"/>
                    </a:lnTo>
                    <a:lnTo>
                      <a:pt x="755795" y="48023"/>
                    </a:lnTo>
                    <a:lnTo>
                      <a:pt x="751664" y="46604"/>
                    </a:lnTo>
                    <a:lnTo>
                      <a:pt x="747879" y="45231"/>
                    </a:lnTo>
                    <a:lnTo>
                      <a:pt x="744545" y="43835"/>
                    </a:lnTo>
                    <a:lnTo>
                      <a:pt x="741768" y="42350"/>
                    </a:lnTo>
                    <a:lnTo>
                      <a:pt x="739653" y="40709"/>
                    </a:lnTo>
                    <a:lnTo>
                      <a:pt x="738307" y="38844"/>
                    </a:lnTo>
                    <a:lnTo>
                      <a:pt x="737834" y="36689"/>
                    </a:lnTo>
                    <a:lnTo>
                      <a:pt x="737834" y="36689"/>
                    </a:lnTo>
                    <a:lnTo>
                      <a:pt x="738001" y="35034"/>
                    </a:lnTo>
                    <a:lnTo>
                      <a:pt x="738499" y="33636"/>
                    </a:lnTo>
                    <a:lnTo>
                      <a:pt x="739325" y="32483"/>
                    </a:lnTo>
                    <a:lnTo>
                      <a:pt x="740477" y="31565"/>
                    </a:lnTo>
                    <a:lnTo>
                      <a:pt x="741952" y="30871"/>
                    </a:lnTo>
                    <a:lnTo>
                      <a:pt x="743747" y="30389"/>
                    </a:lnTo>
                    <a:lnTo>
                      <a:pt x="745859" y="30108"/>
                    </a:lnTo>
                    <a:lnTo>
                      <a:pt x="748286" y="30016"/>
                    </a:lnTo>
                    <a:lnTo>
                      <a:pt x="748286" y="30016"/>
                    </a:lnTo>
                    <a:lnTo>
                      <a:pt x="751091" y="30192"/>
                    </a:lnTo>
                    <a:lnTo>
                      <a:pt x="753977" y="30709"/>
                    </a:lnTo>
                    <a:lnTo>
                      <a:pt x="756936" y="31549"/>
                    </a:lnTo>
                    <a:lnTo>
                      <a:pt x="759958" y="32697"/>
                    </a:lnTo>
                    <a:lnTo>
                      <a:pt x="763036" y="34134"/>
                    </a:lnTo>
                    <a:lnTo>
                      <a:pt x="766161" y="35846"/>
                    </a:lnTo>
                    <a:lnTo>
                      <a:pt x="769325" y="37814"/>
                    </a:lnTo>
                    <a:lnTo>
                      <a:pt x="772519" y="40023"/>
                    </a:lnTo>
                    <a:lnTo>
                      <a:pt x="772519" y="40023"/>
                    </a:lnTo>
                    <a:lnTo>
                      <a:pt x="790575" y="15724"/>
                    </a:lnTo>
                    <a:lnTo>
                      <a:pt x="786495" y="12791"/>
                    </a:lnTo>
                    <a:lnTo>
                      <a:pt x="782075" y="9950"/>
                    </a:lnTo>
                    <a:lnTo>
                      <a:pt x="777287" y="7294"/>
                    </a:lnTo>
                    <a:lnTo>
                      <a:pt x="772104" y="4914"/>
                    </a:lnTo>
                    <a:lnTo>
                      <a:pt x="766498" y="2902"/>
                    </a:lnTo>
                    <a:lnTo>
                      <a:pt x="760441" y="1351"/>
                    </a:lnTo>
                    <a:lnTo>
                      <a:pt x="753904" y="353"/>
                    </a:lnTo>
                    <a:lnTo>
                      <a:pt x="746861" y="0"/>
                    </a:lnTo>
                    <a:close/>
                    <a:moveTo>
                      <a:pt x="480669" y="79972"/>
                    </a:moveTo>
                    <a:lnTo>
                      <a:pt x="412792" y="79972"/>
                    </a:lnTo>
                    <a:lnTo>
                      <a:pt x="412765" y="79972"/>
                    </a:lnTo>
                    <a:lnTo>
                      <a:pt x="329846" y="291248"/>
                    </a:lnTo>
                    <a:lnTo>
                      <a:pt x="246928" y="79972"/>
                    </a:lnTo>
                    <a:lnTo>
                      <a:pt x="179024" y="79972"/>
                    </a:lnTo>
                    <a:lnTo>
                      <a:pt x="153064" y="367978"/>
                    </a:lnTo>
                    <a:lnTo>
                      <a:pt x="220968" y="367978"/>
                    </a:lnTo>
                    <a:lnTo>
                      <a:pt x="235240" y="209633"/>
                    </a:lnTo>
                    <a:lnTo>
                      <a:pt x="301709" y="362944"/>
                    </a:lnTo>
                    <a:lnTo>
                      <a:pt x="301664" y="363056"/>
                    </a:lnTo>
                    <a:lnTo>
                      <a:pt x="301757" y="363056"/>
                    </a:lnTo>
                    <a:lnTo>
                      <a:pt x="357937" y="363056"/>
                    </a:lnTo>
                    <a:lnTo>
                      <a:pt x="358029" y="363056"/>
                    </a:lnTo>
                    <a:lnTo>
                      <a:pt x="357984" y="362944"/>
                    </a:lnTo>
                    <a:lnTo>
                      <a:pt x="424475" y="209584"/>
                    </a:lnTo>
                    <a:lnTo>
                      <a:pt x="438753" y="367978"/>
                    </a:lnTo>
                    <a:lnTo>
                      <a:pt x="506657" y="367978"/>
                    </a:lnTo>
                    <a:lnTo>
                      <a:pt x="480695" y="79972"/>
                    </a:lnTo>
                    <a:lnTo>
                      <a:pt x="480669" y="79972"/>
                    </a:lnTo>
                    <a:close/>
                    <a:moveTo>
                      <a:pt x="0" y="34483"/>
                    </a:moveTo>
                    <a:lnTo>
                      <a:pt x="0" y="34573"/>
                    </a:lnTo>
                    <a:lnTo>
                      <a:pt x="0" y="79013"/>
                    </a:lnTo>
                    <a:lnTo>
                      <a:pt x="0" y="79455"/>
                    </a:lnTo>
                    <a:lnTo>
                      <a:pt x="0" y="434771"/>
                    </a:lnTo>
                    <a:lnTo>
                      <a:pt x="0" y="438505"/>
                    </a:lnTo>
                    <a:lnTo>
                      <a:pt x="112441" y="438505"/>
                    </a:lnTo>
                    <a:lnTo>
                      <a:pt x="112441" y="393239"/>
                    </a:lnTo>
                    <a:lnTo>
                      <a:pt x="45061" y="393239"/>
                    </a:lnTo>
                    <a:lnTo>
                      <a:pt x="45061" y="79455"/>
                    </a:lnTo>
                    <a:lnTo>
                      <a:pt x="112441" y="79455"/>
                    </a:lnTo>
                    <a:lnTo>
                      <a:pt x="112441" y="79013"/>
                    </a:lnTo>
                    <a:lnTo>
                      <a:pt x="112441" y="75298"/>
                    </a:lnTo>
                    <a:lnTo>
                      <a:pt x="112441" y="34573"/>
                    </a:lnTo>
                    <a:lnTo>
                      <a:pt x="112441" y="34483"/>
                    </a:lnTo>
                    <a:lnTo>
                      <a:pt x="0" y="34483"/>
                    </a:lnTo>
                    <a:close/>
                    <a:moveTo>
                      <a:pt x="547278" y="34483"/>
                    </a:moveTo>
                    <a:lnTo>
                      <a:pt x="547278" y="34573"/>
                    </a:lnTo>
                    <a:lnTo>
                      <a:pt x="547278" y="75298"/>
                    </a:lnTo>
                    <a:lnTo>
                      <a:pt x="547278" y="79013"/>
                    </a:lnTo>
                    <a:lnTo>
                      <a:pt x="547278" y="79455"/>
                    </a:lnTo>
                    <a:lnTo>
                      <a:pt x="614659" y="79455"/>
                    </a:lnTo>
                    <a:lnTo>
                      <a:pt x="614659" y="393239"/>
                    </a:lnTo>
                    <a:lnTo>
                      <a:pt x="547278" y="393239"/>
                    </a:lnTo>
                    <a:lnTo>
                      <a:pt x="547278" y="438505"/>
                    </a:lnTo>
                    <a:lnTo>
                      <a:pt x="659721" y="438505"/>
                    </a:lnTo>
                    <a:lnTo>
                      <a:pt x="659721" y="434771"/>
                    </a:lnTo>
                    <a:lnTo>
                      <a:pt x="659721" y="79455"/>
                    </a:lnTo>
                    <a:lnTo>
                      <a:pt x="659721" y="79013"/>
                    </a:lnTo>
                    <a:lnTo>
                      <a:pt x="659721" y="34573"/>
                    </a:lnTo>
                    <a:lnTo>
                      <a:pt x="659721" y="34483"/>
                    </a:lnTo>
                    <a:lnTo>
                      <a:pt x="547278" y="34483"/>
                    </a:lnTo>
                    <a:close/>
                  </a:path>
                </a:pathLst>
              </a:custGeom>
              <a:solidFill>
                <a:srgbClr val="73B3FF"/>
              </a:solidFill>
              <a:ln w="0">
                <a:noFill/>
              </a:ln>
            </p:spPr>
          </p:sp>
          <p:sp>
            <p:nvSpPr>
              <p:cNvPr id="181" name="181 mindspore vector path">
                <a:extLst>
                  <a:ext uri="{FF2B5EF4-FFF2-40B4-BE49-F238E27FC236}">
                    <a16:creationId xmlns:a16="http://schemas.microsoft.com/office/drawing/2014/main" id="{951CD388-CA1C-4B07-9BD4-698526B47F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354175" y="2147710"/>
                <a:ext cx="790575" cy="438505"/>
              </a:xfrm>
              <a:custGeom>
                <a:avLst/>
                <a:gdLst/>
                <a:ahLst/>
                <a:cxnLst/>
                <a:rect l="0" t="0" r="0" b="0"/>
                <a:pathLst>
                  <a:path w="790575" h="438505">
                    <a:moveTo>
                      <a:pt x="235240" y="209635"/>
                    </a:moveTo>
                    <a:lnTo>
                      <a:pt x="246928" y="79973"/>
                    </a:lnTo>
                    <a:lnTo>
                      <a:pt x="329846" y="291248"/>
                    </a:lnTo>
                    <a:lnTo>
                      <a:pt x="301708" y="362944"/>
                    </a:lnTo>
                    <a:lnTo>
                      <a:pt x="235240" y="209635"/>
                    </a:lnTo>
                    <a:close/>
                  </a:path>
                </a:pathLst>
              </a:custGeom>
              <a:solidFill>
                <a:srgbClr val="56B0E4"/>
              </a:solidFill>
              <a:ln w="0">
                <a:noFill/>
              </a:ln>
            </p:spPr>
          </p:sp>
          <p:sp>
            <p:nvSpPr>
              <p:cNvPr id="182" name="182 mindspore vector path">
                <a:extLst>
                  <a:ext uri="{FF2B5EF4-FFF2-40B4-BE49-F238E27FC236}">
                    <a16:creationId xmlns:a16="http://schemas.microsoft.com/office/drawing/2014/main" id="{98932A03-7033-4E79-BDB3-D20AD9896B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354175" y="2147710"/>
                <a:ext cx="790575" cy="438505"/>
              </a:xfrm>
              <a:custGeom>
                <a:avLst/>
                <a:gdLst/>
                <a:ahLst/>
                <a:cxnLst/>
                <a:rect l="0" t="0" r="0" b="0"/>
                <a:pathLst>
                  <a:path w="790575" h="438505">
                    <a:moveTo>
                      <a:pt x="424475" y="209584"/>
                    </a:moveTo>
                    <a:lnTo>
                      <a:pt x="480695" y="79973"/>
                    </a:lnTo>
                    <a:lnTo>
                      <a:pt x="506657" y="367979"/>
                    </a:lnTo>
                    <a:lnTo>
                      <a:pt x="438753" y="367979"/>
                    </a:lnTo>
                    <a:lnTo>
                      <a:pt x="424475" y="209584"/>
                    </a:lnTo>
                    <a:close/>
                  </a:path>
                </a:pathLst>
              </a:custGeom>
              <a:solidFill>
                <a:srgbClr val="509AE6"/>
              </a:solidFill>
              <a:ln w="0">
                <a:noFill/>
              </a:ln>
            </p:spPr>
          </p:sp>
        </p:grpSp>
        <p:sp>
          <p:nvSpPr>
            <p:cNvPr id="183" name="183 MindSpore">
              <a:extLst>
                <a:ext uri="{FF2B5EF4-FFF2-40B4-BE49-F238E27FC236}">
                  <a16:creationId xmlns:a16="http://schemas.microsoft.com/office/drawing/2014/main" id="{9EF07F14-43DE-4100-8BFA-602EE119F336}"/>
                </a:ext>
              </a:extLst>
            </p:cNvPr>
            <p:cNvSpPr>
              <a:spLocks/>
            </p:cNvSpPr>
            <p:nvPr/>
          </p:nvSpPr>
          <p:spPr>
            <a:xfrm>
              <a:off x="14135100" y="2638425"/>
              <a:ext cx="1362075" cy="242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3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3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MindSpore</a:t>
              </a:r>
            </a:p>
          </p:txBody>
        </p:sp>
        <p:sp>
          <p:nvSpPr>
            <p:cNvPr id="184" name="184 …">
              <a:extLst>
                <a:ext uri="{FF2B5EF4-FFF2-40B4-BE49-F238E27FC236}">
                  <a16:creationId xmlns:a16="http://schemas.microsoft.com/office/drawing/2014/main" id="{2983F568-BD66-4113-83B9-D4208AC7E7BE}"/>
                </a:ext>
              </a:extLst>
            </p:cNvPr>
            <p:cNvSpPr>
              <a:spLocks/>
            </p:cNvSpPr>
            <p:nvPr/>
          </p:nvSpPr>
          <p:spPr>
            <a:xfrm>
              <a:off x="14601825" y="2857500"/>
              <a:ext cx="42862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85" name="185 rect">
              <a:extLst>
                <a:ext uri="{FF2B5EF4-FFF2-40B4-BE49-F238E27FC236}">
                  <a16:creationId xmlns:a16="http://schemas.microsoft.com/office/drawing/2014/main" id="{D40247C0-67DD-441E-A4B5-65D9F5F8C223}"/>
                </a:ext>
              </a:extLst>
            </p:cNvPr>
            <p:cNvSpPr>
              <a:spLocks/>
            </p:cNvSpPr>
            <p:nvPr/>
          </p:nvSpPr>
          <p:spPr>
            <a:xfrm>
              <a:off x="13820775" y="3133725"/>
              <a:ext cx="1781175" cy="1419225"/>
            </a:xfrm>
            <a:prstGeom prst="roundRect">
              <a:avLst>
                <a:gd name="adj" fmla="val 4698"/>
              </a:avLst>
            </a:prstGeom>
            <a:solidFill>
              <a:srgbClr val="FBFCFE"/>
            </a:solidFill>
            <a:ln w="6668">
              <a:solidFill>
                <a:srgbClr val="D2DFEF"/>
              </a:solidFill>
            </a:ln>
          </p:spPr>
        </p:sp>
        <p:sp>
          <p:nvSpPr>
            <p:cNvPr id="186" name="186 folder icon">
              <a:extLst>
                <a:ext uri="{FF2B5EF4-FFF2-40B4-BE49-F238E27FC236}">
                  <a16:creationId xmlns:a16="http://schemas.microsoft.com/office/drawing/2014/main" id="{5549D49F-7B86-43C2-87AD-5CE2C5790BAA}"/>
                </a:ext>
              </a:extLst>
            </p:cNvPr>
            <p:cNvSpPr>
              <a:spLocks/>
            </p:cNvSpPr>
            <p:nvPr/>
          </p:nvSpPr>
          <p:spPr>
            <a:xfrm>
              <a:off x="13944600" y="3324225"/>
              <a:ext cx="171450" cy="126683"/>
            </a:xfrm>
            <a:custGeom>
              <a:avLst/>
              <a:gdLst/>
              <a:ahLst/>
              <a:cxnLst/>
              <a:rect l="0" t="0" r="0" b="0"/>
              <a:pathLst>
                <a:path w="171450" h="126683">
                  <a:moveTo>
                    <a:pt x="0" y="0"/>
                  </a:moveTo>
                  <a:lnTo>
                    <a:pt x="65151" y="0"/>
                  </a:lnTo>
                  <a:lnTo>
                    <a:pt x="85725" y="38100"/>
                  </a:lnTo>
                  <a:lnTo>
                    <a:pt x="171450" y="38100"/>
                  </a:lnTo>
                  <a:lnTo>
                    <a:pt x="171450" y="126683"/>
                  </a:lnTo>
                  <a:lnTo>
                    <a:pt x="0" y="126683"/>
                  </a:lnTo>
                  <a:close/>
                </a:path>
              </a:pathLst>
            </a:custGeom>
            <a:solidFill>
              <a:srgbClr val="52A8EF"/>
            </a:solidFill>
            <a:ln w="16193">
              <a:solidFill>
                <a:srgbClr val="064A92"/>
              </a:solidFill>
            </a:ln>
          </p:spPr>
        </p:sp>
        <p:sp>
          <p:nvSpPr>
            <p:cNvPr id="187" name="187 src/">
              <a:extLst>
                <a:ext uri="{FF2B5EF4-FFF2-40B4-BE49-F238E27FC236}">
                  <a16:creationId xmlns:a16="http://schemas.microsoft.com/office/drawing/2014/main" id="{AD20773B-90D5-46BD-91DF-0CC8534E92B9}"/>
                </a:ext>
              </a:extLst>
            </p:cNvPr>
            <p:cNvSpPr>
              <a:spLocks/>
            </p:cNvSpPr>
            <p:nvPr/>
          </p:nvSpPr>
          <p:spPr>
            <a:xfrm>
              <a:off x="14220825" y="3276600"/>
              <a:ext cx="131445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src/</a:t>
              </a:r>
            </a:p>
          </p:txBody>
        </p:sp>
        <p:sp>
          <p:nvSpPr>
            <p:cNvPr id="188" name="188 path">
              <a:extLst>
                <a:ext uri="{FF2B5EF4-FFF2-40B4-BE49-F238E27FC236}">
                  <a16:creationId xmlns:a16="http://schemas.microsoft.com/office/drawing/2014/main" id="{C1ED3B8E-A4C0-495B-A4B2-7FCBCA554876}"/>
                </a:ext>
              </a:extLst>
            </p:cNvPr>
            <p:cNvSpPr>
              <a:spLocks/>
            </p:cNvSpPr>
            <p:nvPr/>
          </p:nvSpPr>
          <p:spPr>
            <a:xfrm>
              <a:off x="14039850" y="3552825"/>
              <a:ext cx="95" cy="114300"/>
            </a:xfrm>
            <a:custGeom>
              <a:avLst/>
              <a:gdLst/>
              <a:ahLst/>
              <a:cxnLst/>
              <a:rect l="0" t="0" r="0" b="0"/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189" name="189 path">
              <a:extLst>
                <a:ext uri="{FF2B5EF4-FFF2-40B4-BE49-F238E27FC236}">
                  <a16:creationId xmlns:a16="http://schemas.microsoft.com/office/drawing/2014/main" id="{B4AFE602-9137-4766-8ADB-A6A6B5DD4AB4}"/>
                </a:ext>
              </a:extLst>
            </p:cNvPr>
            <p:cNvSpPr>
              <a:spLocks/>
            </p:cNvSpPr>
            <p:nvPr/>
          </p:nvSpPr>
          <p:spPr>
            <a:xfrm>
              <a:off x="14039850" y="3667125"/>
              <a:ext cx="114300" cy="95"/>
            </a:xfrm>
            <a:custGeom>
              <a:avLst/>
              <a:gdLst/>
              <a:ahLst/>
              <a:cxnLst/>
              <a:rect l="0" t="0" r="0" b="0"/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190" name="190 path">
              <a:extLst>
                <a:ext uri="{FF2B5EF4-FFF2-40B4-BE49-F238E27FC236}">
                  <a16:creationId xmlns:a16="http://schemas.microsoft.com/office/drawing/2014/main" id="{957521E9-BDE7-405A-AEC3-F7D415C63FD2}"/>
                </a:ext>
              </a:extLst>
            </p:cNvPr>
            <p:cNvSpPr>
              <a:spLocks/>
            </p:cNvSpPr>
            <p:nvPr/>
          </p:nvSpPr>
          <p:spPr>
            <a:xfrm>
              <a:off x="14258925" y="3571875"/>
              <a:ext cx="95" cy="838200"/>
            </a:xfrm>
            <a:custGeom>
              <a:avLst/>
              <a:gdLst/>
              <a:ahLst/>
              <a:cxnLst/>
              <a:rect l="0" t="0" r="0" b="0"/>
              <a:pathLst>
                <a:path w="9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91" name="191 path">
              <a:extLst>
                <a:ext uri="{FF2B5EF4-FFF2-40B4-BE49-F238E27FC236}">
                  <a16:creationId xmlns:a16="http://schemas.microsoft.com/office/drawing/2014/main" id="{DCC63594-4CCB-4B56-BF76-0C85BA20D49E}"/>
                </a:ext>
              </a:extLst>
            </p:cNvPr>
            <p:cNvSpPr>
              <a:spLocks/>
            </p:cNvSpPr>
            <p:nvPr/>
          </p:nvSpPr>
          <p:spPr>
            <a:xfrm>
              <a:off x="14258925" y="3667125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92" name="192 model.java">
              <a:extLst>
                <a:ext uri="{FF2B5EF4-FFF2-40B4-BE49-F238E27FC236}">
                  <a16:creationId xmlns:a16="http://schemas.microsoft.com/office/drawing/2014/main" id="{8E0E7377-8289-4C86-9092-D7270DF014B8}"/>
                </a:ext>
              </a:extLst>
            </p:cNvPr>
            <p:cNvSpPr>
              <a:spLocks/>
            </p:cNvSpPr>
            <p:nvPr/>
          </p:nvSpPr>
          <p:spPr>
            <a:xfrm>
              <a:off x="14535150" y="3552825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model.java</a:t>
              </a:r>
            </a:p>
          </p:txBody>
        </p:sp>
        <p:sp>
          <p:nvSpPr>
            <p:cNvPr id="193" name="193 path">
              <a:extLst>
                <a:ext uri="{FF2B5EF4-FFF2-40B4-BE49-F238E27FC236}">
                  <a16:creationId xmlns:a16="http://schemas.microsoft.com/office/drawing/2014/main" id="{94F6C849-B9AD-443E-B4BD-38DB5B0A13AF}"/>
                </a:ext>
              </a:extLst>
            </p:cNvPr>
            <p:cNvSpPr>
              <a:spLocks/>
            </p:cNvSpPr>
            <p:nvPr/>
          </p:nvSpPr>
          <p:spPr>
            <a:xfrm>
              <a:off x="14258925" y="3914775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94" name="194 train.java">
              <a:extLst>
                <a:ext uri="{FF2B5EF4-FFF2-40B4-BE49-F238E27FC236}">
                  <a16:creationId xmlns:a16="http://schemas.microsoft.com/office/drawing/2014/main" id="{DF744E76-8BE3-46B2-B0DA-2FDAFAA19E94}"/>
                </a:ext>
              </a:extLst>
            </p:cNvPr>
            <p:cNvSpPr>
              <a:spLocks/>
            </p:cNvSpPr>
            <p:nvPr/>
          </p:nvSpPr>
          <p:spPr>
            <a:xfrm>
              <a:off x="14535150" y="3800475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train.java</a:t>
              </a:r>
            </a:p>
          </p:txBody>
        </p:sp>
        <p:sp>
          <p:nvSpPr>
            <p:cNvPr id="195" name="195 path">
              <a:extLst>
                <a:ext uri="{FF2B5EF4-FFF2-40B4-BE49-F238E27FC236}">
                  <a16:creationId xmlns:a16="http://schemas.microsoft.com/office/drawing/2014/main" id="{0A060238-34A6-4DF2-A4B0-33D227AEC026}"/>
                </a:ext>
              </a:extLst>
            </p:cNvPr>
            <p:cNvSpPr>
              <a:spLocks/>
            </p:cNvSpPr>
            <p:nvPr/>
          </p:nvSpPr>
          <p:spPr>
            <a:xfrm>
              <a:off x="14258925" y="4162425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96" name="196 utils.java">
              <a:extLst>
                <a:ext uri="{FF2B5EF4-FFF2-40B4-BE49-F238E27FC236}">
                  <a16:creationId xmlns:a16="http://schemas.microsoft.com/office/drawing/2014/main" id="{84619F29-0C5A-42A6-A09B-B649AEB1496C}"/>
                </a:ext>
              </a:extLst>
            </p:cNvPr>
            <p:cNvSpPr>
              <a:spLocks/>
            </p:cNvSpPr>
            <p:nvPr/>
          </p:nvSpPr>
          <p:spPr>
            <a:xfrm>
              <a:off x="14535150" y="4048125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utils.java</a:t>
              </a:r>
            </a:p>
          </p:txBody>
        </p:sp>
        <p:sp>
          <p:nvSpPr>
            <p:cNvPr id="197" name="197 path">
              <a:extLst>
                <a:ext uri="{FF2B5EF4-FFF2-40B4-BE49-F238E27FC236}">
                  <a16:creationId xmlns:a16="http://schemas.microsoft.com/office/drawing/2014/main" id="{5FB6A24B-4B2C-4D7C-A16B-8F921ADA544D}"/>
                </a:ext>
              </a:extLst>
            </p:cNvPr>
            <p:cNvSpPr>
              <a:spLocks/>
            </p:cNvSpPr>
            <p:nvPr/>
          </p:nvSpPr>
          <p:spPr>
            <a:xfrm>
              <a:off x="14258925" y="4410075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98" name="198 …">
              <a:extLst>
                <a:ext uri="{FF2B5EF4-FFF2-40B4-BE49-F238E27FC236}">
                  <a16:creationId xmlns:a16="http://schemas.microsoft.com/office/drawing/2014/main" id="{67A8CF96-B1B1-41D7-BA74-3F5770974693}"/>
                </a:ext>
              </a:extLst>
            </p:cNvPr>
            <p:cNvSpPr>
              <a:spLocks/>
            </p:cNvSpPr>
            <p:nvPr/>
          </p:nvSpPr>
          <p:spPr>
            <a:xfrm>
              <a:off x="14535150" y="4295775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379" name="Main flow arrows"/>
          <p:cNvGrpSpPr/>
          <p:nvPr/>
        </p:nvGrpSpPr>
        <p:grpSpPr>
          <a:xfrm>
            <a:off x="2247900" y="2516505"/>
            <a:ext cx="11477625" cy="2484120"/>
            <a:chOff x="2247900" y="2516505"/>
            <a:chExt cx="11477625" cy="2484120"/>
          </a:xfrm>
        </p:grpSpPr>
        <p:sp>
          <p:nvSpPr>
            <p:cNvPr id="199" name="199 path">
              <a:extLst>
                <a:ext uri="{FF2B5EF4-FFF2-40B4-BE49-F238E27FC236}">
                  <a16:creationId xmlns:a16="http://schemas.microsoft.com/office/drawing/2014/main" id="{56F23F87-5957-4CBA-A40C-A0289754932B}"/>
                </a:ext>
              </a:extLst>
            </p:cNvPr>
            <p:cNvSpPr>
              <a:spLocks/>
            </p:cNvSpPr>
            <p:nvPr/>
          </p:nvSpPr>
          <p:spPr>
            <a:xfrm>
              <a:off x="2247900" y="2562225"/>
              <a:ext cx="209550" cy="95"/>
            </a:xfrm>
            <a:custGeom>
              <a:avLst/>
              <a:gdLst/>
              <a:ahLst/>
              <a:cxnLst/>
              <a:rect l="0" t="0" r="0" b="0"/>
              <a:pathLst>
                <a:path w="209550" h="9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5718">
              <a:solidFill>
                <a:srgbClr val="071E4C"/>
              </a:solidFill>
            </a:ln>
          </p:spPr>
        </p:sp>
        <p:sp>
          <p:nvSpPr>
            <p:cNvPr id="200" name="200 arrow head">
              <a:extLst>
                <a:ext uri="{FF2B5EF4-FFF2-40B4-BE49-F238E27FC236}">
                  <a16:creationId xmlns:a16="http://schemas.microsoft.com/office/drawing/2014/main" id="{7899D7C9-A245-46FD-96F9-3F50B97A9993}"/>
                </a:ext>
              </a:extLst>
            </p:cNvPr>
            <p:cNvSpPr>
              <a:spLocks/>
            </p:cNvSpPr>
            <p:nvPr/>
          </p:nvSpPr>
          <p:spPr>
            <a:xfrm>
              <a:off x="2362200" y="2516505"/>
              <a:ext cx="95250" cy="91440"/>
            </a:xfrm>
            <a:custGeom>
              <a:avLst/>
              <a:gdLst/>
              <a:ahLst/>
              <a:cxnLst/>
              <a:rect l="0" t="0" r="0" b="0"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01" name="201 path">
              <a:extLst>
                <a:ext uri="{FF2B5EF4-FFF2-40B4-BE49-F238E27FC236}">
                  <a16:creationId xmlns:a16="http://schemas.microsoft.com/office/drawing/2014/main" id="{26EB96CA-75BD-4EB7-8678-CC8B2546374A}"/>
                </a:ext>
              </a:extLst>
            </p:cNvPr>
            <p:cNvSpPr>
              <a:spLocks/>
            </p:cNvSpPr>
            <p:nvPr/>
          </p:nvSpPr>
          <p:spPr>
            <a:xfrm>
              <a:off x="4838700" y="2562225"/>
              <a:ext cx="200025" cy="95"/>
            </a:xfrm>
            <a:custGeom>
              <a:avLst/>
              <a:gdLst/>
              <a:ahLst/>
              <a:cxnLst/>
              <a:rect l="0" t="0" r="0" b="0"/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5718">
              <a:solidFill>
                <a:srgbClr val="071E4C"/>
              </a:solidFill>
            </a:ln>
          </p:spPr>
        </p:sp>
        <p:sp>
          <p:nvSpPr>
            <p:cNvPr id="202" name="202 arrow head">
              <a:extLst>
                <a:ext uri="{FF2B5EF4-FFF2-40B4-BE49-F238E27FC236}">
                  <a16:creationId xmlns:a16="http://schemas.microsoft.com/office/drawing/2014/main" id="{8D5184C9-3A9E-436E-A7AB-C685441877B4}"/>
                </a:ext>
              </a:extLst>
            </p:cNvPr>
            <p:cNvSpPr>
              <a:spLocks/>
            </p:cNvSpPr>
            <p:nvPr/>
          </p:nvSpPr>
          <p:spPr>
            <a:xfrm>
              <a:off x="4943475" y="2516505"/>
              <a:ext cx="95250" cy="91440"/>
            </a:xfrm>
            <a:custGeom>
              <a:avLst/>
              <a:gdLst/>
              <a:ahLst/>
              <a:cxnLst/>
              <a:rect l="0" t="0" r="0" b="0"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03" name="203 path">
              <a:extLst>
                <a:ext uri="{FF2B5EF4-FFF2-40B4-BE49-F238E27FC236}">
                  <a16:creationId xmlns:a16="http://schemas.microsoft.com/office/drawing/2014/main" id="{01662474-7835-46B9-974A-5B4F6C16A4B8}"/>
                </a:ext>
              </a:extLst>
            </p:cNvPr>
            <p:cNvSpPr>
              <a:spLocks/>
            </p:cNvSpPr>
            <p:nvPr/>
          </p:nvSpPr>
          <p:spPr>
            <a:xfrm>
              <a:off x="9115425" y="2562225"/>
              <a:ext cx="190500" cy="95"/>
            </a:xfrm>
            <a:custGeom>
              <a:avLst/>
              <a:gdLst/>
              <a:ahLst/>
              <a:cxnLst/>
              <a:rect l="0" t="0" r="0" b="0"/>
              <a:pathLst>
                <a:path w="190500" h="9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5718">
              <a:solidFill>
                <a:srgbClr val="071E4C"/>
              </a:solidFill>
            </a:ln>
          </p:spPr>
        </p:sp>
        <p:sp>
          <p:nvSpPr>
            <p:cNvPr id="204" name="204 arrow head">
              <a:extLst>
                <a:ext uri="{FF2B5EF4-FFF2-40B4-BE49-F238E27FC236}">
                  <a16:creationId xmlns:a16="http://schemas.microsoft.com/office/drawing/2014/main" id="{DADDB91E-543F-479C-B896-8BF8E31544EA}"/>
                </a:ext>
              </a:extLst>
            </p:cNvPr>
            <p:cNvSpPr>
              <a:spLocks/>
            </p:cNvSpPr>
            <p:nvPr/>
          </p:nvSpPr>
          <p:spPr>
            <a:xfrm>
              <a:off x="9210675" y="2516505"/>
              <a:ext cx="95250" cy="91440"/>
            </a:xfrm>
            <a:custGeom>
              <a:avLst/>
              <a:gdLst/>
              <a:ahLst/>
              <a:cxnLst/>
              <a:rect l="0" t="0" r="0" b="0"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05" name="205 path">
              <a:extLst>
                <a:ext uri="{FF2B5EF4-FFF2-40B4-BE49-F238E27FC236}">
                  <a16:creationId xmlns:a16="http://schemas.microsoft.com/office/drawing/2014/main" id="{DBEA6C23-C7AD-4D15-8D94-D24004B0088E}"/>
                </a:ext>
              </a:extLst>
            </p:cNvPr>
            <p:cNvSpPr>
              <a:spLocks/>
            </p:cNvSpPr>
            <p:nvPr/>
          </p:nvSpPr>
          <p:spPr>
            <a:xfrm>
              <a:off x="10772775" y="2562225"/>
              <a:ext cx="190500" cy="95"/>
            </a:xfrm>
            <a:custGeom>
              <a:avLst/>
              <a:gdLst/>
              <a:ahLst/>
              <a:cxnLst/>
              <a:rect l="0" t="0" r="0" b="0"/>
              <a:pathLst>
                <a:path w="190500" h="9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5718">
              <a:solidFill>
                <a:srgbClr val="071E4C"/>
              </a:solidFill>
            </a:ln>
          </p:spPr>
        </p:sp>
        <p:sp>
          <p:nvSpPr>
            <p:cNvPr id="206" name="206 arrow head">
              <a:extLst>
                <a:ext uri="{FF2B5EF4-FFF2-40B4-BE49-F238E27FC236}">
                  <a16:creationId xmlns:a16="http://schemas.microsoft.com/office/drawing/2014/main" id="{FC7FFB70-848E-47D7-85CD-F308A57D6FE6}"/>
                </a:ext>
              </a:extLst>
            </p:cNvPr>
            <p:cNvSpPr>
              <a:spLocks/>
            </p:cNvSpPr>
            <p:nvPr/>
          </p:nvSpPr>
          <p:spPr>
            <a:xfrm>
              <a:off x="10868025" y="2516505"/>
              <a:ext cx="95250" cy="91440"/>
            </a:xfrm>
            <a:custGeom>
              <a:avLst/>
              <a:gdLst/>
              <a:ahLst/>
              <a:cxnLst/>
              <a:rect l="0" t="0" r="0" b="0"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07" name="207 path">
              <a:extLst>
                <a:ext uri="{FF2B5EF4-FFF2-40B4-BE49-F238E27FC236}">
                  <a16:creationId xmlns:a16="http://schemas.microsoft.com/office/drawing/2014/main" id="{CACD1513-740E-4702-B01F-5E2563D98EFD}"/>
                </a:ext>
              </a:extLst>
            </p:cNvPr>
            <p:cNvSpPr>
              <a:spLocks/>
            </p:cNvSpPr>
            <p:nvPr/>
          </p:nvSpPr>
          <p:spPr>
            <a:xfrm>
              <a:off x="13525500" y="2562225"/>
              <a:ext cx="200025" cy="95"/>
            </a:xfrm>
            <a:custGeom>
              <a:avLst/>
              <a:gdLst/>
              <a:ahLst/>
              <a:cxnLst/>
              <a:rect l="0" t="0" r="0" b="0"/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5718">
              <a:solidFill>
                <a:srgbClr val="071E4C"/>
              </a:solidFill>
            </a:ln>
          </p:spPr>
        </p:sp>
        <p:sp>
          <p:nvSpPr>
            <p:cNvPr id="208" name="208 arrow head">
              <a:extLst>
                <a:ext uri="{FF2B5EF4-FFF2-40B4-BE49-F238E27FC236}">
                  <a16:creationId xmlns:a16="http://schemas.microsoft.com/office/drawing/2014/main" id="{5D8392AD-A885-46CB-AAF6-72633DF3D1CD}"/>
                </a:ext>
              </a:extLst>
            </p:cNvPr>
            <p:cNvSpPr>
              <a:spLocks/>
            </p:cNvSpPr>
            <p:nvPr/>
          </p:nvSpPr>
          <p:spPr>
            <a:xfrm>
              <a:off x="13630275" y="2516505"/>
              <a:ext cx="95250" cy="91440"/>
            </a:xfrm>
            <a:custGeom>
              <a:avLst/>
              <a:gdLst/>
              <a:ahLst/>
              <a:cxnLst/>
              <a:rect l="0" t="0" r="0" b="0"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09" name="209 path">
              <a:extLst>
                <a:ext uri="{FF2B5EF4-FFF2-40B4-BE49-F238E27FC236}">
                  <a16:creationId xmlns:a16="http://schemas.microsoft.com/office/drawing/2014/main" id="{707282ED-EC03-4E65-AD1A-50E0A0DB7183}"/>
                </a:ext>
              </a:extLst>
            </p:cNvPr>
            <p:cNvSpPr>
              <a:spLocks/>
            </p:cNvSpPr>
            <p:nvPr/>
          </p:nvSpPr>
          <p:spPr>
            <a:xfrm>
              <a:off x="3648075" y="4371975"/>
              <a:ext cx="95" cy="628650"/>
            </a:xfrm>
            <a:custGeom>
              <a:avLst/>
              <a:gdLst/>
              <a:ahLst/>
              <a:cxnLst/>
              <a:rect l="0" t="0" r="0" b="0"/>
              <a:pathLst>
                <a:path w="9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0003">
              <a:solidFill>
                <a:srgbClr val="071E4C"/>
              </a:solidFill>
            </a:ln>
          </p:spPr>
        </p:sp>
        <p:sp>
          <p:nvSpPr>
            <p:cNvPr id="210" name="210 arrow head">
              <a:extLst>
                <a:ext uri="{FF2B5EF4-FFF2-40B4-BE49-F238E27FC236}">
                  <a16:creationId xmlns:a16="http://schemas.microsoft.com/office/drawing/2014/main" id="{B08FFE38-041A-41E8-B599-4C6E021E68E5}"/>
                </a:ext>
              </a:extLst>
            </p:cNvPr>
            <p:cNvSpPr>
              <a:spLocks/>
            </p:cNvSpPr>
            <p:nvPr/>
          </p:nvSpPr>
          <p:spPr>
            <a:xfrm>
              <a:off x="3593211" y="4886325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114300"/>
                  </a:moveTo>
                  <a:lnTo>
                    <a:pt x="1097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11" name="211 path">
              <a:extLst>
                <a:ext uri="{FF2B5EF4-FFF2-40B4-BE49-F238E27FC236}">
                  <a16:creationId xmlns:a16="http://schemas.microsoft.com/office/drawing/2014/main" id="{EB250B8D-A702-46BC-A54B-6CE19BCA7761}"/>
                </a:ext>
              </a:extLst>
            </p:cNvPr>
            <p:cNvSpPr>
              <a:spLocks/>
            </p:cNvSpPr>
            <p:nvPr/>
          </p:nvSpPr>
          <p:spPr>
            <a:xfrm>
              <a:off x="7105650" y="4410075"/>
              <a:ext cx="95" cy="590550"/>
            </a:xfrm>
            <a:custGeom>
              <a:avLst/>
              <a:gdLst/>
              <a:ahLst/>
              <a:cxnLst/>
              <a:rect l="0" t="0" r="0" b="0"/>
              <a:pathLst>
                <a:path w="9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20003">
              <a:solidFill>
                <a:srgbClr val="071E4C"/>
              </a:solidFill>
            </a:ln>
          </p:spPr>
        </p:sp>
        <p:sp>
          <p:nvSpPr>
            <p:cNvPr id="212" name="212 arrow head">
              <a:extLst>
                <a:ext uri="{FF2B5EF4-FFF2-40B4-BE49-F238E27FC236}">
                  <a16:creationId xmlns:a16="http://schemas.microsoft.com/office/drawing/2014/main" id="{D92C9879-0D1B-4B0C-A710-EC06D4E1EA63}"/>
                </a:ext>
              </a:extLst>
            </p:cNvPr>
            <p:cNvSpPr>
              <a:spLocks/>
            </p:cNvSpPr>
            <p:nvPr/>
          </p:nvSpPr>
          <p:spPr>
            <a:xfrm>
              <a:off x="7050786" y="4886325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114300"/>
                  </a:moveTo>
                  <a:lnTo>
                    <a:pt x="1097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13" name="213 arrow head">
              <a:extLst>
                <a:ext uri="{FF2B5EF4-FFF2-40B4-BE49-F238E27FC236}">
                  <a16:creationId xmlns:a16="http://schemas.microsoft.com/office/drawing/2014/main" id="{7643EDD0-60B1-4886-8F51-9A6C8D8F6B3A}"/>
                </a:ext>
              </a:extLst>
            </p:cNvPr>
            <p:cNvSpPr>
              <a:spLocks/>
            </p:cNvSpPr>
            <p:nvPr/>
          </p:nvSpPr>
          <p:spPr>
            <a:xfrm>
              <a:off x="7050786" y="4410075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0"/>
                  </a:moveTo>
                  <a:lnTo>
                    <a:pt x="0" y="114300"/>
                  </a:lnTo>
                  <a:lnTo>
                    <a:pt x="109728" y="11430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14" name="214 path">
              <a:extLst>
                <a:ext uri="{FF2B5EF4-FFF2-40B4-BE49-F238E27FC236}">
                  <a16:creationId xmlns:a16="http://schemas.microsoft.com/office/drawing/2014/main" id="{E5AD32C1-2376-4D0D-8021-B294439CA96A}"/>
                </a:ext>
              </a:extLst>
            </p:cNvPr>
            <p:cNvSpPr>
              <a:spLocks/>
            </p:cNvSpPr>
            <p:nvPr/>
          </p:nvSpPr>
          <p:spPr>
            <a:xfrm>
              <a:off x="12239625" y="4495800"/>
              <a:ext cx="95" cy="504825"/>
            </a:xfrm>
            <a:custGeom>
              <a:avLst/>
              <a:gdLst/>
              <a:ahLst/>
              <a:cxnLst/>
              <a:rect l="0" t="0" r="0" b="0"/>
              <a:pathLst>
                <a:path w="9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20003">
              <a:solidFill>
                <a:srgbClr val="071E4C"/>
              </a:solidFill>
            </a:ln>
          </p:spPr>
        </p:sp>
        <p:sp>
          <p:nvSpPr>
            <p:cNvPr id="215" name="215 arrow head">
              <a:extLst>
                <a:ext uri="{FF2B5EF4-FFF2-40B4-BE49-F238E27FC236}">
                  <a16:creationId xmlns:a16="http://schemas.microsoft.com/office/drawing/2014/main" id="{32A7B1BC-721A-45A3-9D19-8773E2379FA4}"/>
                </a:ext>
              </a:extLst>
            </p:cNvPr>
            <p:cNvSpPr>
              <a:spLocks/>
            </p:cNvSpPr>
            <p:nvPr/>
          </p:nvSpPr>
          <p:spPr>
            <a:xfrm>
              <a:off x="12184761" y="4886325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114300"/>
                  </a:moveTo>
                  <a:lnTo>
                    <a:pt x="1097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  <p:sp>
          <p:nvSpPr>
            <p:cNvPr id="216" name="216 Execute &amp; measure">
              <a:extLst>
                <a:ext uri="{FF2B5EF4-FFF2-40B4-BE49-F238E27FC236}">
                  <a16:creationId xmlns:a16="http://schemas.microsoft.com/office/drawing/2014/main" id="{98C4BBB2-0DF0-48B5-B57F-C4D8F5268675}"/>
                </a:ext>
              </a:extLst>
            </p:cNvPr>
            <p:cNvSpPr>
              <a:spLocks/>
            </p:cNvSpPr>
            <p:nvPr/>
          </p:nvSpPr>
          <p:spPr>
            <a:xfrm>
              <a:off x="5381625" y="4486275"/>
              <a:ext cx="15621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Execute &amp; measure</a:t>
              </a:r>
            </a:p>
          </p:txBody>
        </p:sp>
        <p:sp>
          <p:nvSpPr>
            <p:cNvPr id="217" name="217 (training run)">
              <a:extLst>
                <a:ext uri="{FF2B5EF4-FFF2-40B4-BE49-F238E27FC236}">
                  <a16:creationId xmlns:a16="http://schemas.microsoft.com/office/drawing/2014/main" id="{5DE8007A-F3DB-43B9-A9D9-21AA19B7385C}"/>
                </a:ext>
              </a:extLst>
            </p:cNvPr>
            <p:cNvSpPr>
              <a:spLocks/>
            </p:cNvSpPr>
            <p:nvPr/>
          </p:nvSpPr>
          <p:spPr>
            <a:xfrm>
              <a:off x="5381625" y="4674870"/>
              <a:ext cx="15621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(training run)</a:t>
              </a:r>
            </a:p>
          </p:txBody>
        </p:sp>
        <p:sp>
          <p:nvSpPr>
            <p:cNvPr id="218" name="218 Results &amp; measurements">
              <a:extLst>
                <a:ext uri="{FF2B5EF4-FFF2-40B4-BE49-F238E27FC236}">
                  <a16:creationId xmlns:a16="http://schemas.microsoft.com/office/drawing/2014/main" id="{DF4F0171-52A5-4617-9812-7E4B50728609}"/>
                </a:ext>
              </a:extLst>
            </p:cNvPr>
            <p:cNvSpPr>
              <a:spLocks/>
            </p:cNvSpPr>
            <p:nvPr/>
          </p:nvSpPr>
          <p:spPr>
            <a:xfrm>
              <a:off x="7429500" y="4486275"/>
              <a:ext cx="28765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Results &amp; measurements</a:t>
              </a:r>
            </a:p>
          </p:txBody>
        </p:sp>
        <p:sp>
          <p:nvSpPr>
            <p:cNvPr id="219" name="219 (loss, activations, gradients, …)">
              <a:extLst>
                <a:ext uri="{FF2B5EF4-FFF2-40B4-BE49-F238E27FC236}">
                  <a16:creationId xmlns:a16="http://schemas.microsoft.com/office/drawing/2014/main" id="{3D745B93-1F2D-4C92-8178-8D5427E57C6F}"/>
                </a:ext>
              </a:extLst>
            </p:cNvPr>
            <p:cNvSpPr>
              <a:spLocks/>
            </p:cNvSpPr>
            <p:nvPr/>
          </p:nvSpPr>
          <p:spPr>
            <a:xfrm>
              <a:off x="7429500" y="4674870"/>
              <a:ext cx="28765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(loss, activations, gradients, …)</a:t>
              </a:r>
            </a:p>
          </p:txBody>
        </p:sp>
      </p:grpSp>
      <p:grpSp>
        <p:nvGrpSpPr>
          <p:cNvPr id="380" name="Orchestrator"/>
          <p:cNvGrpSpPr/>
          <p:nvPr/>
        </p:nvGrpSpPr>
        <p:grpSpPr>
          <a:xfrm>
            <a:off x="419100" y="5038725"/>
            <a:ext cx="15097125" cy="790575"/>
            <a:chOff x="419100" y="5038725"/>
            <a:chExt cx="15097125" cy="790575"/>
          </a:xfrm>
        </p:grpSpPr>
        <p:sp>
          <p:nvSpPr>
            <p:cNvPr id="220" name="220 rect">
              <a:extLst>
                <a:ext uri="{FF2B5EF4-FFF2-40B4-BE49-F238E27FC236}">
                  <a16:creationId xmlns:a16="http://schemas.microsoft.com/office/drawing/2014/main" id="{887BE625-02CC-482A-9C6C-EF07E0C26519}"/>
                </a:ext>
              </a:extLst>
            </p:cNvPr>
            <p:cNvSpPr>
              <a:spLocks/>
            </p:cNvSpPr>
            <p:nvPr/>
          </p:nvSpPr>
          <p:spPr>
            <a:xfrm>
              <a:off x="419100" y="5038725"/>
              <a:ext cx="15097125" cy="790575"/>
            </a:xfrm>
            <a:prstGeom prst="roundRect">
              <a:avLst>
                <a:gd name="adj" fmla="val 10843"/>
              </a:avLst>
            </a:prstGeom>
            <a:gradFill>
              <a:gsLst>
                <a:gs pos="0">
                  <a:srgbClr val="FBF1E3"/>
                </a:gs>
                <a:gs pos="100000">
                  <a:srgbClr val="FAF6EF"/>
                </a:gs>
              </a:gsLst>
              <a:lin ang="5400000"/>
            </a:gradFill>
            <a:ln w="10478">
              <a:solidFill>
                <a:srgbClr val="BD936A"/>
              </a:solidFill>
            </a:ln>
          </p:spPr>
        </p:sp>
        <p:sp>
          <p:nvSpPr>
            <p:cNvPr id="221" name="221 orchestrator gear">
              <a:extLst>
                <a:ext uri="{FF2B5EF4-FFF2-40B4-BE49-F238E27FC236}">
                  <a16:creationId xmlns:a16="http://schemas.microsoft.com/office/drawing/2014/main" id="{1D2DD43A-9FE7-414D-BA6E-2A77242D01D2}"/>
                </a:ext>
              </a:extLst>
            </p:cNvPr>
            <p:cNvSpPr>
              <a:spLocks/>
            </p:cNvSpPr>
            <p:nvPr/>
          </p:nvSpPr>
          <p:spPr>
            <a:xfrm>
              <a:off x="835491" y="5159841"/>
              <a:ext cx="386419" cy="386419"/>
            </a:xfrm>
            <a:custGeom>
              <a:avLst/>
              <a:gdLst/>
              <a:ahLst/>
              <a:cxnLst/>
              <a:rect l="0" t="0" r="0" b="0"/>
              <a:pathLst>
                <a:path w="386419" h="386419">
                  <a:moveTo>
                    <a:pt x="345609" y="193209"/>
                  </a:moveTo>
                  <a:lnTo>
                    <a:pt x="344306" y="213102"/>
                  </a:lnTo>
                  <a:lnTo>
                    <a:pt x="386419" y="244980"/>
                  </a:lnTo>
                  <a:lnTo>
                    <a:pt x="378008" y="269756"/>
                  </a:lnTo>
                  <a:lnTo>
                    <a:pt x="325192" y="269409"/>
                  </a:lnTo>
                  <a:lnTo>
                    <a:pt x="314116" y="285985"/>
                  </a:lnTo>
                  <a:lnTo>
                    <a:pt x="300972" y="300972"/>
                  </a:lnTo>
                  <a:lnTo>
                    <a:pt x="285985" y="314116"/>
                  </a:lnTo>
                  <a:lnTo>
                    <a:pt x="293222" y="366436"/>
                  </a:lnTo>
                  <a:lnTo>
                    <a:pt x="269756" y="378008"/>
                  </a:lnTo>
                  <a:lnTo>
                    <a:pt x="232653" y="340416"/>
                  </a:lnTo>
                  <a:lnTo>
                    <a:pt x="213102" y="344306"/>
                  </a:lnTo>
                  <a:lnTo>
                    <a:pt x="193209" y="345609"/>
                  </a:lnTo>
                  <a:lnTo>
                    <a:pt x="173317" y="344306"/>
                  </a:lnTo>
                  <a:lnTo>
                    <a:pt x="141439" y="386419"/>
                  </a:lnTo>
                  <a:lnTo>
                    <a:pt x="116663" y="378008"/>
                  </a:lnTo>
                  <a:lnTo>
                    <a:pt x="117009" y="325192"/>
                  </a:lnTo>
                  <a:lnTo>
                    <a:pt x="100434" y="314116"/>
                  </a:lnTo>
                  <a:lnTo>
                    <a:pt x="85446" y="300972"/>
                  </a:lnTo>
                  <a:lnTo>
                    <a:pt x="72302" y="285985"/>
                  </a:lnTo>
                  <a:lnTo>
                    <a:pt x="19983" y="293222"/>
                  </a:lnTo>
                  <a:lnTo>
                    <a:pt x="8410" y="269756"/>
                  </a:lnTo>
                  <a:lnTo>
                    <a:pt x="46002" y="232653"/>
                  </a:lnTo>
                  <a:lnTo>
                    <a:pt x="42113" y="213102"/>
                  </a:lnTo>
                  <a:lnTo>
                    <a:pt x="40809" y="193209"/>
                  </a:lnTo>
                  <a:lnTo>
                    <a:pt x="42113" y="173317"/>
                  </a:lnTo>
                  <a:lnTo>
                    <a:pt x="0" y="141439"/>
                  </a:lnTo>
                  <a:lnTo>
                    <a:pt x="8410" y="116663"/>
                  </a:lnTo>
                  <a:lnTo>
                    <a:pt x="61227" y="117009"/>
                  </a:lnTo>
                  <a:lnTo>
                    <a:pt x="72302" y="100434"/>
                  </a:lnTo>
                  <a:lnTo>
                    <a:pt x="85446" y="85446"/>
                  </a:lnTo>
                  <a:lnTo>
                    <a:pt x="100434" y="72302"/>
                  </a:lnTo>
                  <a:lnTo>
                    <a:pt x="93197" y="19983"/>
                  </a:lnTo>
                  <a:lnTo>
                    <a:pt x="116663" y="8410"/>
                  </a:lnTo>
                  <a:lnTo>
                    <a:pt x="153765" y="46002"/>
                  </a:lnTo>
                  <a:lnTo>
                    <a:pt x="173317" y="42113"/>
                  </a:lnTo>
                  <a:lnTo>
                    <a:pt x="193209" y="40809"/>
                  </a:lnTo>
                  <a:lnTo>
                    <a:pt x="213102" y="42113"/>
                  </a:lnTo>
                  <a:lnTo>
                    <a:pt x="244980" y="0"/>
                  </a:lnTo>
                  <a:lnTo>
                    <a:pt x="269756" y="8410"/>
                  </a:lnTo>
                  <a:lnTo>
                    <a:pt x="269409" y="61227"/>
                  </a:lnTo>
                  <a:lnTo>
                    <a:pt x="285985" y="72302"/>
                  </a:lnTo>
                  <a:lnTo>
                    <a:pt x="300972" y="85446"/>
                  </a:lnTo>
                  <a:lnTo>
                    <a:pt x="314116" y="100434"/>
                  </a:lnTo>
                  <a:lnTo>
                    <a:pt x="366436" y="93197"/>
                  </a:lnTo>
                  <a:lnTo>
                    <a:pt x="378008" y="116663"/>
                  </a:lnTo>
                  <a:lnTo>
                    <a:pt x="340416" y="153765"/>
                  </a:lnTo>
                  <a:lnTo>
                    <a:pt x="344306" y="173317"/>
                  </a:lnTo>
                  <a:close/>
                </a:path>
              </a:pathLst>
            </a:custGeom>
            <a:solidFill>
              <a:srgbClr val="77400D"/>
            </a:solidFill>
            <a:ln w="5715">
              <a:solidFill>
                <a:srgbClr val="77400D"/>
              </a:solidFill>
            </a:ln>
          </p:spPr>
        </p:sp>
        <p:sp>
          <p:nvSpPr>
            <p:cNvPr id="222" name="222 ellipse">
              <a:extLst>
                <a:ext uri="{FF2B5EF4-FFF2-40B4-BE49-F238E27FC236}">
                  <a16:creationId xmlns:a16="http://schemas.microsoft.com/office/drawing/2014/main" id="{09D4DEC6-DCD9-4164-BB1F-ECEC62FFACC7}"/>
                </a:ext>
              </a:extLst>
            </p:cNvPr>
            <p:cNvSpPr>
              <a:spLocks/>
            </p:cNvSpPr>
            <p:nvPr/>
          </p:nvSpPr>
          <p:spPr>
            <a:xfrm>
              <a:off x="942975" y="5267325"/>
              <a:ext cx="171450" cy="171450"/>
            </a:xfrm>
            <a:prstGeom prst="ellipse">
              <a:avLst/>
            </a:prstGeom>
            <a:solidFill>
              <a:srgbClr val="FBF4EA"/>
            </a:solidFill>
            <a:ln w="0">
              <a:noFill/>
            </a:ln>
          </p:spPr>
        </p:sp>
        <p:sp>
          <p:nvSpPr>
            <p:cNvPr id="223" name="223 Orchestrator">
              <a:extLst>
                <a:ext uri="{FF2B5EF4-FFF2-40B4-BE49-F238E27FC236}">
                  <a16:creationId xmlns:a16="http://schemas.microsoft.com/office/drawing/2014/main" id="{4C8F55B7-7A66-43D4-826B-B0F6A1BC7BDA}"/>
                </a:ext>
              </a:extLst>
            </p:cNvPr>
            <p:cNvSpPr>
              <a:spLocks/>
            </p:cNvSpPr>
            <p:nvPr/>
          </p:nvSpPr>
          <p:spPr>
            <a:xfrm>
              <a:off x="1419225" y="5200650"/>
              <a:ext cx="2981325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25" b="1">
                  <a:solidFill>
                    <a:srgbClr val="59341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>
                  <a:solidFill>
                    <a:srgbClr val="593412"/>
                  </a:solidFill>
                  <a:latin typeface="Times New Roman"/>
                  <a:ea typeface="Times New Roman"/>
                  <a:cs typeface="Times New Roman"/>
                </a:rPr>
                <a:t>Orchestrator</a:t>
              </a:r>
            </a:p>
          </p:txBody>
        </p:sp>
        <p:sp>
          <p:nvSpPr>
            <p:cNvPr id="224" name="224 Coordinate agents and manage verification loop">
              <a:extLst>
                <a:ext uri="{FF2B5EF4-FFF2-40B4-BE49-F238E27FC236}">
                  <a16:creationId xmlns:a16="http://schemas.microsoft.com/office/drawing/2014/main" id="{140F9E7A-077D-40E5-B226-56895EE23DE3}"/>
                </a:ext>
              </a:extLst>
            </p:cNvPr>
            <p:cNvSpPr>
              <a:spLocks/>
            </p:cNvSpPr>
            <p:nvPr/>
          </p:nvSpPr>
          <p:spPr>
            <a:xfrm>
              <a:off x="1419225" y="5524500"/>
              <a:ext cx="3209925" cy="1948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38" b="0">
                  <a:solidFill>
                    <a:srgbClr val="422D2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8" b="0">
                  <a:solidFill>
                    <a:srgbClr val="422D20"/>
                  </a:solidFill>
                  <a:latin typeface="Times New Roman"/>
                  <a:ea typeface="Times New Roman"/>
                  <a:cs typeface="Times New Roman"/>
                </a:rPr>
                <a:t>Coordinate agents and manage verification loop</a:t>
              </a:r>
            </a:p>
          </p:txBody>
        </p:sp>
        <p:sp>
          <p:nvSpPr>
            <p:cNvPr id="225" name="225 rect">
              <a:extLst>
                <a:ext uri="{FF2B5EF4-FFF2-40B4-BE49-F238E27FC236}">
                  <a16:creationId xmlns:a16="http://schemas.microsoft.com/office/drawing/2014/main" id="{B490C2A2-AD04-4EBA-963E-0664204638EB}"/>
                </a:ext>
              </a:extLst>
            </p:cNvPr>
            <p:cNvSpPr>
              <a:spLocks/>
            </p:cNvSpPr>
            <p:nvPr/>
          </p:nvSpPr>
          <p:spPr>
            <a:xfrm>
              <a:off x="4714875" y="5191125"/>
              <a:ext cx="2486025" cy="495300"/>
            </a:xfrm>
            <a:prstGeom prst="roundRect">
              <a:avLst>
                <a:gd name="adj" fmla="val 13462"/>
              </a:avLst>
            </a:prstGeom>
            <a:solidFill>
              <a:srgbClr val="FFFEFC"/>
            </a:solidFill>
            <a:ln w="8573">
              <a:solidFill>
                <a:srgbClr val="D8BCA0"/>
              </a:solidFill>
            </a:ln>
          </p:spPr>
        </p:sp>
        <p:sp>
          <p:nvSpPr>
            <p:cNvPr id="226" name="226 Task scheduling">
              <a:extLst>
                <a:ext uri="{FF2B5EF4-FFF2-40B4-BE49-F238E27FC236}">
                  <a16:creationId xmlns:a16="http://schemas.microsoft.com/office/drawing/2014/main" id="{CA062873-21A2-4818-ADD6-C9972521F4C0}"/>
                </a:ext>
              </a:extLst>
            </p:cNvPr>
            <p:cNvSpPr>
              <a:spLocks/>
            </p:cNvSpPr>
            <p:nvPr/>
          </p:nvSpPr>
          <p:spPr>
            <a:xfrm>
              <a:off x="4800600" y="5314950"/>
              <a:ext cx="23145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Task scheduling</a:t>
              </a:r>
            </a:p>
          </p:txBody>
        </p:sp>
        <p:sp>
          <p:nvSpPr>
            <p:cNvPr id="227" name="227 rect">
              <a:extLst>
                <a:ext uri="{FF2B5EF4-FFF2-40B4-BE49-F238E27FC236}">
                  <a16:creationId xmlns:a16="http://schemas.microsoft.com/office/drawing/2014/main" id="{55C0657F-18FF-42D6-8B23-B4886D69E5C7}"/>
                </a:ext>
              </a:extLst>
            </p:cNvPr>
            <p:cNvSpPr>
              <a:spLocks/>
            </p:cNvSpPr>
            <p:nvPr/>
          </p:nvSpPr>
          <p:spPr>
            <a:xfrm>
              <a:off x="7639050" y="5191125"/>
              <a:ext cx="2524125" cy="495300"/>
            </a:xfrm>
            <a:prstGeom prst="roundRect">
              <a:avLst>
                <a:gd name="adj" fmla="val 13462"/>
              </a:avLst>
            </a:prstGeom>
            <a:solidFill>
              <a:srgbClr val="FFFEFC"/>
            </a:solidFill>
            <a:ln w="8573">
              <a:solidFill>
                <a:srgbClr val="D8BCA0"/>
              </a:solidFill>
            </a:ln>
          </p:spPr>
        </p:sp>
        <p:sp>
          <p:nvSpPr>
            <p:cNvPr id="228" name="228 Execute &amp; verify">
              <a:extLst>
                <a:ext uri="{FF2B5EF4-FFF2-40B4-BE49-F238E27FC236}">
                  <a16:creationId xmlns:a16="http://schemas.microsoft.com/office/drawing/2014/main" id="{FC563D56-F22E-413D-8197-1E7C422B5FA4}"/>
                </a:ext>
              </a:extLst>
            </p:cNvPr>
            <p:cNvSpPr>
              <a:spLocks/>
            </p:cNvSpPr>
            <p:nvPr/>
          </p:nvSpPr>
          <p:spPr>
            <a:xfrm>
              <a:off x="7724775" y="5314950"/>
              <a:ext cx="23526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Execute &amp; verify</a:t>
              </a:r>
            </a:p>
          </p:txBody>
        </p:sp>
        <p:sp>
          <p:nvSpPr>
            <p:cNvPr id="229" name="229 rect">
              <a:extLst>
                <a:ext uri="{FF2B5EF4-FFF2-40B4-BE49-F238E27FC236}">
                  <a16:creationId xmlns:a16="http://schemas.microsoft.com/office/drawing/2014/main" id="{4DD4BC9F-24F3-4A75-B44B-FF077F042156}"/>
                </a:ext>
              </a:extLst>
            </p:cNvPr>
            <p:cNvSpPr>
              <a:spLocks/>
            </p:cNvSpPr>
            <p:nvPr/>
          </p:nvSpPr>
          <p:spPr>
            <a:xfrm>
              <a:off x="10601325" y="5191125"/>
              <a:ext cx="2743200" cy="495300"/>
            </a:xfrm>
            <a:prstGeom prst="roundRect">
              <a:avLst>
                <a:gd name="adj" fmla="val 13462"/>
              </a:avLst>
            </a:prstGeom>
            <a:solidFill>
              <a:srgbClr val="FFFEFC"/>
            </a:solidFill>
            <a:ln w="8573">
              <a:solidFill>
                <a:srgbClr val="D8BCA0"/>
              </a:solidFill>
            </a:ln>
          </p:spPr>
        </p:sp>
        <p:sp>
          <p:nvSpPr>
            <p:cNvPr id="230" name="230 Return measurements">
              <a:extLst>
                <a:ext uri="{FF2B5EF4-FFF2-40B4-BE49-F238E27FC236}">
                  <a16:creationId xmlns:a16="http://schemas.microsoft.com/office/drawing/2014/main" id="{8871CA27-7779-4927-90F7-A1B59456F976}"/>
                </a:ext>
              </a:extLst>
            </p:cNvPr>
            <p:cNvSpPr>
              <a:spLocks/>
            </p:cNvSpPr>
            <p:nvPr/>
          </p:nvSpPr>
          <p:spPr>
            <a:xfrm>
              <a:off x="10687050" y="5314950"/>
              <a:ext cx="2571750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Return measurements</a:t>
              </a:r>
            </a:p>
          </p:txBody>
        </p:sp>
        <p:sp>
          <p:nvSpPr>
            <p:cNvPr id="231" name="231 path">
              <a:extLst>
                <a:ext uri="{FF2B5EF4-FFF2-40B4-BE49-F238E27FC236}">
                  <a16:creationId xmlns:a16="http://schemas.microsoft.com/office/drawing/2014/main" id="{2F843BF4-FED3-4E13-9E9A-68EE5B2CCAFC}"/>
                </a:ext>
              </a:extLst>
            </p:cNvPr>
            <p:cNvSpPr>
              <a:spLocks/>
            </p:cNvSpPr>
            <p:nvPr/>
          </p:nvSpPr>
          <p:spPr>
            <a:xfrm>
              <a:off x="7200900" y="5438775"/>
              <a:ext cx="419100" cy="95"/>
            </a:xfrm>
            <a:custGeom>
              <a:avLst/>
              <a:gdLst/>
              <a:ahLst/>
              <a:cxnLst/>
              <a:rect l="0" t="0" r="0" b="0"/>
              <a:pathLst>
                <a:path w="419100" h="9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6193">
              <a:solidFill>
                <a:srgbClr val="88511F"/>
              </a:solidFill>
            </a:ln>
          </p:spPr>
        </p:sp>
        <p:sp>
          <p:nvSpPr>
            <p:cNvPr id="232" name="232 arrow head">
              <a:extLst>
                <a:ext uri="{FF2B5EF4-FFF2-40B4-BE49-F238E27FC236}">
                  <a16:creationId xmlns:a16="http://schemas.microsoft.com/office/drawing/2014/main" id="{D225F970-2CC0-45C2-8F71-C92DC7A44BF9}"/>
                </a:ext>
              </a:extLst>
            </p:cNvPr>
            <p:cNvSpPr>
              <a:spLocks/>
            </p:cNvSpPr>
            <p:nvPr/>
          </p:nvSpPr>
          <p:spPr>
            <a:xfrm>
              <a:off x="7524750" y="5393055"/>
              <a:ext cx="95250" cy="91440"/>
            </a:xfrm>
            <a:custGeom>
              <a:avLst/>
              <a:gdLst/>
              <a:ahLst/>
              <a:cxnLst/>
              <a:rect l="0" t="0" r="0" b="0"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88511F"/>
            </a:solidFill>
            <a:ln w="4763">
              <a:solidFill>
                <a:srgbClr val="88511F"/>
              </a:solidFill>
            </a:ln>
          </p:spPr>
        </p:sp>
        <p:sp>
          <p:nvSpPr>
            <p:cNvPr id="233" name="233 path">
              <a:extLst>
                <a:ext uri="{FF2B5EF4-FFF2-40B4-BE49-F238E27FC236}">
                  <a16:creationId xmlns:a16="http://schemas.microsoft.com/office/drawing/2014/main" id="{397AA20F-F951-49D8-9F7E-98361ACBE489}"/>
                </a:ext>
              </a:extLst>
            </p:cNvPr>
            <p:cNvSpPr>
              <a:spLocks/>
            </p:cNvSpPr>
            <p:nvPr/>
          </p:nvSpPr>
          <p:spPr>
            <a:xfrm>
              <a:off x="10172700" y="5438775"/>
              <a:ext cx="409575" cy="95"/>
            </a:xfrm>
            <a:custGeom>
              <a:avLst/>
              <a:gdLst/>
              <a:ahLst/>
              <a:cxnLst/>
              <a:rect l="0" t="0" r="0" b="0"/>
              <a:pathLst>
                <a:path w="409575" h="9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6193">
              <a:solidFill>
                <a:srgbClr val="88511F"/>
              </a:solidFill>
            </a:ln>
          </p:spPr>
        </p:sp>
        <p:sp>
          <p:nvSpPr>
            <p:cNvPr id="234" name="234 arrow head">
              <a:extLst>
                <a:ext uri="{FF2B5EF4-FFF2-40B4-BE49-F238E27FC236}">
                  <a16:creationId xmlns:a16="http://schemas.microsoft.com/office/drawing/2014/main" id="{3AF8B5DC-8388-4C18-8B3B-F35B5D0C555F}"/>
                </a:ext>
              </a:extLst>
            </p:cNvPr>
            <p:cNvSpPr>
              <a:spLocks/>
            </p:cNvSpPr>
            <p:nvPr/>
          </p:nvSpPr>
          <p:spPr>
            <a:xfrm>
              <a:off x="10487025" y="5393055"/>
              <a:ext cx="95250" cy="91440"/>
            </a:xfrm>
            <a:custGeom>
              <a:avLst/>
              <a:gdLst/>
              <a:ahLst/>
              <a:cxnLst/>
              <a:rect l="0" t="0" r="0" b="0"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88511F"/>
            </a:solidFill>
            <a:ln w="4763">
              <a:solidFill>
                <a:srgbClr val="88511F"/>
              </a:solidFill>
            </a:ln>
          </p:spPr>
        </p:sp>
      </p:grpSp>
      <p:sp>
        <p:nvSpPr>
          <p:cNvPr id="235" name="235 rect">
            <a:extLst>
              <a:ext uri="{FF2B5EF4-FFF2-40B4-BE49-F238E27FC236}">
                <a16:creationId xmlns:a16="http://schemas.microsoft.com/office/drawing/2014/main" id="{1ED6A6F1-66DB-4BDE-AB72-BE2725047D7E}"/>
              </a:ext>
            </a:extLst>
          </p:cNvPr>
          <p:cNvSpPr>
            <a:spLocks/>
          </p:cNvSpPr>
          <p:nvPr/>
        </p:nvSpPr>
        <p:spPr>
          <a:xfrm>
            <a:off x="314325" y="6115050"/>
            <a:ext cx="15325725" cy="2390775"/>
          </a:xfrm>
          <a:prstGeom prst="roundRect">
            <a:avLst>
              <a:gd name="adj" fmla="val 2789"/>
            </a:avLst>
          </a:prstGeom>
          <a:gradFill>
            <a:gsLst>
              <a:gs pos="0">
                <a:srgbClr val="EEEBFF"/>
              </a:gs>
              <a:gs pos="100000">
                <a:srgbClr val="F6F3FF"/>
              </a:gs>
            </a:gsLst>
            <a:lin ang="5400000"/>
          </a:gradFill>
          <a:ln w="10478">
            <a:solidFill>
              <a:srgbClr val="8E78F0"/>
            </a:solidFill>
          </a:ln>
        </p:spPr>
      </p:sp>
      <p:grpSp>
        <p:nvGrpSpPr>
          <p:cNvPr id="382" name="database-235"/>
          <p:cNvGrpSpPr/>
          <p:nvPr/>
        </p:nvGrpSpPr>
        <p:grpSpPr>
          <a:xfrm>
            <a:off x="581025" y="6191250"/>
            <a:ext cx="266795" cy="295275"/>
            <a:chOff x="581025" y="6191250"/>
            <a:chExt cx="266795" cy="295275"/>
          </a:xfrm>
        </p:grpSpPr>
        <p:sp>
          <p:nvSpPr>
            <p:cNvPr id="236" name="236 rect">
              <a:extLst>
                <a:ext uri="{FF2B5EF4-FFF2-40B4-BE49-F238E27FC236}">
                  <a16:creationId xmlns:a16="http://schemas.microsoft.com/office/drawing/2014/main" id="{B892BB40-D459-4EF0-9A66-ECAEE35A058F}"/>
                </a:ext>
              </a:extLst>
            </p:cNvPr>
            <p:cNvSpPr>
              <a:spLocks/>
            </p:cNvSpPr>
            <p:nvPr/>
          </p:nvSpPr>
          <p:spPr>
            <a:xfrm>
              <a:off x="581025" y="6238494"/>
              <a:ext cx="266700" cy="206693"/>
            </a:xfrm>
            <a:prstGeom prst="rect">
              <a:avLst/>
            </a:prstGeom>
            <a:gradFill>
              <a:gsLst>
                <a:gs pos="0">
                  <a:srgbClr val="B3A4E1"/>
                </a:gs>
                <a:gs pos="100000">
                  <a:srgbClr val="49328D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237" name="237 ellipse">
              <a:extLst>
                <a:ext uri="{FF2B5EF4-FFF2-40B4-BE49-F238E27FC236}">
                  <a16:creationId xmlns:a16="http://schemas.microsoft.com/office/drawing/2014/main" id="{5EE9D405-8B41-450F-AE8C-1C049478C202}"/>
                </a:ext>
              </a:extLst>
            </p:cNvPr>
            <p:cNvSpPr>
              <a:spLocks/>
            </p:cNvSpPr>
            <p:nvPr/>
          </p:nvSpPr>
          <p:spPr>
            <a:xfrm>
              <a:off x="581025" y="6403848"/>
              <a:ext cx="266700" cy="82677"/>
            </a:xfrm>
            <a:prstGeom prst="ellipse">
              <a:avLst/>
            </a:prstGeom>
            <a:solidFill>
              <a:srgbClr val="49328D"/>
            </a:solidFill>
            <a:ln w="14288">
              <a:solidFill>
                <a:srgbClr val="6B4ABC"/>
              </a:solidFill>
            </a:ln>
          </p:spPr>
        </p:sp>
        <p:sp>
          <p:nvSpPr>
            <p:cNvPr id="238" name="238 path">
              <a:extLst>
                <a:ext uri="{FF2B5EF4-FFF2-40B4-BE49-F238E27FC236}">
                  <a16:creationId xmlns:a16="http://schemas.microsoft.com/office/drawing/2014/main" id="{061B0DE6-B8D2-4763-8650-4974A17A72C3}"/>
                </a:ext>
              </a:extLst>
            </p:cNvPr>
            <p:cNvSpPr>
              <a:spLocks/>
            </p:cNvSpPr>
            <p:nvPr/>
          </p:nvSpPr>
          <p:spPr>
            <a:xfrm>
              <a:off x="581025" y="6309360"/>
              <a:ext cx="266700" cy="42077"/>
            </a:xfrm>
            <a:custGeom>
              <a:avLst/>
              <a:gdLst/>
              <a:ahLst/>
              <a:cxnLst/>
              <a:rect l="0" t="0" r="0" b="0"/>
              <a:pathLst>
                <a:path w="266700" h="42077">
                  <a:moveTo>
                    <a:pt x="0" y="0"/>
                  </a:moveTo>
                  <a:lnTo>
                    <a:pt x="4479" y="5423"/>
                  </a:lnTo>
                  <a:lnTo>
                    <a:pt x="9870" y="10472"/>
                  </a:lnTo>
                  <a:lnTo>
                    <a:pt x="16109" y="15148"/>
                  </a:lnTo>
                  <a:lnTo>
                    <a:pt x="23130" y="19449"/>
                  </a:lnTo>
                  <a:lnTo>
                    <a:pt x="30868" y="23376"/>
                  </a:lnTo>
                  <a:lnTo>
                    <a:pt x="39258" y="26929"/>
                  </a:lnTo>
                  <a:lnTo>
                    <a:pt x="48235" y="30108"/>
                  </a:lnTo>
                  <a:lnTo>
                    <a:pt x="57734" y="32913"/>
                  </a:lnTo>
                  <a:lnTo>
                    <a:pt x="67688" y="35344"/>
                  </a:lnTo>
                  <a:lnTo>
                    <a:pt x="78034" y="37401"/>
                  </a:lnTo>
                  <a:lnTo>
                    <a:pt x="88706" y="39085"/>
                  </a:lnTo>
                  <a:lnTo>
                    <a:pt x="99639" y="40394"/>
                  </a:lnTo>
                  <a:lnTo>
                    <a:pt x="110767" y="41329"/>
                  </a:lnTo>
                  <a:lnTo>
                    <a:pt x="122026" y="41890"/>
                  </a:lnTo>
                  <a:lnTo>
                    <a:pt x="133350" y="42077"/>
                  </a:lnTo>
                  <a:lnTo>
                    <a:pt x="144674" y="41890"/>
                  </a:lnTo>
                  <a:lnTo>
                    <a:pt x="155933" y="41329"/>
                  </a:lnTo>
                  <a:lnTo>
                    <a:pt x="167061" y="40394"/>
                  </a:lnTo>
                  <a:lnTo>
                    <a:pt x="177994" y="39085"/>
                  </a:lnTo>
                  <a:lnTo>
                    <a:pt x="188666" y="37401"/>
                  </a:lnTo>
                  <a:lnTo>
                    <a:pt x="199012" y="35344"/>
                  </a:lnTo>
                  <a:lnTo>
                    <a:pt x="208966" y="32913"/>
                  </a:lnTo>
                  <a:lnTo>
                    <a:pt x="218465" y="30108"/>
                  </a:lnTo>
                  <a:lnTo>
                    <a:pt x="227442" y="26929"/>
                  </a:lnTo>
                  <a:lnTo>
                    <a:pt x="235832" y="23376"/>
                  </a:lnTo>
                  <a:lnTo>
                    <a:pt x="243570" y="19449"/>
                  </a:lnTo>
                  <a:lnTo>
                    <a:pt x="250591" y="15148"/>
                  </a:lnTo>
                  <a:lnTo>
                    <a:pt x="256830" y="10472"/>
                  </a:lnTo>
                  <a:lnTo>
                    <a:pt x="262221" y="5423"/>
                  </a:lnTo>
                  <a:lnTo>
                    <a:pt x="266700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239" name="239 path">
              <a:extLst>
                <a:ext uri="{FF2B5EF4-FFF2-40B4-BE49-F238E27FC236}">
                  <a16:creationId xmlns:a16="http://schemas.microsoft.com/office/drawing/2014/main" id="{695A1D2D-FA3F-4FCE-830D-0E5743062128}"/>
                </a:ext>
              </a:extLst>
            </p:cNvPr>
            <p:cNvSpPr>
              <a:spLocks/>
            </p:cNvSpPr>
            <p:nvPr/>
          </p:nvSpPr>
          <p:spPr>
            <a:xfrm>
              <a:off x="581025" y="6380226"/>
              <a:ext cx="266700" cy="42077"/>
            </a:xfrm>
            <a:custGeom>
              <a:avLst/>
              <a:gdLst/>
              <a:ahLst/>
              <a:cxnLst/>
              <a:rect l="0" t="0" r="0" b="0"/>
              <a:pathLst>
                <a:path w="266700" h="42077">
                  <a:moveTo>
                    <a:pt x="0" y="0"/>
                  </a:moveTo>
                  <a:lnTo>
                    <a:pt x="4479" y="5423"/>
                  </a:lnTo>
                  <a:lnTo>
                    <a:pt x="9870" y="10472"/>
                  </a:lnTo>
                  <a:lnTo>
                    <a:pt x="16109" y="15148"/>
                  </a:lnTo>
                  <a:lnTo>
                    <a:pt x="23130" y="19449"/>
                  </a:lnTo>
                  <a:lnTo>
                    <a:pt x="30868" y="23376"/>
                  </a:lnTo>
                  <a:lnTo>
                    <a:pt x="39258" y="26929"/>
                  </a:lnTo>
                  <a:lnTo>
                    <a:pt x="48235" y="30108"/>
                  </a:lnTo>
                  <a:lnTo>
                    <a:pt x="57734" y="32913"/>
                  </a:lnTo>
                  <a:lnTo>
                    <a:pt x="67688" y="35344"/>
                  </a:lnTo>
                  <a:lnTo>
                    <a:pt x="78034" y="37402"/>
                  </a:lnTo>
                  <a:lnTo>
                    <a:pt x="88706" y="39085"/>
                  </a:lnTo>
                  <a:lnTo>
                    <a:pt x="99639" y="40394"/>
                  </a:lnTo>
                  <a:lnTo>
                    <a:pt x="110767" y="41329"/>
                  </a:lnTo>
                  <a:lnTo>
                    <a:pt x="122026" y="41890"/>
                  </a:lnTo>
                  <a:lnTo>
                    <a:pt x="133350" y="42077"/>
                  </a:lnTo>
                  <a:lnTo>
                    <a:pt x="144674" y="41890"/>
                  </a:lnTo>
                  <a:lnTo>
                    <a:pt x="155933" y="41329"/>
                  </a:lnTo>
                  <a:lnTo>
                    <a:pt x="167061" y="40394"/>
                  </a:lnTo>
                  <a:lnTo>
                    <a:pt x="177994" y="39085"/>
                  </a:lnTo>
                  <a:lnTo>
                    <a:pt x="188666" y="37401"/>
                  </a:lnTo>
                  <a:lnTo>
                    <a:pt x="199012" y="35344"/>
                  </a:lnTo>
                  <a:lnTo>
                    <a:pt x="208966" y="32913"/>
                  </a:lnTo>
                  <a:lnTo>
                    <a:pt x="218465" y="30108"/>
                  </a:lnTo>
                  <a:lnTo>
                    <a:pt x="227442" y="26929"/>
                  </a:lnTo>
                  <a:lnTo>
                    <a:pt x="235832" y="23376"/>
                  </a:lnTo>
                  <a:lnTo>
                    <a:pt x="243570" y="19449"/>
                  </a:lnTo>
                  <a:lnTo>
                    <a:pt x="250591" y="15148"/>
                  </a:lnTo>
                  <a:lnTo>
                    <a:pt x="256830" y="10472"/>
                  </a:lnTo>
                  <a:lnTo>
                    <a:pt x="262221" y="5423"/>
                  </a:lnTo>
                  <a:lnTo>
                    <a:pt x="266700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240" name="240 ellipse">
              <a:extLst>
                <a:ext uri="{FF2B5EF4-FFF2-40B4-BE49-F238E27FC236}">
                  <a16:creationId xmlns:a16="http://schemas.microsoft.com/office/drawing/2014/main" id="{C56346E8-53BD-4882-8EC4-949FD320EFCD}"/>
                </a:ext>
              </a:extLst>
            </p:cNvPr>
            <p:cNvSpPr>
              <a:spLocks/>
            </p:cNvSpPr>
            <p:nvPr/>
          </p:nvSpPr>
          <p:spPr>
            <a:xfrm>
              <a:off x="581025" y="6191250"/>
              <a:ext cx="266700" cy="79724"/>
            </a:xfrm>
            <a:prstGeom prst="ellipse">
              <a:avLst/>
            </a:prstGeom>
            <a:solidFill>
              <a:srgbClr val="B9AAE7"/>
            </a:solidFill>
            <a:ln w="14288">
              <a:solidFill>
                <a:srgbClr val="6B4ABC"/>
              </a:solidFill>
            </a:ln>
          </p:spPr>
        </p:sp>
        <p:sp>
          <p:nvSpPr>
            <p:cNvPr id="241" name="241 path">
              <a:extLst>
                <a:ext uri="{FF2B5EF4-FFF2-40B4-BE49-F238E27FC236}">
                  <a16:creationId xmlns:a16="http://schemas.microsoft.com/office/drawing/2014/main" id="{628E5A29-F807-4EF0-B60C-4D6EF6C3E4C0}"/>
                </a:ext>
              </a:extLst>
            </p:cNvPr>
            <p:cNvSpPr>
              <a:spLocks/>
            </p:cNvSpPr>
            <p:nvPr/>
          </p:nvSpPr>
          <p:spPr>
            <a:xfrm>
              <a:off x="581025" y="6232589"/>
              <a:ext cx="95" cy="212598"/>
            </a:xfrm>
            <a:custGeom>
              <a:avLst/>
              <a:gdLst/>
              <a:ahLst/>
              <a:cxnLst/>
              <a:rect l="0" t="0" r="0" b="0"/>
              <a:pathLst>
                <a:path w="95" h="212598">
                  <a:moveTo>
                    <a:pt x="0" y="0"/>
                  </a:moveTo>
                  <a:lnTo>
                    <a:pt x="0" y="212598"/>
                  </a:lnTo>
                </a:path>
              </a:pathLst>
            </a:custGeom>
            <a:noFill/>
            <a:ln w="12383">
              <a:solidFill>
                <a:srgbClr val="6B4ABC"/>
              </a:solidFill>
            </a:ln>
          </p:spPr>
        </p:sp>
        <p:sp>
          <p:nvSpPr>
            <p:cNvPr id="242" name="242 path">
              <a:extLst>
                <a:ext uri="{FF2B5EF4-FFF2-40B4-BE49-F238E27FC236}">
                  <a16:creationId xmlns:a16="http://schemas.microsoft.com/office/drawing/2014/main" id="{8CE54B16-0DA0-474F-83EE-ADD7D9714DF6}"/>
                </a:ext>
              </a:extLst>
            </p:cNvPr>
            <p:cNvSpPr>
              <a:spLocks/>
            </p:cNvSpPr>
            <p:nvPr/>
          </p:nvSpPr>
          <p:spPr>
            <a:xfrm>
              <a:off x="847725" y="6232589"/>
              <a:ext cx="95" cy="212598"/>
            </a:xfrm>
            <a:custGeom>
              <a:avLst/>
              <a:gdLst/>
              <a:ahLst/>
              <a:cxnLst/>
              <a:rect l="0" t="0" r="0" b="0"/>
              <a:pathLst>
                <a:path w="95" h="212598">
                  <a:moveTo>
                    <a:pt x="0" y="0"/>
                  </a:moveTo>
                  <a:lnTo>
                    <a:pt x="0" y="212598"/>
                  </a:lnTo>
                </a:path>
              </a:pathLst>
            </a:custGeom>
            <a:noFill/>
            <a:ln w="12383">
              <a:solidFill>
                <a:srgbClr val="6B4ABC"/>
              </a:solidFill>
            </a:ln>
          </p:spPr>
        </p:sp>
      </p:grpSp>
      <p:sp>
        <p:nvSpPr>
          <p:cNvPr id="243" name="243 Repository Context Management">
            <a:extLst>
              <a:ext uri="{FF2B5EF4-FFF2-40B4-BE49-F238E27FC236}">
                <a16:creationId xmlns:a16="http://schemas.microsoft.com/office/drawing/2014/main" id="{E9F8D4EB-C24B-4DE9-9DA0-262B9DC4188F}"/>
              </a:ext>
            </a:extLst>
          </p:cNvPr>
          <p:cNvSpPr>
            <a:spLocks/>
          </p:cNvSpPr>
          <p:nvPr/>
        </p:nvSpPr>
        <p:spPr>
          <a:xfrm>
            <a:off x="1047750" y="6181725"/>
            <a:ext cx="35433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008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00868"/>
                </a:solidFill>
                <a:latin typeface="Times New Roman"/>
                <a:ea typeface="Times New Roman"/>
                <a:cs typeface="Times New Roman"/>
              </a:rPr>
              <a:t>Repository Context Management</a:t>
            </a:r>
          </a:p>
        </p:txBody>
      </p:sp>
      <p:sp>
        <p:nvSpPr>
          <p:cNvPr id="244" name="244 Support repository-scale migration with dependency tracking and evidence management">
            <a:extLst>
              <a:ext uri="{FF2B5EF4-FFF2-40B4-BE49-F238E27FC236}">
                <a16:creationId xmlns:a16="http://schemas.microsoft.com/office/drawing/2014/main" id="{5C42073E-CE0B-45C2-A9EB-4B2E25F2FBC9}"/>
              </a:ext>
            </a:extLst>
          </p:cNvPr>
          <p:cNvSpPr>
            <a:spLocks/>
          </p:cNvSpPr>
          <p:nvPr/>
        </p:nvSpPr>
        <p:spPr>
          <a:xfrm>
            <a:off x="4705350" y="6248400"/>
            <a:ext cx="106965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3026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302687"/>
                </a:solidFill>
                <a:latin typeface="Times New Roman"/>
                <a:ea typeface="Times New Roman"/>
                <a:cs typeface="Times New Roman"/>
              </a:rPr>
              <a:t>Support repository-scale migration with dependency tracking and evidence management</a:t>
            </a:r>
          </a:p>
        </p:txBody>
      </p:sp>
      <p:sp>
        <p:nvSpPr>
          <p:cNvPr id="245" name="245 rect">
            <a:extLst>
              <a:ext uri="{FF2B5EF4-FFF2-40B4-BE49-F238E27FC236}">
                <a16:creationId xmlns:a16="http://schemas.microsoft.com/office/drawing/2014/main" id="{819E9FC7-EECC-4DF8-9A6E-B848F09902BD}"/>
              </a:ext>
            </a:extLst>
          </p:cNvPr>
          <p:cNvSpPr>
            <a:spLocks/>
          </p:cNvSpPr>
          <p:nvPr/>
        </p:nvSpPr>
        <p:spPr>
          <a:xfrm>
            <a:off x="504825" y="6562725"/>
            <a:ext cx="5000625" cy="1838325"/>
          </a:xfrm>
          <a:prstGeom prst="roundRect">
            <a:avLst>
              <a:gd name="adj" fmla="val 3627"/>
            </a:avLst>
          </a:prstGeom>
          <a:solidFill>
            <a:srgbClr val="FAF9FF"/>
          </a:solidFill>
          <a:ln w="9525">
            <a:solidFill>
              <a:srgbClr val="BDB0FC"/>
            </a:solidFill>
          </a:ln>
        </p:spPr>
      </p:sp>
      <p:sp>
        <p:nvSpPr>
          <p:cNvPr id="246" name="246 Repository Structural Analysis">
            <a:extLst>
              <a:ext uri="{FF2B5EF4-FFF2-40B4-BE49-F238E27FC236}">
                <a16:creationId xmlns:a16="http://schemas.microsoft.com/office/drawing/2014/main" id="{E9689CEA-F44D-40F3-95D6-18F36B324FFE}"/>
              </a:ext>
            </a:extLst>
          </p:cNvPr>
          <p:cNvSpPr>
            <a:spLocks/>
          </p:cNvSpPr>
          <p:nvPr/>
        </p:nvSpPr>
        <p:spPr>
          <a:xfrm>
            <a:off x="742950" y="6619875"/>
            <a:ext cx="4552950" cy="242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1">
                <a:solidFill>
                  <a:srgbClr val="110A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1">
                <a:solidFill>
                  <a:srgbClr val="110A68"/>
                </a:solidFill>
                <a:latin typeface="Times New Roman"/>
                <a:ea typeface="Times New Roman"/>
                <a:cs typeface="Times New Roman"/>
              </a:rPr>
              <a:t>Repository Structural Analysis</a:t>
            </a:r>
          </a:p>
        </p:txBody>
      </p:sp>
      <p:sp>
        <p:nvSpPr>
          <p:cNvPr id="247" name="247 rect">
            <a:extLst>
              <a:ext uri="{FF2B5EF4-FFF2-40B4-BE49-F238E27FC236}">
                <a16:creationId xmlns:a16="http://schemas.microsoft.com/office/drawing/2014/main" id="{046930D4-CB21-4919-BF8B-8F9D2E544E0D}"/>
              </a:ext>
            </a:extLst>
          </p:cNvPr>
          <p:cNvSpPr>
            <a:spLocks/>
          </p:cNvSpPr>
          <p:nvPr/>
        </p:nvSpPr>
        <p:spPr>
          <a:xfrm>
            <a:off x="685800" y="6896100"/>
            <a:ext cx="2400300" cy="1428750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7620">
            <a:solidFill>
              <a:srgbClr val="DFE7FA"/>
            </a:solidFill>
          </a:ln>
        </p:spPr>
      </p:sp>
      <p:sp>
        <p:nvSpPr>
          <p:cNvPr id="248" name="248 rect">
            <a:extLst>
              <a:ext uri="{FF2B5EF4-FFF2-40B4-BE49-F238E27FC236}">
                <a16:creationId xmlns:a16="http://schemas.microsoft.com/office/drawing/2014/main" id="{1C7EA83F-98A0-46E5-970D-14C41F987E65}"/>
              </a:ext>
            </a:extLst>
          </p:cNvPr>
          <p:cNvSpPr>
            <a:spLocks/>
          </p:cNvSpPr>
          <p:nvPr/>
        </p:nvSpPr>
        <p:spPr>
          <a:xfrm>
            <a:off x="3314700" y="6896100"/>
            <a:ext cx="2028825" cy="1428750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7620">
            <a:solidFill>
              <a:srgbClr val="D7E3FA"/>
            </a:solidFill>
          </a:ln>
        </p:spPr>
      </p:sp>
      <p:sp>
        <p:nvSpPr>
          <p:cNvPr id="249" name="249 folder icon">
            <a:extLst>
              <a:ext uri="{FF2B5EF4-FFF2-40B4-BE49-F238E27FC236}">
                <a16:creationId xmlns:a16="http://schemas.microsoft.com/office/drawing/2014/main" id="{FBD35684-1865-486A-A9F3-01489EDF02CF}"/>
              </a:ext>
            </a:extLst>
          </p:cNvPr>
          <p:cNvSpPr>
            <a:spLocks/>
          </p:cNvSpPr>
          <p:nvPr/>
        </p:nvSpPr>
        <p:spPr>
          <a:xfrm>
            <a:off x="857250" y="7010400"/>
            <a:ext cx="171450" cy="126682"/>
          </a:xfrm>
          <a:custGeom>
            <a:avLst/>
            <a:gdLst/>
            <a:ahLst/>
            <a:cxnLst/>
            <a:rect l="0" t="0" r="0" b="0"/>
            <a:pathLst>
              <a:path w="171450" h="126682">
                <a:moveTo>
                  <a:pt x="0" y="0"/>
                </a:moveTo>
                <a:lnTo>
                  <a:pt x="65151" y="0"/>
                </a:lnTo>
                <a:lnTo>
                  <a:pt x="85725" y="38100"/>
                </a:lnTo>
                <a:lnTo>
                  <a:pt x="171450" y="38100"/>
                </a:lnTo>
                <a:lnTo>
                  <a:pt x="171450" y="126682"/>
                </a:lnTo>
                <a:lnTo>
                  <a:pt x="0" y="126682"/>
                </a:lnTo>
                <a:close/>
              </a:path>
            </a:pathLst>
          </a:custGeom>
          <a:solidFill>
            <a:srgbClr val="52A8EF"/>
          </a:solidFill>
          <a:ln w="16193">
            <a:solidFill>
              <a:srgbClr val="064A92"/>
            </a:solidFill>
          </a:ln>
        </p:spPr>
      </p:sp>
      <p:sp>
        <p:nvSpPr>
          <p:cNvPr id="250" name="250 src/">
            <a:extLst>
              <a:ext uri="{FF2B5EF4-FFF2-40B4-BE49-F238E27FC236}">
                <a16:creationId xmlns:a16="http://schemas.microsoft.com/office/drawing/2014/main" id="{85CCBBA2-5382-47CB-A788-24BA7AEABDD0}"/>
              </a:ext>
            </a:extLst>
          </p:cNvPr>
          <p:cNvSpPr>
            <a:spLocks/>
          </p:cNvSpPr>
          <p:nvPr/>
        </p:nvSpPr>
        <p:spPr>
          <a:xfrm>
            <a:off x="1133475" y="6962775"/>
            <a:ext cx="184785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src/</a:t>
            </a:r>
          </a:p>
        </p:txBody>
      </p:sp>
      <p:sp>
        <p:nvSpPr>
          <p:cNvPr id="251" name="251 path">
            <a:extLst>
              <a:ext uri="{FF2B5EF4-FFF2-40B4-BE49-F238E27FC236}">
                <a16:creationId xmlns:a16="http://schemas.microsoft.com/office/drawing/2014/main" id="{DEE85CDF-094F-4669-8C1C-7B2185FF4121}"/>
              </a:ext>
            </a:extLst>
          </p:cNvPr>
          <p:cNvSpPr>
            <a:spLocks/>
          </p:cNvSpPr>
          <p:nvPr/>
        </p:nvSpPr>
        <p:spPr>
          <a:xfrm>
            <a:off x="942975" y="7229475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3335">
            <a:solidFill>
              <a:srgbClr val="7290B3"/>
            </a:solidFill>
          </a:ln>
        </p:spPr>
      </p:sp>
      <p:sp>
        <p:nvSpPr>
          <p:cNvPr id="252" name="252 path">
            <a:extLst>
              <a:ext uri="{FF2B5EF4-FFF2-40B4-BE49-F238E27FC236}">
                <a16:creationId xmlns:a16="http://schemas.microsoft.com/office/drawing/2014/main" id="{390D93DF-7A76-4FF5-AC9F-C3F756396360}"/>
              </a:ext>
            </a:extLst>
          </p:cNvPr>
          <p:cNvSpPr>
            <a:spLocks/>
          </p:cNvSpPr>
          <p:nvPr/>
        </p:nvSpPr>
        <p:spPr>
          <a:xfrm>
            <a:off x="942975" y="729615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1430">
            <a:solidFill>
              <a:srgbClr val="7290B3"/>
            </a:solidFill>
          </a:ln>
        </p:spPr>
      </p:sp>
      <p:sp>
        <p:nvSpPr>
          <p:cNvPr id="253" name="253 models/">
            <a:extLst>
              <a:ext uri="{FF2B5EF4-FFF2-40B4-BE49-F238E27FC236}">
                <a16:creationId xmlns:a16="http://schemas.microsoft.com/office/drawing/2014/main" id="{F493E98C-69CA-4859-AE41-B45C66F889E5}"/>
              </a:ext>
            </a:extLst>
          </p:cNvPr>
          <p:cNvSpPr>
            <a:spLocks/>
          </p:cNvSpPr>
          <p:nvPr/>
        </p:nvSpPr>
        <p:spPr>
          <a:xfrm>
            <a:off x="1438275" y="7162800"/>
            <a:ext cx="15430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models/</a:t>
            </a:r>
          </a:p>
        </p:txBody>
      </p:sp>
      <p:sp>
        <p:nvSpPr>
          <p:cNvPr id="254" name="254 path">
            <a:extLst>
              <a:ext uri="{FF2B5EF4-FFF2-40B4-BE49-F238E27FC236}">
                <a16:creationId xmlns:a16="http://schemas.microsoft.com/office/drawing/2014/main" id="{DA96991D-B412-474F-87B9-E138C1AB8922}"/>
              </a:ext>
            </a:extLst>
          </p:cNvPr>
          <p:cNvSpPr>
            <a:spLocks/>
          </p:cNvSpPr>
          <p:nvPr/>
        </p:nvSpPr>
        <p:spPr>
          <a:xfrm>
            <a:off x="1219200" y="7219950"/>
            <a:ext cx="95" cy="923925"/>
          </a:xfrm>
          <a:custGeom>
            <a:avLst/>
            <a:gdLst/>
            <a:ahLst/>
            <a:cxnLst/>
            <a:rect l="0" t="0" r="0" b="0"/>
            <a:pathLst>
              <a:path w="9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/>
          <a:ln w="12383">
            <a:solidFill>
              <a:srgbClr val="7290B3"/>
            </a:solidFill>
          </a:ln>
        </p:spPr>
      </p:sp>
      <p:sp>
        <p:nvSpPr>
          <p:cNvPr id="255" name="255 path">
            <a:extLst>
              <a:ext uri="{FF2B5EF4-FFF2-40B4-BE49-F238E27FC236}">
                <a16:creationId xmlns:a16="http://schemas.microsoft.com/office/drawing/2014/main" id="{261DF805-11FC-431B-92E3-A0D6B8D61458}"/>
              </a:ext>
            </a:extLst>
          </p:cNvPr>
          <p:cNvSpPr>
            <a:spLocks/>
          </p:cNvSpPr>
          <p:nvPr/>
        </p:nvSpPr>
        <p:spPr>
          <a:xfrm>
            <a:off x="1219200" y="7296150"/>
            <a:ext cx="114300" cy="95"/>
          </a:xfrm>
          <a:custGeom>
            <a:avLst/>
            <a:gdLst/>
            <a:ahLst/>
            <a:cxnLst/>
            <a:rect l="0" t="0" r="0" b="0"/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1430">
            <a:solidFill>
              <a:srgbClr val="7290B3"/>
            </a:solidFill>
          </a:ln>
        </p:spPr>
      </p:sp>
      <p:sp>
        <p:nvSpPr>
          <p:cNvPr id="256" name="256 path">
            <a:extLst>
              <a:ext uri="{FF2B5EF4-FFF2-40B4-BE49-F238E27FC236}">
                <a16:creationId xmlns:a16="http://schemas.microsoft.com/office/drawing/2014/main" id="{93D51599-B68D-4B0F-8223-AD0298DDD627}"/>
              </a:ext>
            </a:extLst>
          </p:cNvPr>
          <p:cNvSpPr>
            <a:spLocks/>
          </p:cNvSpPr>
          <p:nvPr/>
        </p:nvSpPr>
        <p:spPr>
          <a:xfrm>
            <a:off x="1476375" y="7391400"/>
            <a:ext cx="95" cy="152400"/>
          </a:xfrm>
          <a:custGeom>
            <a:avLst/>
            <a:gdLst/>
            <a:ahLst/>
            <a:cxnLst/>
            <a:rect l="0" t="0" r="0" b="0"/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9525">
            <a:solidFill>
              <a:srgbClr val="7290B3"/>
            </a:solidFill>
          </a:ln>
        </p:spPr>
      </p:sp>
      <p:sp>
        <p:nvSpPr>
          <p:cNvPr id="257" name="257 path">
            <a:extLst>
              <a:ext uri="{FF2B5EF4-FFF2-40B4-BE49-F238E27FC236}">
                <a16:creationId xmlns:a16="http://schemas.microsoft.com/office/drawing/2014/main" id="{6D488768-5111-42D9-A9EC-E3B254278983}"/>
              </a:ext>
            </a:extLst>
          </p:cNvPr>
          <p:cNvSpPr>
            <a:spLocks/>
          </p:cNvSpPr>
          <p:nvPr/>
        </p:nvSpPr>
        <p:spPr>
          <a:xfrm>
            <a:off x="1476375" y="754380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9525">
            <a:solidFill>
              <a:srgbClr val="7290B3"/>
            </a:solidFill>
          </a:ln>
        </p:spPr>
      </p:sp>
      <p:sp>
        <p:nvSpPr>
          <p:cNvPr id="258" name="258 model.py">
            <a:extLst>
              <a:ext uri="{FF2B5EF4-FFF2-40B4-BE49-F238E27FC236}">
                <a16:creationId xmlns:a16="http://schemas.microsoft.com/office/drawing/2014/main" id="{08A3BF83-389D-418B-8BA1-8F45C8960231}"/>
              </a:ext>
            </a:extLst>
          </p:cNvPr>
          <p:cNvSpPr>
            <a:spLocks/>
          </p:cNvSpPr>
          <p:nvPr/>
        </p:nvSpPr>
        <p:spPr>
          <a:xfrm>
            <a:off x="1647825" y="7372350"/>
            <a:ext cx="133350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model.py</a:t>
            </a:r>
          </a:p>
        </p:txBody>
      </p:sp>
      <p:sp>
        <p:nvSpPr>
          <p:cNvPr id="259" name="259 path">
            <a:extLst>
              <a:ext uri="{FF2B5EF4-FFF2-40B4-BE49-F238E27FC236}">
                <a16:creationId xmlns:a16="http://schemas.microsoft.com/office/drawing/2014/main" id="{519A0DCB-CC5D-42C6-B33D-0809605CA6C0}"/>
              </a:ext>
            </a:extLst>
          </p:cNvPr>
          <p:cNvSpPr>
            <a:spLocks/>
          </p:cNvSpPr>
          <p:nvPr/>
        </p:nvSpPr>
        <p:spPr>
          <a:xfrm>
            <a:off x="1219200" y="7696200"/>
            <a:ext cx="114300" cy="95"/>
          </a:xfrm>
          <a:custGeom>
            <a:avLst/>
            <a:gdLst/>
            <a:ahLst/>
            <a:cxnLst/>
            <a:rect l="0" t="0" r="0" b="0"/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1430">
            <a:solidFill>
              <a:srgbClr val="7290B3"/>
            </a:solidFill>
          </a:ln>
        </p:spPr>
      </p:sp>
      <p:sp>
        <p:nvSpPr>
          <p:cNvPr id="260" name="260 train.py">
            <a:extLst>
              <a:ext uri="{FF2B5EF4-FFF2-40B4-BE49-F238E27FC236}">
                <a16:creationId xmlns:a16="http://schemas.microsoft.com/office/drawing/2014/main" id="{6E793DAC-AFB6-4AE7-8A71-75BAA3BF7417}"/>
              </a:ext>
            </a:extLst>
          </p:cNvPr>
          <p:cNvSpPr>
            <a:spLocks/>
          </p:cNvSpPr>
          <p:nvPr/>
        </p:nvSpPr>
        <p:spPr>
          <a:xfrm>
            <a:off x="1438275" y="7581900"/>
            <a:ext cx="15430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train.py</a:t>
            </a:r>
          </a:p>
        </p:txBody>
      </p:sp>
      <p:sp>
        <p:nvSpPr>
          <p:cNvPr id="261" name="261 path">
            <a:extLst>
              <a:ext uri="{FF2B5EF4-FFF2-40B4-BE49-F238E27FC236}">
                <a16:creationId xmlns:a16="http://schemas.microsoft.com/office/drawing/2014/main" id="{0F526E5D-9DE2-467D-A127-7385996D8F64}"/>
              </a:ext>
            </a:extLst>
          </p:cNvPr>
          <p:cNvSpPr>
            <a:spLocks/>
          </p:cNvSpPr>
          <p:nvPr/>
        </p:nvSpPr>
        <p:spPr>
          <a:xfrm>
            <a:off x="1219200" y="7905750"/>
            <a:ext cx="114300" cy="95"/>
          </a:xfrm>
          <a:custGeom>
            <a:avLst/>
            <a:gdLst/>
            <a:ahLst/>
            <a:cxnLst/>
            <a:rect l="0" t="0" r="0" b="0"/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1430">
            <a:solidFill>
              <a:srgbClr val="7290B3"/>
            </a:solidFill>
          </a:ln>
        </p:spPr>
      </p:sp>
      <p:sp>
        <p:nvSpPr>
          <p:cNvPr id="262" name="262 utils.py">
            <a:extLst>
              <a:ext uri="{FF2B5EF4-FFF2-40B4-BE49-F238E27FC236}">
                <a16:creationId xmlns:a16="http://schemas.microsoft.com/office/drawing/2014/main" id="{D0D0EAB8-0899-4A33-8C8A-64F33C7BB001}"/>
              </a:ext>
            </a:extLst>
          </p:cNvPr>
          <p:cNvSpPr>
            <a:spLocks/>
          </p:cNvSpPr>
          <p:nvPr/>
        </p:nvSpPr>
        <p:spPr>
          <a:xfrm>
            <a:off x="1438275" y="7791450"/>
            <a:ext cx="15430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utils.py</a:t>
            </a:r>
          </a:p>
        </p:txBody>
      </p:sp>
      <p:sp>
        <p:nvSpPr>
          <p:cNvPr id="263" name="263 path">
            <a:extLst>
              <a:ext uri="{FF2B5EF4-FFF2-40B4-BE49-F238E27FC236}">
                <a16:creationId xmlns:a16="http://schemas.microsoft.com/office/drawing/2014/main" id="{96AE5AC4-4DCB-4BD3-82C3-04C1B10F3B07}"/>
              </a:ext>
            </a:extLst>
          </p:cNvPr>
          <p:cNvSpPr>
            <a:spLocks/>
          </p:cNvSpPr>
          <p:nvPr/>
        </p:nvSpPr>
        <p:spPr>
          <a:xfrm>
            <a:off x="1219200" y="8115300"/>
            <a:ext cx="114300" cy="95"/>
          </a:xfrm>
          <a:custGeom>
            <a:avLst/>
            <a:gdLst/>
            <a:ahLst/>
            <a:cxnLst/>
            <a:rect l="0" t="0" r="0" b="0"/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1430">
            <a:solidFill>
              <a:srgbClr val="7290B3"/>
            </a:solidFill>
          </a:ln>
        </p:spPr>
      </p:sp>
      <p:sp>
        <p:nvSpPr>
          <p:cNvPr id="264" name="264 …">
            <a:extLst>
              <a:ext uri="{FF2B5EF4-FFF2-40B4-BE49-F238E27FC236}">
                <a16:creationId xmlns:a16="http://schemas.microsoft.com/office/drawing/2014/main" id="{90E9F5FD-6DC6-4154-B819-E6825EC74C27}"/>
              </a:ext>
            </a:extLst>
          </p:cNvPr>
          <p:cNvSpPr>
            <a:spLocks/>
          </p:cNvSpPr>
          <p:nvPr/>
        </p:nvSpPr>
        <p:spPr>
          <a:xfrm>
            <a:off x="1438275" y="8001000"/>
            <a:ext cx="15430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65" name="265 path">
            <a:extLst>
              <a:ext uri="{FF2B5EF4-FFF2-40B4-BE49-F238E27FC236}">
                <a16:creationId xmlns:a16="http://schemas.microsoft.com/office/drawing/2014/main" id="{D3B1614F-B1E1-4B3F-A179-359F7A25824D}"/>
              </a:ext>
            </a:extLst>
          </p:cNvPr>
          <p:cNvSpPr>
            <a:spLocks/>
          </p:cNvSpPr>
          <p:nvPr/>
        </p:nvSpPr>
        <p:spPr>
          <a:xfrm>
            <a:off x="3095625" y="6981825"/>
            <a:ext cx="95" cy="1266825"/>
          </a:xfrm>
          <a:custGeom>
            <a:avLst/>
            <a:gdLst/>
            <a:ahLst/>
            <a:cxnLst/>
            <a:rect l="0" t="0" r="0" b="0"/>
            <a:pathLst>
              <a:path w="9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/>
          <a:ln w="9525">
            <a:solidFill>
              <a:srgbClr val="8EACCE"/>
            </a:solidFill>
          </a:ln>
        </p:spPr>
      </p:sp>
      <p:sp>
        <p:nvSpPr>
          <p:cNvPr id="266" name="266 rect">
            <a:extLst>
              <a:ext uri="{FF2B5EF4-FFF2-40B4-BE49-F238E27FC236}">
                <a16:creationId xmlns:a16="http://schemas.microsoft.com/office/drawing/2014/main" id="{39DCAADA-2A3F-4DDF-8678-17B7AA872703}"/>
              </a:ext>
            </a:extLst>
          </p:cNvPr>
          <p:cNvSpPr>
            <a:spLocks/>
          </p:cNvSpPr>
          <p:nvPr/>
        </p:nvSpPr>
        <p:spPr>
          <a:xfrm>
            <a:off x="3371850" y="6972300"/>
            <a:ext cx="466725" cy="333375"/>
          </a:xfrm>
          <a:prstGeom prst="roundRect">
            <a:avLst>
              <a:gd name="adj" fmla="val 17143"/>
            </a:avLst>
          </a:prstGeom>
          <a:solidFill>
            <a:srgbClr val="E6F2FF"/>
          </a:solidFill>
          <a:ln w="0">
            <a:noFill/>
          </a:ln>
        </p:spPr>
      </p:sp>
      <p:sp>
        <p:nvSpPr>
          <p:cNvPr id="267" name="267 ƒx">
            <a:extLst>
              <a:ext uri="{FF2B5EF4-FFF2-40B4-BE49-F238E27FC236}">
                <a16:creationId xmlns:a16="http://schemas.microsoft.com/office/drawing/2014/main" id="{8C649440-CFEC-452C-A4FB-0A826E430B61}"/>
              </a:ext>
            </a:extLst>
          </p:cNvPr>
          <p:cNvSpPr>
            <a:spLocks/>
          </p:cNvSpPr>
          <p:nvPr/>
        </p:nvSpPr>
        <p:spPr>
          <a:xfrm>
            <a:off x="3495675" y="6981825"/>
            <a:ext cx="285750" cy="2870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23" b="1">
                <a:solidFill>
                  <a:srgbClr val="075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1">
                <a:solidFill>
                  <a:srgbClr val="0759B9"/>
                </a:solidFill>
                <a:latin typeface="Times New Roman"/>
                <a:ea typeface="Times New Roman"/>
                <a:cs typeface="Times New Roman"/>
              </a:rPr>
              <a:t>ƒx</a:t>
            </a:r>
          </a:p>
        </p:txBody>
      </p:sp>
      <p:sp>
        <p:nvSpPr>
          <p:cNvPr id="268" name="268 Functions">
            <a:extLst>
              <a:ext uri="{FF2B5EF4-FFF2-40B4-BE49-F238E27FC236}">
                <a16:creationId xmlns:a16="http://schemas.microsoft.com/office/drawing/2014/main" id="{D89722AC-A2D6-4127-A7F6-24A0101CB470}"/>
              </a:ext>
            </a:extLst>
          </p:cNvPr>
          <p:cNvSpPr>
            <a:spLocks/>
          </p:cNvSpPr>
          <p:nvPr/>
        </p:nvSpPr>
        <p:spPr>
          <a:xfrm>
            <a:off x="3990975" y="7010400"/>
            <a:ext cx="12001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Functions</a:t>
            </a:r>
          </a:p>
        </p:txBody>
      </p:sp>
      <p:sp>
        <p:nvSpPr>
          <p:cNvPr id="269" name="269 path">
            <a:extLst>
              <a:ext uri="{FF2B5EF4-FFF2-40B4-BE49-F238E27FC236}">
                <a16:creationId xmlns:a16="http://schemas.microsoft.com/office/drawing/2014/main" id="{E967CE28-8D80-4558-89D1-F7DDD9F98583}"/>
              </a:ext>
            </a:extLst>
          </p:cNvPr>
          <p:cNvSpPr>
            <a:spLocks/>
          </p:cNvSpPr>
          <p:nvPr/>
        </p:nvSpPr>
        <p:spPr>
          <a:xfrm>
            <a:off x="3990975" y="7305675"/>
            <a:ext cx="523875" cy="95"/>
          </a:xfrm>
          <a:custGeom>
            <a:avLst/>
            <a:gdLst/>
            <a:ahLst/>
            <a:cxnLst/>
            <a:rect l="0" t="0" r="0" b="0"/>
            <a:pathLst>
              <a:path w="523875" h="9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/>
          <a:ln w="6668">
            <a:solidFill>
              <a:srgbClr val="E4EBF7"/>
            </a:solidFill>
          </a:ln>
        </p:spPr>
      </p:sp>
      <p:sp>
        <p:nvSpPr>
          <p:cNvPr id="270" name="270 rect">
            <a:extLst>
              <a:ext uri="{FF2B5EF4-FFF2-40B4-BE49-F238E27FC236}">
                <a16:creationId xmlns:a16="http://schemas.microsoft.com/office/drawing/2014/main" id="{40A988FF-17E0-4C4D-BCD2-60D772699EB7}"/>
              </a:ext>
            </a:extLst>
          </p:cNvPr>
          <p:cNvSpPr>
            <a:spLocks/>
          </p:cNvSpPr>
          <p:nvPr/>
        </p:nvSpPr>
        <p:spPr>
          <a:xfrm>
            <a:off x="3371850" y="7343775"/>
            <a:ext cx="466725" cy="333375"/>
          </a:xfrm>
          <a:prstGeom prst="roundRect">
            <a:avLst>
              <a:gd name="adj" fmla="val 17143"/>
            </a:avLst>
          </a:prstGeom>
          <a:solidFill>
            <a:srgbClr val="E9F8F2"/>
          </a:solidFill>
          <a:ln w="0">
            <a:noFill/>
          </a:ln>
        </p:spPr>
      </p:sp>
      <p:sp>
        <p:nvSpPr>
          <p:cNvPr id="271" name="271 rect">
            <a:extLst>
              <a:ext uri="{FF2B5EF4-FFF2-40B4-BE49-F238E27FC236}">
                <a16:creationId xmlns:a16="http://schemas.microsoft.com/office/drawing/2014/main" id="{C00A1845-2EF4-4A6A-ABFB-274566229DA4}"/>
              </a:ext>
            </a:extLst>
          </p:cNvPr>
          <p:cNvSpPr>
            <a:spLocks/>
          </p:cNvSpPr>
          <p:nvPr/>
        </p:nvSpPr>
        <p:spPr>
          <a:xfrm>
            <a:off x="3524250" y="7410450"/>
            <a:ext cx="171450" cy="200025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17553"/>
            </a:solidFill>
          </a:ln>
        </p:spPr>
      </p:sp>
      <p:sp>
        <p:nvSpPr>
          <p:cNvPr id="272" name="272 C">
            <a:extLst>
              <a:ext uri="{FF2B5EF4-FFF2-40B4-BE49-F238E27FC236}">
                <a16:creationId xmlns:a16="http://schemas.microsoft.com/office/drawing/2014/main" id="{6F75F801-3205-4E49-BB4B-48FC9BA934F7}"/>
              </a:ext>
            </a:extLst>
          </p:cNvPr>
          <p:cNvSpPr>
            <a:spLocks/>
          </p:cNvSpPr>
          <p:nvPr/>
        </p:nvSpPr>
        <p:spPr>
          <a:xfrm>
            <a:off x="3552825" y="7391400"/>
            <a:ext cx="142875" cy="2007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11755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7553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73" name="273 Classes">
            <a:extLst>
              <a:ext uri="{FF2B5EF4-FFF2-40B4-BE49-F238E27FC236}">
                <a16:creationId xmlns:a16="http://schemas.microsoft.com/office/drawing/2014/main" id="{FC731C5C-ABE4-4B89-8F30-69C6777A7E0D}"/>
              </a:ext>
            </a:extLst>
          </p:cNvPr>
          <p:cNvSpPr>
            <a:spLocks/>
          </p:cNvSpPr>
          <p:nvPr/>
        </p:nvSpPr>
        <p:spPr>
          <a:xfrm>
            <a:off x="3990975" y="7381875"/>
            <a:ext cx="12001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Classes</a:t>
            </a:r>
          </a:p>
        </p:txBody>
      </p:sp>
      <p:sp>
        <p:nvSpPr>
          <p:cNvPr id="274" name="274 path">
            <a:extLst>
              <a:ext uri="{FF2B5EF4-FFF2-40B4-BE49-F238E27FC236}">
                <a16:creationId xmlns:a16="http://schemas.microsoft.com/office/drawing/2014/main" id="{2B462E39-C980-45F5-9326-D304FF4D1139}"/>
              </a:ext>
            </a:extLst>
          </p:cNvPr>
          <p:cNvSpPr>
            <a:spLocks/>
          </p:cNvSpPr>
          <p:nvPr/>
        </p:nvSpPr>
        <p:spPr>
          <a:xfrm>
            <a:off x="3990975" y="7677150"/>
            <a:ext cx="523875" cy="95"/>
          </a:xfrm>
          <a:custGeom>
            <a:avLst/>
            <a:gdLst/>
            <a:ahLst/>
            <a:cxnLst/>
            <a:rect l="0" t="0" r="0" b="0"/>
            <a:pathLst>
              <a:path w="523875" h="9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/>
          <a:ln w="6668">
            <a:solidFill>
              <a:srgbClr val="E4EBF7"/>
            </a:solidFill>
          </a:ln>
        </p:spPr>
      </p:sp>
      <p:sp>
        <p:nvSpPr>
          <p:cNvPr id="275" name="275 rect">
            <a:extLst>
              <a:ext uri="{FF2B5EF4-FFF2-40B4-BE49-F238E27FC236}">
                <a16:creationId xmlns:a16="http://schemas.microsoft.com/office/drawing/2014/main" id="{F3760644-7570-42F6-856B-93F6284B5F7D}"/>
              </a:ext>
            </a:extLst>
          </p:cNvPr>
          <p:cNvSpPr>
            <a:spLocks/>
          </p:cNvSpPr>
          <p:nvPr/>
        </p:nvSpPr>
        <p:spPr>
          <a:xfrm>
            <a:off x="3371850" y="7715250"/>
            <a:ext cx="466725" cy="333375"/>
          </a:xfrm>
          <a:prstGeom prst="roundRect">
            <a:avLst>
              <a:gd name="adj" fmla="val 17143"/>
            </a:avLst>
          </a:prstGeom>
          <a:solidFill>
            <a:srgbClr val="F0EBFF"/>
          </a:solidFill>
          <a:ln w="0">
            <a:noFill/>
          </a:ln>
        </p:spPr>
      </p:sp>
      <p:grpSp>
        <p:nvGrpSpPr>
          <p:cNvPr id="384" name="document-275"/>
          <p:cNvGrpSpPr/>
          <p:nvPr/>
        </p:nvGrpSpPr>
        <p:grpSpPr>
          <a:xfrm>
            <a:off x="3533775" y="7772400"/>
            <a:ext cx="152400" cy="200025"/>
            <a:chOff x="3533775" y="7772400"/>
            <a:chExt cx="152400" cy="200025"/>
          </a:xfrm>
        </p:grpSpPr>
        <p:sp>
          <p:nvSpPr>
            <p:cNvPr id="276" name="276 document">
              <a:extLst>
                <a:ext uri="{FF2B5EF4-FFF2-40B4-BE49-F238E27FC236}">
                  <a16:creationId xmlns:a16="http://schemas.microsoft.com/office/drawing/2014/main" id="{3D21F29C-24A0-4A6E-AD34-D7F492C56C09}"/>
                </a:ext>
              </a:extLst>
            </p:cNvPr>
            <p:cNvSpPr>
              <a:spLocks/>
            </p:cNvSpPr>
            <p:nvPr/>
          </p:nvSpPr>
          <p:spPr>
            <a:xfrm>
              <a:off x="3533775" y="7772400"/>
              <a:ext cx="152400" cy="200025"/>
            </a:xfrm>
            <a:custGeom>
              <a:avLst/>
              <a:gdLst/>
              <a:ahLst/>
              <a:cxnLst/>
              <a:rect l="0" t="0" r="0" b="0"/>
              <a:pathLst>
                <a:path w="152400" h="200025">
                  <a:moveTo>
                    <a:pt x="0" y="0"/>
                  </a:moveTo>
                  <a:lnTo>
                    <a:pt x="94488" y="0"/>
                  </a:lnTo>
                  <a:lnTo>
                    <a:pt x="152400" y="58007"/>
                  </a:lnTo>
                  <a:lnTo>
                    <a:pt x="152400" y="200025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45349C"/>
              </a:solidFill>
            </a:ln>
          </p:spPr>
        </p:sp>
        <p:sp>
          <p:nvSpPr>
            <p:cNvPr id="277" name="277 path">
              <a:extLst>
                <a:ext uri="{FF2B5EF4-FFF2-40B4-BE49-F238E27FC236}">
                  <a16:creationId xmlns:a16="http://schemas.microsoft.com/office/drawing/2014/main" id="{295BF742-8D50-437D-84C8-57815DEE8F6B}"/>
                </a:ext>
              </a:extLst>
            </p:cNvPr>
            <p:cNvSpPr>
              <a:spLocks/>
            </p:cNvSpPr>
            <p:nvPr/>
          </p:nvSpPr>
          <p:spPr>
            <a:xfrm>
              <a:off x="3628263" y="7772400"/>
              <a:ext cx="57912" cy="58007"/>
            </a:xfrm>
            <a:custGeom>
              <a:avLst/>
              <a:gdLst/>
              <a:ahLst/>
              <a:cxnLst/>
              <a:rect l="0" t="0" r="0" b="0"/>
              <a:pathLst>
                <a:path w="57912" h="58007">
                  <a:moveTo>
                    <a:pt x="0" y="0"/>
                  </a:moveTo>
                  <a:lnTo>
                    <a:pt x="0" y="58007"/>
                  </a:lnTo>
                  <a:lnTo>
                    <a:pt x="57912" y="58007"/>
                  </a:lnTo>
                </a:path>
              </a:pathLst>
            </a:custGeom>
            <a:noFill/>
            <a:ln w="16193">
              <a:solidFill>
                <a:srgbClr val="45349C"/>
              </a:solidFill>
            </a:ln>
          </p:spPr>
        </p:sp>
        <p:sp>
          <p:nvSpPr>
            <p:cNvPr id="278" name="278 path">
              <a:extLst>
                <a:ext uri="{FF2B5EF4-FFF2-40B4-BE49-F238E27FC236}">
                  <a16:creationId xmlns:a16="http://schemas.microsoft.com/office/drawing/2014/main" id="{AA318D01-F78C-436A-B7AD-0ABB9A8BECB3}"/>
                </a:ext>
              </a:extLst>
            </p:cNvPr>
            <p:cNvSpPr>
              <a:spLocks/>
            </p:cNvSpPr>
            <p:nvPr/>
          </p:nvSpPr>
          <p:spPr>
            <a:xfrm>
              <a:off x="3570351" y="7868412"/>
              <a:ext cx="74676" cy="95"/>
            </a:xfrm>
            <a:custGeom>
              <a:avLst/>
              <a:gdLst/>
              <a:ahLst/>
              <a:cxnLst/>
              <a:rect l="0" t="0" r="0" b="0"/>
              <a:pathLst>
                <a:path w="74676" h="95">
                  <a:moveTo>
                    <a:pt x="0" y="0"/>
                  </a:moveTo>
                  <a:lnTo>
                    <a:pt x="74676" y="0"/>
                  </a:lnTo>
                </a:path>
              </a:pathLst>
            </a:custGeom>
            <a:noFill/>
            <a:ln w="17145">
              <a:solidFill>
                <a:srgbClr val="45349C"/>
              </a:solidFill>
            </a:ln>
          </p:spPr>
        </p:sp>
        <p:sp>
          <p:nvSpPr>
            <p:cNvPr id="279" name="279 path">
              <a:extLst>
                <a:ext uri="{FF2B5EF4-FFF2-40B4-BE49-F238E27FC236}">
                  <a16:creationId xmlns:a16="http://schemas.microsoft.com/office/drawing/2014/main" id="{AF4E1661-4575-4A48-87E3-2A06628FD46A}"/>
                </a:ext>
              </a:extLst>
            </p:cNvPr>
            <p:cNvSpPr>
              <a:spLocks/>
            </p:cNvSpPr>
            <p:nvPr/>
          </p:nvSpPr>
          <p:spPr>
            <a:xfrm>
              <a:off x="3570351" y="7906417"/>
              <a:ext cx="51816" cy="95"/>
            </a:xfrm>
            <a:custGeom>
              <a:avLst/>
              <a:gdLst/>
              <a:ahLst/>
              <a:cxnLst/>
              <a:rect l="0" t="0" r="0" b="0"/>
              <a:pathLst>
                <a:path w="51816" h="95">
                  <a:moveTo>
                    <a:pt x="0" y="0"/>
                  </a:moveTo>
                  <a:lnTo>
                    <a:pt x="51816" y="0"/>
                  </a:lnTo>
                </a:path>
              </a:pathLst>
            </a:custGeom>
            <a:noFill/>
            <a:ln w="17145">
              <a:solidFill>
                <a:srgbClr val="45349C"/>
              </a:solidFill>
            </a:ln>
          </p:spPr>
        </p:sp>
      </p:grpSp>
      <p:sp>
        <p:nvSpPr>
          <p:cNvPr id="280" name="280 Imports">
            <a:extLst>
              <a:ext uri="{FF2B5EF4-FFF2-40B4-BE49-F238E27FC236}">
                <a16:creationId xmlns:a16="http://schemas.microsoft.com/office/drawing/2014/main" id="{1AD707FF-53C5-4F23-9DE4-C4981C0DB727}"/>
              </a:ext>
            </a:extLst>
          </p:cNvPr>
          <p:cNvSpPr>
            <a:spLocks/>
          </p:cNvSpPr>
          <p:nvPr/>
        </p:nvSpPr>
        <p:spPr>
          <a:xfrm>
            <a:off x="3990975" y="7753350"/>
            <a:ext cx="12001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Imports</a:t>
            </a:r>
          </a:p>
        </p:txBody>
      </p:sp>
      <p:sp>
        <p:nvSpPr>
          <p:cNvPr id="281" name="281 path">
            <a:extLst>
              <a:ext uri="{FF2B5EF4-FFF2-40B4-BE49-F238E27FC236}">
                <a16:creationId xmlns:a16="http://schemas.microsoft.com/office/drawing/2014/main" id="{D14C762C-05DA-4C45-A951-D8660132B853}"/>
              </a:ext>
            </a:extLst>
          </p:cNvPr>
          <p:cNvSpPr>
            <a:spLocks/>
          </p:cNvSpPr>
          <p:nvPr/>
        </p:nvSpPr>
        <p:spPr>
          <a:xfrm>
            <a:off x="3990975" y="8048625"/>
            <a:ext cx="523875" cy="95"/>
          </a:xfrm>
          <a:custGeom>
            <a:avLst/>
            <a:gdLst/>
            <a:ahLst/>
            <a:cxnLst/>
            <a:rect l="0" t="0" r="0" b="0"/>
            <a:pathLst>
              <a:path w="523875" h="9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/>
          <a:ln w="6668">
            <a:solidFill>
              <a:srgbClr val="E4EBF7"/>
            </a:solidFill>
          </a:ln>
        </p:spPr>
      </p:sp>
      <p:sp>
        <p:nvSpPr>
          <p:cNvPr id="282" name="282 …">
            <a:extLst>
              <a:ext uri="{FF2B5EF4-FFF2-40B4-BE49-F238E27FC236}">
                <a16:creationId xmlns:a16="http://schemas.microsoft.com/office/drawing/2014/main" id="{36B40BF4-C2B4-4DAE-AE77-AEADACF68CE7}"/>
              </a:ext>
            </a:extLst>
          </p:cNvPr>
          <p:cNvSpPr>
            <a:spLocks/>
          </p:cNvSpPr>
          <p:nvPr/>
        </p:nvSpPr>
        <p:spPr>
          <a:xfrm>
            <a:off x="3486150" y="8010525"/>
            <a:ext cx="9525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83" name="283 rect">
            <a:extLst>
              <a:ext uri="{FF2B5EF4-FFF2-40B4-BE49-F238E27FC236}">
                <a16:creationId xmlns:a16="http://schemas.microsoft.com/office/drawing/2014/main" id="{61678302-B31A-4F2D-88F6-3BB618AA9A95}"/>
              </a:ext>
            </a:extLst>
          </p:cNvPr>
          <p:cNvSpPr>
            <a:spLocks/>
          </p:cNvSpPr>
          <p:nvPr/>
        </p:nvSpPr>
        <p:spPr>
          <a:xfrm>
            <a:off x="5619750" y="6562725"/>
            <a:ext cx="3502479" cy="1685925"/>
          </a:xfrm>
          <a:prstGeom prst="roundRect">
            <a:avLst>
              <a:gd name="adj" fmla="val 3627"/>
            </a:avLst>
          </a:prstGeom>
          <a:solidFill>
            <a:srgbClr val="FAF9FF"/>
          </a:solidFill>
          <a:ln w="9525">
            <a:solidFill>
              <a:srgbClr val="BDB0FC"/>
            </a:solidFill>
          </a:ln>
        </p:spPr>
      </p:sp>
      <p:sp>
        <p:nvSpPr>
          <p:cNvPr id="284" name="284 Repair Dependency Graph Planning">
            <a:extLst>
              <a:ext uri="{FF2B5EF4-FFF2-40B4-BE49-F238E27FC236}">
                <a16:creationId xmlns:a16="http://schemas.microsoft.com/office/drawing/2014/main" id="{1E2B259F-E146-45E8-B9F1-5544C0673FA3}"/>
              </a:ext>
            </a:extLst>
          </p:cNvPr>
          <p:cNvSpPr>
            <a:spLocks/>
          </p:cNvSpPr>
          <p:nvPr/>
        </p:nvSpPr>
        <p:spPr>
          <a:xfrm>
            <a:off x="5829300" y="6629400"/>
            <a:ext cx="4267200" cy="242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1">
                <a:solidFill>
                  <a:srgbClr val="110A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1">
                <a:solidFill>
                  <a:srgbClr val="110A68"/>
                </a:solidFill>
                <a:latin typeface="Times New Roman"/>
                <a:ea typeface="Times New Roman"/>
                <a:cs typeface="Times New Roman"/>
              </a:rPr>
              <a:t>Repair Dependency Graph Planning</a:t>
            </a:r>
          </a:p>
        </p:txBody>
      </p:sp>
      <p:sp>
        <p:nvSpPr>
          <p:cNvPr id="285" name="285 path">
            <a:extLst>
              <a:ext uri="{FF2B5EF4-FFF2-40B4-BE49-F238E27FC236}">
                <a16:creationId xmlns:a16="http://schemas.microsoft.com/office/drawing/2014/main" id="{B68FC6C1-F9DC-44AC-A261-33FC83F1C748}"/>
              </a:ext>
            </a:extLst>
          </p:cNvPr>
          <p:cNvSpPr>
            <a:spLocks/>
          </p:cNvSpPr>
          <p:nvPr/>
        </p:nvSpPr>
        <p:spPr>
          <a:xfrm>
            <a:off x="6581775" y="7191375"/>
            <a:ext cx="314325" cy="238125"/>
          </a:xfrm>
          <a:custGeom>
            <a:avLst/>
            <a:gdLst/>
            <a:ahLst/>
            <a:cxnLst/>
            <a:rect l="0" t="0" r="0" b="0"/>
            <a:pathLst>
              <a:path w="314325" h="238125">
                <a:moveTo>
                  <a:pt x="0" y="238125"/>
                </a:moveTo>
                <a:lnTo>
                  <a:pt x="314325" y="0"/>
                </a:lnTo>
              </a:path>
            </a:pathLst>
          </a:custGeom>
          <a:noFill/>
          <a:ln w="13335">
            <a:solidFill>
              <a:srgbClr val="45658D"/>
            </a:solidFill>
          </a:ln>
        </p:spPr>
      </p:sp>
      <p:sp>
        <p:nvSpPr>
          <p:cNvPr id="286" name="286 arrow head">
            <a:extLst>
              <a:ext uri="{FF2B5EF4-FFF2-40B4-BE49-F238E27FC236}">
                <a16:creationId xmlns:a16="http://schemas.microsoft.com/office/drawing/2014/main" id="{8D1877E3-6C00-4C4A-9895-5475E8AAD069}"/>
              </a:ext>
            </a:extLst>
          </p:cNvPr>
          <p:cNvSpPr>
            <a:spLocks/>
          </p:cNvSpPr>
          <p:nvPr/>
        </p:nvSpPr>
        <p:spPr>
          <a:xfrm>
            <a:off x="6823628" y="7191375"/>
            <a:ext cx="72472" cy="65772"/>
          </a:xfrm>
          <a:custGeom>
            <a:avLst/>
            <a:gdLst/>
            <a:ahLst/>
            <a:cxnLst/>
            <a:rect l="0" t="0" r="0" b="0"/>
            <a:pathLst>
              <a:path w="72472" h="65772">
                <a:moveTo>
                  <a:pt x="72472" y="0"/>
                </a:moveTo>
                <a:lnTo>
                  <a:pt x="0" y="14752"/>
                </a:lnTo>
                <a:lnTo>
                  <a:pt x="38652" y="65772"/>
                </a:lnTo>
                <a:close/>
              </a:path>
            </a:pathLst>
          </a:custGeom>
          <a:solidFill>
            <a:srgbClr val="45658D"/>
          </a:solidFill>
          <a:ln w="4763">
            <a:solidFill>
              <a:srgbClr val="45658D"/>
            </a:solidFill>
          </a:ln>
        </p:spPr>
      </p:sp>
      <p:sp>
        <p:nvSpPr>
          <p:cNvPr id="287" name="287 arrow head">
            <a:extLst>
              <a:ext uri="{FF2B5EF4-FFF2-40B4-BE49-F238E27FC236}">
                <a16:creationId xmlns:a16="http://schemas.microsoft.com/office/drawing/2014/main" id="{D07E3938-6C31-4586-BCA8-9318A2910B9A}"/>
              </a:ext>
            </a:extLst>
          </p:cNvPr>
          <p:cNvSpPr>
            <a:spLocks/>
          </p:cNvSpPr>
          <p:nvPr/>
        </p:nvSpPr>
        <p:spPr>
          <a:xfrm>
            <a:off x="6581775" y="7363728"/>
            <a:ext cx="72472" cy="65772"/>
          </a:xfrm>
          <a:custGeom>
            <a:avLst/>
            <a:gdLst/>
            <a:ahLst/>
            <a:cxnLst/>
            <a:rect l="0" t="0" r="0" b="0"/>
            <a:pathLst>
              <a:path w="72472" h="65772">
                <a:moveTo>
                  <a:pt x="0" y="65772"/>
                </a:moveTo>
                <a:lnTo>
                  <a:pt x="72472" y="51020"/>
                </a:lnTo>
                <a:lnTo>
                  <a:pt x="33820" y="0"/>
                </a:lnTo>
                <a:close/>
              </a:path>
            </a:pathLst>
          </a:custGeom>
          <a:solidFill>
            <a:srgbClr val="45658D"/>
          </a:solidFill>
          <a:ln w="4763">
            <a:solidFill>
              <a:srgbClr val="45658D"/>
            </a:solidFill>
          </a:ln>
        </p:spPr>
      </p:sp>
      <p:sp>
        <p:nvSpPr>
          <p:cNvPr id="288" name="288 path">
            <a:extLst>
              <a:ext uri="{FF2B5EF4-FFF2-40B4-BE49-F238E27FC236}">
                <a16:creationId xmlns:a16="http://schemas.microsoft.com/office/drawing/2014/main" id="{DE31FF6D-3265-4394-831C-42B2C4928161}"/>
              </a:ext>
            </a:extLst>
          </p:cNvPr>
          <p:cNvSpPr>
            <a:spLocks/>
          </p:cNvSpPr>
          <p:nvPr/>
        </p:nvSpPr>
        <p:spPr>
          <a:xfrm>
            <a:off x="6610350" y="7600950"/>
            <a:ext cx="447675" cy="247650"/>
          </a:xfrm>
          <a:custGeom>
            <a:avLst/>
            <a:gdLst/>
            <a:ahLst/>
            <a:cxnLst/>
            <a:rect l="0" t="0" r="0" b="0"/>
            <a:pathLst>
              <a:path w="447675" h="247650">
                <a:moveTo>
                  <a:pt x="0" y="0"/>
                </a:moveTo>
                <a:lnTo>
                  <a:pt x="447675" y="247650"/>
                </a:lnTo>
              </a:path>
            </a:pathLst>
          </a:custGeom>
          <a:noFill/>
          <a:ln w="13335">
            <a:solidFill>
              <a:srgbClr val="45658D"/>
            </a:solidFill>
          </a:ln>
        </p:spPr>
      </p:sp>
      <p:sp>
        <p:nvSpPr>
          <p:cNvPr id="289" name="289 arrow head">
            <a:extLst>
              <a:ext uri="{FF2B5EF4-FFF2-40B4-BE49-F238E27FC236}">
                <a16:creationId xmlns:a16="http://schemas.microsoft.com/office/drawing/2014/main" id="{2984B127-74A2-488E-9E05-26379D596B4B}"/>
              </a:ext>
            </a:extLst>
          </p:cNvPr>
          <p:cNvSpPr>
            <a:spLocks/>
          </p:cNvSpPr>
          <p:nvPr/>
        </p:nvSpPr>
        <p:spPr>
          <a:xfrm>
            <a:off x="6984190" y="7788321"/>
            <a:ext cx="73835" cy="60279"/>
          </a:xfrm>
          <a:custGeom>
            <a:avLst/>
            <a:gdLst/>
            <a:ahLst/>
            <a:cxnLst/>
            <a:rect l="0" t="0" r="0" b="0"/>
            <a:pathLst>
              <a:path w="73835" h="60279">
                <a:moveTo>
                  <a:pt x="73835" y="60279"/>
                </a:moveTo>
                <a:lnTo>
                  <a:pt x="30984" y="0"/>
                </a:lnTo>
                <a:lnTo>
                  <a:pt x="0" y="56009"/>
                </a:lnTo>
                <a:close/>
              </a:path>
            </a:pathLst>
          </a:custGeom>
          <a:solidFill>
            <a:srgbClr val="45658D"/>
          </a:solidFill>
          <a:ln w="4763">
            <a:solidFill>
              <a:srgbClr val="45658D"/>
            </a:solidFill>
          </a:ln>
        </p:spPr>
      </p:sp>
      <p:sp>
        <p:nvSpPr>
          <p:cNvPr id="290" name="290 arrow head">
            <a:extLst>
              <a:ext uri="{FF2B5EF4-FFF2-40B4-BE49-F238E27FC236}">
                <a16:creationId xmlns:a16="http://schemas.microsoft.com/office/drawing/2014/main" id="{9BC97971-A274-445A-B141-805ECE70C122}"/>
              </a:ext>
            </a:extLst>
          </p:cNvPr>
          <p:cNvSpPr>
            <a:spLocks/>
          </p:cNvSpPr>
          <p:nvPr/>
        </p:nvSpPr>
        <p:spPr>
          <a:xfrm>
            <a:off x="6610350" y="7600950"/>
            <a:ext cx="73835" cy="60279"/>
          </a:xfrm>
          <a:custGeom>
            <a:avLst/>
            <a:gdLst/>
            <a:ahLst/>
            <a:cxnLst/>
            <a:rect l="0" t="0" r="0" b="0"/>
            <a:pathLst>
              <a:path w="73835" h="60279">
                <a:moveTo>
                  <a:pt x="0" y="0"/>
                </a:moveTo>
                <a:lnTo>
                  <a:pt x="42851" y="60279"/>
                </a:lnTo>
                <a:lnTo>
                  <a:pt x="73835" y="4270"/>
                </a:lnTo>
                <a:close/>
              </a:path>
            </a:pathLst>
          </a:custGeom>
          <a:solidFill>
            <a:srgbClr val="45658D"/>
          </a:solidFill>
          <a:ln w="4763">
            <a:solidFill>
              <a:srgbClr val="45658D"/>
            </a:solidFill>
          </a:ln>
        </p:spPr>
      </p:sp>
      <p:sp>
        <p:nvSpPr>
          <p:cNvPr id="291" name="291 path">
            <a:extLst>
              <a:ext uri="{FF2B5EF4-FFF2-40B4-BE49-F238E27FC236}">
                <a16:creationId xmlns:a16="http://schemas.microsoft.com/office/drawing/2014/main" id="{85F316D9-CB8F-428D-984A-D62B0F5DC5E1}"/>
              </a:ext>
            </a:extLst>
          </p:cNvPr>
          <p:cNvSpPr>
            <a:spLocks/>
          </p:cNvSpPr>
          <p:nvPr/>
        </p:nvSpPr>
        <p:spPr>
          <a:xfrm>
            <a:off x="7429500" y="7581900"/>
            <a:ext cx="352425" cy="247650"/>
          </a:xfrm>
          <a:custGeom>
            <a:avLst/>
            <a:gdLst/>
            <a:ahLst/>
            <a:cxnLst/>
            <a:rect l="0" t="0" r="0" b="0"/>
            <a:pathLst>
              <a:path w="352425" h="247650">
                <a:moveTo>
                  <a:pt x="0" y="247650"/>
                </a:moveTo>
                <a:lnTo>
                  <a:pt x="352425" y="0"/>
                </a:lnTo>
              </a:path>
            </a:pathLst>
          </a:custGeom>
          <a:noFill/>
          <a:ln w="13335">
            <a:solidFill>
              <a:srgbClr val="45658D"/>
            </a:solidFill>
          </a:ln>
        </p:spPr>
      </p:sp>
      <p:sp>
        <p:nvSpPr>
          <p:cNvPr id="292" name="292 arrow head">
            <a:extLst>
              <a:ext uri="{FF2B5EF4-FFF2-40B4-BE49-F238E27FC236}">
                <a16:creationId xmlns:a16="http://schemas.microsoft.com/office/drawing/2014/main" id="{CCC15200-7DBE-458F-A58A-3BE366A2FB03}"/>
              </a:ext>
            </a:extLst>
          </p:cNvPr>
          <p:cNvSpPr>
            <a:spLocks/>
          </p:cNvSpPr>
          <p:nvPr/>
        </p:nvSpPr>
        <p:spPr>
          <a:xfrm>
            <a:off x="7708972" y="7581900"/>
            <a:ext cx="72953" cy="64520"/>
          </a:xfrm>
          <a:custGeom>
            <a:avLst/>
            <a:gdLst/>
            <a:ahLst/>
            <a:cxnLst/>
            <a:rect l="0" t="0" r="0" b="0"/>
            <a:pathLst>
              <a:path w="72953" h="64520">
                <a:moveTo>
                  <a:pt x="72953" y="0"/>
                </a:moveTo>
                <a:lnTo>
                  <a:pt x="0" y="12149"/>
                </a:lnTo>
                <a:lnTo>
                  <a:pt x="36801" y="64520"/>
                </a:lnTo>
                <a:close/>
              </a:path>
            </a:pathLst>
          </a:custGeom>
          <a:solidFill>
            <a:srgbClr val="45658D"/>
          </a:solidFill>
          <a:ln w="4763">
            <a:solidFill>
              <a:srgbClr val="45658D"/>
            </a:solidFill>
          </a:ln>
        </p:spPr>
      </p:sp>
      <p:sp>
        <p:nvSpPr>
          <p:cNvPr id="293" name="293 arrow head">
            <a:extLst>
              <a:ext uri="{FF2B5EF4-FFF2-40B4-BE49-F238E27FC236}">
                <a16:creationId xmlns:a16="http://schemas.microsoft.com/office/drawing/2014/main" id="{C9D3D7A5-D150-4881-AA94-85FFBB4C012E}"/>
              </a:ext>
            </a:extLst>
          </p:cNvPr>
          <p:cNvSpPr>
            <a:spLocks/>
          </p:cNvSpPr>
          <p:nvPr/>
        </p:nvSpPr>
        <p:spPr>
          <a:xfrm>
            <a:off x="7429500" y="7765030"/>
            <a:ext cx="72953" cy="64520"/>
          </a:xfrm>
          <a:custGeom>
            <a:avLst/>
            <a:gdLst/>
            <a:ahLst/>
            <a:cxnLst/>
            <a:rect l="0" t="0" r="0" b="0"/>
            <a:pathLst>
              <a:path w="72953" h="64520">
                <a:moveTo>
                  <a:pt x="0" y="64520"/>
                </a:moveTo>
                <a:lnTo>
                  <a:pt x="72953" y="52371"/>
                </a:lnTo>
                <a:lnTo>
                  <a:pt x="36152" y="0"/>
                </a:lnTo>
                <a:close/>
              </a:path>
            </a:pathLst>
          </a:custGeom>
          <a:solidFill>
            <a:srgbClr val="45658D"/>
          </a:solidFill>
          <a:ln w="4763">
            <a:solidFill>
              <a:srgbClr val="45658D"/>
            </a:solidFill>
          </a:ln>
        </p:spPr>
      </p:sp>
      <p:sp>
        <p:nvSpPr>
          <p:cNvPr id="294" name="294 ellipse">
            <a:extLst>
              <a:ext uri="{FF2B5EF4-FFF2-40B4-BE49-F238E27FC236}">
                <a16:creationId xmlns:a16="http://schemas.microsoft.com/office/drawing/2014/main" id="{93E4D76D-FC74-4B58-A3AC-A9EE48FF9CE3}"/>
              </a:ext>
            </a:extLst>
          </p:cNvPr>
          <p:cNvSpPr>
            <a:spLocks/>
          </p:cNvSpPr>
          <p:nvPr/>
        </p:nvSpPr>
        <p:spPr>
          <a:xfrm>
            <a:off x="6924675" y="69723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A2E3FF"/>
              </a:gs>
            </a:gsLst>
            <a:lin ang="5400000"/>
          </a:gradFill>
          <a:ln w="19050">
            <a:solidFill>
              <a:srgbClr val="0872FC"/>
            </a:solidFill>
          </a:ln>
        </p:spPr>
      </p:sp>
      <p:sp>
        <p:nvSpPr>
          <p:cNvPr id="295" name="295 ellipse">
            <a:extLst>
              <a:ext uri="{FF2B5EF4-FFF2-40B4-BE49-F238E27FC236}">
                <a16:creationId xmlns:a16="http://schemas.microsoft.com/office/drawing/2014/main" id="{78D0C5A9-34AD-4BDF-952C-231F4004C9A1}"/>
              </a:ext>
            </a:extLst>
          </p:cNvPr>
          <p:cNvSpPr>
            <a:spLocks/>
          </p:cNvSpPr>
          <p:nvPr/>
        </p:nvSpPr>
        <p:spPr>
          <a:xfrm>
            <a:off x="6324600" y="7410450"/>
            <a:ext cx="266700" cy="2667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CCC1F5"/>
              </a:gs>
            </a:gsLst>
            <a:lin ang="5400000"/>
          </a:gradFill>
          <a:ln w="19050">
            <a:solidFill>
              <a:srgbClr val="5833B1"/>
            </a:solidFill>
          </a:ln>
        </p:spPr>
      </p:sp>
      <p:sp>
        <p:nvSpPr>
          <p:cNvPr id="296" name="296 ellipse">
            <a:extLst>
              <a:ext uri="{FF2B5EF4-FFF2-40B4-BE49-F238E27FC236}">
                <a16:creationId xmlns:a16="http://schemas.microsoft.com/office/drawing/2014/main" id="{9F282CC5-2B73-4DB0-8B51-33216FF9A1C8}"/>
              </a:ext>
            </a:extLst>
          </p:cNvPr>
          <p:cNvSpPr>
            <a:spLocks/>
          </p:cNvSpPr>
          <p:nvPr/>
        </p:nvSpPr>
        <p:spPr>
          <a:xfrm>
            <a:off x="7820025" y="737235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A2E3FF"/>
              </a:gs>
            </a:gsLst>
            <a:lin ang="5400000"/>
          </a:gradFill>
          <a:ln w="19050">
            <a:solidFill>
              <a:srgbClr val="0872FC"/>
            </a:solidFill>
          </a:ln>
        </p:spPr>
      </p:sp>
      <p:sp>
        <p:nvSpPr>
          <p:cNvPr id="297" name="297 ellipse">
            <a:extLst>
              <a:ext uri="{FF2B5EF4-FFF2-40B4-BE49-F238E27FC236}">
                <a16:creationId xmlns:a16="http://schemas.microsoft.com/office/drawing/2014/main" id="{A0E78988-DD8C-4612-AEFE-3C89C09F402E}"/>
              </a:ext>
            </a:extLst>
          </p:cNvPr>
          <p:cNvSpPr>
            <a:spLocks/>
          </p:cNvSpPr>
          <p:nvPr/>
        </p:nvSpPr>
        <p:spPr>
          <a:xfrm>
            <a:off x="7086600" y="7800975"/>
            <a:ext cx="323850" cy="323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B1D9C2"/>
              </a:gs>
            </a:gsLst>
            <a:lin ang="5400000"/>
          </a:gradFill>
          <a:ln w="19050">
            <a:solidFill>
              <a:srgbClr val="008551"/>
            </a:solidFill>
          </a:ln>
        </p:spPr>
      </p:sp>
      <p:sp>
        <p:nvSpPr>
          <p:cNvPr id="298" name="298 model.py">
            <a:extLst>
              <a:ext uri="{FF2B5EF4-FFF2-40B4-BE49-F238E27FC236}">
                <a16:creationId xmlns:a16="http://schemas.microsoft.com/office/drawing/2014/main" id="{376891D4-C066-48D3-AE4F-DD06FF706370}"/>
              </a:ext>
            </a:extLst>
          </p:cNvPr>
          <p:cNvSpPr>
            <a:spLocks/>
          </p:cNvSpPr>
          <p:nvPr/>
        </p:nvSpPr>
        <p:spPr>
          <a:xfrm>
            <a:off x="7324725" y="7019925"/>
            <a:ext cx="10477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model.py</a:t>
            </a:r>
          </a:p>
        </p:txBody>
      </p:sp>
      <p:sp>
        <p:nvSpPr>
          <p:cNvPr id="299" name="299 train.py">
            <a:extLst>
              <a:ext uri="{FF2B5EF4-FFF2-40B4-BE49-F238E27FC236}">
                <a16:creationId xmlns:a16="http://schemas.microsoft.com/office/drawing/2014/main" id="{33228032-4474-4A29-BF4F-FC6D55D7D9B3}"/>
              </a:ext>
            </a:extLst>
          </p:cNvPr>
          <p:cNvSpPr>
            <a:spLocks/>
          </p:cNvSpPr>
          <p:nvPr/>
        </p:nvSpPr>
        <p:spPr>
          <a:xfrm>
            <a:off x="6029325" y="7715250"/>
            <a:ext cx="83820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train.py</a:t>
            </a:r>
          </a:p>
        </p:txBody>
      </p:sp>
      <p:sp>
        <p:nvSpPr>
          <p:cNvPr id="300" name="300 utils.py">
            <a:extLst>
              <a:ext uri="{FF2B5EF4-FFF2-40B4-BE49-F238E27FC236}">
                <a16:creationId xmlns:a16="http://schemas.microsoft.com/office/drawing/2014/main" id="{9E1BE952-A53B-4BE5-8DC6-28C7E2CB8E98}"/>
              </a:ext>
            </a:extLst>
          </p:cNvPr>
          <p:cNvSpPr>
            <a:spLocks/>
          </p:cNvSpPr>
          <p:nvPr/>
        </p:nvSpPr>
        <p:spPr>
          <a:xfrm>
            <a:off x="8181975" y="7534275"/>
            <a:ext cx="7334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utils.py</a:t>
            </a:r>
          </a:p>
        </p:txBody>
      </p:sp>
      <p:sp>
        <p:nvSpPr>
          <p:cNvPr id="301" name="301 data.py">
            <a:extLst>
              <a:ext uri="{FF2B5EF4-FFF2-40B4-BE49-F238E27FC236}">
                <a16:creationId xmlns:a16="http://schemas.microsoft.com/office/drawing/2014/main" id="{818248DA-2558-403B-8EFE-9AD828D62377}"/>
              </a:ext>
            </a:extLst>
          </p:cNvPr>
          <p:cNvSpPr>
            <a:spLocks/>
          </p:cNvSpPr>
          <p:nvPr/>
        </p:nvSpPr>
        <p:spPr>
          <a:xfrm>
            <a:off x="7553325" y="7934325"/>
            <a:ext cx="8572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data.py</a:t>
            </a:r>
          </a:p>
        </p:txBody>
      </p:sp>
      <p:sp>
        <p:nvSpPr>
          <p:cNvPr id="304" name="304 rect">
            <a:extLst>
              <a:ext uri="{FF2B5EF4-FFF2-40B4-BE49-F238E27FC236}">
                <a16:creationId xmlns:a16="http://schemas.microsoft.com/office/drawing/2014/main" id="{851F0017-6BC8-4974-AECD-48421C736216}"/>
              </a:ext>
            </a:extLst>
          </p:cNvPr>
          <p:cNvSpPr>
            <a:spLocks/>
          </p:cNvSpPr>
          <p:nvPr/>
        </p:nvSpPr>
        <p:spPr>
          <a:xfrm>
            <a:off x="10391775" y="6562725"/>
            <a:ext cx="5105400" cy="1838325"/>
          </a:xfrm>
          <a:prstGeom prst="roundRect">
            <a:avLst>
              <a:gd name="adj" fmla="val 3627"/>
            </a:avLst>
          </a:prstGeom>
          <a:solidFill>
            <a:srgbClr val="FAF9FF"/>
          </a:solidFill>
          <a:ln w="9525">
            <a:solidFill>
              <a:srgbClr val="BDB0FC"/>
            </a:solidFill>
          </a:ln>
        </p:spPr>
      </p:sp>
      <p:sp>
        <p:nvSpPr>
          <p:cNvPr id="305" name="305 Evidence Retrieval &amp; Context Reconstruction">
            <a:extLst>
              <a:ext uri="{FF2B5EF4-FFF2-40B4-BE49-F238E27FC236}">
                <a16:creationId xmlns:a16="http://schemas.microsoft.com/office/drawing/2014/main" id="{748899A8-667E-4C24-BECE-3C07D2517D62}"/>
              </a:ext>
            </a:extLst>
          </p:cNvPr>
          <p:cNvSpPr>
            <a:spLocks/>
          </p:cNvSpPr>
          <p:nvPr/>
        </p:nvSpPr>
        <p:spPr>
          <a:xfrm>
            <a:off x="10610850" y="6619875"/>
            <a:ext cx="4733925" cy="242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1">
                <a:solidFill>
                  <a:srgbClr val="110A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1">
                <a:solidFill>
                  <a:srgbClr val="110A68"/>
                </a:solidFill>
                <a:latin typeface="Times New Roman"/>
                <a:ea typeface="Times New Roman"/>
                <a:cs typeface="Times New Roman"/>
              </a:rPr>
              <a:t>Evidence Retrieval &amp; Context Reconstruction</a:t>
            </a:r>
          </a:p>
        </p:txBody>
      </p:sp>
      <p:sp>
        <p:nvSpPr>
          <p:cNvPr id="306" name="306 rect">
            <a:extLst>
              <a:ext uri="{FF2B5EF4-FFF2-40B4-BE49-F238E27FC236}">
                <a16:creationId xmlns:a16="http://schemas.microsoft.com/office/drawing/2014/main" id="{7A3E701E-2260-491F-A078-909EADD0174F}"/>
              </a:ext>
            </a:extLst>
          </p:cNvPr>
          <p:cNvSpPr>
            <a:spLocks/>
          </p:cNvSpPr>
          <p:nvPr/>
        </p:nvSpPr>
        <p:spPr>
          <a:xfrm>
            <a:off x="10525125" y="6915150"/>
            <a:ext cx="4810125" cy="1343025"/>
          </a:xfrm>
          <a:prstGeom prst="roundRect">
            <a:avLst>
              <a:gd name="adj" fmla="val 4965"/>
            </a:avLst>
          </a:prstGeom>
          <a:solidFill>
            <a:srgbClr val="FCFDFF"/>
          </a:solidFill>
          <a:ln w="7620">
            <a:solidFill>
              <a:srgbClr val="E0E6FA"/>
            </a:solidFill>
          </a:ln>
        </p:spPr>
      </p:sp>
      <p:grpSp>
        <p:nvGrpSpPr>
          <p:cNvPr id="387" name="database-306"/>
          <p:cNvGrpSpPr/>
          <p:nvPr/>
        </p:nvGrpSpPr>
        <p:grpSpPr>
          <a:xfrm>
            <a:off x="10810875" y="7134225"/>
            <a:ext cx="571595" cy="819150"/>
            <a:chOff x="10810875" y="7134225"/>
            <a:chExt cx="571595" cy="819150"/>
          </a:xfrm>
        </p:grpSpPr>
        <p:sp>
          <p:nvSpPr>
            <p:cNvPr id="307" name="307 rect">
              <a:extLst>
                <a:ext uri="{FF2B5EF4-FFF2-40B4-BE49-F238E27FC236}">
                  <a16:creationId xmlns:a16="http://schemas.microsoft.com/office/drawing/2014/main" id="{0118F43F-ADB4-4692-B495-422C08C1EEEF}"/>
                </a:ext>
              </a:extLst>
            </p:cNvPr>
            <p:cNvSpPr>
              <a:spLocks/>
            </p:cNvSpPr>
            <p:nvPr/>
          </p:nvSpPr>
          <p:spPr>
            <a:xfrm>
              <a:off x="10810875" y="7265289"/>
              <a:ext cx="571500" cy="573405"/>
            </a:xfrm>
            <a:prstGeom prst="rect">
              <a:avLst/>
            </a:prstGeom>
            <a:gradFill>
              <a:gsLst>
                <a:gs pos="0">
                  <a:srgbClr val="B3A4E1"/>
                </a:gs>
                <a:gs pos="100000">
                  <a:srgbClr val="7661BC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08" name="308 ellipse">
              <a:extLst>
                <a:ext uri="{FF2B5EF4-FFF2-40B4-BE49-F238E27FC236}">
                  <a16:creationId xmlns:a16="http://schemas.microsoft.com/office/drawing/2014/main" id="{747767CE-A7B7-406B-828E-D4C7CFED16E1}"/>
                </a:ext>
              </a:extLst>
            </p:cNvPr>
            <p:cNvSpPr>
              <a:spLocks/>
            </p:cNvSpPr>
            <p:nvPr/>
          </p:nvSpPr>
          <p:spPr>
            <a:xfrm>
              <a:off x="10810875" y="7724013"/>
              <a:ext cx="571500" cy="229362"/>
            </a:xfrm>
            <a:prstGeom prst="ellipse">
              <a:avLst/>
            </a:prstGeom>
            <a:solidFill>
              <a:srgbClr val="7661BC"/>
            </a:solidFill>
            <a:ln w="14288">
              <a:solidFill>
                <a:srgbClr val="6B4ABC"/>
              </a:solidFill>
            </a:ln>
          </p:spPr>
        </p:sp>
        <p:sp>
          <p:nvSpPr>
            <p:cNvPr id="309" name="309 path">
              <a:extLst>
                <a:ext uri="{FF2B5EF4-FFF2-40B4-BE49-F238E27FC236}">
                  <a16:creationId xmlns:a16="http://schemas.microsoft.com/office/drawing/2014/main" id="{C3951786-4FB0-4E22-9498-CA0BA98CD1B6}"/>
                </a:ext>
              </a:extLst>
            </p:cNvPr>
            <p:cNvSpPr>
              <a:spLocks/>
            </p:cNvSpPr>
            <p:nvPr/>
          </p:nvSpPr>
          <p:spPr>
            <a:xfrm>
              <a:off x="10810875" y="7461885"/>
              <a:ext cx="571500" cy="116729"/>
            </a:xfrm>
            <a:custGeom>
              <a:avLst/>
              <a:gdLst/>
              <a:ahLst/>
              <a:cxnLst/>
              <a:rect l="0" t="0" r="0" b="0"/>
              <a:pathLst>
                <a:path w="571500" h="116729">
                  <a:moveTo>
                    <a:pt x="0" y="0"/>
                  </a:moveTo>
                  <a:lnTo>
                    <a:pt x="9597" y="15045"/>
                  </a:lnTo>
                  <a:lnTo>
                    <a:pt x="21150" y="29053"/>
                  </a:lnTo>
                  <a:lnTo>
                    <a:pt x="34519" y="42022"/>
                  </a:lnTo>
                  <a:lnTo>
                    <a:pt x="49564" y="53955"/>
                  </a:lnTo>
                  <a:lnTo>
                    <a:pt x="66146" y="64849"/>
                  </a:lnTo>
                  <a:lnTo>
                    <a:pt x="84125" y="74706"/>
                  </a:lnTo>
                  <a:lnTo>
                    <a:pt x="103361" y="83526"/>
                  </a:lnTo>
                  <a:lnTo>
                    <a:pt x="123715" y="91308"/>
                  </a:lnTo>
                  <a:lnTo>
                    <a:pt x="145047" y="98052"/>
                  </a:lnTo>
                  <a:lnTo>
                    <a:pt x="167217" y="103759"/>
                  </a:lnTo>
                  <a:lnTo>
                    <a:pt x="190085" y="108428"/>
                  </a:lnTo>
                  <a:lnTo>
                    <a:pt x="213512" y="112060"/>
                  </a:lnTo>
                  <a:lnTo>
                    <a:pt x="237359" y="114654"/>
                  </a:lnTo>
                  <a:lnTo>
                    <a:pt x="261485" y="116210"/>
                  </a:lnTo>
                  <a:lnTo>
                    <a:pt x="285750" y="116729"/>
                  </a:lnTo>
                  <a:lnTo>
                    <a:pt x="310015" y="116210"/>
                  </a:lnTo>
                  <a:lnTo>
                    <a:pt x="334141" y="114654"/>
                  </a:lnTo>
                  <a:lnTo>
                    <a:pt x="357988" y="112060"/>
                  </a:lnTo>
                  <a:lnTo>
                    <a:pt x="381415" y="108428"/>
                  </a:lnTo>
                  <a:lnTo>
                    <a:pt x="404283" y="103759"/>
                  </a:lnTo>
                  <a:lnTo>
                    <a:pt x="426453" y="98052"/>
                  </a:lnTo>
                  <a:lnTo>
                    <a:pt x="447785" y="91308"/>
                  </a:lnTo>
                  <a:lnTo>
                    <a:pt x="468139" y="83526"/>
                  </a:lnTo>
                  <a:lnTo>
                    <a:pt x="487375" y="74706"/>
                  </a:lnTo>
                  <a:lnTo>
                    <a:pt x="505354" y="64849"/>
                  </a:lnTo>
                  <a:lnTo>
                    <a:pt x="521936" y="53955"/>
                  </a:lnTo>
                  <a:lnTo>
                    <a:pt x="536981" y="42022"/>
                  </a:lnTo>
                  <a:lnTo>
                    <a:pt x="550350" y="29053"/>
                  </a:lnTo>
                  <a:lnTo>
                    <a:pt x="561903" y="15045"/>
                  </a:lnTo>
                  <a:lnTo>
                    <a:pt x="571500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310" name="310 path">
              <a:extLst>
                <a:ext uri="{FF2B5EF4-FFF2-40B4-BE49-F238E27FC236}">
                  <a16:creationId xmlns:a16="http://schemas.microsoft.com/office/drawing/2014/main" id="{55A264C0-A871-4A26-9D7F-D65A558C16B3}"/>
                </a:ext>
              </a:extLst>
            </p:cNvPr>
            <p:cNvSpPr>
              <a:spLocks/>
            </p:cNvSpPr>
            <p:nvPr/>
          </p:nvSpPr>
          <p:spPr>
            <a:xfrm>
              <a:off x="10810875" y="7658481"/>
              <a:ext cx="571500" cy="116729"/>
            </a:xfrm>
            <a:custGeom>
              <a:avLst/>
              <a:gdLst/>
              <a:ahLst/>
              <a:cxnLst/>
              <a:rect l="0" t="0" r="0" b="0"/>
              <a:pathLst>
                <a:path w="571500" h="116729">
                  <a:moveTo>
                    <a:pt x="0" y="0"/>
                  </a:moveTo>
                  <a:lnTo>
                    <a:pt x="9597" y="15045"/>
                  </a:lnTo>
                  <a:lnTo>
                    <a:pt x="21150" y="29053"/>
                  </a:lnTo>
                  <a:lnTo>
                    <a:pt x="34519" y="42022"/>
                  </a:lnTo>
                  <a:lnTo>
                    <a:pt x="49564" y="53955"/>
                  </a:lnTo>
                  <a:lnTo>
                    <a:pt x="66146" y="64849"/>
                  </a:lnTo>
                  <a:lnTo>
                    <a:pt x="84125" y="74706"/>
                  </a:lnTo>
                  <a:lnTo>
                    <a:pt x="103361" y="83526"/>
                  </a:lnTo>
                  <a:lnTo>
                    <a:pt x="123715" y="91308"/>
                  </a:lnTo>
                  <a:lnTo>
                    <a:pt x="145047" y="98052"/>
                  </a:lnTo>
                  <a:lnTo>
                    <a:pt x="167217" y="103759"/>
                  </a:lnTo>
                  <a:lnTo>
                    <a:pt x="190085" y="108428"/>
                  </a:lnTo>
                  <a:lnTo>
                    <a:pt x="213512" y="112060"/>
                  </a:lnTo>
                  <a:lnTo>
                    <a:pt x="237359" y="114654"/>
                  </a:lnTo>
                  <a:lnTo>
                    <a:pt x="261485" y="116210"/>
                  </a:lnTo>
                  <a:lnTo>
                    <a:pt x="285750" y="116729"/>
                  </a:lnTo>
                  <a:lnTo>
                    <a:pt x="310015" y="116210"/>
                  </a:lnTo>
                  <a:lnTo>
                    <a:pt x="334141" y="114654"/>
                  </a:lnTo>
                  <a:lnTo>
                    <a:pt x="357988" y="112060"/>
                  </a:lnTo>
                  <a:lnTo>
                    <a:pt x="381415" y="108428"/>
                  </a:lnTo>
                  <a:lnTo>
                    <a:pt x="404283" y="103759"/>
                  </a:lnTo>
                  <a:lnTo>
                    <a:pt x="426453" y="98052"/>
                  </a:lnTo>
                  <a:lnTo>
                    <a:pt x="447785" y="91308"/>
                  </a:lnTo>
                  <a:lnTo>
                    <a:pt x="468139" y="83526"/>
                  </a:lnTo>
                  <a:lnTo>
                    <a:pt x="487375" y="74706"/>
                  </a:lnTo>
                  <a:lnTo>
                    <a:pt x="505354" y="64849"/>
                  </a:lnTo>
                  <a:lnTo>
                    <a:pt x="521936" y="53955"/>
                  </a:lnTo>
                  <a:lnTo>
                    <a:pt x="536981" y="42022"/>
                  </a:lnTo>
                  <a:lnTo>
                    <a:pt x="550350" y="29053"/>
                  </a:lnTo>
                  <a:lnTo>
                    <a:pt x="561903" y="15045"/>
                  </a:lnTo>
                  <a:lnTo>
                    <a:pt x="571500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311" name="311 ellipse">
              <a:extLst>
                <a:ext uri="{FF2B5EF4-FFF2-40B4-BE49-F238E27FC236}">
                  <a16:creationId xmlns:a16="http://schemas.microsoft.com/office/drawing/2014/main" id="{B4A970BD-8B99-4976-A5C1-8FFEEBBDADA9}"/>
                </a:ext>
              </a:extLst>
            </p:cNvPr>
            <p:cNvSpPr>
              <a:spLocks/>
            </p:cNvSpPr>
            <p:nvPr/>
          </p:nvSpPr>
          <p:spPr>
            <a:xfrm>
              <a:off x="10810875" y="7134225"/>
              <a:ext cx="571500" cy="221171"/>
            </a:xfrm>
            <a:prstGeom prst="ellipse">
              <a:avLst/>
            </a:prstGeom>
            <a:solidFill>
              <a:srgbClr val="B9AAE7"/>
            </a:solidFill>
            <a:ln w="14288">
              <a:solidFill>
                <a:srgbClr val="6B4ABC"/>
              </a:solidFill>
            </a:ln>
          </p:spPr>
        </p:sp>
        <p:sp>
          <p:nvSpPr>
            <p:cNvPr id="312" name="312 path">
              <a:extLst>
                <a:ext uri="{FF2B5EF4-FFF2-40B4-BE49-F238E27FC236}">
                  <a16:creationId xmlns:a16="http://schemas.microsoft.com/office/drawing/2014/main" id="{865CD700-B0D7-4319-A50F-AD2102048A15}"/>
                </a:ext>
              </a:extLst>
            </p:cNvPr>
            <p:cNvSpPr>
              <a:spLocks/>
            </p:cNvSpPr>
            <p:nvPr/>
          </p:nvSpPr>
          <p:spPr>
            <a:xfrm>
              <a:off x="10810875" y="7248906"/>
              <a:ext cx="95" cy="589788"/>
            </a:xfrm>
            <a:custGeom>
              <a:avLst/>
              <a:gdLst/>
              <a:ahLst/>
              <a:cxnLst/>
              <a:rect l="0" t="0" r="0" b="0"/>
              <a:pathLst>
                <a:path w="95" h="589788">
                  <a:moveTo>
                    <a:pt x="0" y="0"/>
                  </a:moveTo>
                  <a:lnTo>
                    <a:pt x="0" y="589788"/>
                  </a:lnTo>
                </a:path>
              </a:pathLst>
            </a:custGeom>
            <a:noFill/>
            <a:ln w="12383">
              <a:solidFill>
                <a:srgbClr val="6B4ABC"/>
              </a:solidFill>
            </a:ln>
          </p:spPr>
        </p:sp>
        <p:sp>
          <p:nvSpPr>
            <p:cNvPr id="313" name="313 path">
              <a:extLst>
                <a:ext uri="{FF2B5EF4-FFF2-40B4-BE49-F238E27FC236}">
                  <a16:creationId xmlns:a16="http://schemas.microsoft.com/office/drawing/2014/main" id="{F67B0950-B191-4951-A3B6-26FF60FC55EC}"/>
                </a:ext>
              </a:extLst>
            </p:cNvPr>
            <p:cNvSpPr>
              <a:spLocks/>
            </p:cNvSpPr>
            <p:nvPr/>
          </p:nvSpPr>
          <p:spPr>
            <a:xfrm>
              <a:off x="11382375" y="7248906"/>
              <a:ext cx="95" cy="589788"/>
            </a:xfrm>
            <a:custGeom>
              <a:avLst/>
              <a:gdLst/>
              <a:ahLst/>
              <a:cxnLst/>
              <a:rect l="0" t="0" r="0" b="0"/>
              <a:pathLst>
                <a:path w="95" h="589788">
                  <a:moveTo>
                    <a:pt x="0" y="0"/>
                  </a:moveTo>
                  <a:lnTo>
                    <a:pt x="0" y="589788"/>
                  </a:lnTo>
                </a:path>
              </a:pathLst>
            </a:custGeom>
            <a:noFill/>
            <a:ln w="12383">
              <a:solidFill>
                <a:srgbClr val="6B4ABC"/>
              </a:solidFill>
            </a:ln>
          </p:spPr>
        </p:sp>
      </p:grpSp>
      <p:sp>
        <p:nvSpPr>
          <p:cNvPr id="314" name="314 Evidence store">
            <a:extLst>
              <a:ext uri="{FF2B5EF4-FFF2-40B4-BE49-F238E27FC236}">
                <a16:creationId xmlns:a16="http://schemas.microsoft.com/office/drawing/2014/main" id="{E6979D04-E125-4AB4-AE43-008D8B1FF532}"/>
              </a:ext>
            </a:extLst>
          </p:cNvPr>
          <p:cNvSpPr>
            <a:spLocks/>
          </p:cNvSpPr>
          <p:nvPr/>
        </p:nvSpPr>
        <p:spPr>
          <a:xfrm>
            <a:off x="10620375" y="8010525"/>
            <a:ext cx="105727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Evidence store</a:t>
            </a:r>
          </a:p>
        </p:txBody>
      </p:sp>
      <p:sp>
        <p:nvSpPr>
          <p:cNvPr id="315" name="315 path">
            <a:extLst>
              <a:ext uri="{FF2B5EF4-FFF2-40B4-BE49-F238E27FC236}">
                <a16:creationId xmlns:a16="http://schemas.microsoft.com/office/drawing/2014/main" id="{1F6CC937-2B50-4F75-A87C-3A5B1ECE15EB}"/>
              </a:ext>
            </a:extLst>
          </p:cNvPr>
          <p:cNvSpPr>
            <a:spLocks/>
          </p:cNvSpPr>
          <p:nvPr/>
        </p:nvSpPr>
        <p:spPr>
          <a:xfrm>
            <a:off x="11487150" y="7591425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5240">
            <a:solidFill>
              <a:srgbClr val="385C8A"/>
            </a:solidFill>
          </a:ln>
        </p:spPr>
      </p:sp>
      <p:sp>
        <p:nvSpPr>
          <p:cNvPr id="316" name="316 arrow head">
            <a:extLst>
              <a:ext uri="{FF2B5EF4-FFF2-40B4-BE49-F238E27FC236}">
                <a16:creationId xmlns:a16="http://schemas.microsoft.com/office/drawing/2014/main" id="{CB094CB5-81E5-4A02-AA0E-05D212041188}"/>
              </a:ext>
            </a:extLst>
          </p:cNvPr>
          <p:cNvSpPr>
            <a:spLocks/>
          </p:cNvSpPr>
          <p:nvPr/>
        </p:nvSpPr>
        <p:spPr>
          <a:xfrm>
            <a:off x="11677650" y="7554849"/>
            <a:ext cx="76200" cy="73152"/>
          </a:xfrm>
          <a:custGeom>
            <a:avLst/>
            <a:gdLst/>
            <a:ahLst/>
            <a:cxnLst/>
            <a:rect l="0" t="0" r="0" b="0"/>
            <a:pathLst>
              <a:path w="76200" h="73152">
                <a:moveTo>
                  <a:pt x="76200" y="36576"/>
                </a:moveTo>
                <a:lnTo>
                  <a:pt x="0" y="0"/>
                </a:lnTo>
                <a:lnTo>
                  <a:pt x="0" y="73152"/>
                </a:lnTo>
                <a:close/>
              </a:path>
            </a:pathLst>
          </a:custGeom>
          <a:solidFill>
            <a:srgbClr val="385C8A"/>
          </a:solidFill>
          <a:ln w="4763">
            <a:solidFill>
              <a:srgbClr val="385C8A"/>
            </a:solidFill>
          </a:ln>
        </p:spPr>
      </p:sp>
      <p:sp>
        <p:nvSpPr>
          <p:cNvPr id="317" name="317 rect">
            <a:extLst>
              <a:ext uri="{FF2B5EF4-FFF2-40B4-BE49-F238E27FC236}">
                <a16:creationId xmlns:a16="http://schemas.microsoft.com/office/drawing/2014/main" id="{DB9A1DC6-5AB5-4C41-8FAA-D3ABABF40012}"/>
              </a:ext>
            </a:extLst>
          </p:cNvPr>
          <p:cNvSpPr>
            <a:spLocks/>
          </p:cNvSpPr>
          <p:nvPr/>
        </p:nvSpPr>
        <p:spPr>
          <a:xfrm>
            <a:off x="11839575" y="6943725"/>
            <a:ext cx="1609725" cy="247650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6668">
            <a:solidFill>
              <a:srgbClr val="CCDDF2"/>
            </a:solidFill>
          </a:ln>
        </p:spPr>
      </p:sp>
      <p:grpSp>
        <p:nvGrpSpPr>
          <p:cNvPr id="388" name="document-317"/>
          <p:cNvGrpSpPr/>
          <p:nvPr/>
        </p:nvGrpSpPr>
        <p:grpSpPr>
          <a:xfrm>
            <a:off x="12001500" y="7000875"/>
            <a:ext cx="95250" cy="152400"/>
            <a:chOff x="12001500" y="7000875"/>
            <a:chExt cx="95250" cy="152400"/>
          </a:xfrm>
        </p:grpSpPr>
        <p:sp>
          <p:nvSpPr>
            <p:cNvPr id="318" name="318 document">
              <a:extLst>
                <a:ext uri="{FF2B5EF4-FFF2-40B4-BE49-F238E27FC236}">
                  <a16:creationId xmlns:a16="http://schemas.microsoft.com/office/drawing/2014/main" id="{FE4FEA98-96EE-410B-B02E-18F851286042}"/>
                </a:ext>
              </a:extLst>
            </p:cNvPr>
            <p:cNvSpPr>
              <a:spLocks/>
            </p:cNvSpPr>
            <p:nvPr/>
          </p:nvSpPr>
          <p:spPr>
            <a:xfrm>
              <a:off x="12001500" y="7000875"/>
              <a:ext cx="95250" cy="152400"/>
            </a:xfrm>
            <a:custGeom>
              <a:avLst/>
              <a:gdLst/>
              <a:ahLst/>
              <a:cxnLst/>
              <a:rect l="0" t="0" r="0" b="0"/>
              <a:pathLst>
                <a:path w="95250" h="152400">
                  <a:moveTo>
                    <a:pt x="0" y="0"/>
                  </a:moveTo>
                  <a:lnTo>
                    <a:pt x="59055" y="0"/>
                  </a:lnTo>
                  <a:lnTo>
                    <a:pt x="95250" y="44196"/>
                  </a:lnTo>
                  <a:lnTo>
                    <a:pt x="952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071E4C"/>
              </a:solidFill>
            </a:ln>
          </p:spPr>
        </p:sp>
        <p:sp>
          <p:nvSpPr>
            <p:cNvPr id="319" name="319 path">
              <a:extLst>
                <a:ext uri="{FF2B5EF4-FFF2-40B4-BE49-F238E27FC236}">
                  <a16:creationId xmlns:a16="http://schemas.microsoft.com/office/drawing/2014/main" id="{1B721C25-8469-4DC6-96F7-5DDEDAA872C4}"/>
                </a:ext>
              </a:extLst>
            </p:cNvPr>
            <p:cNvSpPr>
              <a:spLocks/>
            </p:cNvSpPr>
            <p:nvPr/>
          </p:nvSpPr>
          <p:spPr>
            <a:xfrm>
              <a:off x="12060555" y="7000875"/>
              <a:ext cx="36195" cy="44196"/>
            </a:xfrm>
            <a:custGeom>
              <a:avLst/>
              <a:gdLst/>
              <a:ahLst/>
              <a:cxnLst/>
              <a:rect l="0" t="0" r="0" b="0"/>
              <a:pathLst>
                <a:path w="36195" h="44196">
                  <a:moveTo>
                    <a:pt x="0" y="0"/>
                  </a:moveTo>
                  <a:lnTo>
                    <a:pt x="0" y="44196"/>
                  </a:lnTo>
                  <a:lnTo>
                    <a:pt x="36195" y="44196"/>
                  </a:lnTo>
                </a:path>
              </a:pathLst>
            </a:custGeom>
            <a:noFill/>
            <a:ln w="16193">
              <a:solidFill>
                <a:srgbClr val="071E4C"/>
              </a:solidFill>
            </a:ln>
          </p:spPr>
        </p:sp>
        <p:sp>
          <p:nvSpPr>
            <p:cNvPr id="320" name="320 path">
              <a:extLst>
                <a:ext uri="{FF2B5EF4-FFF2-40B4-BE49-F238E27FC236}">
                  <a16:creationId xmlns:a16="http://schemas.microsoft.com/office/drawing/2014/main" id="{2AA9410B-81A2-4CC9-A43F-2D95DFD86D46}"/>
                </a:ext>
              </a:extLst>
            </p:cNvPr>
            <p:cNvSpPr>
              <a:spLocks/>
            </p:cNvSpPr>
            <p:nvPr/>
          </p:nvSpPr>
          <p:spPr>
            <a:xfrm>
              <a:off x="12024360" y="7074027"/>
              <a:ext cx="46672" cy="95"/>
            </a:xfrm>
            <a:custGeom>
              <a:avLst/>
              <a:gdLst/>
              <a:ahLst/>
              <a:cxnLst/>
              <a:rect l="0" t="0" r="0" b="0"/>
              <a:pathLst>
                <a:path w="46672" h="95">
                  <a:moveTo>
                    <a:pt x="0" y="0"/>
                  </a:moveTo>
                  <a:lnTo>
                    <a:pt x="46672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  <p:sp>
          <p:nvSpPr>
            <p:cNvPr id="321" name="321 path">
              <a:extLst>
                <a:ext uri="{FF2B5EF4-FFF2-40B4-BE49-F238E27FC236}">
                  <a16:creationId xmlns:a16="http://schemas.microsoft.com/office/drawing/2014/main" id="{4FBD53C5-BE7A-4B96-B227-C4E2B46BF00B}"/>
                </a:ext>
              </a:extLst>
            </p:cNvPr>
            <p:cNvSpPr>
              <a:spLocks/>
            </p:cNvSpPr>
            <p:nvPr/>
          </p:nvSpPr>
          <p:spPr>
            <a:xfrm>
              <a:off x="12024360" y="7102983"/>
              <a:ext cx="32385" cy="95"/>
            </a:xfrm>
            <a:custGeom>
              <a:avLst/>
              <a:gdLst/>
              <a:ahLst/>
              <a:cxnLst/>
              <a:rect l="0" t="0" r="0" b="0"/>
              <a:pathLst>
                <a:path w="32385" h="95">
                  <a:moveTo>
                    <a:pt x="0" y="0"/>
                  </a:moveTo>
                  <a:lnTo>
                    <a:pt x="32385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</p:grpSp>
      <p:sp>
        <p:nvSpPr>
          <p:cNvPr id="322" name="322 Code snippets">
            <a:extLst>
              <a:ext uri="{FF2B5EF4-FFF2-40B4-BE49-F238E27FC236}">
                <a16:creationId xmlns:a16="http://schemas.microsoft.com/office/drawing/2014/main" id="{D37649EE-7F53-4E64-8FF4-670362A5CB05}"/>
              </a:ext>
            </a:extLst>
          </p:cNvPr>
          <p:cNvSpPr>
            <a:spLocks/>
          </p:cNvSpPr>
          <p:nvPr/>
        </p:nvSpPr>
        <p:spPr>
          <a:xfrm>
            <a:off x="12268200" y="6953250"/>
            <a:ext cx="109537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Code snippets</a:t>
            </a:r>
          </a:p>
        </p:txBody>
      </p:sp>
      <p:sp>
        <p:nvSpPr>
          <p:cNvPr id="323" name="323 rect">
            <a:extLst>
              <a:ext uri="{FF2B5EF4-FFF2-40B4-BE49-F238E27FC236}">
                <a16:creationId xmlns:a16="http://schemas.microsoft.com/office/drawing/2014/main" id="{7F2B0C7D-C97E-4945-9C00-4277ECD8373F}"/>
              </a:ext>
            </a:extLst>
          </p:cNvPr>
          <p:cNvSpPr>
            <a:spLocks/>
          </p:cNvSpPr>
          <p:nvPr/>
        </p:nvSpPr>
        <p:spPr>
          <a:xfrm>
            <a:off x="11839575" y="7210425"/>
            <a:ext cx="1609725" cy="247650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6668">
            <a:solidFill>
              <a:srgbClr val="CCDDF2"/>
            </a:solidFill>
          </a:ln>
        </p:spPr>
      </p:sp>
      <p:grpSp>
        <p:nvGrpSpPr>
          <p:cNvPr id="389" name="document-323"/>
          <p:cNvGrpSpPr/>
          <p:nvPr/>
        </p:nvGrpSpPr>
        <p:grpSpPr>
          <a:xfrm>
            <a:off x="12001500" y="7267575"/>
            <a:ext cx="95250" cy="152400"/>
            <a:chOff x="12001500" y="7267575"/>
            <a:chExt cx="95250" cy="152400"/>
          </a:xfrm>
        </p:grpSpPr>
        <p:sp>
          <p:nvSpPr>
            <p:cNvPr id="324" name="324 document">
              <a:extLst>
                <a:ext uri="{FF2B5EF4-FFF2-40B4-BE49-F238E27FC236}">
                  <a16:creationId xmlns:a16="http://schemas.microsoft.com/office/drawing/2014/main" id="{215E31F3-B229-42CD-8F8F-F8A63FCCDE4B}"/>
                </a:ext>
              </a:extLst>
            </p:cNvPr>
            <p:cNvSpPr>
              <a:spLocks/>
            </p:cNvSpPr>
            <p:nvPr/>
          </p:nvSpPr>
          <p:spPr>
            <a:xfrm>
              <a:off x="12001500" y="7267575"/>
              <a:ext cx="95250" cy="152400"/>
            </a:xfrm>
            <a:custGeom>
              <a:avLst/>
              <a:gdLst/>
              <a:ahLst/>
              <a:cxnLst/>
              <a:rect l="0" t="0" r="0" b="0"/>
              <a:pathLst>
                <a:path w="95250" h="152400">
                  <a:moveTo>
                    <a:pt x="0" y="0"/>
                  </a:moveTo>
                  <a:lnTo>
                    <a:pt x="59055" y="0"/>
                  </a:lnTo>
                  <a:lnTo>
                    <a:pt x="95250" y="44196"/>
                  </a:lnTo>
                  <a:lnTo>
                    <a:pt x="952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071E4C"/>
              </a:solidFill>
            </a:ln>
          </p:spPr>
        </p:sp>
        <p:sp>
          <p:nvSpPr>
            <p:cNvPr id="325" name="325 path">
              <a:extLst>
                <a:ext uri="{FF2B5EF4-FFF2-40B4-BE49-F238E27FC236}">
                  <a16:creationId xmlns:a16="http://schemas.microsoft.com/office/drawing/2014/main" id="{C2A8D8CB-5A7D-4811-914C-47A8031B7F98}"/>
                </a:ext>
              </a:extLst>
            </p:cNvPr>
            <p:cNvSpPr>
              <a:spLocks/>
            </p:cNvSpPr>
            <p:nvPr/>
          </p:nvSpPr>
          <p:spPr>
            <a:xfrm>
              <a:off x="12060555" y="7267575"/>
              <a:ext cx="36195" cy="44196"/>
            </a:xfrm>
            <a:custGeom>
              <a:avLst/>
              <a:gdLst/>
              <a:ahLst/>
              <a:cxnLst/>
              <a:rect l="0" t="0" r="0" b="0"/>
              <a:pathLst>
                <a:path w="36195" h="44196">
                  <a:moveTo>
                    <a:pt x="0" y="0"/>
                  </a:moveTo>
                  <a:lnTo>
                    <a:pt x="0" y="44196"/>
                  </a:lnTo>
                  <a:lnTo>
                    <a:pt x="36195" y="44196"/>
                  </a:lnTo>
                </a:path>
              </a:pathLst>
            </a:custGeom>
            <a:noFill/>
            <a:ln w="16193">
              <a:solidFill>
                <a:srgbClr val="071E4C"/>
              </a:solidFill>
            </a:ln>
          </p:spPr>
        </p:sp>
        <p:sp>
          <p:nvSpPr>
            <p:cNvPr id="326" name="326 path">
              <a:extLst>
                <a:ext uri="{FF2B5EF4-FFF2-40B4-BE49-F238E27FC236}">
                  <a16:creationId xmlns:a16="http://schemas.microsoft.com/office/drawing/2014/main" id="{880212D0-7D79-4E76-996A-ACF052C2F83F}"/>
                </a:ext>
              </a:extLst>
            </p:cNvPr>
            <p:cNvSpPr>
              <a:spLocks/>
            </p:cNvSpPr>
            <p:nvPr/>
          </p:nvSpPr>
          <p:spPr>
            <a:xfrm>
              <a:off x="12024360" y="7340727"/>
              <a:ext cx="46672" cy="95"/>
            </a:xfrm>
            <a:custGeom>
              <a:avLst/>
              <a:gdLst/>
              <a:ahLst/>
              <a:cxnLst/>
              <a:rect l="0" t="0" r="0" b="0"/>
              <a:pathLst>
                <a:path w="46672" h="95">
                  <a:moveTo>
                    <a:pt x="0" y="0"/>
                  </a:moveTo>
                  <a:lnTo>
                    <a:pt x="46672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  <p:sp>
          <p:nvSpPr>
            <p:cNvPr id="327" name="327 path">
              <a:extLst>
                <a:ext uri="{FF2B5EF4-FFF2-40B4-BE49-F238E27FC236}">
                  <a16:creationId xmlns:a16="http://schemas.microsoft.com/office/drawing/2014/main" id="{D334D22A-04EF-4472-8996-CB9A7FDE8FE5}"/>
                </a:ext>
              </a:extLst>
            </p:cNvPr>
            <p:cNvSpPr>
              <a:spLocks/>
            </p:cNvSpPr>
            <p:nvPr/>
          </p:nvSpPr>
          <p:spPr>
            <a:xfrm>
              <a:off x="12024360" y="7369683"/>
              <a:ext cx="32385" cy="95"/>
            </a:xfrm>
            <a:custGeom>
              <a:avLst/>
              <a:gdLst/>
              <a:ahLst/>
              <a:cxnLst/>
              <a:rect l="0" t="0" r="0" b="0"/>
              <a:pathLst>
                <a:path w="32385" h="95">
                  <a:moveTo>
                    <a:pt x="0" y="0"/>
                  </a:moveTo>
                  <a:lnTo>
                    <a:pt x="32385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</p:grpSp>
      <p:sp>
        <p:nvSpPr>
          <p:cNvPr id="328" name="328 Test results">
            <a:extLst>
              <a:ext uri="{FF2B5EF4-FFF2-40B4-BE49-F238E27FC236}">
                <a16:creationId xmlns:a16="http://schemas.microsoft.com/office/drawing/2014/main" id="{B9826E52-C837-48E2-B0C4-4BE5AA718871}"/>
              </a:ext>
            </a:extLst>
          </p:cNvPr>
          <p:cNvSpPr>
            <a:spLocks/>
          </p:cNvSpPr>
          <p:nvPr/>
        </p:nvSpPr>
        <p:spPr>
          <a:xfrm>
            <a:off x="12268200" y="7219950"/>
            <a:ext cx="109537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Test results</a:t>
            </a:r>
          </a:p>
        </p:txBody>
      </p:sp>
      <p:sp>
        <p:nvSpPr>
          <p:cNvPr id="329" name="329 rect">
            <a:extLst>
              <a:ext uri="{FF2B5EF4-FFF2-40B4-BE49-F238E27FC236}">
                <a16:creationId xmlns:a16="http://schemas.microsoft.com/office/drawing/2014/main" id="{D73E2AE9-B5CA-4BC2-B10D-2472932C9319}"/>
              </a:ext>
            </a:extLst>
          </p:cNvPr>
          <p:cNvSpPr>
            <a:spLocks/>
          </p:cNvSpPr>
          <p:nvPr/>
        </p:nvSpPr>
        <p:spPr>
          <a:xfrm>
            <a:off x="11839575" y="7477125"/>
            <a:ext cx="1609725" cy="247650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6668">
            <a:solidFill>
              <a:srgbClr val="CCDDF2"/>
            </a:solidFill>
          </a:ln>
        </p:spPr>
      </p:sp>
      <p:grpSp>
        <p:nvGrpSpPr>
          <p:cNvPr id="390" name="document-329"/>
          <p:cNvGrpSpPr/>
          <p:nvPr/>
        </p:nvGrpSpPr>
        <p:grpSpPr>
          <a:xfrm>
            <a:off x="12001500" y="7534275"/>
            <a:ext cx="95250" cy="152400"/>
            <a:chOff x="12001500" y="7534275"/>
            <a:chExt cx="95250" cy="152400"/>
          </a:xfrm>
        </p:grpSpPr>
        <p:sp>
          <p:nvSpPr>
            <p:cNvPr id="330" name="330 document">
              <a:extLst>
                <a:ext uri="{FF2B5EF4-FFF2-40B4-BE49-F238E27FC236}">
                  <a16:creationId xmlns:a16="http://schemas.microsoft.com/office/drawing/2014/main" id="{52B05753-DBB2-4791-97AB-63FAB7B3EF59}"/>
                </a:ext>
              </a:extLst>
            </p:cNvPr>
            <p:cNvSpPr>
              <a:spLocks/>
            </p:cNvSpPr>
            <p:nvPr/>
          </p:nvSpPr>
          <p:spPr>
            <a:xfrm>
              <a:off x="12001500" y="7534275"/>
              <a:ext cx="95250" cy="152400"/>
            </a:xfrm>
            <a:custGeom>
              <a:avLst/>
              <a:gdLst/>
              <a:ahLst/>
              <a:cxnLst/>
              <a:rect l="0" t="0" r="0" b="0"/>
              <a:pathLst>
                <a:path w="95250" h="152400">
                  <a:moveTo>
                    <a:pt x="0" y="0"/>
                  </a:moveTo>
                  <a:lnTo>
                    <a:pt x="59055" y="0"/>
                  </a:lnTo>
                  <a:lnTo>
                    <a:pt x="95250" y="44196"/>
                  </a:lnTo>
                  <a:lnTo>
                    <a:pt x="952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071E4C"/>
              </a:solidFill>
            </a:ln>
          </p:spPr>
        </p:sp>
        <p:sp>
          <p:nvSpPr>
            <p:cNvPr id="331" name="331 path">
              <a:extLst>
                <a:ext uri="{FF2B5EF4-FFF2-40B4-BE49-F238E27FC236}">
                  <a16:creationId xmlns:a16="http://schemas.microsoft.com/office/drawing/2014/main" id="{285D21DE-CE23-4B13-8E13-26C70384B57C}"/>
                </a:ext>
              </a:extLst>
            </p:cNvPr>
            <p:cNvSpPr>
              <a:spLocks/>
            </p:cNvSpPr>
            <p:nvPr/>
          </p:nvSpPr>
          <p:spPr>
            <a:xfrm>
              <a:off x="12060555" y="7534275"/>
              <a:ext cx="36195" cy="44196"/>
            </a:xfrm>
            <a:custGeom>
              <a:avLst/>
              <a:gdLst/>
              <a:ahLst/>
              <a:cxnLst/>
              <a:rect l="0" t="0" r="0" b="0"/>
              <a:pathLst>
                <a:path w="36195" h="44196">
                  <a:moveTo>
                    <a:pt x="0" y="0"/>
                  </a:moveTo>
                  <a:lnTo>
                    <a:pt x="0" y="44196"/>
                  </a:lnTo>
                  <a:lnTo>
                    <a:pt x="36195" y="44196"/>
                  </a:lnTo>
                </a:path>
              </a:pathLst>
            </a:custGeom>
            <a:noFill/>
            <a:ln w="16193">
              <a:solidFill>
                <a:srgbClr val="071E4C"/>
              </a:solidFill>
            </a:ln>
          </p:spPr>
        </p:sp>
        <p:sp>
          <p:nvSpPr>
            <p:cNvPr id="332" name="332 path">
              <a:extLst>
                <a:ext uri="{FF2B5EF4-FFF2-40B4-BE49-F238E27FC236}">
                  <a16:creationId xmlns:a16="http://schemas.microsoft.com/office/drawing/2014/main" id="{6A14FE57-F0CF-4A57-B74B-7A03DA43FA19}"/>
                </a:ext>
              </a:extLst>
            </p:cNvPr>
            <p:cNvSpPr>
              <a:spLocks/>
            </p:cNvSpPr>
            <p:nvPr/>
          </p:nvSpPr>
          <p:spPr>
            <a:xfrm>
              <a:off x="12024360" y="7607427"/>
              <a:ext cx="46672" cy="95"/>
            </a:xfrm>
            <a:custGeom>
              <a:avLst/>
              <a:gdLst/>
              <a:ahLst/>
              <a:cxnLst/>
              <a:rect l="0" t="0" r="0" b="0"/>
              <a:pathLst>
                <a:path w="46672" h="95">
                  <a:moveTo>
                    <a:pt x="0" y="0"/>
                  </a:moveTo>
                  <a:lnTo>
                    <a:pt x="46672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  <p:sp>
          <p:nvSpPr>
            <p:cNvPr id="333" name="333 path">
              <a:extLst>
                <a:ext uri="{FF2B5EF4-FFF2-40B4-BE49-F238E27FC236}">
                  <a16:creationId xmlns:a16="http://schemas.microsoft.com/office/drawing/2014/main" id="{2B18057B-2365-4885-997D-CA5B52808993}"/>
                </a:ext>
              </a:extLst>
            </p:cNvPr>
            <p:cNvSpPr>
              <a:spLocks/>
            </p:cNvSpPr>
            <p:nvPr/>
          </p:nvSpPr>
          <p:spPr>
            <a:xfrm>
              <a:off x="12024360" y="7636383"/>
              <a:ext cx="32385" cy="95"/>
            </a:xfrm>
            <a:custGeom>
              <a:avLst/>
              <a:gdLst/>
              <a:ahLst/>
              <a:cxnLst/>
              <a:rect l="0" t="0" r="0" b="0"/>
              <a:pathLst>
                <a:path w="32385" h="95">
                  <a:moveTo>
                    <a:pt x="0" y="0"/>
                  </a:moveTo>
                  <a:lnTo>
                    <a:pt x="32385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</p:grpSp>
      <p:sp>
        <p:nvSpPr>
          <p:cNvPr id="334" name="334 Error logs">
            <a:extLst>
              <a:ext uri="{FF2B5EF4-FFF2-40B4-BE49-F238E27FC236}">
                <a16:creationId xmlns:a16="http://schemas.microsoft.com/office/drawing/2014/main" id="{11D66E21-5038-4D7B-A541-ABA3C3D0C841}"/>
              </a:ext>
            </a:extLst>
          </p:cNvPr>
          <p:cNvSpPr>
            <a:spLocks/>
          </p:cNvSpPr>
          <p:nvPr/>
        </p:nvSpPr>
        <p:spPr>
          <a:xfrm>
            <a:off x="12268200" y="7486650"/>
            <a:ext cx="109537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Error logs</a:t>
            </a:r>
          </a:p>
        </p:txBody>
      </p:sp>
      <p:sp>
        <p:nvSpPr>
          <p:cNvPr id="335" name="335 rect">
            <a:extLst>
              <a:ext uri="{FF2B5EF4-FFF2-40B4-BE49-F238E27FC236}">
                <a16:creationId xmlns:a16="http://schemas.microsoft.com/office/drawing/2014/main" id="{F5458C2E-FEC9-40BD-BCAF-37C2FD81D62B}"/>
              </a:ext>
            </a:extLst>
          </p:cNvPr>
          <p:cNvSpPr>
            <a:spLocks/>
          </p:cNvSpPr>
          <p:nvPr/>
        </p:nvSpPr>
        <p:spPr>
          <a:xfrm>
            <a:off x="11839575" y="7743825"/>
            <a:ext cx="1609725" cy="247650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6668">
            <a:solidFill>
              <a:srgbClr val="CCDDF2"/>
            </a:solidFill>
          </a:ln>
        </p:spPr>
      </p:sp>
      <p:grpSp>
        <p:nvGrpSpPr>
          <p:cNvPr id="391" name="document-335"/>
          <p:cNvGrpSpPr/>
          <p:nvPr/>
        </p:nvGrpSpPr>
        <p:grpSpPr>
          <a:xfrm>
            <a:off x="12001500" y="7800975"/>
            <a:ext cx="95250" cy="152400"/>
            <a:chOff x="12001500" y="7800975"/>
            <a:chExt cx="95250" cy="152400"/>
          </a:xfrm>
        </p:grpSpPr>
        <p:sp>
          <p:nvSpPr>
            <p:cNvPr id="336" name="336 document">
              <a:extLst>
                <a:ext uri="{FF2B5EF4-FFF2-40B4-BE49-F238E27FC236}">
                  <a16:creationId xmlns:a16="http://schemas.microsoft.com/office/drawing/2014/main" id="{18A557AB-B539-44E7-83D9-6F4335574D37}"/>
                </a:ext>
              </a:extLst>
            </p:cNvPr>
            <p:cNvSpPr>
              <a:spLocks/>
            </p:cNvSpPr>
            <p:nvPr/>
          </p:nvSpPr>
          <p:spPr>
            <a:xfrm>
              <a:off x="12001500" y="7800975"/>
              <a:ext cx="95250" cy="152400"/>
            </a:xfrm>
            <a:custGeom>
              <a:avLst/>
              <a:gdLst/>
              <a:ahLst/>
              <a:cxnLst/>
              <a:rect l="0" t="0" r="0" b="0"/>
              <a:pathLst>
                <a:path w="95250" h="152400">
                  <a:moveTo>
                    <a:pt x="0" y="0"/>
                  </a:moveTo>
                  <a:lnTo>
                    <a:pt x="59055" y="0"/>
                  </a:lnTo>
                  <a:lnTo>
                    <a:pt x="95250" y="44196"/>
                  </a:lnTo>
                  <a:lnTo>
                    <a:pt x="952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071E4C"/>
              </a:solidFill>
            </a:ln>
          </p:spPr>
        </p:sp>
        <p:sp>
          <p:nvSpPr>
            <p:cNvPr id="337" name="337 path">
              <a:extLst>
                <a:ext uri="{FF2B5EF4-FFF2-40B4-BE49-F238E27FC236}">
                  <a16:creationId xmlns:a16="http://schemas.microsoft.com/office/drawing/2014/main" id="{A4A36F3D-6147-4A6E-9994-C82226342260}"/>
                </a:ext>
              </a:extLst>
            </p:cNvPr>
            <p:cNvSpPr>
              <a:spLocks/>
            </p:cNvSpPr>
            <p:nvPr/>
          </p:nvSpPr>
          <p:spPr>
            <a:xfrm>
              <a:off x="12060555" y="7800975"/>
              <a:ext cx="36195" cy="44196"/>
            </a:xfrm>
            <a:custGeom>
              <a:avLst/>
              <a:gdLst/>
              <a:ahLst/>
              <a:cxnLst/>
              <a:rect l="0" t="0" r="0" b="0"/>
              <a:pathLst>
                <a:path w="36195" h="44196">
                  <a:moveTo>
                    <a:pt x="0" y="0"/>
                  </a:moveTo>
                  <a:lnTo>
                    <a:pt x="0" y="44196"/>
                  </a:lnTo>
                  <a:lnTo>
                    <a:pt x="36195" y="44196"/>
                  </a:lnTo>
                </a:path>
              </a:pathLst>
            </a:custGeom>
            <a:noFill/>
            <a:ln w="16193">
              <a:solidFill>
                <a:srgbClr val="071E4C"/>
              </a:solidFill>
            </a:ln>
          </p:spPr>
        </p:sp>
        <p:sp>
          <p:nvSpPr>
            <p:cNvPr id="338" name="338 path">
              <a:extLst>
                <a:ext uri="{FF2B5EF4-FFF2-40B4-BE49-F238E27FC236}">
                  <a16:creationId xmlns:a16="http://schemas.microsoft.com/office/drawing/2014/main" id="{96C03316-9AD1-4454-9649-0D87A0A1DE2B}"/>
                </a:ext>
              </a:extLst>
            </p:cNvPr>
            <p:cNvSpPr>
              <a:spLocks/>
            </p:cNvSpPr>
            <p:nvPr/>
          </p:nvSpPr>
          <p:spPr>
            <a:xfrm>
              <a:off x="12024360" y="7874127"/>
              <a:ext cx="46672" cy="95"/>
            </a:xfrm>
            <a:custGeom>
              <a:avLst/>
              <a:gdLst/>
              <a:ahLst/>
              <a:cxnLst/>
              <a:rect l="0" t="0" r="0" b="0"/>
              <a:pathLst>
                <a:path w="46672" h="95">
                  <a:moveTo>
                    <a:pt x="0" y="0"/>
                  </a:moveTo>
                  <a:lnTo>
                    <a:pt x="46672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  <p:sp>
          <p:nvSpPr>
            <p:cNvPr id="339" name="339 path">
              <a:extLst>
                <a:ext uri="{FF2B5EF4-FFF2-40B4-BE49-F238E27FC236}">
                  <a16:creationId xmlns:a16="http://schemas.microsoft.com/office/drawing/2014/main" id="{9BEFDF24-AA0F-4B20-8A9D-FCFC8D5FB196}"/>
                </a:ext>
              </a:extLst>
            </p:cNvPr>
            <p:cNvSpPr>
              <a:spLocks/>
            </p:cNvSpPr>
            <p:nvPr/>
          </p:nvSpPr>
          <p:spPr>
            <a:xfrm>
              <a:off x="12024360" y="7903083"/>
              <a:ext cx="32385" cy="95"/>
            </a:xfrm>
            <a:custGeom>
              <a:avLst/>
              <a:gdLst/>
              <a:ahLst/>
              <a:cxnLst/>
              <a:rect l="0" t="0" r="0" b="0"/>
              <a:pathLst>
                <a:path w="32385" h="95">
                  <a:moveTo>
                    <a:pt x="0" y="0"/>
                  </a:moveTo>
                  <a:lnTo>
                    <a:pt x="32385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</p:grpSp>
      <p:sp>
        <p:nvSpPr>
          <p:cNvPr id="340" name="340 Historical fixes">
            <a:extLst>
              <a:ext uri="{FF2B5EF4-FFF2-40B4-BE49-F238E27FC236}">
                <a16:creationId xmlns:a16="http://schemas.microsoft.com/office/drawing/2014/main" id="{FAA971B5-CBDB-4127-80D4-51FB4C63B417}"/>
              </a:ext>
            </a:extLst>
          </p:cNvPr>
          <p:cNvSpPr>
            <a:spLocks/>
          </p:cNvSpPr>
          <p:nvPr/>
        </p:nvSpPr>
        <p:spPr>
          <a:xfrm>
            <a:off x="12268200" y="7753350"/>
            <a:ext cx="109537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Historical fixes</a:t>
            </a:r>
          </a:p>
        </p:txBody>
      </p:sp>
      <p:sp>
        <p:nvSpPr>
          <p:cNvPr id="341" name="341 rect">
            <a:extLst>
              <a:ext uri="{FF2B5EF4-FFF2-40B4-BE49-F238E27FC236}">
                <a16:creationId xmlns:a16="http://schemas.microsoft.com/office/drawing/2014/main" id="{81DB69C6-C823-4E3E-9BCE-14A6C4795CA8}"/>
              </a:ext>
            </a:extLst>
          </p:cNvPr>
          <p:cNvSpPr>
            <a:spLocks/>
          </p:cNvSpPr>
          <p:nvPr/>
        </p:nvSpPr>
        <p:spPr>
          <a:xfrm>
            <a:off x="11839575" y="8010525"/>
            <a:ext cx="1609725" cy="247650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6668">
            <a:solidFill>
              <a:srgbClr val="CCDDF2"/>
            </a:solidFill>
          </a:ln>
        </p:spPr>
      </p:sp>
      <p:grpSp>
        <p:nvGrpSpPr>
          <p:cNvPr id="392" name="document-341"/>
          <p:cNvGrpSpPr/>
          <p:nvPr/>
        </p:nvGrpSpPr>
        <p:grpSpPr>
          <a:xfrm>
            <a:off x="12001500" y="8067675"/>
            <a:ext cx="95250" cy="152400"/>
            <a:chOff x="12001500" y="8067675"/>
            <a:chExt cx="95250" cy="152400"/>
          </a:xfrm>
        </p:grpSpPr>
        <p:sp>
          <p:nvSpPr>
            <p:cNvPr id="342" name="342 document">
              <a:extLst>
                <a:ext uri="{FF2B5EF4-FFF2-40B4-BE49-F238E27FC236}">
                  <a16:creationId xmlns:a16="http://schemas.microsoft.com/office/drawing/2014/main" id="{A74B29F7-526D-4D0F-93F0-0C5179452CA1}"/>
                </a:ext>
              </a:extLst>
            </p:cNvPr>
            <p:cNvSpPr>
              <a:spLocks/>
            </p:cNvSpPr>
            <p:nvPr/>
          </p:nvSpPr>
          <p:spPr>
            <a:xfrm>
              <a:off x="12001500" y="8067675"/>
              <a:ext cx="95250" cy="152400"/>
            </a:xfrm>
            <a:custGeom>
              <a:avLst/>
              <a:gdLst/>
              <a:ahLst/>
              <a:cxnLst/>
              <a:rect l="0" t="0" r="0" b="0"/>
              <a:pathLst>
                <a:path w="95250" h="152400">
                  <a:moveTo>
                    <a:pt x="0" y="0"/>
                  </a:moveTo>
                  <a:lnTo>
                    <a:pt x="59055" y="0"/>
                  </a:lnTo>
                  <a:lnTo>
                    <a:pt x="95250" y="44196"/>
                  </a:lnTo>
                  <a:lnTo>
                    <a:pt x="952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071E4C"/>
              </a:solidFill>
            </a:ln>
          </p:spPr>
        </p:sp>
        <p:sp>
          <p:nvSpPr>
            <p:cNvPr id="343" name="343 path">
              <a:extLst>
                <a:ext uri="{FF2B5EF4-FFF2-40B4-BE49-F238E27FC236}">
                  <a16:creationId xmlns:a16="http://schemas.microsoft.com/office/drawing/2014/main" id="{C15A7765-DA95-4D3E-AB1A-027B15264105}"/>
                </a:ext>
              </a:extLst>
            </p:cNvPr>
            <p:cNvSpPr>
              <a:spLocks/>
            </p:cNvSpPr>
            <p:nvPr/>
          </p:nvSpPr>
          <p:spPr>
            <a:xfrm>
              <a:off x="12060555" y="8067675"/>
              <a:ext cx="36195" cy="44196"/>
            </a:xfrm>
            <a:custGeom>
              <a:avLst/>
              <a:gdLst/>
              <a:ahLst/>
              <a:cxnLst/>
              <a:rect l="0" t="0" r="0" b="0"/>
              <a:pathLst>
                <a:path w="36195" h="44196">
                  <a:moveTo>
                    <a:pt x="0" y="0"/>
                  </a:moveTo>
                  <a:lnTo>
                    <a:pt x="0" y="44196"/>
                  </a:lnTo>
                  <a:lnTo>
                    <a:pt x="36195" y="44196"/>
                  </a:lnTo>
                </a:path>
              </a:pathLst>
            </a:custGeom>
            <a:noFill/>
            <a:ln w="16193">
              <a:solidFill>
                <a:srgbClr val="071E4C"/>
              </a:solidFill>
            </a:ln>
          </p:spPr>
        </p:sp>
        <p:sp>
          <p:nvSpPr>
            <p:cNvPr id="344" name="344 path">
              <a:extLst>
                <a:ext uri="{FF2B5EF4-FFF2-40B4-BE49-F238E27FC236}">
                  <a16:creationId xmlns:a16="http://schemas.microsoft.com/office/drawing/2014/main" id="{D65AF612-D007-4530-801B-A7B596674FA2}"/>
                </a:ext>
              </a:extLst>
            </p:cNvPr>
            <p:cNvSpPr>
              <a:spLocks/>
            </p:cNvSpPr>
            <p:nvPr/>
          </p:nvSpPr>
          <p:spPr>
            <a:xfrm>
              <a:off x="12024360" y="8140827"/>
              <a:ext cx="46672" cy="95"/>
            </a:xfrm>
            <a:custGeom>
              <a:avLst/>
              <a:gdLst/>
              <a:ahLst/>
              <a:cxnLst/>
              <a:rect l="0" t="0" r="0" b="0"/>
              <a:pathLst>
                <a:path w="46672" h="95">
                  <a:moveTo>
                    <a:pt x="0" y="0"/>
                  </a:moveTo>
                  <a:lnTo>
                    <a:pt x="46672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  <p:sp>
          <p:nvSpPr>
            <p:cNvPr id="345" name="345 path">
              <a:extLst>
                <a:ext uri="{FF2B5EF4-FFF2-40B4-BE49-F238E27FC236}">
                  <a16:creationId xmlns:a16="http://schemas.microsoft.com/office/drawing/2014/main" id="{B0EF512E-A348-4EC9-95B1-5B643F46CF5A}"/>
                </a:ext>
              </a:extLst>
            </p:cNvPr>
            <p:cNvSpPr>
              <a:spLocks/>
            </p:cNvSpPr>
            <p:nvPr/>
          </p:nvSpPr>
          <p:spPr>
            <a:xfrm>
              <a:off x="12024360" y="8169783"/>
              <a:ext cx="32385" cy="95"/>
            </a:xfrm>
            <a:custGeom>
              <a:avLst/>
              <a:gdLst/>
              <a:ahLst/>
              <a:cxnLst/>
              <a:rect l="0" t="0" r="0" b="0"/>
              <a:pathLst>
                <a:path w="32385" h="95">
                  <a:moveTo>
                    <a:pt x="0" y="0"/>
                  </a:moveTo>
                  <a:lnTo>
                    <a:pt x="32385" y="0"/>
                  </a:lnTo>
                </a:path>
              </a:pathLst>
            </a:custGeom>
            <a:noFill/>
            <a:ln w="17145">
              <a:solidFill>
                <a:srgbClr val="071E4C"/>
              </a:solidFill>
            </a:ln>
          </p:spPr>
        </p:sp>
      </p:grpSp>
      <p:sp>
        <p:nvSpPr>
          <p:cNvPr id="346" name="346 …">
            <a:extLst>
              <a:ext uri="{FF2B5EF4-FFF2-40B4-BE49-F238E27FC236}">
                <a16:creationId xmlns:a16="http://schemas.microsoft.com/office/drawing/2014/main" id="{1DD99AB7-9FE0-44CF-8006-9E923F1A08B3}"/>
              </a:ext>
            </a:extLst>
          </p:cNvPr>
          <p:cNvSpPr>
            <a:spLocks/>
          </p:cNvSpPr>
          <p:nvPr/>
        </p:nvSpPr>
        <p:spPr>
          <a:xfrm>
            <a:off x="12268200" y="8020050"/>
            <a:ext cx="109537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47" name="347 path">
            <a:extLst>
              <a:ext uri="{FF2B5EF4-FFF2-40B4-BE49-F238E27FC236}">
                <a16:creationId xmlns:a16="http://schemas.microsoft.com/office/drawing/2014/main" id="{5AE3F980-2827-492E-9180-8ED00D48FF8A}"/>
              </a:ext>
            </a:extLst>
          </p:cNvPr>
          <p:cNvSpPr>
            <a:spLocks/>
          </p:cNvSpPr>
          <p:nvPr/>
        </p:nvSpPr>
        <p:spPr>
          <a:xfrm>
            <a:off x="13649325" y="7000875"/>
            <a:ext cx="95" cy="1181100"/>
          </a:xfrm>
          <a:custGeom>
            <a:avLst/>
            <a:gdLst/>
            <a:ahLst/>
            <a:cxnLst/>
            <a:rect l="0" t="0" r="0" b="0"/>
            <a:pathLst>
              <a:path w="95"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noFill/>
          <a:ln w="7620">
            <a:solidFill>
              <a:srgbClr val="D3E0F4"/>
            </a:solidFill>
          </a:ln>
        </p:spPr>
      </p:sp>
      <p:sp>
        <p:nvSpPr>
          <p:cNvPr id="348" name="348 path">
            <a:extLst>
              <a:ext uri="{FF2B5EF4-FFF2-40B4-BE49-F238E27FC236}">
                <a16:creationId xmlns:a16="http://schemas.microsoft.com/office/drawing/2014/main" id="{7BE3BE0F-DE4E-4A90-8341-ABD37F85023E}"/>
              </a:ext>
            </a:extLst>
          </p:cNvPr>
          <p:cNvSpPr>
            <a:spLocks/>
          </p:cNvSpPr>
          <p:nvPr/>
        </p:nvSpPr>
        <p:spPr>
          <a:xfrm>
            <a:off x="13506450" y="7600950"/>
            <a:ext cx="209550" cy="95"/>
          </a:xfrm>
          <a:custGeom>
            <a:avLst/>
            <a:gdLst/>
            <a:ahLst/>
            <a:cxnLst/>
            <a:rect l="0" t="0" r="0" b="0"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5240">
            <a:solidFill>
              <a:srgbClr val="071E4C"/>
            </a:solidFill>
          </a:ln>
        </p:spPr>
      </p:sp>
      <p:sp>
        <p:nvSpPr>
          <p:cNvPr id="349" name="349 arrow head">
            <a:extLst>
              <a:ext uri="{FF2B5EF4-FFF2-40B4-BE49-F238E27FC236}">
                <a16:creationId xmlns:a16="http://schemas.microsoft.com/office/drawing/2014/main" id="{FEAA9FA1-178F-4FE8-BABC-8A27E6D2B4AB}"/>
              </a:ext>
            </a:extLst>
          </p:cNvPr>
          <p:cNvSpPr>
            <a:spLocks/>
          </p:cNvSpPr>
          <p:nvPr/>
        </p:nvSpPr>
        <p:spPr>
          <a:xfrm>
            <a:off x="13639800" y="7564374"/>
            <a:ext cx="76200" cy="73152"/>
          </a:xfrm>
          <a:custGeom>
            <a:avLst/>
            <a:gdLst/>
            <a:ahLst/>
            <a:cxnLst/>
            <a:rect l="0" t="0" r="0" b="0"/>
            <a:pathLst>
              <a:path w="76200" h="73152">
                <a:moveTo>
                  <a:pt x="76200" y="36576"/>
                </a:moveTo>
                <a:lnTo>
                  <a:pt x="0" y="0"/>
                </a:lnTo>
                <a:lnTo>
                  <a:pt x="0" y="73152"/>
                </a:lnTo>
                <a:close/>
              </a:path>
            </a:pathLst>
          </a:custGeom>
          <a:solidFill>
            <a:srgbClr val="071E4C"/>
          </a:solidFill>
          <a:ln w="4763">
            <a:solidFill>
              <a:srgbClr val="071E4C"/>
            </a:solidFill>
          </a:ln>
        </p:spPr>
      </p:sp>
      <p:grpSp>
        <p:nvGrpSpPr>
          <p:cNvPr id="393" name="document-349"/>
          <p:cNvGrpSpPr/>
          <p:nvPr/>
        </p:nvGrpSpPr>
        <p:grpSpPr>
          <a:xfrm>
            <a:off x="13820775" y="7362825"/>
            <a:ext cx="323850" cy="457200"/>
            <a:chOff x="13820775" y="7362825"/>
            <a:chExt cx="323850" cy="457200"/>
          </a:xfrm>
        </p:grpSpPr>
        <p:sp>
          <p:nvSpPr>
            <p:cNvPr id="350" name="350 document">
              <a:extLst>
                <a:ext uri="{FF2B5EF4-FFF2-40B4-BE49-F238E27FC236}">
                  <a16:creationId xmlns:a16="http://schemas.microsoft.com/office/drawing/2014/main" id="{F4D26DBD-778B-4A5C-9B55-D91A5DFFD9E6}"/>
                </a:ext>
              </a:extLst>
            </p:cNvPr>
            <p:cNvSpPr>
              <a:spLocks/>
            </p:cNvSpPr>
            <p:nvPr/>
          </p:nvSpPr>
          <p:spPr>
            <a:xfrm>
              <a:off x="13820775" y="7362825"/>
              <a:ext cx="323850" cy="457200"/>
            </a:xfrm>
            <a:custGeom>
              <a:avLst/>
              <a:gdLst/>
              <a:ahLst/>
              <a:cxnLst/>
              <a:rect l="0" t="0" r="0" b="0"/>
              <a:pathLst>
                <a:path w="323850" h="457200">
                  <a:moveTo>
                    <a:pt x="0" y="0"/>
                  </a:moveTo>
                  <a:lnTo>
                    <a:pt x="200787" y="0"/>
                  </a:lnTo>
                  <a:lnTo>
                    <a:pt x="323850" y="132588"/>
                  </a:lnTo>
                  <a:lnTo>
                    <a:pt x="32385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17477F"/>
              </a:solidFill>
            </a:ln>
          </p:spPr>
        </p:sp>
        <p:sp>
          <p:nvSpPr>
            <p:cNvPr id="351" name="351 path">
              <a:extLst>
                <a:ext uri="{FF2B5EF4-FFF2-40B4-BE49-F238E27FC236}">
                  <a16:creationId xmlns:a16="http://schemas.microsoft.com/office/drawing/2014/main" id="{20F9C5F6-DDC4-4CEB-BFC1-FEF420CEA1A5}"/>
                </a:ext>
              </a:extLst>
            </p:cNvPr>
            <p:cNvSpPr>
              <a:spLocks/>
            </p:cNvSpPr>
            <p:nvPr/>
          </p:nvSpPr>
          <p:spPr>
            <a:xfrm>
              <a:off x="14021562" y="7362825"/>
              <a:ext cx="123063" cy="132588"/>
            </a:xfrm>
            <a:custGeom>
              <a:avLst/>
              <a:gdLst/>
              <a:ahLst/>
              <a:cxnLst/>
              <a:rect l="0" t="0" r="0" b="0"/>
              <a:pathLst>
                <a:path w="123063" h="132588">
                  <a:moveTo>
                    <a:pt x="0" y="0"/>
                  </a:moveTo>
                  <a:lnTo>
                    <a:pt x="0" y="132588"/>
                  </a:lnTo>
                  <a:lnTo>
                    <a:pt x="123063" y="132588"/>
                  </a:lnTo>
                </a:path>
              </a:pathLst>
            </a:custGeom>
            <a:noFill/>
            <a:ln w="16193">
              <a:solidFill>
                <a:srgbClr val="17477F"/>
              </a:solidFill>
            </a:ln>
          </p:spPr>
        </p:sp>
        <p:sp>
          <p:nvSpPr>
            <p:cNvPr id="352" name="352 path">
              <a:extLst>
                <a:ext uri="{FF2B5EF4-FFF2-40B4-BE49-F238E27FC236}">
                  <a16:creationId xmlns:a16="http://schemas.microsoft.com/office/drawing/2014/main" id="{C3D06C27-FC32-49D3-A99F-F828CD6113CF}"/>
                </a:ext>
              </a:extLst>
            </p:cNvPr>
            <p:cNvSpPr>
              <a:spLocks/>
            </p:cNvSpPr>
            <p:nvPr/>
          </p:nvSpPr>
          <p:spPr>
            <a:xfrm>
              <a:off x="13898499" y="7582281"/>
              <a:ext cx="158686" cy="95"/>
            </a:xfrm>
            <a:custGeom>
              <a:avLst/>
              <a:gdLst/>
              <a:ahLst/>
              <a:cxnLst/>
              <a:rect l="0" t="0" r="0" b="0"/>
              <a:pathLst>
                <a:path w="158686" h="95">
                  <a:moveTo>
                    <a:pt x="0" y="0"/>
                  </a:moveTo>
                  <a:lnTo>
                    <a:pt x="158686" y="0"/>
                  </a:lnTo>
                </a:path>
              </a:pathLst>
            </a:custGeom>
            <a:noFill/>
            <a:ln w="17145">
              <a:solidFill>
                <a:srgbClr val="17477F"/>
              </a:solidFill>
            </a:ln>
          </p:spPr>
        </p:sp>
        <p:sp>
          <p:nvSpPr>
            <p:cNvPr id="353" name="353 path">
              <a:extLst>
                <a:ext uri="{FF2B5EF4-FFF2-40B4-BE49-F238E27FC236}">
                  <a16:creationId xmlns:a16="http://schemas.microsoft.com/office/drawing/2014/main" id="{D85CA05F-FEF7-4849-A762-D9AC251221D9}"/>
                </a:ext>
              </a:extLst>
            </p:cNvPr>
            <p:cNvSpPr>
              <a:spLocks/>
            </p:cNvSpPr>
            <p:nvPr/>
          </p:nvSpPr>
          <p:spPr>
            <a:xfrm>
              <a:off x="13898499" y="7669149"/>
              <a:ext cx="110109" cy="95"/>
            </a:xfrm>
            <a:custGeom>
              <a:avLst/>
              <a:gdLst/>
              <a:ahLst/>
              <a:cxnLst/>
              <a:rect l="0" t="0" r="0" b="0"/>
              <a:pathLst>
                <a:path w="110109" h="95">
                  <a:moveTo>
                    <a:pt x="0" y="0"/>
                  </a:moveTo>
                  <a:lnTo>
                    <a:pt x="110109" y="0"/>
                  </a:lnTo>
                </a:path>
              </a:pathLst>
            </a:custGeom>
            <a:noFill/>
            <a:ln w="17145">
              <a:solidFill>
                <a:srgbClr val="17477F"/>
              </a:solidFill>
            </a:ln>
          </p:spPr>
        </p:sp>
      </p:grpSp>
      <p:sp>
        <p:nvSpPr>
          <p:cNvPr id="354" name="354 Reconstructed">
            <a:extLst>
              <a:ext uri="{FF2B5EF4-FFF2-40B4-BE49-F238E27FC236}">
                <a16:creationId xmlns:a16="http://schemas.microsoft.com/office/drawing/2014/main" id="{0817B0E0-8EE9-4907-9E7E-B4D272BE201D}"/>
              </a:ext>
            </a:extLst>
          </p:cNvPr>
          <p:cNvSpPr>
            <a:spLocks/>
          </p:cNvSpPr>
          <p:nvPr/>
        </p:nvSpPr>
        <p:spPr>
          <a:xfrm>
            <a:off x="14306550" y="7324725"/>
            <a:ext cx="971550" cy="20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98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8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Reconstructed</a:t>
            </a:r>
          </a:p>
        </p:txBody>
      </p:sp>
      <p:sp>
        <p:nvSpPr>
          <p:cNvPr id="355" name="355 context for">
            <a:extLst>
              <a:ext uri="{FF2B5EF4-FFF2-40B4-BE49-F238E27FC236}">
                <a16:creationId xmlns:a16="http://schemas.microsoft.com/office/drawing/2014/main" id="{326781AE-B82C-4504-AA51-5CC05BA1AB36}"/>
              </a:ext>
            </a:extLst>
          </p:cNvPr>
          <p:cNvSpPr>
            <a:spLocks/>
          </p:cNvSpPr>
          <p:nvPr/>
        </p:nvSpPr>
        <p:spPr>
          <a:xfrm>
            <a:off x="14306550" y="7505986"/>
            <a:ext cx="971550" cy="20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98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8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context for</a:t>
            </a:r>
          </a:p>
        </p:txBody>
      </p:sp>
      <p:sp>
        <p:nvSpPr>
          <p:cNvPr id="356" name="356 next iteration">
            <a:extLst>
              <a:ext uri="{FF2B5EF4-FFF2-40B4-BE49-F238E27FC236}">
                <a16:creationId xmlns:a16="http://schemas.microsoft.com/office/drawing/2014/main" id="{13EEC877-CD4A-459C-9D42-FB0F30E14124}"/>
              </a:ext>
            </a:extLst>
          </p:cNvPr>
          <p:cNvSpPr>
            <a:spLocks/>
          </p:cNvSpPr>
          <p:nvPr/>
        </p:nvSpPr>
        <p:spPr>
          <a:xfrm>
            <a:off x="14306550" y="7687246"/>
            <a:ext cx="971550" cy="20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98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8" b="0">
                <a:solidFill>
                  <a:srgbClr val="071E4C"/>
                </a:solidFill>
                <a:latin typeface="Times New Roman"/>
                <a:ea typeface="Times New Roman"/>
                <a:cs typeface="Times New Roman"/>
              </a:rPr>
              <a:t>next iteration</a:t>
            </a:r>
          </a:p>
        </p:txBody>
      </p:sp>
      <p:grpSp>
        <p:nvGrpSpPr>
          <p:cNvPr id="394" name="Context supports orchestration"/>
          <p:cNvGrpSpPr/>
          <p:nvPr/>
        </p:nvGrpSpPr>
        <p:grpSpPr>
          <a:xfrm>
            <a:off x="7912608" y="5848350"/>
            <a:ext cx="100584" cy="266700"/>
            <a:chOff x="7912608" y="5848350"/>
            <a:chExt cx="100584" cy="266700"/>
          </a:xfrm>
        </p:grpSpPr>
        <p:sp>
          <p:nvSpPr>
            <p:cNvPr id="357" name="357 path">
              <a:extLst>
                <a:ext uri="{FF2B5EF4-FFF2-40B4-BE49-F238E27FC236}">
                  <a16:creationId xmlns:a16="http://schemas.microsoft.com/office/drawing/2014/main" id="{D7AE7D9E-8280-46FB-BE8F-7132C73DC758}"/>
                </a:ext>
              </a:extLst>
            </p:cNvPr>
            <p:cNvSpPr>
              <a:spLocks/>
            </p:cNvSpPr>
            <p:nvPr/>
          </p:nvSpPr>
          <p:spPr>
            <a:xfrm>
              <a:off x="7962900" y="5848350"/>
              <a:ext cx="95" cy="266700"/>
            </a:xfrm>
            <a:custGeom>
              <a:avLst/>
              <a:gdLst/>
              <a:ahLst/>
              <a:cxnLst/>
              <a:rect l="0" t="0" r="0" b="0"/>
              <a:pathLst>
                <a:path w="95" h="266700">
                  <a:moveTo>
                    <a:pt x="0" y="2667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71E4C"/>
              </a:solidFill>
            </a:ln>
          </p:spPr>
        </p:sp>
        <p:sp>
          <p:nvSpPr>
            <p:cNvPr id="358" name="358 arrow head">
              <a:extLst>
                <a:ext uri="{FF2B5EF4-FFF2-40B4-BE49-F238E27FC236}">
                  <a16:creationId xmlns:a16="http://schemas.microsoft.com/office/drawing/2014/main" id="{32674270-6E76-4978-BA59-01191B398387}"/>
                </a:ext>
              </a:extLst>
            </p:cNvPr>
            <p:cNvSpPr>
              <a:spLocks/>
            </p:cNvSpPr>
            <p:nvPr/>
          </p:nvSpPr>
          <p:spPr>
            <a:xfrm>
              <a:off x="7912608" y="5848350"/>
              <a:ext cx="100584" cy="104775"/>
            </a:xfrm>
            <a:custGeom>
              <a:avLst/>
              <a:gdLst/>
              <a:ahLst/>
              <a:cxnLst/>
              <a:rect l="0" t="0" r="0" b="0"/>
              <a:pathLst>
                <a:path w="100584" h="104775">
                  <a:moveTo>
                    <a:pt x="50292" y="0"/>
                  </a:moveTo>
                  <a:lnTo>
                    <a:pt x="0" y="104775"/>
                  </a:lnTo>
                  <a:lnTo>
                    <a:pt x="100584" y="104775"/>
                  </a:lnTo>
                  <a:close/>
                </a:path>
              </a:pathLst>
            </a:custGeom>
            <a:solidFill>
              <a:srgbClr val="071E4C"/>
            </a:solidFill>
            <a:ln w="4763">
              <a:solidFill>
                <a:srgbClr val="071E4C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5097573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DocSecurity>0</DocSecurity>
  <PresentationFormat>自定义</PresentationFormat>
  <Paragraphs>97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Aptos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jayus X</cp:lastModifiedBy>
  <cp:revision>1</cp:revision>
  <dcterms:created xsi:type="dcterms:W3CDTF">2026-09-24T08:15:38Z</dcterms:created>
  <dcterms:modified xsi:type="dcterms:W3CDTF">2026-09-24T15:43:48Z</dcterms:modified>
</cp:coreProperties>
</file>