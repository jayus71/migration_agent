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523c7126e943ca" /><Relationship Type="http://schemas.openxmlformats.org/officeDocument/2006/relationships/extended-properties" Target="/docProps/app.xml" Id="Rf1e7f17ec2bc41d9" /><Relationship Type="http://schemas.openxmlformats.org/officeDocument/2006/relationships/officeDocument" Target="/ppt/presentation.xml" Id="Rfea39b249ff142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04bbdc95be46c3"/>
  </p:sldMasterIdLst>
  <p:notesMasterIdLst>
    <p:notesMasterId xmlns:r="http://schemas.openxmlformats.org/officeDocument/2006/relationships" r:id="R8543c321dbe54154"/>
  </p:notesMasterIdLst>
  <p:sldIdLst>
    <p:sldId xmlns:r="http://schemas.openxmlformats.org/officeDocument/2006/relationships" id="256" r:id="R2577af09e82d4837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a1cfaaabda42b5" /><Relationship Type="http://schemas.openxmlformats.org/officeDocument/2006/relationships/slideMaster" Target="/ppt/slideMasters/slideMaster1.xml" Id="Rc804bbdc95be46c3" /><Relationship Type="http://schemas.openxmlformats.org/officeDocument/2006/relationships/notesMaster" Target="/ppt/notesMasters/notesMaster1.xml" Id="R8543c321dbe54154" /><Relationship Type="http://schemas.openxmlformats.org/officeDocument/2006/relationships/presProps" Target="/ppt/presProps.xml" Id="R8dfbe9972b65412a" /><Relationship Type="http://schemas.openxmlformats.org/officeDocument/2006/relationships/tableStyles" Target="/ppt/tableStyles.xml" Id="Rf9b9187d2a444c80" /><Relationship Type="http://schemas.openxmlformats.org/officeDocument/2006/relationships/slide" Target="/ppt/slides/slide1.xml" Id="R2577af09e82d48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8ec3d7f5d94b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2fe8bcb6f24c8d" /><Relationship Type="http://schemas.openxmlformats.org/officeDocument/2006/relationships/notesMaster" Target="/ppt/notesMasters/notesMaster1.xml" Id="R0697d41d3fc241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“ChatGPT Image Sep 24, 2026, 03_56_07 PM.png”. Language and framework logos use vector paths from figures/icons.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0a9adfb734b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64c6b7160e4dc5" /><Relationship Type="http://schemas.openxmlformats.org/officeDocument/2006/relationships/slideLayout" Target="/ppt/slideLayouts/slideLayout1.xml" Id="Rb43841948c5644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841948c5644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3140bf01e453f" /><Relationship Type="http://schemas.openxmlformats.org/officeDocument/2006/relationships/notesSlide" Target="/ppt/notesSlides/notesSlide1.xml" Id="Rbbf2d7f379154e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08" name="Source program"/>
          <p:cNvGrpSpPr/>
          <p:nvPr/>
        </p:nvGrpSpPr>
        <p:grpSpPr>
          <ns2:xfrm xmlns:ns2="http://schemas.openxmlformats.org/drawingml/2006/main">
            <ns2:off x="266700" y="523875"/>
            <ns2:ext cx="2000250" cy="3905250"/>
            <ns2:chOff x="266700" y="523875"/>
            <ns2:chExt cx="2000250" cy="3905250"/>
          </ns2:xfrm>
        </p:grpSpPr>
        <p:sp>
          <p:nvSpPr>
            <p:cNvPr id="307" name="1 rect">
              <a:extLst xmlns:a="http://schemas.openxmlformats.org/drawingml/2006/main">
                <a:ext uri="{FF2B5EF4-FFF2-40B4-BE49-F238E27FC236}">
                  <a16:creationId xmlns:a16="http://schemas.microsoft.com/office/drawing/2014/main" id="{D27001C5-F593-448E-A512-2F0B18235E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6700" y="523875"/>
              <a:ext cx="2000250" cy="3905250"/>
            </a:xfrm>
            <a:prstGeom xmlns:a="http://schemas.openxmlformats.org/drawingml/2006/main" prst="roundRect">
              <a:avLst>
                <a:gd name="adj" fmla="val 3810"/>
              </a:avLst>
            </a:prstGeom>
            <a:solidFill xmlns:a="http://schemas.openxmlformats.org/drawingml/2006/main">
              <a:srgbClr val="F7F8F9"/>
            </a:solidFill>
            <a:ln xmlns:a="http://schemas.openxmlformats.org/drawingml/2006/main" w="12383">
              <a:solidFill>
                <a:srgbClr val="B8C7D3"/>
              </a:solidFill>
            </a:ln>
          </p:spPr>
        </p:sp>
        <p:sp>
          <p:nvSpPr>
            <p:cNvPr id="2" name="2 Source program">
              <a:extLst xmlns:a="http://schemas.openxmlformats.org/drawingml/2006/main">
                <a:ext uri="{FF2B5EF4-FFF2-40B4-BE49-F238E27FC236}">
                  <a16:creationId xmlns:a16="http://schemas.microsoft.com/office/drawing/2014/main" id="{6CA5863D-C0BF-4677-B27F-05D4D1B6598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9575" y="695325"/>
              <a:ext cx="1714500" cy="27165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1">
                  <a:solidFill>
                    <a:srgbClr val="52616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>
                  <a:solidFill>
                    <a:srgbClr val="52616F"/>
                  </a:solidFill>
                  <a:latin typeface="Times New Roman"/>
                  <a:ea typeface="Times New Roman"/>
                  <a:cs typeface="Times New Roman"/>
                </a:rPr>
                <a:t>Source program</a:t>
              </a:r>
            </a:p>
          </p:txBody>
        </p:sp>
        <p:sp>
          <p:nvSpPr>
            <p:cNvPr id="3" name="3 Repository">
              <a:extLst xmlns:a="http://schemas.openxmlformats.org/drawingml/2006/main">
                <a:ext uri="{FF2B5EF4-FFF2-40B4-BE49-F238E27FC236}">
                  <a16:creationId xmlns:a16="http://schemas.microsoft.com/office/drawing/2014/main" id="{81F66C53-E2DD-44AD-B5AB-09F8E1F1EF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9575" y="962025"/>
              <a:ext cx="17145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6C788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6C7884"/>
                  </a:solidFill>
                  <a:latin typeface="Times New Roman"/>
                  <a:ea typeface="Times New Roman"/>
                  <a:cs typeface="Times New Roman"/>
                </a:rPr>
                <a:t>Repository</a:t>
              </a:r>
            </a:p>
          </p:txBody>
        </p:sp>
        <p:grpSp>
          <p:nvGrpSpPr>
            <p:cNvPr id="309" name="icon-python-3"/>
            <p:cNvGrpSpPr/>
            <p:nvPr/>
          </p:nvGrpSpPr>
          <p:grpSpPr>
            <ns0:xfrm xmlns:ns0="http://schemas.openxmlformats.org/drawingml/2006/main">
              <ns0:off x="552450" y="1422943"/>
              <ns0:ext cx="361950" cy="373564"/>
              <ns0:chOff x="552450" y="1422943"/>
              <ns0:chExt cx="361950" cy="373564"/>
            </ns0:xfrm>
          </p:grpSpPr>
          <p:sp>
            <p:nvSpPr>
              <p:cNvPr id="4" name="4 python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DE298A55-CD40-412A-983E-97D95202AFD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52450" y="1422943"/>
                <a:ext cx="361950" cy="373564"/>
              </a:xfrm>
              <a:custGeom xmlns:a="http://schemas.openxmlformats.org/drawingml/2006/main">
                <a:pathLst>
                  <a:path w="361950" h="373564">
                    <a:moveTo>
                      <a:pt x="178821" y="0"/>
                    </a:moveTo>
                    <a:lnTo>
                      <a:pt x="173257" y="84"/>
                    </a:lnTo>
                    <a:lnTo>
                      <a:pt x="167768" y="279"/>
                    </a:lnTo>
                    <a:lnTo>
                      <a:pt x="162366" y="584"/>
                    </a:lnTo>
                    <a:lnTo>
                      <a:pt x="157064" y="995"/>
                    </a:lnTo>
                    <a:lnTo>
                      <a:pt x="151874" y="1508"/>
                    </a:lnTo>
                    <a:lnTo>
                      <a:pt x="146807" y="2122"/>
                    </a:lnTo>
                    <a:lnTo>
                      <a:pt x="141877" y="2832"/>
                    </a:lnTo>
                    <a:lnTo>
                      <a:pt x="137095" y="3636"/>
                    </a:lnTo>
                    <a:lnTo>
                      <a:pt x="127750" y="5637"/>
                    </a:lnTo>
                    <a:lnTo>
                      <a:pt x="119799" y="8019"/>
                    </a:lnTo>
                    <a:lnTo>
                      <a:pt x="113134" y="10803"/>
                    </a:lnTo>
                    <a:lnTo>
                      <a:pt x="107652" y="14009"/>
                    </a:lnTo>
                    <a:lnTo>
                      <a:pt x="103244" y="17657"/>
                    </a:lnTo>
                    <a:lnTo>
                      <a:pt x="99805" y="21768"/>
                    </a:lnTo>
                    <a:lnTo>
                      <a:pt x="97230" y="26361"/>
                    </a:lnTo>
                    <a:lnTo>
                      <a:pt x="95411" y="31457"/>
                    </a:lnTo>
                    <a:lnTo>
                      <a:pt x="94244" y="37075"/>
                    </a:lnTo>
                    <a:lnTo>
                      <a:pt x="93621" y="43238"/>
                    </a:lnTo>
                    <a:lnTo>
                      <a:pt x="93437" y="49963"/>
                    </a:lnTo>
                    <a:lnTo>
                      <a:pt x="93437" y="83930"/>
                    </a:lnTo>
                    <a:lnTo>
                      <a:pt x="180755" y="83930"/>
                    </a:lnTo>
                    <a:lnTo>
                      <a:pt x="180755" y="95252"/>
                    </a:lnTo>
                    <a:lnTo>
                      <a:pt x="93437" y="95252"/>
                    </a:lnTo>
                    <a:lnTo>
                      <a:pt x="60668" y="95252"/>
                    </a:lnTo>
                    <a:lnTo>
                      <a:pt x="54396" y="95576"/>
                    </a:lnTo>
                    <a:lnTo>
                      <a:pt x="48298" y="96543"/>
                    </a:lnTo>
                    <a:lnTo>
                      <a:pt x="42416" y="98148"/>
                    </a:lnTo>
                    <a:lnTo>
                      <a:pt x="36792" y="100386"/>
                    </a:lnTo>
                    <a:lnTo>
                      <a:pt x="31467" y="103251"/>
                    </a:lnTo>
                    <a:lnTo>
                      <a:pt x="26484" y="106739"/>
                    </a:lnTo>
                    <a:lnTo>
                      <a:pt x="21885" y="110843"/>
                    </a:lnTo>
                    <a:lnTo>
                      <a:pt x="17712" y="115560"/>
                    </a:lnTo>
                    <a:lnTo>
                      <a:pt x="14007" y="120883"/>
                    </a:lnTo>
                    <a:lnTo>
                      <a:pt x="10812" y="126807"/>
                    </a:lnTo>
                    <a:lnTo>
                      <a:pt x="8169" y="133327"/>
                    </a:lnTo>
                    <a:lnTo>
                      <a:pt x="6120" y="140437"/>
                    </a:lnTo>
                    <a:lnTo>
                      <a:pt x="4406" y="148057"/>
                    </a:lnTo>
                    <a:lnTo>
                      <a:pt x="2968" y="155297"/>
                    </a:lnTo>
                    <a:lnTo>
                      <a:pt x="1807" y="162232"/>
                    </a:lnTo>
                    <a:lnTo>
                      <a:pt x="927" y="168936"/>
                    </a:lnTo>
                    <a:lnTo>
                      <a:pt x="330" y="175481"/>
                    </a:lnTo>
                    <a:lnTo>
                      <a:pt x="20" y="181942"/>
                    </a:lnTo>
                    <a:lnTo>
                      <a:pt x="0" y="188393"/>
                    </a:lnTo>
                    <a:lnTo>
                      <a:pt x="272" y="194907"/>
                    </a:lnTo>
                    <a:lnTo>
                      <a:pt x="839" y="201559"/>
                    </a:lnTo>
                    <a:lnTo>
                      <a:pt x="1705" y="208422"/>
                    </a:lnTo>
                    <a:lnTo>
                      <a:pt x="2872" y="215570"/>
                    </a:lnTo>
                    <a:lnTo>
                      <a:pt x="4342" y="223076"/>
                    </a:lnTo>
                    <a:lnTo>
                      <a:pt x="6120" y="231015"/>
                    </a:lnTo>
                    <a:lnTo>
                      <a:pt x="8028" y="238015"/>
                    </a:lnTo>
                    <a:lnTo>
                      <a:pt x="10372" y="244588"/>
                    </a:lnTo>
                    <a:lnTo>
                      <a:pt x="13160" y="250683"/>
                    </a:lnTo>
                    <a:lnTo>
                      <a:pt x="16402" y="256251"/>
                    </a:lnTo>
                    <a:lnTo>
                      <a:pt x="20106" y="261240"/>
                    </a:lnTo>
                    <a:lnTo>
                      <a:pt x="24281" y="265601"/>
                    </a:lnTo>
                    <a:lnTo>
                      <a:pt x="28936" y="269282"/>
                    </a:lnTo>
                    <a:lnTo>
                      <a:pt x="34079" y="272233"/>
                    </a:lnTo>
                    <a:lnTo>
                      <a:pt x="39719" y="274403"/>
                    </a:lnTo>
                    <a:lnTo>
                      <a:pt x="45865" y="275743"/>
                    </a:lnTo>
                    <a:lnTo>
                      <a:pt x="52526" y="276200"/>
                    </a:lnTo>
                    <a:lnTo>
                      <a:pt x="82548" y="276200"/>
                    </a:lnTo>
                    <a:lnTo>
                      <a:pt x="82548" y="235482"/>
                    </a:lnTo>
                    <a:lnTo>
                      <a:pt x="82981" y="228765"/>
                    </a:lnTo>
                    <a:lnTo>
                      <a:pt x="84245" y="222233"/>
                    </a:lnTo>
                    <a:lnTo>
                      <a:pt x="86283" y="215947"/>
                    </a:lnTo>
                    <a:lnTo>
                      <a:pt x="89040" y="209968"/>
                    </a:lnTo>
                    <a:lnTo>
                      <a:pt x="92462" y="204358"/>
                    </a:lnTo>
                    <a:lnTo>
                      <a:pt x="96491" y="199178"/>
                    </a:lnTo>
                    <a:lnTo>
                      <a:pt x="101075" y="194489"/>
                    </a:lnTo>
                    <a:lnTo>
                      <a:pt x="106156" y="190353"/>
                    </a:lnTo>
                    <a:lnTo>
                      <a:pt x="111680" y="186832"/>
                    </a:lnTo>
                    <a:lnTo>
                      <a:pt x="117591" y="183986"/>
                    </a:lnTo>
                    <a:lnTo>
                      <a:pt x="123834" y="181877"/>
                    </a:lnTo>
                    <a:lnTo>
                      <a:pt x="130354" y="180567"/>
                    </a:lnTo>
                    <a:lnTo>
                      <a:pt x="137095" y="180117"/>
                    </a:lnTo>
                    <a:lnTo>
                      <a:pt x="224311" y="180117"/>
                    </a:lnTo>
                    <a:lnTo>
                      <a:pt x="230799" y="179623"/>
                    </a:lnTo>
                    <a:lnTo>
                      <a:pt x="236980" y="178189"/>
                    </a:lnTo>
                    <a:lnTo>
                      <a:pt x="242788" y="175887"/>
                    </a:lnTo>
                    <a:lnTo>
                      <a:pt x="248157" y="172789"/>
                    </a:lnTo>
                    <a:lnTo>
                      <a:pt x="253021" y="168966"/>
                    </a:lnTo>
                    <a:lnTo>
                      <a:pt x="257317" y="164490"/>
                    </a:lnTo>
                    <a:lnTo>
                      <a:pt x="260978" y="159433"/>
                    </a:lnTo>
                    <a:lnTo>
                      <a:pt x="263939" y="153866"/>
                    </a:lnTo>
                    <a:lnTo>
                      <a:pt x="266135" y="147862"/>
                    </a:lnTo>
                    <a:lnTo>
                      <a:pt x="267500" y="141492"/>
                    </a:lnTo>
                    <a:lnTo>
                      <a:pt x="267970" y="134828"/>
                    </a:lnTo>
                    <a:lnTo>
                      <a:pt x="267970" y="49963"/>
                    </a:lnTo>
                    <a:lnTo>
                      <a:pt x="267487" y="43531"/>
                    </a:lnTo>
                    <a:lnTo>
                      <a:pt x="266088" y="37434"/>
                    </a:lnTo>
                    <a:lnTo>
                      <a:pt x="263845" y="31707"/>
                    </a:lnTo>
                    <a:lnTo>
                      <a:pt x="260831" y="26388"/>
                    </a:lnTo>
                    <a:lnTo>
                      <a:pt x="257121" y="21513"/>
                    </a:lnTo>
                    <a:lnTo>
                      <a:pt x="252786" y="17119"/>
                    </a:lnTo>
                    <a:lnTo>
                      <a:pt x="247900" y="13242"/>
                    </a:lnTo>
                    <a:lnTo>
                      <a:pt x="242536" y="9918"/>
                    </a:lnTo>
                    <a:lnTo>
                      <a:pt x="236768" y="7185"/>
                    </a:lnTo>
                    <a:lnTo>
                      <a:pt x="230669" y="5079"/>
                    </a:lnTo>
                    <a:lnTo>
                      <a:pt x="224311" y="3636"/>
                    </a:lnTo>
                    <a:lnTo>
                      <a:pt x="218662" y="2745"/>
                    </a:lnTo>
                    <a:lnTo>
                      <a:pt x="212974" y="1982"/>
                    </a:lnTo>
                    <a:lnTo>
                      <a:pt x="207262" y="1347"/>
                    </a:lnTo>
                    <a:lnTo>
                      <a:pt x="201539" y="836"/>
                    </a:lnTo>
                    <a:lnTo>
                      <a:pt x="195819" y="447"/>
                    </a:lnTo>
                    <a:lnTo>
                      <a:pt x="190117" y="180"/>
                    </a:lnTo>
                    <a:lnTo>
                      <a:pt x="184446" y="31"/>
                    </a:lnTo>
                    <a:lnTo>
                      <a:pt x="178821" y="0"/>
                    </a:lnTo>
                    <a:close/>
                    <a:moveTo>
                      <a:pt x="131601" y="27319"/>
                    </a:moveTo>
                    <a:lnTo>
                      <a:pt x="134894" y="27665"/>
                    </a:lnTo>
                    <a:lnTo>
                      <a:pt x="137965" y="28659"/>
                    </a:lnTo>
                    <a:lnTo>
                      <a:pt x="140748" y="30232"/>
                    </a:lnTo>
                    <a:lnTo>
                      <a:pt x="143174" y="32313"/>
                    </a:lnTo>
                    <a:lnTo>
                      <a:pt x="145178" y="34835"/>
                    </a:lnTo>
                    <a:lnTo>
                      <a:pt x="146693" y="37729"/>
                    </a:lnTo>
                    <a:lnTo>
                      <a:pt x="147650" y="40925"/>
                    </a:lnTo>
                    <a:lnTo>
                      <a:pt x="147984" y="44354"/>
                    </a:lnTo>
                    <a:lnTo>
                      <a:pt x="147650" y="47769"/>
                    </a:lnTo>
                    <a:lnTo>
                      <a:pt x="146693" y="50949"/>
                    </a:lnTo>
                    <a:lnTo>
                      <a:pt x="145178" y="53825"/>
                    </a:lnTo>
                    <a:lnTo>
                      <a:pt x="143174" y="56330"/>
                    </a:lnTo>
                    <a:lnTo>
                      <a:pt x="140748" y="58397"/>
                    </a:lnTo>
                    <a:lnTo>
                      <a:pt x="137965" y="59956"/>
                    </a:lnTo>
                    <a:lnTo>
                      <a:pt x="134894" y="60942"/>
                    </a:lnTo>
                    <a:lnTo>
                      <a:pt x="131601" y="61285"/>
                    </a:lnTo>
                    <a:lnTo>
                      <a:pt x="128298" y="60942"/>
                    </a:lnTo>
                    <a:lnTo>
                      <a:pt x="125222" y="59956"/>
                    </a:lnTo>
                    <a:lnTo>
                      <a:pt x="122438" y="58397"/>
                    </a:lnTo>
                    <a:lnTo>
                      <a:pt x="120014" y="56330"/>
                    </a:lnTo>
                    <a:lnTo>
                      <a:pt x="118013" y="53825"/>
                    </a:lnTo>
                    <a:lnTo>
                      <a:pt x="116503" y="50949"/>
                    </a:lnTo>
                    <a:lnTo>
                      <a:pt x="115548" y="47769"/>
                    </a:lnTo>
                    <a:lnTo>
                      <a:pt x="115215" y="44354"/>
                    </a:lnTo>
                    <a:lnTo>
                      <a:pt x="115548" y="40925"/>
                    </a:lnTo>
                    <a:lnTo>
                      <a:pt x="116503" y="37729"/>
                    </a:lnTo>
                    <a:lnTo>
                      <a:pt x="118013" y="34835"/>
                    </a:lnTo>
                    <a:lnTo>
                      <a:pt x="120014" y="32313"/>
                    </a:lnTo>
                    <a:lnTo>
                      <a:pt x="122438" y="30232"/>
                    </a:lnTo>
                    <a:lnTo>
                      <a:pt x="125222" y="28659"/>
                    </a:lnTo>
                    <a:lnTo>
                      <a:pt x="128298" y="27665"/>
                    </a:lnTo>
                    <a:lnTo>
                      <a:pt x="131601" y="27319"/>
                    </a:lnTo>
                    <a:close/>
                  </a:path>
                </a:pathLst>
              </a:custGeom>
              <a:solidFill xmlns:a="http://schemas.openxmlformats.org/drawingml/2006/main">
                <a:srgbClr val="306998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5" name="5 python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C26CB668-7D46-486F-A99D-5B4460D077A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52450" y="1422943"/>
                <a:ext cx="361950" cy="373564"/>
              </a:xfrm>
              <a:custGeom xmlns:a="http://schemas.openxmlformats.org/drawingml/2006/main">
                <a:pathLst>
                  <a:path w="361950" h="373564">
                    <a:moveTo>
                      <a:pt x="278859" y="95252"/>
                    </a:moveTo>
                    <a:lnTo>
                      <a:pt x="278859" y="134828"/>
                    </a:lnTo>
                    <a:lnTo>
                      <a:pt x="278417" y="141813"/>
                    </a:lnTo>
                    <a:lnTo>
                      <a:pt x="277129" y="148568"/>
                    </a:lnTo>
                    <a:lnTo>
                      <a:pt x="275057" y="155036"/>
                    </a:lnTo>
                    <a:lnTo>
                      <a:pt x="272259" y="161160"/>
                    </a:lnTo>
                    <a:lnTo>
                      <a:pt x="268795" y="166882"/>
                    </a:lnTo>
                    <a:lnTo>
                      <a:pt x="264726" y="172146"/>
                    </a:lnTo>
                    <a:lnTo>
                      <a:pt x="260112" y="176894"/>
                    </a:lnTo>
                    <a:lnTo>
                      <a:pt x="255011" y="181068"/>
                    </a:lnTo>
                    <a:lnTo>
                      <a:pt x="249484" y="184612"/>
                    </a:lnTo>
                    <a:lnTo>
                      <a:pt x="243590" y="187467"/>
                    </a:lnTo>
                    <a:lnTo>
                      <a:pt x="237390" y="189578"/>
                    </a:lnTo>
                    <a:lnTo>
                      <a:pt x="230944" y="190887"/>
                    </a:lnTo>
                    <a:lnTo>
                      <a:pt x="224311" y="191336"/>
                    </a:lnTo>
                    <a:lnTo>
                      <a:pt x="137095" y="191336"/>
                    </a:lnTo>
                    <a:lnTo>
                      <a:pt x="130694" y="191840"/>
                    </a:lnTo>
                    <a:lnTo>
                      <a:pt x="124567" y="193301"/>
                    </a:lnTo>
                    <a:lnTo>
                      <a:pt x="118786" y="195641"/>
                    </a:lnTo>
                    <a:lnTo>
                      <a:pt x="113421" y="198782"/>
                    </a:lnTo>
                    <a:lnTo>
                      <a:pt x="108543" y="202645"/>
                    </a:lnTo>
                    <a:lnTo>
                      <a:pt x="104221" y="207152"/>
                    </a:lnTo>
                    <a:lnTo>
                      <a:pt x="100527" y="212226"/>
                    </a:lnTo>
                    <a:lnTo>
                      <a:pt x="97531" y="217788"/>
                    </a:lnTo>
                    <a:lnTo>
                      <a:pt x="95304" y="223761"/>
                    </a:lnTo>
                    <a:lnTo>
                      <a:pt x="93915" y="230066"/>
                    </a:lnTo>
                    <a:lnTo>
                      <a:pt x="93437" y="236625"/>
                    </a:lnTo>
                    <a:lnTo>
                      <a:pt x="93437" y="321489"/>
                    </a:lnTo>
                    <a:lnTo>
                      <a:pt x="94036" y="328440"/>
                    </a:lnTo>
                    <a:lnTo>
                      <a:pt x="95762" y="334809"/>
                    </a:lnTo>
                    <a:lnTo>
                      <a:pt x="98505" y="340613"/>
                    </a:lnTo>
                    <a:lnTo>
                      <a:pt x="102157" y="345869"/>
                    </a:lnTo>
                    <a:lnTo>
                      <a:pt x="106611" y="350593"/>
                    </a:lnTo>
                    <a:lnTo>
                      <a:pt x="111756" y="354799"/>
                    </a:lnTo>
                    <a:lnTo>
                      <a:pt x="117486" y="358505"/>
                    </a:lnTo>
                    <a:lnTo>
                      <a:pt x="123692" y="361727"/>
                    </a:lnTo>
                    <a:lnTo>
                      <a:pt x="130264" y="364479"/>
                    </a:lnTo>
                    <a:lnTo>
                      <a:pt x="137095" y="366780"/>
                    </a:lnTo>
                    <a:lnTo>
                      <a:pt x="143457" y="368571"/>
                    </a:lnTo>
                    <a:lnTo>
                      <a:pt x="149799" y="370108"/>
                    </a:lnTo>
                    <a:lnTo>
                      <a:pt x="156144" y="371380"/>
                    </a:lnTo>
                    <a:lnTo>
                      <a:pt x="162511" y="372374"/>
                    </a:lnTo>
                    <a:lnTo>
                      <a:pt x="168922" y="373077"/>
                    </a:lnTo>
                    <a:lnTo>
                      <a:pt x="175397" y="373478"/>
                    </a:lnTo>
                    <a:lnTo>
                      <a:pt x="181959" y="373564"/>
                    </a:lnTo>
                    <a:lnTo>
                      <a:pt x="188628" y="373323"/>
                    </a:lnTo>
                    <a:lnTo>
                      <a:pt x="195424" y="372742"/>
                    </a:lnTo>
                    <a:lnTo>
                      <a:pt x="202370" y="371810"/>
                    </a:lnTo>
                    <a:lnTo>
                      <a:pt x="209485" y="370514"/>
                    </a:lnTo>
                    <a:lnTo>
                      <a:pt x="216792" y="368841"/>
                    </a:lnTo>
                    <a:lnTo>
                      <a:pt x="224311" y="366780"/>
                    </a:lnTo>
                    <a:lnTo>
                      <a:pt x="230875" y="364627"/>
                    </a:lnTo>
                    <a:lnTo>
                      <a:pt x="237293" y="362043"/>
                    </a:lnTo>
                    <a:lnTo>
                      <a:pt x="243435" y="358992"/>
                    </a:lnTo>
                    <a:lnTo>
                      <a:pt x="249175" y="355437"/>
                    </a:lnTo>
                    <a:lnTo>
                      <a:pt x="254384" y="351342"/>
                    </a:lnTo>
                    <a:lnTo>
                      <a:pt x="258933" y="346671"/>
                    </a:lnTo>
                    <a:lnTo>
                      <a:pt x="262694" y="341386"/>
                    </a:lnTo>
                    <a:lnTo>
                      <a:pt x="265540" y="335452"/>
                    </a:lnTo>
                    <a:lnTo>
                      <a:pt x="267341" y="328832"/>
                    </a:lnTo>
                    <a:lnTo>
                      <a:pt x="267970" y="321489"/>
                    </a:lnTo>
                    <a:lnTo>
                      <a:pt x="267970" y="287522"/>
                    </a:lnTo>
                    <a:lnTo>
                      <a:pt x="180755" y="287522"/>
                    </a:lnTo>
                    <a:lnTo>
                      <a:pt x="180755" y="276200"/>
                    </a:lnTo>
                    <a:lnTo>
                      <a:pt x="267970" y="276200"/>
                    </a:lnTo>
                    <a:lnTo>
                      <a:pt x="311628" y="276200"/>
                    </a:lnTo>
                    <a:lnTo>
                      <a:pt x="318779" y="275667"/>
                    </a:lnTo>
                    <a:lnTo>
                      <a:pt x="325067" y="274104"/>
                    </a:lnTo>
                    <a:lnTo>
                      <a:pt x="330582" y="271566"/>
                    </a:lnTo>
                    <a:lnTo>
                      <a:pt x="335418" y="268105"/>
                    </a:lnTo>
                    <a:lnTo>
                      <a:pt x="339665" y="263777"/>
                    </a:lnTo>
                    <a:lnTo>
                      <a:pt x="343415" y="258636"/>
                    </a:lnTo>
                    <a:lnTo>
                      <a:pt x="346761" y="252735"/>
                    </a:lnTo>
                    <a:lnTo>
                      <a:pt x="349793" y="246128"/>
                    </a:lnTo>
                    <a:lnTo>
                      <a:pt x="352604" y="238870"/>
                    </a:lnTo>
                    <a:lnTo>
                      <a:pt x="355286" y="231015"/>
                    </a:lnTo>
                    <a:lnTo>
                      <a:pt x="357222" y="224587"/>
                    </a:lnTo>
                    <a:lnTo>
                      <a:pt x="358824" y="218170"/>
                    </a:lnTo>
                    <a:lnTo>
                      <a:pt x="360094" y="211735"/>
                    </a:lnTo>
                    <a:lnTo>
                      <a:pt x="361036" y="205257"/>
                    </a:lnTo>
                    <a:lnTo>
                      <a:pt x="361654" y="198707"/>
                    </a:lnTo>
                    <a:lnTo>
                      <a:pt x="361950" y="192057"/>
                    </a:lnTo>
                    <a:lnTo>
                      <a:pt x="361928" y="185282"/>
                    </a:lnTo>
                    <a:lnTo>
                      <a:pt x="361590" y="178352"/>
                    </a:lnTo>
                    <a:lnTo>
                      <a:pt x="360940" y="171241"/>
                    </a:lnTo>
                    <a:lnTo>
                      <a:pt x="359982" y="163922"/>
                    </a:lnTo>
                    <a:lnTo>
                      <a:pt x="358718" y="156366"/>
                    </a:lnTo>
                    <a:lnTo>
                      <a:pt x="357152" y="148547"/>
                    </a:lnTo>
                    <a:lnTo>
                      <a:pt x="355286" y="140437"/>
                    </a:lnTo>
                    <a:lnTo>
                      <a:pt x="353226" y="132906"/>
                    </a:lnTo>
                    <a:lnTo>
                      <a:pt x="350776" y="125836"/>
                    </a:lnTo>
                    <a:lnTo>
                      <a:pt x="347892" y="119306"/>
                    </a:lnTo>
                    <a:lnTo>
                      <a:pt x="344526" y="113393"/>
                    </a:lnTo>
                    <a:lnTo>
                      <a:pt x="340633" y="108175"/>
                    </a:lnTo>
                    <a:lnTo>
                      <a:pt x="336166" y="103731"/>
                    </a:lnTo>
                    <a:lnTo>
                      <a:pt x="331078" y="100139"/>
                    </a:lnTo>
                    <a:lnTo>
                      <a:pt x="325323" y="97476"/>
                    </a:lnTo>
                    <a:lnTo>
                      <a:pt x="318855" y="95821"/>
                    </a:lnTo>
                    <a:lnTo>
                      <a:pt x="311628" y="95252"/>
                    </a:lnTo>
                    <a:lnTo>
                      <a:pt x="278859" y="95252"/>
                    </a:lnTo>
                    <a:close/>
                    <a:moveTo>
                      <a:pt x="229806" y="310167"/>
                    </a:moveTo>
                    <a:lnTo>
                      <a:pt x="233109" y="310511"/>
                    </a:lnTo>
                    <a:lnTo>
                      <a:pt x="236185" y="311496"/>
                    </a:lnTo>
                    <a:lnTo>
                      <a:pt x="238969" y="313056"/>
                    </a:lnTo>
                    <a:lnTo>
                      <a:pt x="241393" y="315123"/>
                    </a:lnTo>
                    <a:lnTo>
                      <a:pt x="243394" y="317628"/>
                    </a:lnTo>
                    <a:lnTo>
                      <a:pt x="244904" y="320504"/>
                    </a:lnTo>
                    <a:lnTo>
                      <a:pt x="245859" y="323684"/>
                    </a:lnTo>
                    <a:lnTo>
                      <a:pt x="246191" y="327099"/>
                    </a:lnTo>
                    <a:lnTo>
                      <a:pt x="245859" y="330528"/>
                    </a:lnTo>
                    <a:lnTo>
                      <a:pt x="244904" y="333724"/>
                    </a:lnTo>
                    <a:lnTo>
                      <a:pt x="243394" y="336618"/>
                    </a:lnTo>
                    <a:lnTo>
                      <a:pt x="241393" y="339139"/>
                    </a:lnTo>
                    <a:lnTo>
                      <a:pt x="238969" y="341221"/>
                    </a:lnTo>
                    <a:lnTo>
                      <a:pt x="236185" y="342793"/>
                    </a:lnTo>
                    <a:lnTo>
                      <a:pt x="233109" y="343787"/>
                    </a:lnTo>
                    <a:lnTo>
                      <a:pt x="229806" y="344133"/>
                    </a:lnTo>
                    <a:lnTo>
                      <a:pt x="226513" y="343787"/>
                    </a:lnTo>
                    <a:lnTo>
                      <a:pt x="223441" y="342793"/>
                    </a:lnTo>
                    <a:lnTo>
                      <a:pt x="220659" y="341221"/>
                    </a:lnTo>
                    <a:lnTo>
                      <a:pt x="218232" y="339139"/>
                    </a:lnTo>
                    <a:lnTo>
                      <a:pt x="216228" y="336618"/>
                    </a:lnTo>
                    <a:lnTo>
                      <a:pt x="214714" y="333724"/>
                    </a:lnTo>
                    <a:lnTo>
                      <a:pt x="213757" y="330528"/>
                    </a:lnTo>
                    <a:lnTo>
                      <a:pt x="213422" y="327099"/>
                    </a:lnTo>
                    <a:lnTo>
                      <a:pt x="213757" y="323684"/>
                    </a:lnTo>
                    <a:lnTo>
                      <a:pt x="214714" y="320504"/>
                    </a:lnTo>
                    <a:lnTo>
                      <a:pt x="216228" y="317628"/>
                    </a:lnTo>
                    <a:lnTo>
                      <a:pt x="218232" y="315123"/>
                    </a:lnTo>
                    <a:lnTo>
                      <a:pt x="220659" y="313056"/>
                    </a:lnTo>
                    <a:lnTo>
                      <a:pt x="223441" y="311496"/>
                    </a:lnTo>
                    <a:lnTo>
                      <a:pt x="226513" y="310511"/>
                    </a:lnTo>
                    <a:lnTo>
                      <a:pt x="229806" y="310167"/>
                    </a:lnTo>
                    <a:close/>
                  </a:path>
                </a:pathLst>
              </a:custGeom>
              <a:solidFill xmlns:a="http://schemas.openxmlformats.org/drawingml/2006/main">
                <a:srgbClr val="FFE873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6" name="6 Python">
              <a:extLst xmlns:a="http://schemas.openxmlformats.org/drawingml/2006/main">
                <a:ext uri="{FF2B5EF4-FFF2-40B4-BE49-F238E27FC236}">
                  <a16:creationId xmlns:a16="http://schemas.microsoft.com/office/drawing/2014/main" id="{2105D452-CAE2-47FF-9CEF-6EC43D8270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7275" y="1524000"/>
              <a:ext cx="100012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59687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596875"/>
                  </a:solidFill>
                  <a:latin typeface="Times New Roman"/>
                  <a:ea typeface="Times New Roman"/>
                  <a:cs typeface="Times New Roman"/>
                </a:rPr>
                <a:t>Python</a:t>
              </a:r>
            </a:p>
          </p:txBody>
        </p:sp>
        <p:grpSp>
          <p:nvGrpSpPr>
            <p:cNvPr id="310" name="icon-torch-6"/>
            <p:cNvGrpSpPr/>
            <p:nvPr/>
          </p:nvGrpSpPr>
          <p:grpSpPr>
            <ns1:xfrm xmlns:ns1="http://schemas.openxmlformats.org/drawingml/2006/main">
              <ns1:off x="571282" y="2009775"/>
              <ns1:ext cx="324287" cy="400050"/>
              <ns1:chOff x="571282" y="2009775"/>
              <ns1:chExt cx="324287" cy="400050"/>
            </ns1:xfrm>
          </p:grpSpPr>
          <p:sp>
            <p:nvSpPr>
              <p:cNvPr id="7" name="7 torch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8BCF3303-5DFA-45D2-B361-6629B4C8B49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71282" y="2009775"/>
                <a:ext cx="324287" cy="400050"/>
              </a:xfrm>
              <a:custGeom xmlns:a="http://schemas.openxmlformats.org/drawingml/2006/main">
                <a:pathLst>
                  <a:path w="324287" h="400050">
                    <a:moveTo>
                      <a:pt x="276905" y="117560"/>
                    </a:moveTo>
                    <a:lnTo>
                      <a:pt x="248572" y="146604"/>
                    </a:lnTo>
                    <a:lnTo>
                      <a:pt x="252297" y="150595"/>
                    </a:lnTo>
                    <a:lnTo>
                      <a:pt x="255815" y="154711"/>
                    </a:lnTo>
                    <a:lnTo>
                      <a:pt x="259127" y="158947"/>
                    </a:lnTo>
                    <a:lnTo>
                      <a:pt x="262231" y="163294"/>
                    </a:lnTo>
                    <a:lnTo>
                      <a:pt x="265129" y="167745"/>
                    </a:lnTo>
                    <a:lnTo>
                      <a:pt x="267819" y="172294"/>
                    </a:lnTo>
                    <a:lnTo>
                      <a:pt x="270303" y="176934"/>
                    </a:lnTo>
                    <a:lnTo>
                      <a:pt x="272579" y="181656"/>
                    </a:lnTo>
                    <a:lnTo>
                      <a:pt x="274649" y="186453"/>
                    </a:lnTo>
                    <a:lnTo>
                      <a:pt x="276512" y="191320"/>
                    </a:lnTo>
                    <a:lnTo>
                      <a:pt x="278167" y="196247"/>
                    </a:lnTo>
                    <a:lnTo>
                      <a:pt x="279616" y="201229"/>
                    </a:lnTo>
                    <a:lnTo>
                      <a:pt x="280858" y="206257"/>
                    </a:lnTo>
                    <a:lnTo>
                      <a:pt x="281893" y="211325"/>
                    </a:lnTo>
                    <a:lnTo>
                      <a:pt x="282721" y="216426"/>
                    </a:lnTo>
                    <a:lnTo>
                      <a:pt x="283342" y="221551"/>
                    </a:lnTo>
                    <a:lnTo>
                      <a:pt x="283755" y="226695"/>
                    </a:lnTo>
                    <a:lnTo>
                      <a:pt x="283962" y="231850"/>
                    </a:lnTo>
                    <a:lnTo>
                      <a:pt x="283962" y="237008"/>
                    </a:lnTo>
                    <a:lnTo>
                      <a:pt x="283755" y="242162"/>
                    </a:lnTo>
                    <a:lnTo>
                      <a:pt x="283342" y="247306"/>
                    </a:lnTo>
                    <a:lnTo>
                      <a:pt x="282721" y="252432"/>
                    </a:lnTo>
                    <a:lnTo>
                      <a:pt x="281893" y="257532"/>
                    </a:lnTo>
                    <a:lnTo>
                      <a:pt x="280858" y="262600"/>
                    </a:lnTo>
                    <a:lnTo>
                      <a:pt x="279616" y="267629"/>
                    </a:lnTo>
                    <a:lnTo>
                      <a:pt x="278167" y="272610"/>
                    </a:lnTo>
                    <a:lnTo>
                      <a:pt x="276512" y="277538"/>
                    </a:lnTo>
                    <a:lnTo>
                      <a:pt x="274649" y="282404"/>
                    </a:lnTo>
                    <a:lnTo>
                      <a:pt x="272579" y="287202"/>
                    </a:lnTo>
                    <a:lnTo>
                      <a:pt x="270303" y="291924"/>
                    </a:lnTo>
                    <a:lnTo>
                      <a:pt x="267819" y="296563"/>
                    </a:lnTo>
                    <a:lnTo>
                      <a:pt x="265129" y="301112"/>
                    </a:lnTo>
                    <a:lnTo>
                      <a:pt x="262231" y="305564"/>
                    </a:lnTo>
                    <a:lnTo>
                      <a:pt x="259127" y="309911"/>
                    </a:lnTo>
                    <a:lnTo>
                      <a:pt x="255815" y="314146"/>
                    </a:lnTo>
                    <a:lnTo>
                      <a:pt x="252297" y="318263"/>
                    </a:lnTo>
                    <a:lnTo>
                      <a:pt x="248572" y="322253"/>
                    </a:lnTo>
                    <a:lnTo>
                      <a:pt x="244569" y="326175"/>
                    </a:lnTo>
                    <a:lnTo>
                      <a:pt x="240437" y="329873"/>
                    </a:lnTo>
                    <a:lnTo>
                      <a:pt x="236182" y="333346"/>
                    </a:lnTo>
                    <a:lnTo>
                      <a:pt x="231813" y="336596"/>
                    </a:lnTo>
                    <a:lnTo>
                      <a:pt x="227337" y="339621"/>
                    </a:lnTo>
                    <a:lnTo>
                      <a:pt x="222762" y="342423"/>
                    </a:lnTo>
                    <a:lnTo>
                      <a:pt x="218095" y="345000"/>
                    </a:lnTo>
                    <a:lnTo>
                      <a:pt x="213344" y="347353"/>
                    </a:lnTo>
                    <a:lnTo>
                      <a:pt x="208517" y="349482"/>
                    </a:lnTo>
                    <a:lnTo>
                      <a:pt x="203621" y="351387"/>
                    </a:lnTo>
                    <a:lnTo>
                      <a:pt x="198664" y="353068"/>
                    </a:lnTo>
                    <a:lnTo>
                      <a:pt x="193654" y="354525"/>
                    </a:lnTo>
                    <a:lnTo>
                      <a:pt x="188598" y="355757"/>
                    </a:lnTo>
                    <a:lnTo>
                      <a:pt x="183503" y="356766"/>
                    </a:lnTo>
                    <a:lnTo>
                      <a:pt x="178379" y="357550"/>
                    </a:lnTo>
                    <a:lnTo>
                      <a:pt x="173231" y="358110"/>
                    </a:lnTo>
                    <a:lnTo>
                      <a:pt x="168068" y="358446"/>
                    </a:lnTo>
                    <a:lnTo>
                      <a:pt x="162897" y="358559"/>
                    </a:lnTo>
                    <a:lnTo>
                      <a:pt x="157726" y="358446"/>
                    </a:lnTo>
                    <a:lnTo>
                      <a:pt x="152563" y="358110"/>
                    </a:lnTo>
                    <a:lnTo>
                      <a:pt x="147416" y="357550"/>
                    </a:lnTo>
                    <a:lnTo>
                      <a:pt x="142291" y="356766"/>
                    </a:lnTo>
                    <a:lnTo>
                      <a:pt x="137196" y="355757"/>
                    </a:lnTo>
                    <a:lnTo>
                      <a:pt x="132140" y="354525"/>
                    </a:lnTo>
                    <a:lnTo>
                      <a:pt x="127130" y="353068"/>
                    </a:lnTo>
                    <a:lnTo>
                      <a:pt x="122173" y="351387"/>
                    </a:lnTo>
                    <a:lnTo>
                      <a:pt x="117277" y="349482"/>
                    </a:lnTo>
                    <a:lnTo>
                      <a:pt x="112450" y="347353"/>
                    </a:lnTo>
                    <a:lnTo>
                      <a:pt x="107699" y="345000"/>
                    </a:lnTo>
                    <a:lnTo>
                      <a:pt x="103033" y="342423"/>
                    </a:lnTo>
                    <a:lnTo>
                      <a:pt x="98457" y="339621"/>
                    </a:lnTo>
                    <a:lnTo>
                      <a:pt x="93981" y="336596"/>
                    </a:lnTo>
                    <a:lnTo>
                      <a:pt x="89612" y="333346"/>
                    </a:lnTo>
                    <a:lnTo>
                      <a:pt x="85358" y="329873"/>
                    </a:lnTo>
                    <a:lnTo>
                      <a:pt x="81225" y="326175"/>
                    </a:lnTo>
                    <a:lnTo>
                      <a:pt x="77223" y="322253"/>
                    </a:lnTo>
                    <a:lnTo>
                      <a:pt x="73497" y="318263"/>
                    </a:lnTo>
                    <a:lnTo>
                      <a:pt x="69979" y="314146"/>
                    </a:lnTo>
                    <a:lnTo>
                      <a:pt x="66667" y="309911"/>
                    </a:lnTo>
                    <a:lnTo>
                      <a:pt x="63563" y="305564"/>
                    </a:lnTo>
                    <a:lnTo>
                      <a:pt x="60665" y="301112"/>
                    </a:lnTo>
                    <a:lnTo>
                      <a:pt x="57975" y="296563"/>
                    </a:lnTo>
                    <a:lnTo>
                      <a:pt x="55491" y="291924"/>
                    </a:lnTo>
                    <a:lnTo>
                      <a:pt x="53214" y="287202"/>
                    </a:lnTo>
                    <a:lnTo>
                      <a:pt x="51145" y="282404"/>
                    </a:lnTo>
                    <a:lnTo>
                      <a:pt x="49282" y="277538"/>
                    </a:lnTo>
                    <a:lnTo>
                      <a:pt x="47626" y="272610"/>
                    </a:lnTo>
                    <a:lnTo>
                      <a:pt x="46177" y="267629"/>
                    </a:lnTo>
                    <a:lnTo>
                      <a:pt x="44936" y="262600"/>
                    </a:lnTo>
                    <a:lnTo>
                      <a:pt x="43901" y="257532"/>
                    </a:lnTo>
                    <a:lnTo>
                      <a:pt x="43073" y="252432"/>
                    </a:lnTo>
                    <a:lnTo>
                      <a:pt x="42452" y="247306"/>
                    </a:lnTo>
                    <a:lnTo>
                      <a:pt x="42038" y="242162"/>
                    </a:lnTo>
                    <a:lnTo>
                      <a:pt x="41831" y="237008"/>
                    </a:lnTo>
                    <a:lnTo>
                      <a:pt x="41831" y="231850"/>
                    </a:lnTo>
                    <a:lnTo>
                      <a:pt x="42038" y="226695"/>
                    </a:lnTo>
                    <a:lnTo>
                      <a:pt x="42452" y="221551"/>
                    </a:lnTo>
                    <a:lnTo>
                      <a:pt x="43073" y="216426"/>
                    </a:lnTo>
                    <a:lnTo>
                      <a:pt x="43901" y="211325"/>
                    </a:lnTo>
                    <a:lnTo>
                      <a:pt x="44936" y="206257"/>
                    </a:lnTo>
                    <a:lnTo>
                      <a:pt x="46177" y="201229"/>
                    </a:lnTo>
                    <a:lnTo>
                      <a:pt x="47626" y="196247"/>
                    </a:lnTo>
                    <a:lnTo>
                      <a:pt x="49282" y="191320"/>
                    </a:lnTo>
                    <a:lnTo>
                      <a:pt x="51145" y="186453"/>
                    </a:lnTo>
                    <a:lnTo>
                      <a:pt x="53214" y="181656"/>
                    </a:lnTo>
                    <a:lnTo>
                      <a:pt x="55491" y="176934"/>
                    </a:lnTo>
                    <a:lnTo>
                      <a:pt x="57975" y="172294"/>
                    </a:lnTo>
                    <a:lnTo>
                      <a:pt x="60665" y="167745"/>
                    </a:lnTo>
                    <a:lnTo>
                      <a:pt x="63563" y="163294"/>
                    </a:lnTo>
                    <a:lnTo>
                      <a:pt x="66667" y="158947"/>
                    </a:lnTo>
                    <a:lnTo>
                      <a:pt x="69979" y="154711"/>
                    </a:lnTo>
                    <a:lnTo>
                      <a:pt x="73497" y="150595"/>
                    </a:lnTo>
                    <a:lnTo>
                      <a:pt x="77223" y="146604"/>
                    </a:lnTo>
                    <a:lnTo>
                      <a:pt x="77223" y="146604"/>
                    </a:lnTo>
                    <a:lnTo>
                      <a:pt x="152778" y="69153"/>
                    </a:lnTo>
                    <a:lnTo>
                      <a:pt x="162222" y="58089"/>
                    </a:lnTo>
                    <a:lnTo>
                      <a:pt x="162222" y="58089"/>
                    </a:lnTo>
                    <a:lnTo>
                      <a:pt x="162222" y="0"/>
                    </a:lnTo>
                    <a:lnTo>
                      <a:pt x="47540" y="117560"/>
                    </a:lnTo>
                    <a:lnTo>
                      <a:pt x="43737" y="121588"/>
                    </a:lnTo>
                    <a:lnTo>
                      <a:pt x="40092" y="125708"/>
                    </a:lnTo>
                    <a:lnTo>
                      <a:pt x="36606" y="129917"/>
                    </a:lnTo>
                    <a:lnTo>
                      <a:pt x="33278" y="134211"/>
                    </a:lnTo>
                    <a:lnTo>
                      <a:pt x="30108" y="138587"/>
                    </a:lnTo>
                    <a:lnTo>
                      <a:pt x="27098" y="143039"/>
                    </a:lnTo>
                    <a:lnTo>
                      <a:pt x="24245" y="147564"/>
                    </a:lnTo>
                    <a:lnTo>
                      <a:pt x="21551" y="152158"/>
                    </a:lnTo>
                    <a:lnTo>
                      <a:pt x="19016" y="156818"/>
                    </a:lnTo>
                    <a:lnTo>
                      <a:pt x="16639" y="161539"/>
                    </a:lnTo>
                    <a:lnTo>
                      <a:pt x="14420" y="166317"/>
                    </a:lnTo>
                    <a:lnTo>
                      <a:pt x="12360" y="171148"/>
                    </a:lnTo>
                    <a:lnTo>
                      <a:pt x="10459" y="176029"/>
                    </a:lnTo>
                    <a:lnTo>
                      <a:pt x="8716" y="180955"/>
                    </a:lnTo>
                    <a:lnTo>
                      <a:pt x="7131" y="185923"/>
                    </a:lnTo>
                    <a:lnTo>
                      <a:pt x="5705" y="190928"/>
                    </a:lnTo>
                    <a:lnTo>
                      <a:pt x="4437" y="195967"/>
                    </a:lnTo>
                    <a:lnTo>
                      <a:pt x="3328" y="201035"/>
                    </a:lnTo>
                    <a:lnTo>
                      <a:pt x="2377" y="206129"/>
                    </a:lnTo>
                    <a:lnTo>
                      <a:pt x="1585" y="211245"/>
                    </a:lnTo>
                    <a:lnTo>
                      <a:pt x="951" y="216378"/>
                    </a:lnTo>
                    <a:lnTo>
                      <a:pt x="475" y="221526"/>
                    </a:lnTo>
                    <a:lnTo>
                      <a:pt x="158" y="226683"/>
                    </a:lnTo>
                    <a:lnTo>
                      <a:pt x="0" y="231846"/>
                    </a:lnTo>
                    <a:lnTo>
                      <a:pt x="0" y="237011"/>
                    </a:lnTo>
                    <a:lnTo>
                      <a:pt x="158" y="242174"/>
                    </a:lnTo>
                    <a:lnTo>
                      <a:pt x="475" y="247332"/>
                    </a:lnTo>
                    <a:lnTo>
                      <a:pt x="951" y="252479"/>
                    </a:lnTo>
                    <a:lnTo>
                      <a:pt x="1585" y="257613"/>
                    </a:lnTo>
                    <a:lnTo>
                      <a:pt x="2377" y="262728"/>
                    </a:lnTo>
                    <a:lnTo>
                      <a:pt x="3328" y="267822"/>
                    </a:lnTo>
                    <a:lnTo>
                      <a:pt x="4437" y="272891"/>
                    </a:lnTo>
                    <a:lnTo>
                      <a:pt x="5705" y="277930"/>
                    </a:lnTo>
                    <a:lnTo>
                      <a:pt x="7131" y="282935"/>
                    </a:lnTo>
                    <a:lnTo>
                      <a:pt x="8716" y="287902"/>
                    </a:lnTo>
                    <a:lnTo>
                      <a:pt x="10459" y="292828"/>
                    </a:lnTo>
                    <a:lnTo>
                      <a:pt x="12360" y="297709"/>
                    </a:lnTo>
                    <a:lnTo>
                      <a:pt x="14420" y="302541"/>
                    </a:lnTo>
                    <a:lnTo>
                      <a:pt x="16639" y="307319"/>
                    </a:lnTo>
                    <a:lnTo>
                      <a:pt x="19016" y="312039"/>
                    </a:lnTo>
                    <a:lnTo>
                      <a:pt x="21551" y="316699"/>
                    </a:lnTo>
                    <a:lnTo>
                      <a:pt x="24245" y="321293"/>
                    </a:lnTo>
                    <a:lnTo>
                      <a:pt x="27098" y="325819"/>
                    </a:lnTo>
                    <a:lnTo>
                      <a:pt x="30108" y="330271"/>
                    </a:lnTo>
                    <a:lnTo>
                      <a:pt x="33278" y="334646"/>
                    </a:lnTo>
                    <a:lnTo>
                      <a:pt x="36606" y="338940"/>
                    </a:lnTo>
                    <a:lnTo>
                      <a:pt x="40092" y="343149"/>
                    </a:lnTo>
                    <a:lnTo>
                      <a:pt x="43737" y="347270"/>
                    </a:lnTo>
                    <a:lnTo>
                      <a:pt x="47540" y="351297"/>
                    </a:lnTo>
                    <a:lnTo>
                      <a:pt x="51551" y="355275"/>
                    </a:lnTo>
                    <a:lnTo>
                      <a:pt x="55658" y="359084"/>
                    </a:lnTo>
                    <a:lnTo>
                      <a:pt x="59854" y="362724"/>
                    </a:lnTo>
                    <a:lnTo>
                      <a:pt x="64136" y="366194"/>
                    </a:lnTo>
                    <a:lnTo>
                      <a:pt x="68501" y="369495"/>
                    </a:lnTo>
                    <a:lnTo>
                      <a:pt x="72943" y="372627"/>
                    </a:lnTo>
                    <a:lnTo>
                      <a:pt x="77459" y="375589"/>
                    </a:lnTo>
                    <a:lnTo>
                      <a:pt x="82044" y="378382"/>
                    </a:lnTo>
                    <a:lnTo>
                      <a:pt x="86696" y="381006"/>
                    </a:lnTo>
                    <a:lnTo>
                      <a:pt x="91408" y="383461"/>
                    </a:lnTo>
                    <a:lnTo>
                      <a:pt x="96179" y="385746"/>
                    </a:lnTo>
                    <a:lnTo>
                      <a:pt x="101002" y="387862"/>
                    </a:lnTo>
                    <a:lnTo>
                      <a:pt x="105875" y="389809"/>
                    </a:lnTo>
                    <a:lnTo>
                      <a:pt x="110792" y="391586"/>
                    </a:lnTo>
                    <a:lnTo>
                      <a:pt x="115751" y="393194"/>
                    </a:lnTo>
                    <a:lnTo>
                      <a:pt x="120747" y="394633"/>
                    </a:lnTo>
                    <a:lnTo>
                      <a:pt x="125775" y="395903"/>
                    </a:lnTo>
                    <a:lnTo>
                      <a:pt x="130832" y="397003"/>
                    </a:lnTo>
                    <a:lnTo>
                      <a:pt x="135914" y="397934"/>
                    </a:lnTo>
                    <a:lnTo>
                      <a:pt x="141016" y="398696"/>
                    </a:lnTo>
                    <a:lnTo>
                      <a:pt x="146135" y="399288"/>
                    </a:lnTo>
                    <a:lnTo>
                      <a:pt x="151266" y="399711"/>
                    </a:lnTo>
                    <a:lnTo>
                      <a:pt x="156405" y="399965"/>
                    </a:lnTo>
                    <a:lnTo>
                      <a:pt x="161548" y="400050"/>
                    </a:lnTo>
                    <a:lnTo>
                      <a:pt x="166691" y="399965"/>
                    </a:lnTo>
                    <a:lnTo>
                      <a:pt x="171830" y="399711"/>
                    </a:lnTo>
                    <a:lnTo>
                      <a:pt x="176961" y="399288"/>
                    </a:lnTo>
                    <a:lnTo>
                      <a:pt x="182079" y="398696"/>
                    </a:lnTo>
                    <a:lnTo>
                      <a:pt x="187182" y="397934"/>
                    </a:lnTo>
                    <a:lnTo>
                      <a:pt x="192263" y="397003"/>
                    </a:lnTo>
                    <a:lnTo>
                      <a:pt x="197320" y="395903"/>
                    </a:lnTo>
                    <a:lnTo>
                      <a:pt x="202349" y="394633"/>
                    </a:lnTo>
                    <a:lnTo>
                      <a:pt x="207344" y="393194"/>
                    </a:lnTo>
                    <a:lnTo>
                      <a:pt x="212303" y="391586"/>
                    </a:lnTo>
                    <a:lnTo>
                      <a:pt x="217221" y="389809"/>
                    </a:lnTo>
                    <a:lnTo>
                      <a:pt x="222094" y="387862"/>
                    </a:lnTo>
                    <a:lnTo>
                      <a:pt x="226917" y="385746"/>
                    </a:lnTo>
                    <a:lnTo>
                      <a:pt x="231687" y="383461"/>
                    </a:lnTo>
                    <a:lnTo>
                      <a:pt x="236400" y="381006"/>
                    </a:lnTo>
                    <a:lnTo>
                      <a:pt x="241051" y="378382"/>
                    </a:lnTo>
                    <a:lnTo>
                      <a:pt x="245637" y="375589"/>
                    </a:lnTo>
                    <a:lnTo>
                      <a:pt x="250153" y="372627"/>
                    </a:lnTo>
                    <a:lnTo>
                      <a:pt x="254595" y="369495"/>
                    </a:lnTo>
                    <a:lnTo>
                      <a:pt x="258959" y="366194"/>
                    </a:lnTo>
                    <a:lnTo>
                      <a:pt x="263242" y="362724"/>
                    </a:lnTo>
                    <a:lnTo>
                      <a:pt x="267438" y="359084"/>
                    </a:lnTo>
                    <a:lnTo>
                      <a:pt x="271544" y="355275"/>
                    </a:lnTo>
                    <a:lnTo>
                      <a:pt x="275556" y="351297"/>
                    </a:lnTo>
                    <a:lnTo>
                      <a:pt x="279440" y="347268"/>
                    </a:lnTo>
                    <a:lnTo>
                      <a:pt x="283162" y="343143"/>
                    </a:lnTo>
                    <a:lnTo>
                      <a:pt x="286723" y="338925"/>
                    </a:lnTo>
                    <a:lnTo>
                      <a:pt x="290122" y="334621"/>
                    </a:lnTo>
                    <a:lnTo>
                      <a:pt x="293360" y="330232"/>
                    </a:lnTo>
                    <a:lnTo>
                      <a:pt x="296436" y="325764"/>
                    </a:lnTo>
                    <a:lnTo>
                      <a:pt x="299350" y="321221"/>
                    </a:lnTo>
                    <a:lnTo>
                      <a:pt x="302103" y="316606"/>
                    </a:lnTo>
                    <a:lnTo>
                      <a:pt x="304695" y="311925"/>
                    </a:lnTo>
                    <a:lnTo>
                      <a:pt x="307126" y="307181"/>
                    </a:lnTo>
                    <a:lnTo>
                      <a:pt x="309395" y="302378"/>
                    </a:lnTo>
                    <a:lnTo>
                      <a:pt x="311504" y="297521"/>
                    </a:lnTo>
                    <a:lnTo>
                      <a:pt x="313451" y="292614"/>
                    </a:lnTo>
                    <a:lnTo>
                      <a:pt x="315238" y="287660"/>
                    </a:lnTo>
                    <a:lnTo>
                      <a:pt x="316863" y="282665"/>
                    </a:lnTo>
                    <a:lnTo>
                      <a:pt x="318328" y="277632"/>
                    </a:lnTo>
                    <a:lnTo>
                      <a:pt x="319632" y="272565"/>
                    </a:lnTo>
                    <a:lnTo>
                      <a:pt x="320776" y="267468"/>
                    </a:lnTo>
                    <a:lnTo>
                      <a:pt x="321759" y="262346"/>
                    </a:lnTo>
                    <a:lnTo>
                      <a:pt x="322581" y="257204"/>
                    </a:lnTo>
                    <a:lnTo>
                      <a:pt x="323243" y="252044"/>
                    </a:lnTo>
                    <a:lnTo>
                      <a:pt x="323744" y="246871"/>
                    </a:lnTo>
                    <a:lnTo>
                      <a:pt x="324085" y="241689"/>
                    </a:lnTo>
                    <a:lnTo>
                      <a:pt x="324266" y="236504"/>
                    </a:lnTo>
                    <a:lnTo>
                      <a:pt x="324287" y="231317"/>
                    </a:lnTo>
                    <a:lnTo>
                      <a:pt x="324147" y="226135"/>
                    </a:lnTo>
                    <a:lnTo>
                      <a:pt x="323848" y="220960"/>
                    </a:lnTo>
                    <a:lnTo>
                      <a:pt x="323388" y="215798"/>
                    </a:lnTo>
                    <a:lnTo>
                      <a:pt x="322769" y="210652"/>
                    </a:lnTo>
                    <a:lnTo>
                      <a:pt x="321990" y="205526"/>
                    </a:lnTo>
                    <a:lnTo>
                      <a:pt x="321050" y="200425"/>
                    </a:lnTo>
                    <a:lnTo>
                      <a:pt x="319952" y="195353"/>
                    </a:lnTo>
                    <a:lnTo>
                      <a:pt x="318693" y="190314"/>
                    </a:lnTo>
                    <a:lnTo>
                      <a:pt x="317275" y="185311"/>
                    </a:lnTo>
                    <a:lnTo>
                      <a:pt x="315698" y="180350"/>
                    </a:lnTo>
                    <a:lnTo>
                      <a:pt x="313961" y="175435"/>
                    </a:lnTo>
                    <a:lnTo>
                      <a:pt x="312065" y="170569"/>
                    </a:lnTo>
                    <a:lnTo>
                      <a:pt x="310009" y="165757"/>
                    </a:lnTo>
                    <a:lnTo>
                      <a:pt x="307795" y="161002"/>
                    </a:lnTo>
                    <a:lnTo>
                      <a:pt x="305421" y="156310"/>
                    </a:lnTo>
                    <a:lnTo>
                      <a:pt x="302888" y="151684"/>
                    </a:lnTo>
                    <a:lnTo>
                      <a:pt x="300196" y="147129"/>
                    </a:lnTo>
                    <a:lnTo>
                      <a:pt x="297345" y="142648"/>
                    </a:lnTo>
                    <a:lnTo>
                      <a:pt x="294335" y="138245"/>
                    </a:lnTo>
                    <a:lnTo>
                      <a:pt x="291166" y="133926"/>
                    </a:lnTo>
                    <a:lnTo>
                      <a:pt x="287839" y="129693"/>
                    </a:lnTo>
                    <a:lnTo>
                      <a:pt x="284353" y="125552"/>
                    </a:lnTo>
                    <a:lnTo>
                      <a:pt x="280708" y="121506"/>
                    </a:lnTo>
                    <a:lnTo>
                      <a:pt x="276905" y="117560"/>
                    </a:lnTo>
                    <a:close/>
                  </a:path>
                </a:pathLst>
              </a:custGeom>
              <a:solidFill xmlns:a="http://schemas.openxmlformats.org/drawingml/2006/main">
                <a:srgbClr val="EE4C2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8" name="8 torch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919FFCCE-D8F7-469B-890E-CD893F17A2F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71282" y="2009775"/>
                <a:ext cx="324287" cy="400050"/>
              </a:xfrm>
              <a:custGeom xmlns:a="http://schemas.openxmlformats.org/drawingml/2006/main">
                <a:pathLst>
                  <a:path w="324287" h="400050">
                    <a:moveTo>
                      <a:pt x="241826" y="87133"/>
                    </a:moveTo>
                    <a:lnTo>
                      <a:pt x="241388" y="91592"/>
                    </a:lnTo>
                    <a:lnTo>
                      <a:pt x="240130" y="95746"/>
                    </a:lnTo>
                    <a:lnTo>
                      <a:pt x="238139" y="99505"/>
                    </a:lnTo>
                    <a:lnTo>
                      <a:pt x="235503" y="102780"/>
                    </a:lnTo>
                    <a:lnTo>
                      <a:pt x="232308" y="105482"/>
                    </a:lnTo>
                    <a:lnTo>
                      <a:pt x="228641" y="107523"/>
                    </a:lnTo>
                    <a:lnTo>
                      <a:pt x="224589" y="108812"/>
                    </a:lnTo>
                    <a:lnTo>
                      <a:pt x="220238" y="109262"/>
                    </a:lnTo>
                    <a:lnTo>
                      <a:pt x="215888" y="108812"/>
                    </a:lnTo>
                    <a:lnTo>
                      <a:pt x="211836" y="107523"/>
                    </a:lnTo>
                    <a:lnTo>
                      <a:pt x="208169" y="105482"/>
                    </a:lnTo>
                    <a:lnTo>
                      <a:pt x="204974" y="102780"/>
                    </a:lnTo>
                    <a:lnTo>
                      <a:pt x="202338" y="99505"/>
                    </a:lnTo>
                    <a:lnTo>
                      <a:pt x="200348" y="95746"/>
                    </a:lnTo>
                    <a:lnTo>
                      <a:pt x="199090" y="91592"/>
                    </a:lnTo>
                    <a:lnTo>
                      <a:pt x="198652" y="87133"/>
                    </a:lnTo>
                    <a:lnTo>
                      <a:pt x="199090" y="82673"/>
                    </a:lnTo>
                    <a:lnTo>
                      <a:pt x="200348" y="78519"/>
                    </a:lnTo>
                    <a:lnTo>
                      <a:pt x="202338" y="74760"/>
                    </a:lnTo>
                    <a:lnTo>
                      <a:pt x="204974" y="71485"/>
                    </a:lnTo>
                    <a:lnTo>
                      <a:pt x="208169" y="68783"/>
                    </a:lnTo>
                    <a:lnTo>
                      <a:pt x="211836" y="66743"/>
                    </a:lnTo>
                    <a:lnTo>
                      <a:pt x="215888" y="65453"/>
                    </a:lnTo>
                    <a:lnTo>
                      <a:pt x="220238" y="65004"/>
                    </a:lnTo>
                    <a:lnTo>
                      <a:pt x="224589" y="65453"/>
                    </a:lnTo>
                    <a:lnTo>
                      <a:pt x="228641" y="66743"/>
                    </a:lnTo>
                    <a:lnTo>
                      <a:pt x="232308" y="68783"/>
                    </a:lnTo>
                    <a:lnTo>
                      <a:pt x="235503" y="71485"/>
                    </a:lnTo>
                    <a:lnTo>
                      <a:pt x="238139" y="74760"/>
                    </a:lnTo>
                    <a:lnTo>
                      <a:pt x="240130" y="78519"/>
                    </a:lnTo>
                    <a:lnTo>
                      <a:pt x="241388" y="82673"/>
                    </a:lnTo>
                    <a:lnTo>
                      <a:pt x="241826" y="87133"/>
                    </a:lnTo>
                    <a:close/>
                  </a:path>
                </a:pathLst>
              </a:custGeom>
              <a:solidFill xmlns:a="http://schemas.openxmlformats.org/drawingml/2006/main">
                <a:srgbClr val="EE4C2C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9" name="9 PyTorch">
              <a:extLst xmlns:a="http://schemas.openxmlformats.org/drawingml/2006/main">
                <a:ext uri="{FF2B5EF4-FFF2-40B4-BE49-F238E27FC236}">
                  <a16:creationId xmlns:a16="http://schemas.microsoft.com/office/drawing/2014/main" id="{B4B4C8FA-8731-4FED-B84E-BC5C9327EF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7275" y="2133600"/>
              <a:ext cx="100012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59687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596875"/>
                  </a:solidFill>
                  <a:latin typeface="Times New Roman"/>
                  <a:ea typeface="Times New Roman"/>
                  <a:cs typeface="Times New Roman"/>
                </a:rPr>
                <a:t>PyTorch</a:t>
              </a:r>
            </a:p>
          </p:txBody>
        </p:sp>
        <p:sp>
          <p:nvSpPr>
            <p:cNvPr id="10" name="10 path">
              <a:extLst xmlns:a="http://schemas.openxmlformats.org/drawingml/2006/main">
                <a:ext uri="{FF2B5EF4-FFF2-40B4-BE49-F238E27FC236}">
                  <a16:creationId xmlns:a16="http://schemas.microsoft.com/office/drawing/2014/main" id="{269DB1DC-A9B1-4771-9CD2-EC46FE3E8F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725" y="2609850"/>
              <a:ext cx="1600200" cy="95"/>
            </a:xfrm>
            <a:custGeom xmlns:a="http://schemas.openxmlformats.org/drawingml/2006/main">
              <a:pathLst>
                <a:path w="1600200" h="9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620">
              <a:solidFill>
                <a:srgbClr val="DDE2E6"/>
              </a:solidFill>
            </a:ln>
          </p:spPr>
        </p:sp>
        <p:sp>
          <p:nvSpPr>
            <p:cNvPr id="11" name="11 folder icon">
              <a:extLst xmlns:a="http://schemas.openxmlformats.org/drawingml/2006/main">
                <a:ext uri="{FF2B5EF4-FFF2-40B4-BE49-F238E27FC236}">
                  <a16:creationId xmlns:a16="http://schemas.microsoft.com/office/drawing/2014/main" id="{95AE0443-DA34-440C-893C-060709D0532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4825" y="2895600"/>
              <a:ext cx="180975" cy="134779"/>
            </a:xfrm>
            <a:custGeom xmlns:a="http://schemas.openxmlformats.org/drawingml/2006/main">
              <a:pathLst>
                <a:path w="180975" h="134779">
                  <a:moveTo>
                    <a:pt x="0" y="0"/>
                  </a:moveTo>
                  <a:lnTo>
                    <a:pt x="68770" y="0"/>
                  </a:lnTo>
                  <a:lnTo>
                    <a:pt x="90488" y="38100"/>
                  </a:lnTo>
                  <a:lnTo>
                    <a:pt x="180975" y="38100"/>
                  </a:lnTo>
                  <a:lnTo>
                    <a:pt x="180975" y="134779"/>
                  </a:lnTo>
                  <a:lnTo>
                    <a:pt x="0" y="134779"/>
                  </a:lnTo>
                  <a:close/>
                </a:path>
              </a:pathLst>
            </a:custGeom>
            <a:solidFill xmlns:a="http://schemas.openxmlformats.org/drawingml/2006/main">
              <a:srgbClr val="52A8EF"/>
            </a:solidFill>
            <a:ln xmlns:a="http://schemas.openxmlformats.org/drawingml/2006/main" w="16193">
              <a:solidFill>
                <a:srgbClr val="064A92"/>
              </a:solidFill>
            </a:ln>
          </p:spPr>
        </p:sp>
        <p:sp>
          <p:nvSpPr>
            <p:cNvPr id="12" name="12 src/ …">
              <a:extLst xmlns:a="http://schemas.openxmlformats.org/drawingml/2006/main">
                <a:ext uri="{FF2B5EF4-FFF2-40B4-BE49-F238E27FC236}">
                  <a16:creationId xmlns:a16="http://schemas.microsoft.com/office/drawing/2014/main" id="{4A749534-6A55-4EBE-AA3C-8B1C52BBD2B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150" y="2838450"/>
              <a:ext cx="1123950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6C788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6C7884"/>
                  </a:solidFill>
                  <a:latin typeface="Times New Roman"/>
                  <a:ea typeface="Times New Roman"/>
                  <a:cs typeface="Times New Roman"/>
                </a:rPr>
                <a:t>src/ …</a:t>
              </a:r>
            </a:p>
          </p:txBody>
        </p:sp>
        <p:sp>
          <p:nvSpPr>
            <p:cNvPr id="13" name="13 rect">
              <a:extLst xmlns:a="http://schemas.openxmlformats.org/drawingml/2006/main">
                <a:ext uri="{FF2B5EF4-FFF2-40B4-BE49-F238E27FC236}">
                  <a16:creationId xmlns:a16="http://schemas.microsoft.com/office/drawing/2014/main" id="{553B75F0-3902-4DB0-96C6-542AA1AB68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7675" y="3143250"/>
              <a:ext cx="1638300" cy="1057275"/>
            </a:xfrm>
            <a:prstGeom xmlns:a="http://schemas.openxmlformats.org/drawingml/2006/main" prst="roundRect">
              <a:avLst>
                <a:gd name="adj" fmla="val 5405"/>
              </a:avLst>
            </a:prstGeom>
            <a:solidFill xmlns:a="http://schemas.openxmlformats.org/drawingml/2006/main">
              <a:srgbClr val="FBFCFE"/>
            </a:solidFill>
            <a:ln xmlns:a="http://schemas.openxmlformats.org/drawingml/2006/main" w="7620">
              <a:solidFill>
                <a:srgbClr val="D4DEE6"/>
              </a:solidFill>
            </a:ln>
          </p:spPr>
        </p:sp>
        <p:sp>
          <p:nvSpPr>
            <p:cNvPr id="14" name="14 model.py">
              <a:extLst xmlns:a="http://schemas.openxmlformats.org/drawingml/2006/main">
                <a:ext uri="{FF2B5EF4-FFF2-40B4-BE49-F238E27FC236}">
                  <a16:creationId xmlns:a16="http://schemas.microsoft.com/office/drawing/2014/main" id="{5BF570EB-F1F4-4CC4-8F64-83F894FB6D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025" y="3295650"/>
              <a:ext cx="13335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model.py</a:t>
              </a:r>
            </a:p>
          </p:txBody>
        </p:sp>
        <p:sp>
          <p:nvSpPr>
            <p:cNvPr id="15" name="15 train.py">
              <a:extLst xmlns:a="http://schemas.openxmlformats.org/drawingml/2006/main">
                <a:ext uri="{FF2B5EF4-FFF2-40B4-BE49-F238E27FC236}">
                  <a16:creationId xmlns:a16="http://schemas.microsoft.com/office/drawing/2014/main" id="{F8BB7BF5-A4BA-4038-BC14-8477DCC995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025" y="3552825"/>
              <a:ext cx="13335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16" name="16 utils.py">
              <a:extLst xmlns:a="http://schemas.openxmlformats.org/drawingml/2006/main">
                <a:ext uri="{FF2B5EF4-FFF2-40B4-BE49-F238E27FC236}">
                  <a16:creationId xmlns:a16="http://schemas.microsoft.com/office/drawing/2014/main" id="{D7E108D1-DB56-496E-A318-C89C41DB67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025" y="3810000"/>
              <a:ext cx="13335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utils.py</a:t>
              </a:r>
            </a:p>
          </p:txBody>
        </p:sp>
      </p:grpSp>
      <p:grpSp>
        <p:nvGrpSpPr>
          <p:cNvPr id="311" name="Translator"/>
          <p:cNvGrpSpPr/>
          <p:nvPr/>
        </p:nvGrpSpPr>
        <p:grpSpPr>
          <ns5:xfrm xmlns:ns5="http://schemas.openxmlformats.org/drawingml/2006/main">
            <ns5:off x="2400300" y="523875"/>
            <ns5:ext cx="1752600" cy="3905250"/>
            <ns5:chOff x="2400300" y="523875"/>
            <ns5:chExt cx="1752600" cy="3905250"/>
          </ns5:xfrm>
        </p:grpSpPr>
        <p:sp>
          <p:nvSpPr>
            <p:cNvPr id="17" name="17 rect">
              <a:extLst xmlns:a="http://schemas.openxmlformats.org/drawingml/2006/main">
                <a:ext uri="{FF2B5EF4-FFF2-40B4-BE49-F238E27FC236}">
                  <a16:creationId xmlns:a16="http://schemas.microsoft.com/office/drawing/2014/main" id="{A6D19AEA-2870-492C-811E-BF6AA877C9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00300" y="523875"/>
              <a:ext cx="1752600" cy="3905250"/>
            </a:xfrm>
            <a:prstGeom xmlns:a="http://schemas.openxmlformats.org/drawingml/2006/main" prst="roundRect">
              <a:avLst>
                <a:gd name="adj" fmla="val 4348"/>
              </a:avLst>
            </a:prstGeom>
            <a:solidFill xmlns:a="http://schemas.openxmlformats.org/drawingml/2006/main">
              <a:srgbClr val="F7F8F9"/>
            </a:solidFill>
            <a:ln xmlns:a="http://schemas.openxmlformats.org/drawingml/2006/main" w="10478">
              <a:solidFill>
                <a:srgbClr val="BCC8D2"/>
              </a:solidFill>
            </a:ln>
          </p:spPr>
        </p:sp>
        <p:grpSp>
          <p:nvGrpSpPr>
            <p:cNvPr id="312" name="robot-17"/>
            <p:cNvGrpSpPr/>
            <p:nvPr/>
          </p:nvGrpSpPr>
          <p:grpSpPr>
            <ns3:xfrm xmlns:ns3="http://schemas.openxmlformats.org/drawingml/2006/main">
              <ns3:off x="3095625" y="733425"/>
              <ns3:ext cx="381000" cy="400050"/>
              <ns3:chOff x="3095625" y="733425"/>
              <ns3:chExt cx="381000" cy="400050"/>
            </ns3:xfrm>
          </p:grpSpPr>
          <p:sp>
            <p:nvSpPr>
              <p:cNvPr id="18" name="18 path">
                <a:extLst xmlns:a="http://schemas.openxmlformats.org/drawingml/2006/main">
                  <a:ext uri="{FF2B5EF4-FFF2-40B4-BE49-F238E27FC236}">
                    <a16:creationId xmlns:a16="http://schemas.microsoft.com/office/drawing/2014/main" id="{B9B026D0-6866-4092-9EF8-F48EBDFA3CB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286125" y="790575"/>
                <a:ext cx="95" cy="85725"/>
              </a:xfrm>
              <a:custGeom xmlns:a="http://schemas.openxmlformats.org/drawingml/2006/main">
                <a:pathLst>
                  <a:path w="9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9050">
                <a:solidFill>
                  <a:srgbClr val="6F7F8C"/>
                </a:solidFill>
              </a:ln>
            </p:spPr>
          </p:sp>
          <p:sp>
            <p:nvSpPr>
              <p:cNvPr id="19" name="19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98E22122-F571-49AA-BED7-6E49E2DB17B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248025" y="733425"/>
                <a:ext cx="76200" cy="7620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6F7F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0" name="20 rect">
                <a:extLst xmlns:a="http://schemas.openxmlformats.org/drawingml/2006/main">
                  <a:ext uri="{FF2B5EF4-FFF2-40B4-BE49-F238E27FC236}">
                    <a16:creationId xmlns:a16="http://schemas.microsoft.com/office/drawing/2014/main" id="{579FC0FC-1A8D-4DEA-B5AA-67B13490A03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095625" y="942975"/>
                <a:ext cx="38100" cy="114300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6F7F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1" name="21 rect">
                <a:extLst xmlns:a="http://schemas.openxmlformats.org/drawingml/2006/main">
                  <a:ext uri="{FF2B5EF4-FFF2-40B4-BE49-F238E27FC236}">
                    <a16:creationId xmlns:a16="http://schemas.microsoft.com/office/drawing/2014/main" id="{228AA999-9D15-400F-A806-27FBF1E09A1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438525" y="942975"/>
                <a:ext cx="38100" cy="114300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6F7F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2" name="22 rect">
                <a:extLst xmlns:a="http://schemas.openxmlformats.org/drawingml/2006/main">
                  <a:ext uri="{FF2B5EF4-FFF2-40B4-BE49-F238E27FC236}">
                    <a16:creationId xmlns:a16="http://schemas.microsoft.com/office/drawing/2014/main" id="{744C076F-28D6-475E-A0DF-CD4C7D08C40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143250" y="857250"/>
                <a:ext cx="285750" cy="276225"/>
              </a:xfrm>
              <a:prstGeom xmlns:a="http://schemas.openxmlformats.org/drawingml/2006/main" prst="roundRect">
                <a:avLst>
                  <a:gd name="adj" fmla="val 20690"/>
                </a:avLst>
              </a:prstGeom>
              <a:gradFill xmlns:a="http://schemas.openxmlformats.org/drawingml/2006/main">
                <a:gsLst>
                  <a:gs pos="0">
                    <a:srgbClr val="6F7F8C"/>
                  </a:gs>
                  <a:gs pos="100000">
                    <a:srgbClr val="6F7F8C"/>
                  </a:gs>
                </a:gsLst>
                <a:lin ang="5400000"/>
              </a:gradFill>
              <a:ln xmlns:a="http://schemas.openxmlformats.org/drawingml/2006/main" w="0">
                <a:noFill/>
              </a:ln>
            </p:spPr>
          </p:sp>
          <p:sp>
            <p:nvSpPr>
              <p:cNvPr id="23" name="23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8333B0E9-6F2A-4D15-A396-4B9695C85B3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200400" y="942975"/>
                <a:ext cx="57150" cy="571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4" name="24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A753889B-A340-4F7A-B971-44A969C10D4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314700" y="942975"/>
                <a:ext cx="57150" cy="571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25" name="25 path">
                <a:extLst xmlns:a="http://schemas.openxmlformats.org/drawingml/2006/main">
                  <a:ext uri="{FF2B5EF4-FFF2-40B4-BE49-F238E27FC236}">
                    <a16:creationId xmlns:a16="http://schemas.microsoft.com/office/drawing/2014/main" id="{7962A225-C194-4F09-A28C-C85B567E32C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238500" y="1047750"/>
                <a:ext cx="104775" cy="21431"/>
              </a:xfrm>
              <a:custGeom xmlns:a="http://schemas.openxmlformats.org/drawingml/2006/main">
                <a:pathLst>
                  <a:path w="104775" h="21431">
                    <a:moveTo>
                      <a:pt x="0" y="0"/>
                    </a:moveTo>
                    <a:lnTo>
                      <a:pt x="2030" y="2762"/>
                    </a:lnTo>
                    <a:lnTo>
                      <a:pt x="4298" y="5334"/>
                    </a:lnTo>
                    <a:lnTo>
                      <a:pt x="6791" y="7715"/>
                    </a:lnTo>
                    <a:lnTo>
                      <a:pt x="9494" y="9906"/>
                    </a:lnTo>
                    <a:lnTo>
                      <a:pt x="12391" y="11906"/>
                    </a:lnTo>
                    <a:lnTo>
                      <a:pt x="15469" y="13716"/>
                    </a:lnTo>
                    <a:lnTo>
                      <a:pt x="18711" y="15335"/>
                    </a:lnTo>
                    <a:lnTo>
                      <a:pt x="22104" y="16764"/>
                    </a:lnTo>
                    <a:lnTo>
                      <a:pt x="25632" y="18002"/>
                    </a:lnTo>
                    <a:lnTo>
                      <a:pt x="29281" y="19050"/>
                    </a:lnTo>
                    <a:lnTo>
                      <a:pt x="33035" y="19907"/>
                    </a:lnTo>
                    <a:lnTo>
                      <a:pt x="36881" y="20574"/>
                    </a:lnTo>
                    <a:lnTo>
                      <a:pt x="40803" y="21050"/>
                    </a:lnTo>
                    <a:lnTo>
                      <a:pt x="44786" y="21336"/>
                    </a:lnTo>
                    <a:lnTo>
                      <a:pt x="48816" y="21431"/>
                    </a:lnTo>
                    <a:lnTo>
                      <a:pt x="52877" y="21336"/>
                    </a:lnTo>
                    <a:lnTo>
                      <a:pt x="56956" y="21050"/>
                    </a:lnTo>
                    <a:lnTo>
                      <a:pt x="61036" y="20574"/>
                    </a:lnTo>
                    <a:lnTo>
                      <a:pt x="65104" y="19907"/>
                    </a:lnTo>
                    <a:lnTo>
                      <a:pt x="69144" y="19050"/>
                    </a:lnTo>
                    <a:lnTo>
                      <a:pt x="73142" y="18002"/>
                    </a:lnTo>
                    <a:lnTo>
                      <a:pt x="77083" y="16764"/>
                    </a:lnTo>
                    <a:lnTo>
                      <a:pt x="80952" y="15335"/>
                    </a:lnTo>
                    <a:lnTo>
                      <a:pt x="84734" y="13716"/>
                    </a:lnTo>
                    <a:lnTo>
                      <a:pt x="88415" y="11906"/>
                    </a:lnTo>
                    <a:lnTo>
                      <a:pt x="91979" y="9906"/>
                    </a:lnTo>
                    <a:lnTo>
                      <a:pt x="95412" y="7715"/>
                    </a:lnTo>
                    <a:lnTo>
                      <a:pt x="98699" y="5334"/>
                    </a:lnTo>
                    <a:lnTo>
                      <a:pt x="101825" y="2762"/>
                    </a:lnTo>
                    <a:lnTo>
                      <a:pt x="10477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4288">
                <a:solidFill>
                  <a:srgbClr val="FFFFFF"/>
                </a:solidFill>
              </a:ln>
            </p:spPr>
          </p:sp>
        </p:grpSp>
        <p:sp>
          <p:nvSpPr>
            <p:cNvPr id="26" name="26 Translator">
              <a:extLst xmlns:a="http://schemas.openxmlformats.org/drawingml/2006/main">
                <a:ext uri="{FF2B5EF4-FFF2-40B4-BE49-F238E27FC236}">
                  <a16:creationId xmlns:a16="http://schemas.microsoft.com/office/drawing/2014/main" id="{549B3FB8-3A52-45C4-A5D5-6A783AF72D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43175" y="1314450"/>
              <a:ext cx="1466850" cy="28346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4E606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>
                  <a:solidFill>
                    <a:srgbClr val="4E606F"/>
                  </a:solidFill>
                  <a:latin typeface="Times New Roman"/>
                  <a:ea typeface="Times New Roman"/>
                  <a:cs typeface="Times New Roman"/>
                </a:rPr>
                <a:t>Translator</a:t>
              </a:r>
            </a:p>
          </p:txBody>
        </p:sp>
        <p:sp>
          <p:nvSpPr>
            <p:cNvPr id="27" name="27 Translate candidate">
              <a:extLst xmlns:a="http://schemas.openxmlformats.org/drawingml/2006/main">
                <a:ext uri="{FF2B5EF4-FFF2-40B4-BE49-F238E27FC236}">
                  <a16:creationId xmlns:a16="http://schemas.microsoft.com/office/drawing/2014/main" id="{67E7B1CA-3D6D-44A9-A593-280699CA2E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43175" y="1638300"/>
              <a:ext cx="146685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65758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657582"/>
                  </a:solidFill>
                  <a:latin typeface="Times New Roman"/>
                  <a:ea typeface="Times New Roman"/>
                  <a:cs typeface="Times New Roman"/>
                </a:rPr>
                <a:t>Translate candidate</a:t>
              </a:r>
            </a:p>
          </p:txBody>
        </p:sp>
        <p:sp>
          <p:nvSpPr>
            <p:cNvPr id="28" name="28 rect">
              <a:extLst xmlns:a="http://schemas.openxmlformats.org/drawingml/2006/main">
                <a:ext uri="{FF2B5EF4-FFF2-40B4-BE49-F238E27FC236}">
                  <a16:creationId xmlns:a16="http://schemas.microsoft.com/office/drawing/2014/main" id="{578B6A2F-5240-45E2-BC61-AB559C0CDB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62225" y="2095500"/>
              <a:ext cx="1428750" cy="1200150"/>
            </a:xfrm>
            <a:prstGeom xmlns:a="http://schemas.openxmlformats.org/drawingml/2006/main" prst="roundRect">
              <a:avLst>
                <a:gd name="adj" fmla="val 4762"/>
              </a:avLst>
            </a:prstGeom>
            <a:solidFill xmlns:a="http://schemas.openxmlformats.org/drawingml/2006/main">
              <a:srgbClr val="FBFCFE"/>
            </a:solidFill>
            <a:ln xmlns:a="http://schemas.openxmlformats.org/drawingml/2006/main" w="7620">
              <a:solidFill>
                <a:srgbClr val="D4DEE6"/>
              </a:solidFill>
            </a:ln>
          </p:spPr>
        </p:sp>
        <p:grpSp>
          <p:nvGrpSpPr>
            <p:cNvPr id="313" name="document-28"/>
            <p:cNvGrpSpPr/>
            <p:nvPr/>
          </p:nvGrpSpPr>
          <p:grpSpPr>
            <ns4:xfrm xmlns:ns4="http://schemas.openxmlformats.org/drawingml/2006/main">
              <ns4:off x="2724150" y="2276475"/>
              <ns4:ext cx="200026" cy="266700"/>
              <ns4:chOff x="2724150" y="2276475"/>
              <ns4:chExt cx="200026" cy="266700"/>
            </ns4:xfrm>
          </p:grpSpPr>
          <p:sp>
            <p:nvSpPr>
              <p:cNvPr id="29" name="29 document">
                <a:extLst xmlns:a="http://schemas.openxmlformats.org/drawingml/2006/main">
                  <a:ext uri="{FF2B5EF4-FFF2-40B4-BE49-F238E27FC236}">
                    <a16:creationId xmlns:a16="http://schemas.microsoft.com/office/drawing/2014/main" id="{BDFDE18E-6207-4180-A103-6C8861A5EBA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724150" y="2276475"/>
                <a:ext cx="200025" cy="266700"/>
              </a:xfrm>
              <a:custGeom xmlns:a="http://schemas.openxmlformats.org/drawingml/2006/main">
                <a:pathLst>
                  <a:path w="200025" h="266700">
                    <a:moveTo>
                      <a:pt x="0" y="0"/>
                    </a:moveTo>
                    <a:lnTo>
                      <a:pt x="124015" y="0"/>
                    </a:lnTo>
                    <a:lnTo>
                      <a:pt x="200025" y="77343"/>
                    </a:lnTo>
                    <a:lnTo>
                      <a:pt x="200025" y="26670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 xmlns:a="http://schemas.openxmlformats.org/drawingml/2006/main">
                <a:srgbClr val="F7FAFE"/>
              </a:solidFill>
              <a:ln xmlns:a="http://schemas.openxmlformats.org/drawingml/2006/main" w="19050">
                <a:solidFill>
                  <a:srgbClr val="7F8D99"/>
                </a:solidFill>
              </a:ln>
            </p:spPr>
          </p:sp>
          <p:sp>
            <p:nvSpPr>
              <p:cNvPr id="30" name="30 path">
                <a:extLst xmlns:a="http://schemas.openxmlformats.org/drawingml/2006/main">
                  <a:ext uri="{FF2B5EF4-FFF2-40B4-BE49-F238E27FC236}">
                    <a16:creationId xmlns:a16="http://schemas.microsoft.com/office/drawing/2014/main" id="{73995AAE-4C2E-483D-B863-C4121BCBED4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848166" y="2276475"/>
                <a:ext cx="76010" cy="77343"/>
              </a:xfrm>
              <a:custGeom xmlns:a="http://schemas.openxmlformats.org/drawingml/2006/main">
                <a:pathLst>
                  <a:path w="76010" h="77343">
                    <a:moveTo>
                      <a:pt x="0" y="0"/>
                    </a:moveTo>
                    <a:lnTo>
                      <a:pt x="0" y="77343"/>
                    </a:lnTo>
                    <a:lnTo>
                      <a:pt x="76010" y="77343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>
                <a:solidFill>
                  <a:srgbClr val="7F8D99"/>
                </a:solidFill>
              </a:ln>
            </p:spPr>
          </p:sp>
          <p:sp>
            <p:nvSpPr>
              <p:cNvPr id="31" name="31 path">
                <a:extLst xmlns:a="http://schemas.openxmlformats.org/drawingml/2006/main">
                  <a:ext uri="{FF2B5EF4-FFF2-40B4-BE49-F238E27FC236}">
                    <a16:creationId xmlns:a16="http://schemas.microsoft.com/office/drawing/2014/main" id="{F2C5195B-DDD9-498B-B082-2F01EE0F7F6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772156" y="2404491"/>
                <a:ext cx="98012" cy="95"/>
              </a:xfrm>
              <a:custGeom xmlns:a="http://schemas.openxmlformats.org/drawingml/2006/main">
                <a:pathLst>
                  <a:path w="98012" h="95">
                    <a:moveTo>
                      <a:pt x="0" y="0"/>
                    </a:moveTo>
                    <a:lnTo>
                      <a:pt x="98012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7F8D99"/>
                </a:solidFill>
              </a:ln>
            </p:spPr>
          </p:sp>
          <p:sp>
            <p:nvSpPr>
              <p:cNvPr id="32" name="32 path">
                <a:extLst xmlns:a="http://schemas.openxmlformats.org/drawingml/2006/main">
                  <a:ext uri="{FF2B5EF4-FFF2-40B4-BE49-F238E27FC236}">
                    <a16:creationId xmlns:a16="http://schemas.microsoft.com/office/drawing/2014/main" id="{B6A0E1F3-764D-4F11-B3BB-0789CE28D3B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2772156" y="2455164"/>
                <a:ext cx="68008" cy="95"/>
              </a:xfrm>
              <a:custGeom xmlns:a="http://schemas.openxmlformats.org/drawingml/2006/main">
                <a:pathLst>
                  <a:path w="68008" h="95">
                    <a:moveTo>
                      <a:pt x="0" y="0"/>
                    </a:moveTo>
                    <a:lnTo>
                      <a:pt x="68008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7F8D99"/>
                </a:solidFill>
              </a:ln>
            </p:spPr>
          </p:sp>
        </p:grpSp>
        <p:sp>
          <p:nvSpPr>
            <p:cNvPr id="33" name="33 Initial code">
              <a:extLst xmlns:a="http://schemas.openxmlformats.org/drawingml/2006/main">
                <a:ext uri="{FF2B5EF4-FFF2-40B4-BE49-F238E27FC236}">
                  <a16:creationId xmlns:a16="http://schemas.microsoft.com/office/drawing/2014/main" id="{206F494D-61A1-4FCE-9089-109484A81E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19425" y="2324100"/>
              <a:ext cx="8763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5758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657582"/>
                  </a:solidFill>
                  <a:latin typeface="Times New Roman"/>
                  <a:ea typeface="Times New Roman"/>
                  <a:cs typeface="Times New Roman"/>
                </a:rPr>
                <a:t>Initial code</a:t>
              </a:r>
            </a:p>
          </p:txBody>
        </p:sp>
        <p:sp>
          <p:nvSpPr>
            <p:cNvPr id="34" name="34 …">
              <a:extLst xmlns:a="http://schemas.openxmlformats.org/drawingml/2006/main">
                <a:ext uri="{FF2B5EF4-FFF2-40B4-BE49-F238E27FC236}">
                  <a16:creationId xmlns:a16="http://schemas.microsoft.com/office/drawing/2014/main" id="{211E4F02-1D0F-4411-BEB2-6E45234F1C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24175" y="2857500"/>
              <a:ext cx="666750" cy="30708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950" b="0">
                  <a:solidFill>
                    <a:srgbClr val="7F8D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950" b="0">
                  <a:solidFill>
                    <a:srgbClr val="7F8D99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</p:grpSp>
      <p:grpSp>
        <p:nvGrpSpPr>
          <p:cNvPr id="314" name="Verifier Agent"/>
          <p:cNvGrpSpPr/>
          <p:nvPr/>
        </p:nvGrpSpPr>
        <p:grpSpPr>
          <ns7:xfrm xmlns:ns7="http://schemas.openxmlformats.org/drawingml/2006/main">
            <ns7:off x="4286250" y="523875"/>
            <ns7:ext cx="5334000" cy="3905250"/>
            <ns7:chOff x="4286250" y="523875"/>
            <ns7:chExt cx="5334000" cy="3905250"/>
          </ns7:xfrm>
        </p:grpSpPr>
        <p:sp>
          <p:nvSpPr>
            <p:cNvPr id="35" name="35 rect">
              <a:extLst xmlns:a="http://schemas.openxmlformats.org/drawingml/2006/main">
                <a:ext uri="{FF2B5EF4-FFF2-40B4-BE49-F238E27FC236}">
                  <a16:creationId xmlns:a16="http://schemas.microsoft.com/office/drawing/2014/main" id="{45A7A131-8A68-4AA7-B467-3F23593586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86250" y="523875"/>
              <a:ext cx="5334000" cy="3905250"/>
            </a:xfrm>
            <a:prstGeom xmlns:a="http://schemas.openxmlformats.org/drawingml/2006/main" prst="roundRect">
              <a:avLst>
                <a:gd name="adj" fmla="val 2195"/>
              </a:avLst>
            </a:prstGeom>
            <a:solidFill xmlns:a="http://schemas.openxmlformats.org/drawingml/2006/main">
              <a:srgbClr val="EAF4F1"/>
            </a:solidFill>
            <a:ln xmlns:a="http://schemas.openxmlformats.org/drawingml/2006/main" w="20003">
              <a:solidFill>
                <a:srgbClr val="2F786D"/>
              </a:solidFill>
            </a:ln>
          </p:spPr>
        </p:sp>
        <p:grpSp>
          <p:nvGrpSpPr>
            <p:cNvPr id="315" name="robot-35"/>
            <p:cNvGrpSpPr/>
            <p:nvPr/>
          </p:nvGrpSpPr>
          <p:grpSpPr>
            <ns6:xfrm xmlns:ns6="http://schemas.openxmlformats.org/drawingml/2006/main">
              <ns6:off x="4514850" y="676275"/>
              <ns6:ext cx="381000" cy="400050"/>
              <ns6:chOff x="4514850" y="676275"/>
              <ns6:chExt cx="381000" cy="400050"/>
            </ns6:xfrm>
          </p:grpSpPr>
          <p:sp>
            <p:nvSpPr>
              <p:cNvPr id="36" name="36 path">
                <a:extLst xmlns:a="http://schemas.openxmlformats.org/drawingml/2006/main">
                  <a:ext uri="{FF2B5EF4-FFF2-40B4-BE49-F238E27FC236}">
                    <a16:creationId xmlns:a16="http://schemas.microsoft.com/office/drawing/2014/main" id="{388B390E-6E0D-4026-98AD-D5F0BB0C712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705350" y="733425"/>
                <a:ext cx="95" cy="85725"/>
              </a:xfrm>
              <a:custGeom xmlns:a="http://schemas.openxmlformats.org/drawingml/2006/main">
                <a:pathLst>
                  <a:path w="9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9050">
                <a:solidFill>
                  <a:srgbClr val="28675F"/>
                </a:solidFill>
              </a:ln>
            </p:spPr>
          </p:sp>
          <p:sp>
            <p:nvSpPr>
              <p:cNvPr id="37" name="37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82B179CF-5798-4EDF-975E-B07702D654B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667250" y="676275"/>
                <a:ext cx="76200" cy="7620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28675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8" name="38 rect">
                <a:extLst xmlns:a="http://schemas.openxmlformats.org/drawingml/2006/main">
                  <a:ext uri="{FF2B5EF4-FFF2-40B4-BE49-F238E27FC236}">
                    <a16:creationId xmlns:a16="http://schemas.microsoft.com/office/drawing/2014/main" id="{557A0479-E2BA-48A1-A4AF-DBEA7573007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14850" y="885825"/>
                <a:ext cx="38100" cy="114300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28675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39" name="39 rect">
                <a:extLst xmlns:a="http://schemas.openxmlformats.org/drawingml/2006/main">
                  <a:ext uri="{FF2B5EF4-FFF2-40B4-BE49-F238E27FC236}">
                    <a16:creationId xmlns:a16="http://schemas.microsoft.com/office/drawing/2014/main" id="{4D5D4389-5598-4662-8F03-ACC07EBE1DC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857750" y="885825"/>
                <a:ext cx="38100" cy="114300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28675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0" name="40 rect">
                <a:extLst xmlns:a="http://schemas.openxmlformats.org/drawingml/2006/main">
                  <a:ext uri="{FF2B5EF4-FFF2-40B4-BE49-F238E27FC236}">
                    <a16:creationId xmlns:a16="http://schemas.microsoft.com/office/drawing/2014/main" id="{4AC9A81B-63A7-447F-8557-862DC6E692C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562475" y="800100"/>
                <a:ext cx="285750" cy="276225"/>
              </a:xfrm>
              <a:prstGeom xmlns:a="http://schemas.openxmlformats.org/drawingml/2006/main" prst="roundRect">
                <a:avLst>
                  <a:gd name="adj" fmla="val 20690"/>
                </a:avLst>
              </a:prstGeom>
              <a:gradFill xmlns:a="http://schemas.openxmlformats.org/drawingml/2006/main">
                <a:gsLst>
                  <a:gs pos="0">
                    <a:srgbClr val="28675F"/>
                  </a:gs>
                  <a:gs pos="100000">
                    <a:srgbClr val="28675F"/>
                  </a:gs>
                </a:gsLst>
                <a:lin ang="5400000"/>
              </a:gradFill>
              <a:ln xmlns:a="http://schemas.openxmlformats.org/drawingml/2006/main" w="0">
                <a:noFill/>
              </a:ln>
            </p:spPr>
          </p:sp>
          <p:sp>
            <p:nvSpPr>
              <p:cNvPr id="41" name="41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D18F4FBA-D3AF-4A71-87F8-0669AA966FE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619625" y="885825"/>
                <a:ext cx="57150" cy="571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2" name="42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207E6D57-0761-4088-B699-D9ABCEF3F82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733925" y="885825"/>
                <a:ext cx="57150" cy="571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43" name="43 path">
                <a:extLst xmlns:a="http://schemas.openxmlformats.org/drawingml/2006/main">
                  <a:ext uri="{FF2B5EF4-FFF2-40B4-BE49-F238E27FC236}">
                    <a16:creationId xmlns:a16="http://schemas.microsoft.com/office/drawing/2014/main" id="{2FCDF9DB-4F9D-44D7-9EBF-69344B282CC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4657725" y="990600"/>
                <a:ext cx="104775" cy="21431"/>
              </a:xfrm>
              <a:custGeom xmlns:a="http://schemas.openxmlformats.org/drawingml/2006/main">
                <a:pathLst>
                  <a:path w="104775" h="21431">
                    <a:moveTo>
                      <a:pt x="0" y="0"/>
                    </a:moveTo>
                    <a:lnTo>
                      <a:pt x="2030" y="2762"/>
                    </a:lnTo>
                    <a:lnTo>
                      <a:pt x="4298" y="5334"/>
                    </a:lnTo>
                    <a:lnTo>
                      <a:pt x="6791" y="7715"/>
                    </a:lnTo>
                    <a:lnTo>
                      <a:pt x="9494" y="9906"/>
                    </a:lnTo>
                    <a:lnTo>
                      <a:pt x="12391" y="11906"/>
                    </a:lnTo>
                    <a:lnTo>
                      <a:pt x="15469" y="13716"/>
                    </a:lnTo>
                    <a:lnTo>
                      <a:pt x="18711" y="15335"/>
                    </a:lnTo>
                    <a:lnTo>
                      <a:pt x="22104" y="16764"/>
                    </a:lnTo>
                    <a:lnTo>
                      <a:pt x="25632" y="18002"/>
                    </a:lnTo>
                    <a:lnTo>
                      <a:pt x="29281" y="19050"/>
                    </a:lnTo>
                    <a:lnTo>
                      <a:pt x="33035" y="19907"/>
                    </a:lnTo>
                    <a:lnTo>
                      <a:pt x="36881" y="20574"/>
                    </a:lnTo>
                    <a:lnTo>
                      <a:pt x="40803" y="21050"/>
                    </a:lnTo>
                    <a:lnTo>
                      <a:pt x="44786" y="21336"/>
                    </a:lnTo>
                    <a:lnTo>
                      <a:pt x="48816" y="21431"/>
                    </a:lnTo>
                    <a:lnTo>
                      <a:pt x="52877" y="21336"/>
                    </a:lnTo>
                    <a:lnTo>
                      <a:pt x="56956" y="21050"/>
                    </a:lnTo>
                    <a:lnTo>
                      <a:pt x="61036" y="20574"/>
                    </a:lnTo>
                    <a:lnTo>
                      <a:pt x="65104" y="19907"/>
                    </a:lnTo>
                    <a:lnTo>
                      <a:pt x="69144" y="19050"/>
                    </a:lnTo>
                    <a:lnTo>
                      <a:pt x="73142" y="18002"/>
                    </a:lnTo>
                    <a:lnTo>
                      <a:pt x="77083" y="16764"/>
                    </a:lnTo>
                    <a:lnTo>
                      <a:pt x="80952" y="15335"/>
                    </a:lnTo>
                    <a:lnTo>
                      <a:pt x="84734" y="13716"/>
                    </a:lnTo>
                    <a:lnTo>
                      <a:pt x="88415" y="11906"/>
                    </a:lnTo>
                    <a:lnTo>
                      <a:pt x="91979" y="9906"/>
                    </a:lnTo>
                    <a:lnTo>
                      <a:pt x="95412" y="7715"/>
                    </a:lnTo>
                    <a:lnTo>
                      <a:pt x="98699" y="5334"/>
                    </a:lnTo>
                    <a:lnTo>
                      <a:pt x="101825" y="2762"/>
                    </a:lnTo>
                    <a:lnTo>
                      <a:pt x="10477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4288">
                <a:solidFill>
                  <a:srgbClr val="FFFFFF"/>
                </a:solidFill>
              </a:ln>
            </p:spPr>
          </p:sp>
        </p:grpSp>
        <p:sp>
          <p:nvSpPr>
            <p:cNvPr id="44" name="44 Verifier Agent">
              <a:extLst xmlns:a="http://schemas.openxmlformats.org/drawingml/2006/main">
                <a:ext uri="{FF2B5EF4-FFF2-40B4-BE49-F238E27FC236}">
                  <a16:creationId xmlns:a16="http://schemas.microsoft.com/office/drawing/2014/main" id="{7DD7E37A-69B8-4ACA-8F99-9FBB9CB6EA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67300" y="647700"/>
              <a:ext cx="4295775" cy="36614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325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325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rPr>
                <a:t>Verifier Agent</a:t>
              </a:r>
            </a:p>
          </p:txBody>
        </p:sp>
        <p:sp>
          <p:nvSpPr>
            <p:cNvPr id="45" name="45 Layered Diagnosis">
              <a:extLst xmlns:a="http://schemas.openxmlformats.org/drawingml/2006/main">
                <a:ext uri="{FF2B5EF4-FFF2-40B4-BE49-F238E27FC236}">
                  <a16:creationId xmlns:a16="http://schemas.microsoft.com/office/drawing/2014/main" id="{3A4B54DB-5197-4B00-BBF6-FB4D0EB51F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05325" y="1019175"/>
              <a:ext cx="4867275" cy="31889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025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025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rPr>
                <a:t>Layered Diagnosis</a:t>
              </a:r>
            </a:p>
          </p:txBody>
        </p:sp>
        <p:sp>
          <p:nvSpPr>
            <p:cNvPr id="46" name="46 rect">
              <a:extLst xmlns:a="http://schemas.openxmlformats.org/drawingml/2006/main">
                <a:ext uri="{FF2B5EF4-FFF2-40B4-BE49-F238E27FC236}">
                  <a16:creationId xmlns:a16="http://schemas.microsoft.com/office/drawing/2014/main" id="{466EC931-74BD-48BF-BBAA-787A76F539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29125" y="1409700"/>
              <a:ext cx="5048250" cy="1952625"/>
            </a:xfrm>
            <a:prstGeom xmlns:a="http://schemas.openxmlformats.org/drawingml/2006/main" prst="roundRect">
              <a:avLst>
                <a:gd name="adj" fmla="val 3415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C3D9D4"/>
              </a:solidFill>
            </a:ln>
          </p:spPr>
        </p:sp>
        <p:sp>
          <p:nvSpPr>
            <p:cNvPr id="47" name="47 Training computation">
              <a:extLst xmlns:a="http://schemas.openxmlformats.org/drawingml/2006/main">
                <a:ext uri="{FF2B5EF4-FFF2-40B4-BE49-F238E27FC236}">
                  <a16:creationId xmlns:a16="http://schemas.microsoft.com/office/drawing/2014/main" id="{1066695F-F62A-4148-851E-1422B46F76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81525" y="1514475"/>
              <a:ext cx="1619250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13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rPr>
                <a:t>Training computation</a:t>
              </a:r>
            </a:p>
          </p:txBody>
        </p:sp>
        <p:sp>
          <p:nvSpPr>
            <p:cNvPr id="48" name="48 Source">
              <a:extLst xmlns:a="http://schemas.openxmlformats.org/drawingml/2006/main">
                <a:ext uri="{FF2B5EF4-FFF2-40B4-BE49-F238E27FC236}">
                  <a16:creationId xmlns:a16="http://schemas.microsoft.com/office/drawing/2014/main" id="{31A36DDA-AB14-4028-8EC3-9711DA49A0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53175" y="1514475"/>
              <a:ext cx="1143000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rPr>
                <a:t>Source</a:t>
              </a:r>
            </a:p>
          </p:txBody>
        </p:sp>
        <p:sp>
          <p:nvSpPr>
            <p:cNvPr id="49" name="49 Target">
              <a:extLst xmlns:a="http://schemas.openxmlformats.org/drawingml/2006/main">
                <a:ext uri="{FF2B5EF4-FFF2-40B4-BE49-F238E27FC236}">
                  <a16:creationId xmlns:a16="http://schemas.microsoft.com/office/drawing/2014/main" id="{C80A678C-16B3-44D0-BA26-4855A93836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29550" y="1514475"/>
              <a:ext cx="1143000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00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rPr>
                <a:t>Target</a:t>
              </a:r>
            </a:p>
          </p:txBody>
        </p:sp>
        <p:sp>
          <p:nvSpPr>
            <p:cNvPr id="50" name="50 path">
              <a:extLst xmlns:a="http://schemas.openxmlformats.org/drawingml/2006/main">
                <a:ext uri="{FF2B5EF4-FFF2-40B4-BE49-F238E27FC236}">
                  <a16:creationId xmlns:a16="http://schemas.microsoft.com/office/drawing/2014/main" id="{AEDF137D-7F7D-4480-96A7-BA52242118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24375" y="1847850"/>
              <a:ext cx="4857750" cy="95"/>
            </a:xfrm>
            <a:custGeom xmlns:a="http://schemas.openxmlformats.org/drawingml/2006/main">
              <a:pathLst>
                <a:path w="4857750" h="9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D7E7E2"/>
              </a:solidFill>
            </a:ln>
          </p:spPr>
        </p:sp>
        <p:sp>
          <p:nvSpPr>
            <p:cNvPr id="51" name="51 path">
              <a:extLst xmlns:a="http://schemas.openxmlformats.org/drawingml/2006/main">
                <a:ext uri="{FF2B5EF4-FFF2-40B4-BE49-F238E27FC236}">
                  <a16:creationId xmlns:a16="http://schemas.microsoft.com/office/drawing/2014/main" id="{95FB1C56-6048-46CD-AA18-D3C49A19AC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24375" y="2343150"/>
              <a:ext cx="4857750" cy="95"/>
            </a:xfrm>
            <a:custGeom xmlns:a="http://schemas.openxmlformats.org/drawingml/2006/main">
              <a:pathLst>
                <a:path w="4857750" h="9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D7E7E2"/>
              </a:solidFill>
            </a:ln>
          </p:spPr>
        </p:sp>
        <p:sp>
          <p:nvSpPr>
            <p:cNvPr id="52" name="52 path">
              <a:extLst xmlns:a="http://schemas.openxmlformats.org/drawingml/2006/main">
                <a:ext uri="{FF2B5EF4-FFF2-40B4-BE49-F238E27FC236}">
                  <a16:creationId xmlns:a16="http://schemas.microsoft.com/office/drawing/2014/main" id="{C5692166-448D-4151-BC53-E7B55BE286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24375" y="2838450"/>
              <a:ext cx="4857750" cy="95"/>
            </a:xfrm>
            <a:custGeom xmlns:a="http://schemas.openxmlformats.org/drawingml/2006/main">
              <a:pathLst>
                <a:path w="4857750" h="9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D7E7E2"/>
              </a:solidFill>
            </a:ln>
          </p:spPr>
        </p:sp>
        <p:sp>
          <p:nvSpPr>
            <p:cNvPr id="53" name="53 path">
              <a:extLst xmlns:a="http://schemas.openxmlformats.org/drawingml/2006/main">
                <a:ext uri="{FF2B5EF4-FFF2-40B4-BE49-F238E27FC236}">
                  <a16:creationId xmlns:a16="http://schemas.microsoft.com/office/drawing/2014/main" id="{5D7E5053-61CC-4D28-8B2D-E50C264E71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91250" y="1495425"/>
              <a:ext cx="95" cy="1847850"/>
            </a:xfrm>
            <a:custGeom xmlns:a="http://schemas.openxmlformats.org/drawingml/2006/main">
              <a:pathLst>
                <a:path w="95" h="1847850">
                  <a:moveTo>
                    <a:pt x="0" y="0"/>
                  </a:moveTo>
                  <a:lnTo>
                    <a:pt x="0" y="18478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D7E7E2"/>
              </a:solidFill>
            </a:ln>
          </p:spPr>
        </p:sp>
        <p:sp>
          <p:nvSpPr>
            <p:cNvPr id="54" name="54 path">
              <a:extLst xmlns:a="http://schemas.openxmlformats.org/drawingml/2006/main">
                <a:ext uri="{FF2B5EF4-FFF2-40B4-BE49-F238E27FC236}">
                  <a16:creationId xmlns:a16="http://schemas.microsoft.com/office/drawing/2014/main" id="{BBF55D1F-C9EE-43E9-BBCE-96EC49CA9F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67625" y="1495425"/>
              <a:ext cx="95" cy="1847850"/>
            </a:xfrm>
            <a:custGeom xmlns:a="http://schemas.openxmlformats.org/drawingml/2006/main">
              <a:pathLst>
                <a:path w="95" h="1847850">
                  <a:moveTo>
                    <a:pt x="0" y="0"/>
                  </a:moveTo>
                  <a:lnTo>
                    <a:pt x="0" y="18478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D7E7E2"/>
              </a:solidFill>
            </a:ln>
          </p:spPr>
        </p:sp>
        <p:sp>
          <p:nvSpPr>
            <p:cNvPr id="55" name="55 rect">
              <a:extLst xmlns:a="http://schemas.openxmlformats.org/drawingml/2006/main">
                <a:ext uri="{FF2B5EF4-FFF2-40B4-BE49-F238E27FC236}">
                  <a16:creationId xmlns:a16="http://schemas.microsoft.com/office/drawing/2014/main" id="{38D679CC-CD77-4C8C-A9F1-C7193DE634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95800" y="2838450"/>
              <a:ext cx="4914900" cy="457200"/>
            </a:xfrm>
            <a:prstGeom xmlns:a="http://schemas.openxmlformats.org/drawingml/2006/main" prst="roundRect">
              <a:avLst>
                <a:gd name="adj" fmla="val 10417"/>
              </a:avLst>
            </a:prstGeom>
            <a:solidFill xmlns:a="http://schemas.openxmlformats.org/drawingml/2006/main">
              <a:srgbClr val="FAE9E5"/>
            </a:solidFill>
            <a:ln xmlns:a="http://schemas.openxmlformats.org/drawingml/2006/main" w="0">
              <a:noFill/>
            </a:ln>
          </p:spPr>
        </p:sp>
        <p:sp>
          <p:nvSpPr>
            <p:cNvPr id="56" name="56 Execution (loss curve)">
              <a:extLst xmlns:a="http://schemas.openxmlformats.org/drawingml/2006/main">
                <a:ext uri="{FF2B5EF4-FFF2-40B4-BE49-F238E27FC236}">
                  <a16:creationId xmlns:a16="http://schemas.microsoft.com/office/drawing/2014/main" id="{720AEFD9-C730-40BA-A5A5-786DDE97E6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81525" y="1905000"/>
              <a:ext cx="1524000" cy="20314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90" b="0">
                  <a:solidFill>
                    <a:srgbClr val="2B48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90" b="0">
                  <a:solidFill>
                    <a:srgbClr val="2B4847"/>
                  </a:solidFill>
                  <a:latin typeface="Times New Roman"/>
                  <a:ea typeface="Times New Roman"/>
                  <a:cs typeface="Times New Roman"/>
                </a:rPr>
                <a:t>Execution (loss curve)</a:t>
              </a:r>
            </a:p>
          </p:txBody>
        </p:sp>
        <p:sp>
          <p:nvSpPr>
            <p:cNvPr id="57" name="57 path">
              <a:extLst xmlns:a="http://schemas.openxmlformats.org/drawingml/2006/main">
                <a:ext uri="{FF2B5EF4-FFF2-40B4-BE49-F238E27FC236}">
                  <a16:creationId xmlns:a16="http://schemas.microsoft.com/office/drawing/2014/main" id="{C3A47941-5AF0-4F66-97B8-BDF65CEA34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34125" y="1924050"/>
              <a:ext cx="95" cy="276225"/>
            </a:xfrm>
            <a:custGeom xmlns:a="http://schemas.openxmlformats.org/drawingml/2006/main">
              <a:pathLst>
                <a:path w="9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29ACA"/>
              </a:solidFill>
            </a:ln>
          </p:spPr>
        </p:sp>
        <p:sp>
          <p:nvSpPr>
            <p:cNvPr id="58" name="58 path">
              <a:extLst xmlns:a="http://schemas.openxmlformats.org/drawingml/2006/main">
                <a:ext uri="{FF2B5EF4-FFF2-40B4-BE49-F238E27FC236}">
                  <a16:creationId xmlns:a16="http://schemas.microsoft.com/office/drawing/2014/main" id="{3E10F97C-F0A1-44BA-9C4C-E7542184F3B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34125" y="2122932"/>
              <a:ext cx="1162050" cy="95"/>
            </a:xfrm>
            <a:custGeom xmlns:a="http://schemas.openxmlformats.org/drawingml/2006/main">
              <a:pathLst>
                <a:path w="1162050" h="95">
                  <a:moveTo>
                    <a:pt x="0" y="0"/>
                  </a:moveTo>
                  <a:lnTo>
                    <a:pt x="11620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6668">
              <a:solidFill>
                <a:srgbClr val="D4E1F2"/>
              </a:solidFill>
            </a:ln>
          </p:spPr>
        </p:sp>
        <p:sp>
          <p:nvSpPr>
            <p:cNvPr id="59" name="59 editable diagnostic curve">
              <a:extLst xmlns:a="http://schemas.openxmlformats.org/drawingml/2006/main">
                <a:ext uri="{FF2B5EF4-FFF2-40B4-BE49-F238E27FC236}">
                  <a16:creationId xmlns:a16="http://schemas.microsoft.com/office/drawing/2014/main" id="{459BF94F-0058-4493-B657-CCF9BACD59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34125" y="1973771"/>
              <a:ext cx="1162050" cy="129826"/>
            </a:xfrm>
            <a:custGeom xmlns:a="http://schemas.openxmlformats.org/drawingml/2006/main">
              <a:pathLst>
                <a:path w="1162050" h="129826">
                  <a:moveTo>
                    <a:pt x="0" y="124301"/>
                  </a:moveTo>
                  <a:lnTo>
                    <a:pt x="61161" y="91154"/>
                  </a:lnTo>
                  <a:lnTo>
                    <a:pt x="122321" y="93917"/>
                  </a:lnTo>
                  <a:lnTo>
                    <a:pt x="183482" y="118777"/>
                  </a:lnTo>
                  <a:lnTo>
                    <a:pt x="244642" y="124301"/>
                  </a:lnTo>
                  <a:lnTo>
                    <a:pt x="305803" y="118777"/>
                  </a:lnTo>
                  <a:lnTo>
                    <a:pt x="366963" y="129826"/>
                  </a:lnTo>
                  <a:lnTo>
                    <a:pt x="428124" y="124301"/>
                  </a:lnTo>
                  <a:lnTo>
                    <a:pt x="489284" y="107728"/>
                  </a:lnTo>
                  <a:lnTo>
                    <a:pt x="550445" y="96679"/>
                  </a:lnTo>
                  <a:lnTo>
                    <a:pt x="611605" y="82867"/>
                  </a:lnTo>
                  <a:lnTo>
                    <a:pt x="672766" y="60769"/>
                  </a:lnTo>
                  <a:lnTo>
                    <a:pt x="733926" y="49720"/>
                  </a:lnTo>
                  <a:lnTo>
                    <a:pt x="795087" y="44196"/>
                  </a:lnTo>
                  <a:lnTo>
                    <a:pt x="856247" y="30385"/>
                  </a:lnTo>
                  <a:lnTo>
                    <a:pt x="917408" y="16574"/>
                  </a:lnTo>
                  <a:lnTo>
                    <a:pt x="978568" y="8287"/>
                  </a:lnTo>
                  <a:lnTo>
                    <a:pt x="1039729" y="2762"/>
                  </a:lnTo>
                  <a:lnTo>
                    <a:pt x="1100889" y="0"/>
                  </a:lnTo>
                  <a:lnTo>
                    <a:pt x="1162050" y="55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4E8E85"/>
              </a:solidFill>
            </a:ln>
          </p:spPr>
        </p:sp>
        <p:sp>
          <p:nvSpPr>
            <p:cNvPr id="60" name="60 path">
              <a:extLst xmlns:a="http://schemas.openxmlformats.org/drawingml/2006/main">
                <a:ext uri="{FF2B5EF4-FFF2-40B4-BE49-F238E27FC236}">
                  <a16:creationId xmlns:a16="http://schemas.microsoft.com/office/drawing/2014/main" id="{08C73E89-7685-4CEA-B44E-F2FD968489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10500" y="1924050"/>
              <a:ext cx="95" cy="276225"/>
            </a:xfrm>
            <a:custGeom xmlns:a="http://schemas.openxmlformats.org/drawingml/2006/main">
              <a:pathLst>
                <a:path w="9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29ACA"/>
              </a:solidFill>
            </a:ln>
          </p:spPr>
        </p:sp>
        <p:sp>
          <p:nvSpPr>
            <p:cNvPr id="61" name="61 path">
              <a:extLst xmlns:a="http://schemas.openxmlformats.org/drawingml/2006/main">
                <a:ext uri="{FF2B5EF4-FFF2-40B4-BE49-F238E27FC236}">
                  <a16:creationId xmlns:a16="http://schemas.microsoft.com/office/drawing/2014/main" id="{81AAABA4-BACA-4A11-A7AD-08E25457BF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10500" y="2122932"/>
              <a:ext cx="1152525" cy="95"/>
            </a:xfrm>
            <a:custGeom xmlns:a="http://schemas.openxmlformats.org/drawingml/2006/main">
              <a:pathLst>
                <a:path w="1152525" h="95">
                  <a:moveTo>
                    <a:pt x="0" y="0"/>
                  </a:moveTo>
                  <a:lnTo>
                    <a:pt x="11525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6668">
              <a:solidFill>
                <a:srgbClr val="D4E1F2"/>
              </a:solidFill>
            </a:ln>
          </p:spPr>
        </p:sp>
        <p:sp>
          <p:nvSpPr>
            <p:cNvPr id="62" name="62 editable diagnostic curve">
              <a:extLst xmlns:a="http://schemas.openxmlformats.org/drawingml/2006/main">
                <a:ext uri="{FF2B5EF4-FFF2-40B4-BE49-F238E27FC236}">
                  <a16:creationId xmlns:a16="http://schemas.microsoft.com/office/drawing/2014/main" id="{AD4C1F75-5EC2-494F-8DC5-7C1A6EBCE9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10500" y="1973771"/>
              <a:ext cx="1152525" cy="129826"/>
            </a:xfrm>
            <a:custGeom xmlns:a="http://schemas.openxmlformats.org/drawingml/2006/main">
              <a:pathLst>
                <a:path w="1152525" h="129826">
                  <a:moveTo>
                    <a:pt x="0" y="124301"/>
                  </a:moveTo>
                  <a:lnTo>
                    <a:pt x="60659" y="91154"/>
                  </a:lnTo>
                  <a:lnTo>
                    <a:pt x="121318" y="93917"/>
                  </a:lnTo>
                  <a:lnTo>
                    <a:pt x="181978" y="118777"/>
                  </a:lnTo>
                  <a:lnTo>
                    <a:pt x="242637" y="124301"/>
                  </a:lnTo>
                  <a:lnTo>
                    <a:pt x="303296" y="118777"/>
                  </a:lnTo>
                  <a:lnTo>
                    <a:pt x="363955" y="129826"/>
                  </a:lnTo>
                  <a:lnTo>
                    <a:pt x="424614" y="124301"/>
                  </a:lnTo>
                  <a:lnTo>
                    <a:pt x="485274" y="107728"/>
                  </a:lnTo>
                  <a:lnTo>
                    <a:pt x="545933" y="96679"/>
                  </a:lnTo>
                  <a:lnTo>
                    <a:pt x="606592" y="82867"/>
                  </a:lnTo>
                  <a:lnTo>
                    <a:pt x="667251" y="60769"/>
                  </a:lnTo>
                  <a:lnTo>
                    <a:pt x="727911" y="49720"/>
                  </a:lnTo>
                  <a:lnTo>
                    <a:pt x="788570" y="44196"/>
                  </a:lnTo>
                  <a:lnTo>
                    <a:pt x="849229" y="30385"/>
                  </a:lnTo>
                  <a:lnTo>
                    <a:pt x="909888" y="16574"/>
                  </a:lnTo>
                  <a:lnTo>
                    <a:pt x="970547" y="8287"/>
                  </a:lnTo>
                  <a:lnTo>
                    <a:pt x="1031207" y="2762"/>
                  </a:lnTo>
                  <a:lnTo>
                    <a:pt x="1091866" y="0"/>
                  </a:lnTo>
                  <a:lnTo>
                    <a:pt x="1152525" y="55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4E8E85"/>
              </a:solidFill>
            </a:ln>
          </p:spPr>
        </p:sp>
        <p:sp>
          <p:nvSpPr>
            <p:cNvPr id="63" name="63 Forward values">
              <a:extLst xmlns:a="http://schemas.openxmlformats.org/drawingml/2006/main">
                <a:ext uri="{FF2B5EF4-FFF2-40B4-BE49-F238E27FC236}">
                  <a16:creationId xmlns:a16="http://schemas.microsoft.com/office/drawing/2014/main" id="{67517C9B-B2DC-4715-9F11-075323741B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81525" y="2400300"/>
              <a:ext cx="1524000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2B48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2B4847"/>
                  </a:solidFill>
                  <a:latin typeface="Times New Roman"/>
                  <a:ea typeface="Times New Roman"/>
                  <a:cs typeface="Times New Roman"/>
                </a:rPr>
                <a:t>Forward values</a:t>
              </a:r>
            </a:p>
          </p:txBody>
        </p:sp>
        <p:sp>
          <p:nvSpPr>
            <p:cNvPr id="64" name="64 path">
              <a:extLst xmlns:a="http://schemas.openxmlformats.org/drawingml/2006/main">
                <a:ext uri="{FF2B5EF4-FFF2-40B4-BE49-F238E27FC236}">
                  <a16:creationId xmlns:a16="http://schemas.microsoft.com/office/drawing/2014/main" id="{97AA9870-C298-4206-A5D6-7A1F267FCE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34125" y="2419350"/>
              <a:ext cx="95" cy="276225"/>
            </a:xfrm>
            <a:custGeom xmlns:a="http://schemas.openxmlformats.org/drawingml/2006/main">
              <a:pathLst>
                <a:path w="9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29ACA"/>
              </a:solidFill>
            </a:ln>
          </p:spPr>
        </p:sp>
        <p:sp>
          <p:nvSpPr>
            <p:cNvPr id="65" name="65 path">
              <a:extLst xmlns:a="http://schemas.openxmlformats.org/drawingml/2006/main">
                <a:ext uri="{FF2B5EF4-FFF2-40B4-BE49-F238E27FC236}">
                  <a16:creationId xmlns:a16="http://schemas.microsoft.com/office/drawing/2014/main" id="{9E58DDE7-6637-4868-A253-31D6D18173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34125" y="2618232"/>
              <a:ext cx="1162050" cy="95"/>
            </a:xfrm>
            <a:custGeom xmlns:a="http://schemas.openxmlformats.org/drawingml/2006/main">
              <a:pathLst>
                <a:path w="1162050" h="95">
                  <a:moveTo>
                    <a:pt x="0" y="0"/>
                  </a:moveTo>
                  <a:lnTo>
                    <a:pt x="11620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6668">
              <a:solidFill>
                <a:srgbClr val="D4E1F2"/>
              </a:solidFill>
            </a:ln>
          </p:spPr>
        </p:sp>
        <p:sp>
          <p:nvSpPr>
            <p:cNvPr id="66" name="66 editable diagnostic curve">
              <a:extLst xmlns:a="http://schemas.openxmlformats.org/drawingml/2006/main">
                <a:ext uri="{FF2B5EF4-FFF2-40B4-BE49-F238E27FC236}">
                  <a16:creationId xmlns:a16="http://schemas.microsoft.com/office/drawing/2014/main" id="{3B5F21FF-CECD-41B4-ABDA-174F73D7CD5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34125" y="2540889"/>
              <a:ext cx="1162050" cy="69056"/>
            </a:xfrm>
            <a:custGeom xmlns:a="http://schemas.openxmlformats.org/drawingml/2006/main">
              <a:pathLst>
                <a:path w="1162050" h="69056">
                  <a:moveTo>
                    <a:pt x="0" y="58007"/>
                  </a:moveTo>
                  <a:lnTo>
                    <a:pt x="61161" y="22098"/>
                  </a:lnTo>
                  <a:lnTo>
                    <a:pt x="122321" y="0"/>
                  </a:lnTo>
                  <a:lnTo>
                    <a:pt x="183482" y="30385"/>
                  </a:lnTo>
                  <a:lnTo>
                    <a:pt x="244642" y="60769"/>
                  </a:lnTo>
                  <a:lnTo>
                    <a:pt x="305803" y="35909"/>
                  </a:lnTo>
                  <a:lnTo>
                    <a:pt x="366963" y="2762"/>
                  </a:lnTo>
                  <a:lnTo>
                    <a:pt x="428124" y="11049"/>
                  </a:lnTo>
                  <a:lnTo>
                    <a:pt x="489284" y="44196"/>
                  </a:lnTo>
                  <a:lnTo>
                    <a:pt x="550445" y="33147"/>
                  </a:lnTo>
                  <a:lnTo>
                    <a:pt x="611605" y="13811"/>
                  </a:lnTo>
                  <a:lnTo>
                    <a:pt x="672766" y="35909"/>
                  </a:lnTo>
                  <a:lnTo>
                    <a:pt x="733926" y="63532"/>
                  </a:lnTo>
                  <a:lnTo>
                    <a:pt x="795087" y="69056"/>
                  </a:lnTo>
                  <a:lnTo>
                    <a:pt x="856247" y="49721"/>
                  </a:lnTo>
                  <a:lnTo>
                    <a:pt x="917408" y="19336"/>
                  </a:lnTo>
                  <a:lnTo>
                    <a:pt x="978568" y="0"/>
                  </a:lnTo>
                  <a:lnTo>
                    <a:pt x="1039729" y="5524"/>
                  </a:lnTo>
                  <a:lnTo>
                    <a:pt x="1100889" y="24860"/>
                  </a:lnTo>
                  <a:lnTo>
                    <a:pt x="1162050" y="27623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4E8E85"/>
              </a:solidFill>
            </a:ln>
          </p:spPr>
        </p:sp>
        <p:sp>
          <p:nvSpPr>
            <p:cNvPr id="67" name="67 path">
              <a:extLst xmlns:a="http://schemas.openxmlformats.org/drawingml/2006/main">
                <a:ext uri="{FF2B5EF4-FFF2-40B4-BE49-F238E27FC236}">
                  <a16:creationId xmlns:a16="http://schemas.microsoft.com/office/drawing/2014/main" id="{910B123D-707B-4A1F-B95B-95EC357794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10500" y="2419350"/>
              <a:ext cx="95" cy="276225"/>
            </a:xfrm>
            <a:custGeom xmlns:a="http://schemas.openxmlformats.org/drawingml/2006/main">
              <a:pathLst>
                <a:path w="9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29ACA"/>
              </a:solidFill>
            </a:ln>
          </p:spPr>
        </p:sp>
        <p:sp>
          <p:nvSpPr>
            <p:cNvPr id="68" name="68 path">
              <a:extLst xmlns:a="http://schemas.openxmlformats.org/drawingml/2006/main">
                <a:ext uri="{FF2B5EF4-FFF2-40B4-BE49-F238E27FC236}">
                  <a16:creationId xmlns:a16="http://schemas.microsoft.com/office/drawing/2014/main" id="{C6D652DD-E937-4474-9904-9D9FFD3766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10500" y="2618232"/>
              <a:ext cx="1152525" cy="95"/>
            </a:xfrm>
            <a:custGeom xmlns:a="http://schemas.openxmlformats.org/drawingml/2006/main">
              <a:pathLst>
                <a:path w="1152525" h="95">
                  <a:moveTo>
                    <a:pt x="0" y="0"/>
                  </a:moveTo>
                  <a:lnTo>
                    <a:pt x="11525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6668">
              <a:solidFill>
                <a:srgbClr val="D4E1F2"/>
              </a:solidFill>
            </a:ln>
          </p:spPr>
        </p:sp>
        <p:sp>
          <p:nvSpPr>
            <p:cNvPr id="69" name="69 editable diagnostic curve">
              <a:extLst xmlns:a="http://schemas.openxmlformats.org/drawingml/2006/main">
                <a:ext uri="{FF2B5EF4-FFF2-40B4-BE49-F238E27FC236}">
                  <a16:creationId xmlns:a16="http://schemas.microsoft.com/office/drawing/2014/main" id="{385B9351-E046-4F13-8C25-8F985DE8D9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10500" y="2540889"/>
              <a:ext cx="1152525" cy="69056"/>
            </a:xfrm>
            <a:custGeom xmlns:a="http://schemas.openxmlformats.org/drawingml/2006/main">
              <a:pathLst>
                <a:path w="1152525" h="69056">
                  <a:moveTo>
                    <a:pt x="0" y="58007"/>
                  </a:moveTo>
                  <a:lnTo>
                    <a:pt x="60659" y="22098"/>
                  </a:lnTo>
                  <a:lnTo>
                    <a:pt x="121318" y="0"/>
                  </a:lnTo>
                  <a:lnTo>
                    <a:pt x="181978" y="30385"/>
                  </a:lnTo>
                  <a:lnTo>
                    <a:pt x="242637" y="60769"/>
                  </a:lnTo>
                  <a:lnTo>
                    <a:pt x="303296" y="35909"/>
                  </a:lnTo>
                  <a:lnTo>
                    <a:pt x="363955" y="2762"/>
                  </a:lnTo>
                  <a:lnTo>
                    <a:pt x="424614" y="11049"/>
                  </a:lnTo>
                  <a:lnTo>
                    <a:pt x="485274" y="44196"/>
                  </a:lnTo>
                  <a:lnTo>
                    <a:pt x="545933" y="33147"/>
                  </a:lnTo>
                  <a:lnTo>
                    <a:pt x="606592" y="13811"/>
                  </a:lnTo>
                  <a:lnTo>
                    <a:pt x="667251" y="35909"/>
                  </a:lnTo>
                  <a:lnTo>
                    <a:pt x="727911" y="63532"/>
                  </a:lnTo>
                  <a:lnTo>
                    <a:pt x="788570" y="69056"/>
                  </a:lnTo>
                  <a:lnTo>
                    <a:pt x="849229" y="49721"/>
                  </a:lnTo>
                  <a:lnTo>
                    <a:pt x="909888" y="19336"/>
                  </a:lnTo>
                  <a:lnTo>
                    <a:pt x="970547" y="0"/>
                  </a:lnTo>
                  <a:lnTo>
                    <a:pt x="1031207" y="5524"/>
                  </a:lnTo>
                  <a:lnTo>
                    <a:pt x="1091866" y="24860"/>
                  </a:lnTo>
                  <a:lnTo>
                    <a:pt x="1152525" y="27623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4E8E85"/>
              </a:solidFill>
            </a:ln>
          </p:spPr>
        </p:sp>
        <p:sp>
          <p:nvSpPr>
            <p:cNvPr id="70" name="70 Gradients">
              <a:extLst xmlns:a="http://schemas.openxmlformats.org/drawingml/2006/main">
                <a:ext uri="{FF2B5EF4-FFF2-40B4-BE49-F238E27FC236}">
                  <a16:creationId xmlns:a16="http://schemas.microsoft.com/office/drawing/2014/main" id="{DD1F18ED-100D-43F6-8D65-953D1D5FF1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81525" y="2895600"/>
              <a:ext cx="1524000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1">
                  <a:solidFill>
                    <a:srgbClr val="A44F4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>
                  <a:solidFill>
                    <a:srgbClr val="A44F40"/>
                  </a:solidFill>
                  <a:latin typeface="Times New Roman"/>
                  <a:ea typeface="Times New Roman"/>
                  <a:cs typeface="Times New Roman"/>
                </a:rPr>
                <a:t>Gradients</a:t>
              </a:r>
            </a:p>
          </p:txBody>
        </p:sp>
        <p:sp>
          <p:nvSpPr>
            <p:cNvPr id="71" name="71 path">
              <a:extLst xmlns:a="http://schemas.openxmlformats.org/drawingml/2006/main">
                <a:ext uri="{FF2B5EF4-FFF2-40B4-BE49-F238E27FC236}">
                  <a16:creationId xmlns:a16="http://schemas.microsoft.com/office/drawing/2014/main" id="{EBC742A4-68C0-4D95-ADD8-3268B4391C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34125" y="2914650"/>
              <a:ext cx="95" cy="276225"/>
            </a:xfrm>
            <a:custGeom xmlns:a="http://schemas.openxmlformats.org/drawingml/2006/main">
              <a:pathLst>
                <a:path w="9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29ACA"/>
              </a:solidFill>
            </a:ln>
          </p:spPr>
        </p:sp>
        <p:sp>
          <p:nvSpPr>
            <p:cNvPr id="72" name="72 path">
              <a:extLst xmlns:a="http://schemas.openxmlformats.org/drawingml/2006/main">
                <a:ext uri="{FF2B5EF4-FFF2-40B4-BE49-F238E27FC236}">
                  <a16:creationId xmlns:a16="http://schemas.microsoft.com/office/drawing/2014/main" id="{1D97D700-143D-4781-A1EE-0C5BA94C22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34125" y="3113532"/>
              <a:ext cx="1162050" cy="95"/>
            </a:xfrm>
            <a:custGeom xmlns:a="http://schemas.openxmlformats.org/drawingml/2006/main">
              <a:pathLst>
                <a:path w="1162050" h="95">
                  <a:moveTo>
                    <a:pt x="0" y="0"/>
                  </a:moveTo>
                  <a:lnTo>
                    <a:pt x="11620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6668">
              <a:solidFill>
                <a:srgbClr val="D4E1F2"/>
              </a:solidFill>
            </a:ln>
          </p:spPr>
        </p:sp>
        <p:sp>
          <p:nvSpPr>
            <p:cNvPr id="73" name="73 editable diagnostic curve">
              <a:extLst xmlns:a="http://schemas.openxmlformats.org/drawingml/2006/main">
                <a:ext uri="{FF2B5EF4-FFF2-40B4-BE49-F238E27FC236}">
                  <a16:creationId xmlns:a16="http://schemas.microsoft.com/office/drawing/2014/main" id="{DD8ADA15-4561-44E5-9C51-90131F6C16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34125" y="3036189"/>
              <a:ext cx="1162050" cy="69056"/>
            </a:xfrm>
            <a:custGeom xmlns:a="http://schemas.openxmlformats.org/drawingml/2006/main">
              <a:pathLst>
                <a:path w="1162050" h="69056">
                  <a:moveTo>
                    <a:pt x="0" y="58007"/>
                  </a:moveTo>
                  <a:lnTo>
                    <a:pt x="61161" y="22098"/>
                  </a:lnTo>
                  <a:lnTo>
                    <a:pt x="122321" y="0"/>
                  </a:lnTo>
                  <a:lnTo>
                    <a:pt x="183482" y="30385"/>
                  </a:lnTo>
                  <a:lnTo>
                    <a:pt x="244642" y="60769"/>
                  </a:lnTo>
                  <a:lnTo>
                    <a:pt x="305803" y="35909"/>
                  </a:lnTo>
                  <a:lnTo>
                    <a:pt x="366963" y="2762"/>
                  </a:lnTo>
                  <a:lnTo>
                    <a:pt x="428124" y="11049"/>
                  </a:lnTo>
                  <a:lnTo>
                    <a:pt x="489284" y="44196"/>
                  </a:lnTo>
                  <a:lnTo>
                    <a:pt x="550445" y="33147"/>
                  </a:lnTo>
                  <a:lnTo>
                    <a:pt x="611605" y="13811"/>
                  </a:lnTo>
                  <a:lnTo>
                    <a:pt x="672766" y="35909"/>
                  </a:lnTo>
                  <a:lnTo>
                    <a:pt x="733926" y="63532"/>
                  </a:lnTo>
                  <a:lnTo>
                    <a:pt x="795087" y="69056"/>
                  </a:lnTo>
                  <a:lnTo>
                    <a:pt x="856247" y="49721"/>
                  </a:lnTo>
                  <a:lnTo>
                    <a:pt x="917408" y="19336"/>
                  </a:lnTo>
                  <a:lnTo>
                    <a:pt x="978568" y="0"/>
                  </a:lnTo>
                  <a:lnTo>
                    <a:pt x="1039729" y="5524"/>
                  </a:lnTo>
                  <a:lnTo>
                    <a:pt x="1100889" y="24860"/>
                  </a:lnTo>
                  <a:lnTo>
                    <a:pt x="1162050" y="27623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B55949"/>
              </a:solidFill>
            </a:ln>
          </p:spPr>
        </p:sp>
        <p:sp>
          <p:nvSpPr>
            <p:cNvPr id="74" name="74 path">
              <a:extLst xmlns:a="http://schemas.openxmlformats.org/drawingml/2006/main">
                <a:ext uri="{FF2B5EF4-FFF2-40B4-BE49-F238E27FC236}">
                  <a16:creationId xmlns:a16="http://schemas.microsoft.com/office/drawing/2014/main" id="{42696004-F35C-4EFC-81B6-62A85F00B9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10500" y="2914650"/>
              <a:ext cx="95" cy="276225"/>
            </a:xfrm>
            <a:custGeom xmlns:a="http://schemas.openxmlformats.org/drawingml/2006/main">
              <a:pathLst>
                <a:path w="9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29ACA"/>
              </a:solidFill>
            </a:ln>
          </p:spPr>
        </p:sp>
        <p:sp>
          <p:nvSpPr>
            <p:cNvPr id="75" name="75 path">
              <a:extLst xmlns:a="http://schemas.openxmlformats.org/drawingml/2006/main">
                <a:ext uri="{FF2B5EF4-FFF2-40B4-BE49-F238E27FC236}">
                  <a16:creationId xmlns:a16="http://schemas.microsoft.com/office/drawing/2014/main" id="{8FE0863A-7AA1-4FAE-A5F6-062BC6CC8E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10500" y="3113532"/>
              <a:ext cx="1152525" cy="95"/>
            </a:xfrm>
            <a:custGeom xmlns:a="http://schemas.openxmlformats.org/drawingml/2006/main">
              <a:pathLst>
                <a:path w="1152525" h="95">
                  <a:moveTo>
                    <a:pt x="0" y="0"/>
                  </a:moveTo>
                  <a:lnTo>
                    <a:pt x="11525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6668">
              <a:solidFill>
                <a:srgbClr val="D4E1F2"/>
              </a:solidFill>
            </a:ln>
          </p:spPr>
        </p:sp>
        <p:sp>
          <p:nvSpPr>
            <p:cNvPr id="76" name="76 editable diagnostic curve">
              <a:extLst xmlns:a="http://schemas.openxmlformats.org/drawingml/2006/main">
                <a:ext uri="{FF2B5EF4-FFF2-40B4-BE49-F238E27FC236}">
                  <a16:creationId xmlns:a16="http://schemas.microsoft.com/office/drawing/2014/main" id="{8B670282-B28E-4E80-990E-61F7D799D5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10500" y="3061361"/>
              <a:ext cx="1152525" cy="29981"/>
            </a:xfrm>
            <a:custGeom xmlns:a="http://schemas.openxmlformats.org/drawingml/2006/main">
              <a:pathLst>
                <a:path w="1152525" h="29981">
                  <a:moveTo>
                    <a:pt x="0" y="19024"/>
                  </a:moveTo>
                  <a:lnTo>
                    <a:pt x="60659" y="29981"/>
                  </a:lnTo>
                  <a:lnTo>
                    <a:pt x="121318" y="16201"/>
                  </a:lnTo>
                  <a:lnTo>
                    <a:pt x="181978" y="8795"/>
                  </a:lnTo>
                  <a:lnTo>
                    <a:pt x="242637" y="24484"/>
                  </a:lnTo>
                  <a:lnTo>
                    <a:pt x="303296" y="27847"/>
                  </a:lnTo>
                  <a:lnTo>
                    <a:pt x="363955" y="3004"/>
                  </a:lnTo>
                  <a:lnTo>
                    <a:pt x="424614" y="3908"/>
                  </a:lnTo>
                  <a:lnTo>
                    <a:pt x="485274" y="20230"/>
                  </a:lnTo>
                  <a:lnTo>
                    <a:pt x="545933" y="15121"/>
                  </a:lnTo>
                  <a:lnTo>
                    <a:pt x="606592" y="115"/>
                  </a:lnTo>
                  <a:lnTo>
                    <a:pt x="667251" y="9091"/>
                  </a:lnTo>
                  <a:lnTo>
                    <a:pt x="727911" y="21784"/>
                  </a:lnTo>
                  <a:lnTo>
                    <a:pt x="788570" y="9537"/>
                  </a:lnTo>
                  <a:lnTo>
                    <a:pt x="849229" y="0"/>
                  </a:lnTo>
                  <a:lnTo>
                    <a:pt x="909888" y="14705"/>
                  </a:lnTo>
                  <a:lnTo>
                    <a:pt x="970547" y="20452"/>
                  </a:lnTo>
                  <a:lnTo>
                    <a:pt x="1031207" y="4267"/>
                  </a:lnTo>
                  <a:lnTo>
                    <a:pt x="1091866" y="2690"/>
                  </a:lnTo>
                  <a:lnTo>
                    <a:pt x="1152525" y="1928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B55949"/>
              </a:solidFill>
            </a:ln>
          </p:spPr>
        </p:sp>
        <p:sp>
          <p:nvSpPr>
            <p:cNvPr id="77" name="77 ellipse">
              <a:extLst xmlns:a="http://schemas.openxmlformats.org/drawingml/2006/main">
                <a:ext uri="{FF2B5EF4-FFF2-40B4-BE49-F238E27FC236}">
                  <a16:creationId xmlns:a16="http://schemas.microsoft.com/office/drawing/2014/main" id="{E90AFFD3-9731-476D-9E9B-592BB629CA8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124950" y="2924175"/>
              <a:ext cx="219075" cy="21907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55949"/>
            </a:solidFill>
            <a:ln xmlns:a="http://schemas.openxmlformats.org/drawingml/2006/main" w="0">
              <a:noFill/>
            </a:ln>
          </p:spPr>
        </p:sp>
        <p:sp>
          <p:nvSpPr>
            <p:cNvPr id="78" name="78 !">
              <a:extLst xmlns:a="http://schemas.openxmlformats.org/drawingml/2006/main">
                <a:ext uri="{FF2B5EF4-FFF2-40B4-BE49-F238E27FC236}">
                  <a16:creationId xmlns:a16="http://schemas.microsoft.com/office/drawing/2014/main" id="{4B8779A6-6EC0-473E-A546-8F2CF3EC8B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163050" y="2895600"/>
              <a:ext cx="14287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!</a:t>
              </a:r>
            </a:p>
          </p:txBody>
        </p:sp>
        <p:sp>
          <p:nvSpPr>
            <p:cNvPr id="79" name="79 First divergence">
              <a:extLst xmlns:a="http://schemas.openxmlformats.org/drawingml/2006/main">
                <a:ext uri="{FF2B5EF4-FFF2-40B4-BE49-F238E27FC236}">
                  <a16:creationId xmlns:a16="http://schemas.microsoft.com/office/drawing/2014/main" id="{BEFFACF2-DB52-4CDD-A37E-322FDE4CB4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48575" y="3133725"/>
              <a:ext cx="1438275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313" b="1">
                  <a:solidFill>
                    <a:srgbClr val="A44F4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1">
                  <a:solidFill>
                    <a:srgbClr val="A44F40"/>
                  </a:solidFill>
                  <a:latin typeface="Times New Roman"/>
                  <a:ea typeface="Times New Roman"/>
                  <a:cs typeface="Times New Roman"/>
                </a:rPr>
                <a:t>First divergence</a:t>
              </a:r>
            </a:p>
          </p:txBody>
        </p:sp>
      </p:grpSp>
      <p:grpSp>
        <p:nvGrpSpPr>
          <p:cNvPr id="316" name="Evidence handoff"/>
          <p:cNvGrpSpPr/>
          <p:nvPr/>
        </p:nvGrpSpPr>
        <p:grpSpPr>
          <ns10:xfrm xmlns:ns10="http://schemas.openxmlformats.org/drawingml/2006/main">
            <ns10:off x="9753600" y="523875"/>
            <ns10:ext cx="1885950" cy="3905250"/>
            <ns10:chOff x="9753600" y="523875"/>
            <ns10:chExt cx="1885950" cy="3905250"/>
          </ns10:xfrm>
        </p:grpSpPr>
        <p:sp>
          <p:nvSpPr>
            <p:cNvPr id="80" name="80 rect">
              <a:extLst xmlns:a="http://schemas.openxmlformats.org/drawingml/2006/main">
                <a:ext uri="{FF2B5EF4-FFF2-40B4-BE49-F238E27FC236}">
                  <a16:creationId xmlns:a16="http://schemas.microsoft.com/office/drawing/2014/main" id="{7AE3FCF0-8C82-4C64-BF17-D3CAE1960E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53600" y="523875"/>
              <a:ext cx="1885950" cy="3905250"/>
            </a:xfrm>
            <a:prstGeom xmlns:a="http://schemas.openxmlformats.org/drawingml/2006/main" prst="roundRect">
              <a:avLst>
                <a:gd name="adj" fmla="val 4040"/>
              </a:avLst>
            </a:prstGeom>
            <a:solidFill xmlns:a="http://schemas.openxmlformats.org/drawingml/2006/main">
              <a:srgbClr val="E8F0F6"/>
            </a:solidFill>
            <a:ln xmlns:a="http://schemas.openxmlformats.org/drawingml/2006/main" w="20955">
              <a:solidFill>
                <a:srgbClr val="416E8B"/>
              </a:solidFill>
            </a:ln>
          </p:spPr>
        </p:sp>
        <p:sp>
          <p:nvSpPr>
            <p:cNvPr id="81" name="81 Evidence handoff">
              <a:extLst xmlns:a="http://schemas.openxmlformats.org/drawingml/2006/main">
                <a:ext uri="{FF2B5EF4-FFF2-40B4-BE49-F238E27FC236}">
                  <a16:creationId xmlns:a16="http://schemas.microsoft.com/office/drawing/2014/main" id="{34A8E35B-2E94-4217-B519-5E29167B14D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96475" y="723900"/>
              <a:ext cx="1600200" cy="25748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635" b="1">
                  <a:solidFill>
                    <a:srgbClr val="355773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35" b="1">
                  <a:solidFill>
                    <a:srgbClr val="355773"/>
                  </a:solidFill>
                  <a:latin typeface="Times New Roman"/>
                  <a:ea typeface="Times New Roman"/>
                  <a:cs typeface="Times New Roman"/>
                </a:rPr>
                <a:t>Evidence handoff</a:t>
              </a:r>
            </a:p>
          </p:txBody>
        </p:sp>
        <p:sp>
          <p:nvSpPr>
            <p:cNvPr id="82" name="82 Findings for repair">
              <a:extLst xmlns:a="http://schemas.openxmlformats.org/drawingml/2006/main">
                <a:ext uri="{FF2B5EF4-FFF2-40B4-BE49-F238E27FC236}">
                  <a16:creationId xmlns:a16="http://schemas.microsoft.com/office/drawing/2014/main" id="{1E480C57-1220-4B81-8209-1EB51890DA3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96475" y="1057275"/>
              <a:ext cx="1600200" cy="20314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90" b="0">
                  <a:solidFill>
                    <a:srgbClr val="60799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90" b="0">
                  <a:solidFill>
                    <a:srgbClr val="607990"/>
                  </a:solidFill>
                  <a:latin typeface="Times New Roman"/>
                  <a:ea typeface="Times New Roman"/>
                  <a:cs typeface="Times New Roman"/>
                </a:rPr>
                <a:t>Findings for repair</a:t>
              </a:r>
            </a:p>
          </p:txBody>
        </p:sp>
        <p:sp>
          <p:nvSpPr>
            <p:cNvPr id="83" name="83 path">
              <a:extLst xmlns:a="http://schemas.openxmlformats.org/drawingml/2006/main">
                <a:ext uri="{FF2B5EF4-FFF2-40B4-BE49-F238E27FC236}">
                  <a16:creationId xmlns:a16="http://schemas.microsoft.com/office/drawing/2014/main" id="{FB56B2FE-D5DF-451E-B1B0-9FB78E51A9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77425" y="1371600"/>
              <a:ext cx="1638300" cy="95"/>
            </a:xfrm>
            <a:custGeom xmlns:a="http://schemas.openxmlformats.org/drawingml/2006/main">
              <a:pathLst>
                <a:path w="1638300" h="9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B9CDD9"/>
              </a:solidFill>
            </a:ln>
          </p:spPr>
        </p:sp>
        <p:grpSp>
          <p:nvGrpSpPr>
            <p:cNvPr id="317" name="document-83"/>
            <p:cNvGrpSpPr/>
            <p:nvPr/>
          </p:nvGrpSpPr>
          <p:grpSpPr>
            <ns8:xfrm xmlns:ns8="http://schemas.openxmlformats.org/drawingml/2006/main">
              <ns8:off x="9925050" y="1628775"/>
              <ns8:ext cx="209550" cy="276225"/>
              <ns8:chOff x="9925050" y="1628775"/>
              <ns8:chExt cx="209550" cy="276225"/>
            </ns8:xfrm>
          </p:grpSpPr>
          <p:sp>
            <p:nvSpPr>
              <p:cNvPr id="84" name="84 document">
                <a:extLst xmlns:a="http://schemas.openxmlformats.org/drawingml/2006/main">
                  <a:ext uri="{FF2B5EF4-FFF2-40B4-BE49-F238E27FC236}">
                    <a16:creationId xmlns:a16="http://schemas.microsoft.com/office/drawing/2014/main" id="{0CE051C6-A93E-40BB-A676-8EB382EAFF8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925050" y="1628775"/>
                <a:ext cx="209550" cy="276225"/>
              </a:xfrm>
              <a:custGeom xmlns:a="http://schemas.openxmlformats.org/drawingml/2006/main">
                <a:pathLst>
                  <a:path w="209550" h="276225">
                    <a:moveTo>
                      <a:pt x="0" y="0"/>
                    </a:moveTo>
                    <a:lnTo>
                      <a:pt x="129921" y="0"/>
                    </a:lnTo>
                    <a:lnTo>
                      <a:pt x="209550" y="80105"/>
                    </a:lnTo>
                    <a:lnTo>
                      <a:pt x="209550" y="276225"/>
                    </a:lnTo>
                    <a:lnTo>
                      <a:pt x="0" y="276225"/>
                    </a:lnTo>
                    <a:close/>
                  </a:path>
                </a:pathLst>
              </a:custGeom>
              <a:solidFill xmlns:a="http://schemas.openxmlformats.org/drawingml/2006/main">
                <a:srgbClr val="F7FAFE"/>
              </a:solidFill>
              <a:ln xmlns:a="http://schemas.openxmlformats.org/drawingml/2006/main" w="19050">
                <a:solidFill>
                  <a:srgbClr val="587A96"/>
                </a:solidFill>
              </a:ln>
            </p:spPr>
          </p:sp>
          <p:sp>
            <p:nvSpPr>
              <p:cNvPr id="85" name="85 path">
                <a:extLst xmlns:a="http://schemas.openxmlformats.org/drawingml/2006/main">
                  <a:ext uri="{FF2B5EF4-FFF2-40B4-BE49-F238E27FC236}">
                    <a16:creationId xmlns:a16="http://schemas.microsoft.com/office/drawing/2014/main" id="{F392089C-CB06-4440-973C-9E76067FC52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054971" y="1628775"/>
                <a:ext cx="79629" cy="80105"/>
              </a:xfrm>
              <a:custGeom xmlns:a="http://schemas.openxmlformats.org/drawingml/2006/main">
                <a:pathLst>
                  <a:path w="79629" h="80105">
                    <a:moveTo>
                      <a:pt x="0" y="0"/>
                    </a:moveTo>
                    <a:lnTo>
                      <a:pt x="0" y="80105"/>
                    </a:lnTo>
                    <a:lnTo>
                      <a:pt x="79629" y="8010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>
                <a:solidFill>
                  <a:srgbClr val="587A96"/>
                </a:solidFill>
              </a:ln>
            </p:spPr>
          </p:sp>
          <p:sp>
            <p:nvSpPr>
              <p:cNvPr id="86" name="86 path">
                <a:extLst xmlns:a="http://schemas.openxmlformats.org/drawingml/2006/main">
                  <a:ext uri="{FF2B5EF4-FFF2-40B4-BE49-F238E27FC236}">
                    <a16:creationId xmlns:a16="http://schemas.microsoft.com/office/drawing/2014/main" id="{A193C073-0384-4B5A-930A-65BD3771796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975342" y="1761363"/>
                <a:ext cx="102679" cy="95"/>
              </a:xfrm>
              <a:custGeom xmlns:a="http://schemas.openxmlformats.org/drawingml/2006/main">
                <a:pathLst>
                  <a:path w="102679" h="95">
                    <a:moveTo>
                      <a:pt x="0" y="0"/>
                    </a:moveTo>
                    <a:lnTo>
                      <a:pt x="102679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587A96"/>
                </a:solidFill>
              </a:ln>
            </p:spPr>
          </p:sp>
          <p:sp>
            <p:nvSpPr>
              <p:cNvPr id="87" name="87 path">
                <a:extLst xmlns:a="http://schemas.openxmlformats.org/drawingml/2006/main">
                  <a:ext uri="{FF2B5EF4-FFF2-40B4-BE49-F238E27FC236}">
                    <a16:creationId xmlns:a16="http://schemas.microsoft.com/office/drawing/2014/main" id="{90780BA7-022B-429D-B22C-84E6B04CFD9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975342" y="1813846"/>
                <a:ext cx="71247" cy="95"/>
              </a:xfrm>
              <a:custGeom xmlns:a="http://schemas.openxmlformats.org/drawingml/2006/main">
                <a:pathLst>
                  <a:path w="71247" h="95">
                    <a:moveTo>
                      <a:pt x="0" y="0"/>
                    </a:moveTo>
                    <a:lnTo>
                      <a:pt x="71247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587A96"/>
                </a:solidFill>
              </a:ln>
            </p:spPr>
          </p:sp>
        </p:grpSp>
        <p:sp>
          <p:nvSpPr>
            <p:cNvPr id="88" name="88 Code observations">
              <a:extLst xmlns:a="http://schemas.openxmlformats.org/drawingml/2006/main">
                <a:ext uri="{FF2B5EF4-FFF2-40B4-BE49-F238E27FC236}">
                  <a16:creationId xmlns:a16="http://schemas.microsoft.com/office/drawing/2014/main" id="{B1F2E820-9A14-4044-AF62-55B6D45077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9850" y="1666875"/>
              <a:ext cx="1285875" cy="2078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20" b="0">
                  <a:solidFill>
                    <a:srgbClr val="34536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20" b="0">
                  <a:solidFill>
                    <a:srgbClr val="34536A"/>
                  </a:solidFill>
                  <a:latin typeface="Times New Roman"/>
                  <a:ea typeface="Times New Roman"/>
                  <a:cs typeface="Times New Roman"/>
                </a:rPr>
                <a:t>Code observations</a:t>
              </a:r>
            </a:p>
          </p:txBody>
        </p:sp>
        <p:sp>
          <p:nvSpPr>
            <p:cNvPr id="89" name="89 rect">
              <a:extLst xmlns:a="http://schemas.openxmlformats.org/drawingml/2006/main">
                <a:ext uri="{FF2B5EF4-FFF2-40B4-BE49-F238E27FC236}">
                  <a16:creationId xmlns:a16="http://schemas.microsoft.com/office/drawing/2014/main" id="{D2A09337-5287-48F7-86E5-543AD15F74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34575" y="2266950"/>
              <a:ext cx="47625" cy="1047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87A96"/>
            </a:solidFill>
            <a:ln xmlns:a="http://schemas.openxmlformats.org/drawingml/2006/main" w="0">
              <a:noFill/>
            </a:ln>
          </p:spPr>
        </p:sp>
        <p:sp>
          <p:nvSpPr>
            <p:cNvPr id="90" name="90 rect">
              <a:extLst xmlns:a="http://schemas.openxmlformats.org/drawingml/2006/main">
                <a:ext uri="{FF2B5EF4-FFF2-40B4-BE49-F238E27FC236}">
                  <a16:creationId xmlns:a16="http://schemas.microsoft.com/office/drawing/2014/main" id="{DDDE3139-A057-4723-8BBA-BAD325981C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10775" y="2200275"/>
              <a:ext cx="47625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87A96"/>
            </a:solidFill>
            <a:ln xmlns:a="http://schemas.openxmlformats.org/drawingml/2006/main" w="0">
              <a:noFill/>
            </a:ln>
          </p:spPr>
        </p:sp>
        <p:sp>
          <p:nvSpPr>
            <p:cNvPr id="91" name="91 rect">
              <a:extLst xmlns:a="http://schemas.openxmlformats.org/drawingml/2006/main">
                <a:ext uri="{FF2B5EF4-FFF2-40B4-BE49-F238E27FC236}">
                  <a16:creationId xmlns:a16="http://schemas.microsoft.com/office/drawing/2014/main" id="{64ABEC22-9462-4E06-9750-631434876F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86975" y="2133600"/>
              <a:ext cx="47625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587A96"/>
            </a:solidFill>
            <a:ln xmlns:a="http://schemas.openxmlformats.org/drawingml/2006/main" w="0">
              <a:noFill/>
            </a:ln>
          </p:spPr>
        </p:sp>
        <p:sp>
          <p:nvSpPr>
            <p:cNvPr id="92" name="92 path">
              <a:extLst xmlns:a="http://schemas.openxmlformats.org/drawingml/2006/main">
                <a:ext uri="{FF2B5EF4-FFF2-40B4-BE49-F238E27FC236}">
                  <a16:creationId xmlns:a16="http://schemas.microsoft.com/office/drawing/2014/main" id="{24F736D2-FBA0-4272-B055-B3C84AEB046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06000" y="2381250"/>
              <a:ext cx="276225" cy="95"/>
            </a:xfrm>
            <a:custGeom xmlns:a="http://schemas.openxmlformats.org/drawingml/2006/main">
              <a:pathLst>
                <a:path w="276225" h="9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587A96"/>
              </a:solidFill>
            </a:ln>
          </p:spPr>
        </p:sp>
        <p:sp>
          <p:nvSpPr>
            <p:cNvPr id="93" name="93 Test results">
              <a:extLst xmlns:a="http://schemas.openxmlformats.org/drawingml/2006/main">
                <a:ext uri="{FF2B5EF4-FFF2-40B4-BE49-F238E27FC236}">
                  <a16:creationId xmlns:a16="http://schemas.microsoft.com/office/drawing/2014/main" id="{89F5DDCF-38E2-441E-957C-F92C4791A7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9850" y="2133600"/>
              <a:ext cx="1285875" cy="21850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88" b="0">
                  <a:solidFill>
                    <a:srgbClr val="34536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0">
                  <a:solidFill>
                    <a:srgbClr val="34536A"/>
                  </a:solidFill>
                  <a:latin typeface="Times New Roman"/>
                  <a:ea typeface="Times New Roman"/>
                  <a:cs typeface="Times New Roman"/>
                </a:rPr>
                <a:t>Test results</a:t>
              </a:r>
            </a:p>
          </p:txBody>
        </p:sp>
        <p:grpSp>
          <p:nvGrpSpPr>
            <p:cNvPr id="318" name="document-93"/>
            <p:cNvGrpSpPr/>
            <p:nvPr/>
          </p:nvGrpSpPr>
          <p:grpSpPr>
            <ns9:xfrm xmlns:ns9="http://schemas.openxmlformats.org/drawingml/2006/main">
              <ns9:off x="9925050" y="2647950"/>
              <ns9:ext cx="200026" cy="257175"/>
              <ns9:chOff x="9925050" y="2647950"/>
              <ns9:chExt cx="200026" cy="257175"/>
            </ns9:xfrm>
          </p:grpSpPr>
          <p:sp>
            <p:nvSpPr>
              <p:cNvPr id="94" name="94 document">
                <a:extLst xmlns:a="http://schemas.openxmlformats.org/drawingml/2006/main">
                  <a:ext uri="{FF2B5EF4-FFF2-40B4-BE49-F238E27FC236}">
                    <a16:creationId xmlns:a16="http://schemas.microsoft.com/office/drawing/2014/main" id="{38836192-729B-4F35-A638-8E9E68E3EC9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925050" y="2647950"/>
                <a:ext cx="200025" cy="257175"/>
              </a:xfrm>
              <a:custGeom xmlns:a="http://schemas.openxmlformats.org/drawingml/2006/main">
                <a:pathLst>
                  <a:path w="200025" h="257175">
                    <a:moveTo>
                      <a:pt x="0" y="0"/>
                    </a:moveTo>
                    <a:lnTo>
                      <a:pt x="124015" y="0"/>
                    </a:lnTo>
                    <a:lnTo>
                      <a:pt x="200025" y="74581"/>
                    </a:lnTo>
                    <a:lnTo>
                      <a:pt x="200025" y="257175"/>
                    </a:lnTo>
                    <a:lnTo>
                      <a:pt x="0" y="257175"/>
                    </a:lnTo>
                    <a:close/>
                  </a:path>
                </a:pathLst>
              </a:custGeom>
              <a:solidFill xmlns:a="http://schemas.openxmlformats.org/drawingml/2006/main">
                <a:srgbClr val="F7FAFE"/>
              </a:solidFill>
              <a:ln xmlns:a="http://schemas.openxmlformats.org/drawingml/2006/main" w="19050">
                <a:solidFill>
                  <a:srgbClr val="587A96"/>
                </a:solidFill>
              </a:ln>
            </p:spPr>
          </p:sp>
          <p:sp>
            <p:nvSpPr>
              <p:cNvPr id="95" name="95 path">
                <a:extLst xmlns:a="http://schemas.openxmlformats.org/drawingml/2006/main">
                  <a:ext uri="{FF2B5EF4-FFF2-40B4-BE49-F238E27FC236}">
                    <a16:creationId xmlns:a16="http://schemas.microsoft.com/office/drawing/2014/main" id="{DD67C2C3-9C31-43B8-BC40-3F7ADC53630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049066" y="2647950"/>
                <a:ext cx="76010" cy="74581"/>
              </a:xfrm>
              <a:custGeom xmlns:a="http://schemas.openxmlformats.org/drawingml/2006/main">
                <a:pathLst>
                  <a:path w="76010" h="74581">
                    <a:moveTo>
                      <a:pt x="0" y="0"/>
                    </a:moveTo>
                    <a:lnTo>
                      <a:pt x="0" y="74581"/>
                    </a:lnTo>
                    <a:lnTo>
                      <a:pt x="76010" y="74581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>
                <a:solidFill>
                  <a:srgbClr val="587A96"/>
                </a:solidFill>
              </a:ln>
            </p:spPr>
          </p:sp>
          <p:sp>
            <p:nvSpPr>
              <p:cNvPr id="96" name="96 path">
                <a:extLst xmlns:a="http://schemas.openxmlformats.org/drawingml/2006/main">
                  <a:ext uri="{FF2B5EF4-FFF2-40B4-BE49-F238E27FC236}">
                    <a16:creationId xmlns:a16="http://schemas.microsoft.com/office/drawing/2014/main" id="{E8D21921-C41D-4C50-AC00-570ADC140C9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973056" y="2771394"/>
                <a:ext cx="98012" cy="95"/>
              </a:xfrm>
              <a:custGeom xmlns:a="http://schemas.openxmlformats.org/drawingml/2006/main">
                <a:pathLst>
                  <a:path w="98012" h="95">
                    <a:moveTo>
                      <a:pt x="0" y="0"/>
                    </a:moveTo>
                    <a:lnTo>
                      <a:pt x="98012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587A96"/>
                </a:solidFill>
              </a:ln>
            </p:spPr>
          </p:sp>
          <p:sp>
            <p:nvSpPr>
              <p:cNvPr id="97" name="97 path">
                <a:extLst xmlns:a="http://schemas.openxmlformats.org/drawingml/2006/main">
                  <a:ext uri="{FF2B5EF4-FFF2-40B4-BE49-F238E27FC236}">
                    <a16:creationId xmlns:a16="http://schemas.microsoft.com/office/drawing/2014/main" id="{B8F4351F-A43F-4119-BC34-ABF58FC04AA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9973056" y="2820257"/>
                <a:ext cx="68009" cy="95"/>
              </a:xfrm>
              <a:custGeom xmlns:a="http://schemas.openxmlformats.org/drawingml/2006/main">
                <a:pathLst>
                  <a:path w="68009" h="95">
                    <a:moveTo>
                      <a:pt x="0" y="0"/>
                    </a:moveTo>
                    <a:lnTo>
                      <a:pt x="68009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587A96"/>
                </a:solidFill>
              </a:ln>
            </p:spPr>
          </p:sp>
        </p:grpSp>
        <p:sp>
          <p:nvSpPr>
            <p:cNvPr id="98" name="98 Code locations">
              <a:extLst xmlns:a="http://schemas.openxmlformats.org/drawingml/2006/main">
                <a:ext uri="{FF2B5EF4-FFF2-40B4-BE49-F238E27FC236}">
                  <a16:creationId xmlns:a16="http://schemas.microsoft.com/office/drawing/2014/main" id="{4D3CCB65-408E-4463-B94F-E7EEA4A5BF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9850" y="2686050"/>
              <a:ext cx="1285875" cy="21850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88" b="0">
                  <a:solidFill>
                    <a:srgbClr val="34536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0">
                  <a:solidFill>
                    <a:srgbClr val="34536A"/>
                  </a:solidFill>
                  <a:latin typeface="Times New Roman"/>
                  <a:ea typeface="Times New Roman"/>
                  <a:cs typeface="Times New Roman"/>
                </a:rPr>
                <a:t>Code locations</a:t>
              </a:r>
            </a:p>
          </p:txBody>
        </p:sp>
        <p:sp>
          <p:nvSpPr>
            <p:cNvPr id="99" name="99 ellipse">
              <a:extLst xmlns:a="http://schemas.openxmlformats.org/drawingml/2006/main">
                <a:ext uri="{FF2B5EF4-FFF2-40B4-BE49-F238E27FC236}">
                  <a16:creationId xmlns:a16="http://schemas.microsoft.com/office/drawing/2014/main" id="{EED740A1-F824-4E45-A32C-9733A36632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25050" y="3314700"/>
              <a:ext cx="200025" cy="2095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7145">
              <a:solidFill>
                <a:srgbClr val="587A96"/>
              </a:solidFill>
            </a:ln>
          </p:spPr>
        </p:sp>
        <p:sp>
          <p:nvSpPr>
            <p:cNvPr id="100" name="100 path">
              <a:extLst xmlns:a="http://schemas.openxmlformats.org/drawingml/2006/main">
                <a:ext uri="{FF2B5EF4-FFF2-40B4-BE49-F238E27FC236}">
                  <a16:creationId xmlns:a16="http://schemas.microsoft.com/office/drawing/2014/main" id="{402CFAC5-B2F4-46D3-B2AF-C882A96A4B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63150" y="3486150"/>
              <a:ext cx="133350" cy="66675"/>
            </a:xfrm>
            <a:custGeom xmlns:a="http://schemas.openxmlformats.org/drawingml/2006/main">
              <a:pathLst>
                <a:path w="133350" h="66675">
                  <a:moveTo>
                    <a:pt x="0" y="0"/>
                  </a:moveTo>
                  <a:lnTo>
                    <a:pt x="19050" y="66675"/>
                  </a:lnTo>
                  <a:lnTo>
                    <a:pt x="104775" y="66675"/>
                  </a:lnTo>
                  <a:lnTo>
                    <a:pt x="1333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587A96"/>
              </a:solidFill>
            </a:ln>
          </p:spPr>
        </p:sp>
        <p:sp>
          <p:nvSpPr>
            <p:cNvPr id="101" name="101 path">
              <a:extLst xmlns:a="http://schemas.openxmlformats.org/drawingml/2006/main">
                <a:ext uri="{FF2B5EF4-FFF2-40B4-BE49-F238E27FC236}">
                  <a16:creationId xmlns:a16="http://schemas.microsoft.com/office/drawing/2014/main" id="{3E88AD19-65D9-4686-B1C9-63D574BF6F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82200" y="3590925"/>
              <a:ext cx="85725" cy="95"/>
            </a:xfrm>
            <a:custGeom xmlns:a="http://schemas.openxmlformats.org/drawingml/2006/main">
              <a:pathLst>
                <a:path w="85725" h="95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587A96"/>
              </a:solidFill>
            </a:ln>
          </p:spPr>
        </p:sp>
        <p:sp>
          <p:nvSpPr>
            <p:cNvPr id="102" name="102 Hypotheses">
              <a:extLst xmlns:a="http://schemas.openxmlformats.org/drawingml/2006/main">
                <a:ext uri="{FF2B5EF4-FFF2-40B4-BE49-F238E27FC236}">
                  <a16:creationId xmlns:a16="http://schemas.microsoft.com/office/drawing/2014/main" id="{1059A27C-E0B0-47B6-913E-A8CFF470A9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29850" y="3343275"/>
              <a:ext cx="1285875" cy="21850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88" b="0">
                  <a:solidFill>
                    <a:srgbClr val="34536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0">
                  <a:solidFill>
                    <a:srgbClr val="34536A"/>
                  </a:solidFill>
                  <a:latin typeface="Times New Roman"/>
                  <a:ea typeface="Times New Roman"/>
                  <a:cs typeface="Times New Roman"/>
                </a:rPr>
                <a:t>Hypotheses</a:t>
              </a:r>
            </a:p>
          </p:txBody>
        </p:sp>
        <p:sp>
          <p:nvSpPr>
            <p:cNvPr id="103" name="103 path">
              <a:extLst xmlns:a="http://schemas.openxmlformats.org/drawingml/2006/main">
                <a:ext uri="{FF2B5EF4-FFF2-40B4-BE49-F238E27FC236}">
                  <a16:creationId xmlns:a16="http://schemas.microsoft.com/office/drawing/2014/main" id="{6A207D03-D4D0-42FC-9B99-B9654F5A84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96475" y="2038350"/>
              <a:ext cx="1600200" cy="95"/>
            </a:xfrm>
            <a:custGeom xmlns:a="http://schemas.openxmlformats.org/drawingml/2006/main">
              <a:pathLst>
                <a:path w="1600200" h="9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620">
              <a:solidFill>
                <a:srgbClr val="C7D8E1"/>
              </a:solidFill>
            </a:ln>
          </p:spPr>
        </p:sp>
        <p:sp>
          <p:nvSpPr>
            <p:cNvPr id="104" name="104 path">
              <a:extLst xmlns:a="http://schemas.openxmlformats.org/drawingml/2006/main">
                <a:ext uri="{FF2B5EF4-FFF2-40B4-BE49-F238E27FC236}">
                  <a16:creationId xmlns:a16="http://schemas.microsoft.com/office/drawing/2014/main" id="{27BBEF91-08E5-4DD6-A51E-00BC7BF0A6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96475" y="2533650"/>
              <a:ext cx="1600200" cy="95"/>
            </a:xfrm>
            <a:custGeom xmlns:a="http://schemas.openxmlformats.org/drawingml/2006/main">
              <a:pathLst>
                <a:path w="1600200" h="9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620">
              <a:solidFill>
                <a:srgbClr val="C7D8E1"/>
              </a:solidFill>
            </a:ln>
          </p:spPr>
        </p:sp>
        <p:sp>
          <p:nvSpPr>
            <p:cNvPr id="105" name="105 path">
              <a:extLst xmlns:a="http://schemas.openxmlformats.org/drawingml/2006/main">
                <a:ext uri="{FF2B5EF4-FFF2-40B4-BE49-F238E27FC236}">
                  <a16:creationId xmlns:a16="http://schemas.microsoft.com/office/drawing/2014/main" id="{85253B63-F70E-4F23-8667-91D74BADD3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96475" y="3105150"/>
              <a:ext cx="1600200" cy="95"/>
            </a:xfrm>
            <a:custGeom xmlns:a="http://schemas.openxmlformats.org/drawingml/2006/main">
              <a:pathLst>
                <a:path w="1600200" h="9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620">
              <a:solidFill>
                <a:srgbClr val="C7D8E1"/>
              </a:solidFill>
            </a:ln>
          </p:spPr>
        </p:sp>
      </p:grpSp>
      <p:grpSp>
        <p:nvGrpSpPr>
          <p:cNvPr id="319" name="Repair Agent"/>
          <p:cNvGrpSpPr/>
          <p:nvPr/>
        </p:nvGrpSpPr>
        <p:grpSpPr>
          <ns13:xfrm xmlns:ns13="http://schemas.openxmlformats.org/drawingml/2006/main">
            <ns13:off x="11772900" y="523875"/>
            <ns13:ext cx="1752600" cy="3905250"/>
            <ns13:chOff x="11772900" y="523875"/>
            <ns13:chExt cx="1752600" cy="3905250"/>
          </ns13:xfrm>
        </p:grpSpPr>
        <p:sp>
          <p:nvSpPr>
            <p:cNvPr id="106" name="106 rect">
              <a:extLst xmlns:a="http://schemas.openxmlformats.org/drawingml/2006/main">
                <a:ext uri="{FF2B5EF4-FFF2-40B4-BE49-F238E27FC236}">
                  <a16:creationId xmlns:a16="http://schemas.microsoft.com/office/drawing/2014/main" id="{CE0C2C49-C1B0-4A11-93A4-9B88910045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72900" y="523875"/>
              <a:ext cx="1752600" cy="3905250"/>
            </a:xfrm>
            <a:prstGeom xmlns:a="http://schemas.openxmlformats.org/drawingml/2006/main" prst="roundRect">
              <a:avLst>
                <a:gd name="adj" fmla="val 4348"/>
              </a:avLst>
            </a:prstGeom>
            <a:solidFill xmlns:a="http://schemas.openxmlformats.org/drawingml/2006/main">
              <a:srgbClr val="F7F8F9"/>
            </a:solidFill>
            <a:ln xmlns:a="http://schemas.openxmlformats.org/drawingml/2006/main" w="10478">
              <a:solidFill>
                <a:srgbClr val="BCC8D2"/>
              </a:solidFill>
            </a:ln>
          </p:spPr>
        </p:sp>
        <p:grpSp>
          <p:nvGrpSpPr>
            <p:cNvPr id="320" name="robot-106"/>
            <p:cNvGrpSpPr/>
            <p:nvPr/>
          </p:nvGrpSpPr>
          <p:grpSpPr>
            <ns11:xfrm xmlns:ns11="http://schemas.openxmlformats.org/drawingml/2006/main">
              <ns11:off x="12468225" y="733425"/>
              <ns11:ext cx="381000" cy="400050"/>
              <ns11:chOff x="12468225" y="733425"/>
              <ns11:chExt cx="381000" cy="400050"/>
            </ns11:xfrm>
          </p:grpSpPr>
          <p:sp>
            <p:nvSpPr>
              <p:cNvPr id="107" name="107 path">
                <a:extLst xmlns:a="http://schemas.openxmlformats.org/drawingml/2006/main">
                  <a:ext uri="{FF2B5EF4-FFF2-40B4-BE49-F238E27FC236}">
                    <a16:creationId xmlns:a16="http://schemas.microsoft.com/office/drawing/2014/main" id="{B7904D20-B8F6-49FF-9DA4-6FBD681157C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658725" y="790575"/>
                <a:ext cx="95" cy="85725"/>
              </a:xfrm>
              <a:custGeom xmlns:a="http://schemas.openxmlformats.org/drawingml/2006/main">
                <a:pathLst>
                  <a:path w="9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9050">
                <a:solidFill>
                  <a:srgbClr val="6F7F8C"/>
                </a:solidFill>
              </a:ln>
            </p:spPr>
          </p:sp>
          <p:sp>
            <p:nvSpPr>
              <p:cNvPr id="108" name="108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71E48DD6-16A6-4166-A087-72B8A1C9FC5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620625" y="733425"/>
                <a:ext cx="76200" cy="7620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6F7F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09" name="109 rect">
                <a:extLst xmlns:a="http://schemas.openxmlformats.org/drawingml/2006/main">
                  <a:ext uri="{FF2B5EF4-FFF2-40B4-BE49-F238E27FC236}">
                    <a16:creationId xmlns:a16="http://schemas.microsoft.com/office/drawing/2014/main" id="{256F4642-6463-4A97-B4FD-75C7092674C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468225" y="942975"/>
                <a:ext cx="38100" cy="114300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6F7F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10" name="110 rect">
                <a:extLst xmlns:a="http://schemas.openxmlformats.org/drawingml/2006/main">
                  <a:ext uri="{FF2B5EF4-FFF2-40B4-BE49-F238E27FC236}">
                    <a16:creationId xmlns:a16="http://schemas.microsoft.com/office/drawing/2014/main" id="{3E9F96EB-CC81-4FFA-A22E-2806FB98500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811125" y="942975"/>
                <a:ext cx="38100" cy="114300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6F7F8C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11" name="111 rect">
                <a:extLst xmlns:a="http://schemas.openxmlformats.org/drawingml/2006/main">
                  <a:ext uri="{FF2B5EF4-FFF2-40B4-BE49-F238E27FC236}">
                    <a16:creationId xmlns:a16="http://schemas.microsoft.com/office/drawing/2014/main" id="{06B02529-90EA-4A69-A7A2-AEE18002733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515850" y="857250"/>
                <a:ext cx="285750" cy="276225"/>
              </a:xfrm>
              <a:prstGeom xmlns:a="http://schemas.openxmlformats.org/drawingml/2006/main" prst="roundRect">
                <a:avLst>
                  <a:gd name="adj" fmla="val 20690"/>
                </a:avLst>
              </a:prstGeom>
              <a:gradFill xmlns:a="http://schemas.openxmlformats.org/drawingml/2006/main">
                <a:gsLst>
                  <a:gs pos="0">
                    <a:srgbClr val="6F7F8C"/>
                  </a:gs>
                  <a:gs pos="100000">
                    <a:srgbClr val="6F7F8C"/>
                  </a:gs>
                </a:gsLst>
                <a:lin ang="5400000"/>
              </a:gradFill>
              <a:ln xmlns:a="http://schemas.openxmlformats.org/drawingml/2006/main" w="0">
                <a:noFill/>
              </a:ln>
            </p:spPr>
          </p:sp>
          <p:sp>
            <p:nvSpPr>
              <p:cNvPr id="112" name="112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2E211A3D-74F8-4E00-906E-5A0A9CFC426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573000" y="942975"/>
                <a:ext cx="57150" cy="571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13" name="113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8A3934A4-4FB8-40D6-AE7C-F8E7DA7B2A3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687300" y="942975"/>
                <a:ext cx="57150" cy="571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14" name="114 path">
                <a:extLst xmlns:a="http://schemas.openxmlformats.org/drawingml/2006/main">
                  <a:ext uri="{FF2B5EF4-FFF2-40B4-BE49-F238E27FC236}">
                    <a16:creationId xmlns:a16="http://schemas.microsoft.com/office/drawing/2014/main" id="{8DE5BE0E-E0C6-4B35-AD17-6F26358B532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611100" y="1047750"/>
                <a:ext cx="104775" cy="21431"/>
              </a:xfrm>
              <a:custGeom xmlns:a="http://schemas.openxmlformats.org/drawingml/2006/main">
                <a:pathLst>
                  <a:path w="104775" h="21431">
                    <a:moveTo>
                      <a:pt x="0" y="0"/>
                    </a:moveTo>
                    <a:lnTo>
                      <a:pt x="2030" y="2762"/>
                    </a:lnTo>
                    <a:lnTo>
                      <a:pt x="4298" y="5334"/>
                    </a:lnTo>
                    <a:lnTo>
                      <a:pt x="6791" y="7715"/>
                    </a:lnTo>
                    <a:lnTo>
                      <a:pt x="9494" y="9906"/>
                    </a:lnTo>
                    <a:lnTo>
                      <a:pt x="12391" y="11906"/>
                    </a:lnTo>
                    <a:lnTo>
                      <a:pt x="15469" y="13716"/>
                    </a:lnTo>
                    <a:lnTo>
                      <a:pt x="18711" y="15335"/>
                    </a:lnTo>
                    <a:lnTo>
                      <a:pt x="22104" y="16764"/>
                    </a:lnTo>
                    <a:lnTo>
                      <a:pt x="25632" y="18002"/>
                    </a:lnTo>
                    <a:lnTo>
                      <a:pt x="29281" y="19050"/>
                    </a:lnTo>
                    <a:lnTo>
                      <a:pt x="33035" y="19907"/>
                    </a:lnTo>
                    <a:lnTo>
                      <a:pt x="36881" y="20574"/>
                    </a:lnTo>
                    <a:lnTo>
                      <a:pt x="40803" y="21050"/>
                    </a:lnTo>
                    <a:lnTo>
                      <a:pt x="44786" y="21336"/>
                    </a:lnTo>
                    <a:lnTo>
                      <a:pt x="48816" y="21431"/>
                    </a:lnTo>
                    <a:lnTo>
                      <a:pt x="52877" y="21336"/>
                    </a:lnTo>
                    <a:lnTo>
                      <a:pt x="56956" y="21050"/>
                    </a:lnTo>
                    <a:lnTo>
                      <a:pt x="61036" y="20574"/>
                    </a:lnTo>
                    <a:lnTo>
                      <a:pt x="65104" y="19907"/>
                    </a:lnTo>
                    <a:lnTo>
                      <a:pt x="69144" y="19050"/>
                    </a:lnTo>
                    <a:lnTo>
                      <a:pt x="73142" y="18002"/>
                    </a:lnTo>
                    <a:lnTo>
                      <a:pt x="77083" y="16764"/>
                    </a:lnTo>
                    <a:lnTo>
                      <a:pt x="80952" y="15335"/>
                    </a:lnTo>
                    <a:lnTo>
                      <a:pt x="84734" y="13716"/>
                    </a:lnTo>
                    <a:lnTo>
                      <a:pt x="88415" y="11906"/>
                    </a:lnTo>
                    <a:lnTo>
                      <a:pt x="91979" y="9906"/>
                    </a:lnTo>
                    <a:lnTo>
                      <a:pt x="95412" y="7715"/>
                    </a:lnTo>
                    <a:lnTo>
                      <a:pt x="98699" y="5334"/>
                    </a:lnTo>
                    <a:lnTo>
                      <a:pt x="101825" y="2762"/>
                    </a:lnTo>
                    <a:lnTo>
                      <a:pt x="10477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4288">
                <a:solidFill>
                  <a:srgbClr val="FFFFFF"/>
                </a:solidFill>
              </a:ln>
            </p:spPr>
          </p:sp>
        </p:grpSp>
        <p:sp>
          <p:nvSpPr>
            <p:cNvPr id="115" name="115 Repair Agent">
              <a:extLst xmlns:a="http://schemas.openxmlformats.org/drawingml/2006/main">
                <a:ext uri="{FF2B5EF4-FFF2-40B4-BE49-F238E27FC236}">
                  <a16:creationId xmlns:a16="http://schemas.microsoft.com/office/drawing/2014/main" id="{8548BC4C-11AE-471D-B0E8-10A5087BB8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15775" y="1314450"/>
              <a:ext cx="1466850" cy="28346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800" b="1">
                  <a:solidFill>
                    <a:srgbClr val="4E606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>
                  <a:solidFill>
                    <a:srgbClr val="4E606F"/>
                  </a:solidFill>
                  <a:latin typeface="Times New Roman"/>
                  <a:ea typeface="Times New Roman"/>
                  <a:cs typeface="Times New Roman"/>
                </a:rPr>
                <a:t>Repair Agent</a:t>
              </a:r>
            </a:p>
          </p:txBody>
        </p:sp>
        <p:sp>
          <p:nvSpPr>
            <p:cNvPr id="116" name="116 Revise candidate">
              <a:extLst xmlns:a="http://schemas.openxmlformats.org/drawingml/2006/main">
                <a:ext uri="{FF2B5EF4-FFF2-40B4-BE49-F238E27FC236}">
                  <a16:creationId xmlns:a16="http://schemas.microsoft.com/office/drawing/2014/main" id="{809ACD95-3A66-4393-803C-F6CD00C81D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15775" y="1638300"/>
              <a:ext cx="146685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65758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657582"/>
                  </a:solidFill>
                  <a:latin typeface="Times New Roman"/>
                  <a:ea typeface="Times New Roman"/>
                  <a:cs typeface="Times New Roman"/>
                </a:rPr>
                <a:t>Revise candidate</a:t>
              </a:r>
            </a:p>
          </p:txBody>
        </p:sp>
        <p:sp>
          <p:nvSpPr>
            <p:cNvPr id="117" name="117 rect">
              <a:extLst xmlns:a="http://schemas.openxmlformats.org/drawingml/2006/main">
                <a:ext uri="{FF2B5EF4-FFF2-40B4-BE49-F238E27FC236}">
                  <a16:creationId xmlns:a16="http://schemas.microsoft.com/office/drawing/2014/main" id="{32232E15-88C7-4EC0-8FAE-BF6DF31C748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53875" y="2095500"/>
              <a:ext cx="1390650" cy="1200150"/>
            </a:xfrm>
            <a:prstGeom xmlns:a="http://schemas.openxmlformats.org/drawingml/2006/main" prst="roundRect">
              <a:avLst>
                <a:gd name="adj" fmla="val 4762"/>
              </a:avLst>
            </a:prstGeom>
            <a:solidFill xmlns:a="http://schemas.openxmlformats.org/drawingml/2006/main">
              <a:srgbClr val="FBFCFE"/>
            </a:solidFill>
            <a:ln xmlns:a="http://schemas.openxmlformats.org/drawingml/2006/main" w="7620">
              <a:solidFill>
                <a:srgbClr val="D4DEE6"/>
              </a:solidFill>
            </a:ln>
          </p:spPr>
        </p:sp>
        <p:grpSp>
          <p:nvGrpSpPr>
            <p:cNvPr id="321" name="document-117"/>
            <p:cNvGrpSpPr/>
            <p:nvPr/>
          </p:nvGrpSpPr>
          <p:grpSpPr>
            <ns12:xfrm xmlns:ns12="http://schemas.openxmlformats.org/drawingml/2006/main">
              <ns12:off x="12115800" y="2276475"/>
              <ns12:ext cx="200026" cy="266700"/>
              <ns12:chOff x="12115800" y="2276475"/>
              <ns12:chExt cx="200026" cy="266700"/>
            </ns12:xfrm>
          </p:grpSpPr>
          <p:sp>
            <p:nvSpPr>
              <p:cNvPr id="118" name="118 document">
                <a:extLst xmlns:a="http://schemas.openxmlformats.org/drawingml/2006/main">
                  <a:ext uri="{FF2B5EF4-FFF2-40B4-BE49-F238E27FC236}">
                    <a16:creationId xmlns:a16="http://schemas.microsoft.com/office/drawing/2014/main" id="{7491DE4E-74C8-40E2-A7B2-8ADFDD9AD54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115800" y="2276475"/>
                <a:ext cx="200025" cy="266700"/>
              </a:xfrm>
              <a:custGeom xmlns:a="http://schemas.openxmlformats.org/drawingml/2006/main">
                <a:pathLst>
                  <a:path w="200025" h="266700">
                    <a:moveTo>
                      <a:pt x="0" y="0"/>
                    </a:moveTo>
                    <a:lnTo>
                      <a:pt x="124015" y="0"/>
                    </a:lnTo>
                    <a:lnTo>
                      <a:pt x="200025" y="77343"/>
                    </a:lnTo>
                    <a:lnTo>
                      <a:pt x="200025" y="26670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 xmlns:a="http://schemas.openxmlformats.org/drawingml/2006/main">
                <a:srgbClr val="F7FAFE"/>
              </a:solidFill>
              <a:ln xmlns:a="http://schemas.openxmlformats.org/drawingml/2006/main" w="19050">
                <a:solidFill>
                  <a:srgbClr val="7F8D99"/>
                </a:solidFill>
              </a:ln>
            </p:spPr>
          </p:sp>
          <p:sp>
            <p:nvSpPr>
              <p:cNvPr id="119" name="119 path">
                <a:extLst xmlns:a="http://schemas.openxmlformats.org/drawingml/2006/main">
                  <a:ext uri="{FF2B5EF4-FFF2-40B4-BE49-F238E27FC236}">
                    <a16:creationId xmlns:a16="http://schemas.microsoft.com/office/drawing/2014/main" id="{748FDCAF-718E-4DCF-9C75-C7021F587A1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239816" y="2276475"/>
                <a:ext cx="76010" cy="77343"/>
              </a:xfrm>
              <a:custGeom xmlns:a="http://schemas.openxmlformats.org/drawingml/2006/main">
                <a:pathLst>
                  <a:path w="76010" h="77343">
                    <a:moveTo>
                      <a:pt x="0" y="0"/>
                    </a:moveTo>
                    <a:lnTo>
                      <a:pt x="0" y="77343"/>
                    </a:lnTo>
                    <a:lnTo>
                      <a:pt x="76010" y="77343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>
                <a:solidFill>
                  <a:srgbClr val="7F8D99"/>
                </a:solidFill>
              </a:ln>
            </p:spPr>
          </p:sp>
          <p:sp>
            <p:nvSpPr>
              <p:cNvPr id="120" name="120 path">
                <a:extLst xmlns:a="http://schemas.openxmlformats.org/drawingml/2006/main">
                  <a:ext uri="{FF2B5EF4-FFF2-40B4-BE49-F238E27FC236}">
                    <a16:creationId xmlns:a16="http://schemas.microsoft.com/office/drawing/2014/main" id="{558232E9-C3C0-4283-8B53-D10BA0799EF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163806" y="2404491"/>
                <a:ext cx="98012" cy="95"/>
              </a:xfrm>
              <a:custGeom xmlns:a="http://schemas.openxmlformats.org/drawingml/2006/main">
                <a:pathLst>
                  <a:path w="98012" h="95">
                    <a:moveTo>
                      <a:pt x="0" y="0"/>
                    </a:moveTo>
                    <a:lnTo>
                      <a:pt x="98012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7F8D99"/>
                </a:solidFill>
              </a:ln>
            </p:spPr>
          </p:sp>
          <p:sp>
            <p:nvSpPr>
              <p:cNvPr id="121" name="121 path">
                <a:extLst xmlns:a="http://schemas.openxmlformats.org/drawingml/2006/main">
                  <a:ext uri="{FF2B5EF4-FFF2-40B4-BE49-F238E27FC236}">
                    <a16:creationId xmlns:a16="http://schemas.microsoft.com/office/drawing/2014/main" id="{E3FC9147-AB7E-40CD-83CC-7A4662AEC58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163806" y="2455164"/>
                <a:ext cx="68009" cy="95"/>
              </a:xfrm>
              <a:custGeom xmlns:a="http://schemas.openxmlformats.org/drawingml/2006/main">
                <a:pathLst>
                  <a:path w="68009" h="95">
                    <a:moveTo>
                      <a:pt x="0" y="0"/>
                    </a:moveTo>
                    <a:lnTo>
                      <a:pt x="68009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7F8D99"/>
                </a:solidFill>
              </a:ln>
            </p:spPr>
          </p:sp>
        </p:grpSp>
        <p:sp>
          <p:nvSpPr>
            <p:cNvPr id="122" name="122 Revised code">
              <a:extLst xmlns:a="http://schemas.openxmlformats.org/drawingml/2006/main">
                <a:ext uri="{FF2B5EF4-FFF2-40B4-BE49-F238E27FC236}">
                  <a16:creationId xmlns:a16="http://schemas.microsoft.com/office/drawing/2014/main" id="{7689C9E9-090F-4ACA-BC6B-62CE151173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401550" y="2324100"/>
              <a:ext cx="876300" cy="1960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45" b="0">
                  <a:solidFill>
                    <a:srgbClr val="65758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45" b="0">
                  <a:solidFill>
                    <a:srgbClr val="657582"/>
                  </a:solidFill>
                  <a:latin typeface="Times New Roman"/>
                  <a:ea typeface="Times New Roman"/>
                  <a:cs typeface="Times New Roman"/>
                </a:rPr>
                <a:t>Revised code</a:t>
              </a:r>
            </a:p>
          </p:txBody>
        </p:sp>
        <p:sp>
          <p:nvSpPr>
            <p:cNvPr id="123" name="123 …">
              <a:extLst xmlns:a="http://schemas.openxmlformats.org/drawingml/2006/main">
                <a:ext uri="{FF2B5EF4-FFF2-40B4-BE49-F238E27FC236}">
                  <a16:creationId xmlns:a16="http://schemas.microsoft.com/office/drawing/2014/main" id="{AC8093DB-AE55-4319-9E8D-34F9E5EAC6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96775" y="2857500"/>
              <a:ext cx="666750" cy="30708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950" b="0">
                  <a:solidFill>
                    <a:srgbClr val="7F8D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950" b="0">
                  <a:solidFill>
                    <a:srgbClr val="7F8D99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</p:grpSp>
      <p:grpSp>
        <p:nvGrpSpPr>
          <p:cNvPr id="322" name="Target program"/>
          <p:cNvGrpSpPr/>
          <p:nvPr/>
        </p:nvGrpSpPr>
        <p:grpSpPr>
          <ns16:xfrm xmlns:ns16="http://schemas.openxmlformats.org/drawingml/2006/main">
            <ns16:off x="13658850" y="523875"/>
            <ns16:ext cx="2000250" cy="3905250"/>
            <ns16:chOff x="13658850" y="523875"/>
            <ns16:chExt cx="2000250" cy="3905250"/>
          </ns16:xfrm>
        </p:grpSpPr>
        <p:sp>
          <p:nvSpPr>
            <p:cNvPr id="124" name="124 rect">
              <a:extLst xmlns:a="http://schemas.openxmlformats.org/drawingml/2006/main">
                <a:ext uri="{FF2B5EF4-FFF2-40B4-BE49-F238E27FC236}">
                  <a16:creationId xmlns:a16="http://schemas.microsoft.com/office/drawing/2014/main" id="{C37E1FCC-40B9-4FFB-BCA6-3CB63B7B172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58850" y="523875"/>
              <a:ext cx="2000250" cy="3905250"/>
            </a:xfrm>
            <a:prstGeom xmlns:a="http://schemas.openxmlformats.org/drawingml/2006/main" prst="roundRect">
              <a:avLst>
                <a:gd name="adj" fmla="val 3810"/>
              </a:avLst>
            </a:prstGeom>
            <a:solidFill xmlns:a="http://schemas.openxmlformats.org/drawingml/2006/main">
              <a:srgbClr val="F7F8F9"/>
            </a:solidFill>
            <a:ln xmlns:a="http://schemas.openxmlformats.org/drawingml/2006/main" w="12383">
              <a:solidFill>
                <a:srgbClr val="B8C7D3"/>
              </a:solidFill>
            </a:ln>
          </p:spPr>
        </p:sp>
        <p:sp>
          <p:nvSpPr>
            <p:cNvPr id="125" name="125 Target program">
              <a:extLst xmlns:a="http://schemas.openxmlformats.org/drawingml/2006/main">
                <a:ext uri="{FF2B5EF4-FFF2-40B4-BE49-F238E27FC236}">
                  <a16:creationId xmlns:a16="http://schemas.microsoft.com/office/drawing/2014/main" id="{59F39A35-AF41-4261-894C-1D745D7960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01725" y="695325"/>
              <a:ext cx="1714500" cy="27165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725" b="1">
                  <a:solidFill>
                    <a:srgbClr val="52616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>
                  <a:solidFill>
                    <a:srgbClr val="52616F"/>
                  </a:solidFill>
                  <a:latin typeface="Times New Roman"/>
                  <a:ea typeface="Times New Roman"/>
                  <a:cs typeface="Times New Roman"/>
                </a:rPr>
                <a:t>Target program</a:t>
              </a:r>
            </a:p>
          </p:txBody>
        </p:sp>
        <p:sp>
          <p:nvSpPr>
            <p:cNvPr id="126" name="126 Repository">
              <a:extLst xmlns:a="http://schemas.openxmlformats.org/drawingml/2006/main">
                <a:ext uri="{FF2B5EF4-FFF2-40B4-BE49-F238E27FC236}">
                  <a16:creationId xmlns:a16="http://schemas.microsoft.com/office/drawing/2014/main" id="{3A426623-B58E-423B-87EC-48120AFBE9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01725" y="962025"/>
              <a:ext cx="17145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6C788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6C7884"/>
                  </a:solidFill>
                  <a:latin typeface="Times New Roman"/>
                  <a:ea typeface="Times New Roman"/>
                  <a:cs typeface="Times New Roman"/>
                </a:rPr>
                <a:t>Repository</a:t>
              </a:r>
            </a:p>
          </p:txBody>
        </p:sp>
        <p:grpSp>
          <p:nvGrpSpPr>
            <p:cNvPr id="323" name="icon-java-126"/>
            <p:cNvGrpSpPr/>
            <p:nvPr/>
          </p:nvGrpSpPr>
          <p:grpSpPr>
            <ns14:xfrm xmlns:ns14="http://schemas.openxmlformats.org/drawingml/2006/main">
              <ns14:off x="14032625" y="1409700"/>
              <ns14:ext cx="338300" cy="428625"/>
              <ns14:chOff x="14032625" y="1409700"/>
              <ns14:chExt cx="338300" cy="428625"/>
            </ns14:xfrm>
          </p:grpSpPr>
          <p:sp>
            <p:nvSpPr>
              <p:cNvPr id="127" name="127 java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11D2163B-AACD-4FA4-9E98-3DEB61D4072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032625" y="1409700"/>
                <a:ext cx="338300" cy="428625"/>
              </a:xfrm>
              <a:custGeom xmlns:a="http://schemas.openxmlformats.org/drawingml/2006/main">
                <a:pathLst>
                  <a:path w="338300" h="428625">
                    <a:moveTo>
                      <a:pt x="267010" y="73680"/>
                    </a:moveTo>
                    <a:lnTo>
                      <a:pt x="262292" y="76913"/>
                    </a:lnTo>
                    <a:lnTo>
                      <a:pt x="257617" y="80111"/>
                    </a:lnTo>
                    <a:lnTo>
                      <a:pt x="252958" y="83310"/>
                    </a:lnTo>
                    <a:lnTo>
                      <a:pt x="248290" y="86548"/>
                    </a:lnTo>
                    <a:lnTo>
                      <a:pt x="243584" y="89862"/>
                    </a:lnTo>
                    <a:lnTo>
                      <a:pt x="238813" y="93289"/>
                    </a:lnTo>
                    <a:lnTo>
                      <a:pt x="233950" y="96866"/>
                    </a:lnTo>
                    <a:lnTo>
                      <a:pt x="228968" y="100630"/>
                    </a:lnTo>
                    <a:lnTo>
                      <a:pt x="224787" y="103777"/>
                    </a:lnTo>
                    <a:lnTo>
                      <a:pt x="220160" y="107280"/>
                    </a:lnTo>
                    <a:lnTo>
                      <a:pt x="215383" y="111120"/>
                    </a:lnTo>
                    <a:lnTo>
                      <a:pt x="210754" y="115277"/>
                    </a:lnTo>
                    <a:lnTo>
                      <a:pt x="206570" y="119730"/>
                    </a:lnTo>
                    <a:lnTo>
                      <a:pt x="203128" y="124462"/>
                    </a:lnTo>
                    <a:lnTo>
                      <a:pt x="200724" y="129451"/>
                    </a:lnTo>
                    <a:lnTo>
                      <a:pt x="199657" y="134679"/>
                    </a:lnTo>
                    <a:lnTo>
                      <a:pt x="199982" y="140400"/>
                    </a:lnTo>
                    <a:lnTo>
                      <a:pt x="201541" y="146087"/>
                    </a:lnTo>
                    <a:lnTo>
                      <a:pt x="204014" y="151772"/>
                    </a:lnTo>
                    <a:lnTo>
                      <a:pt x="207081" y="157489"/>
                    </a:lnTo>
                    <a:lnTo>
                      <a:pt x="210424" y="163272"/>
                    </a:lnTo>
                    <a:lnTo>
                      <a:pt x="213722" y="169152"/>
                    </a:lnTo>
                    <a:lnTo>
                      <a:pt x="216657" y="175164"/>
                    </a:lnTo>
                    <a:lnTo>
                      <a:pt x="218910" y="181340"/>
                    </a:lnTo>
                    <a:lnTo>
                      <a:pt x="220162" y="187715"/>
                    </a:lnTo>
                    <a:lnTo>
                      <a:pt x="220092" y="194320"/>
                    </a:lnTo>
                    <a:lnTo>
                      <a:pt x="218382" y="201191"/>
                    </a:lnTo>
                    <a:lnTo>
                      <a:pt x="214713" y="208359"/>
                    </a:lnTo>
                    <a:lnTo>
                      <a:pt x="211820" y="212239"/>
                    </a:lnTo>
                    <a:lnTo>
                      <a:pt x="208499" y="215629"/>
                    </a:lnTo>
                    <a:lnTo>
                      <a:pt x="204770" y="218631"/>
                    </a:lnTo>
                    <a:lnTo>
                      <a:pt x="200651" y="221345"/>
                    </a:lnTo>
                    <a:lnTo>
                      <a:pt x="196162" y="223874"/>
                    </a:lnTo>
                    <a:lnTo>
                      <a:pt x="191322" y="226318"/>
                    </a:lnTo>
                    <a:lnTo>
                      <a:pt x="186150" y="228779"/>
                    </a:lnTo>
                    <a:lnTo>
                      <a:pt x="180664" y="231358"/>
                    </a:lnTo>
                    <a:lnTo>
                      <a:pt x="180374" y="230171"/>
                    </a:lnTo>
                    <a:lnTo>
                      <a:pt x="180634" y="228982"/>
                    </a:lnTo>
                    <a:lnTo>
                      <a:pt x="181324" y="227791"/>
                    </a:lnTo>
                    <a:lnTo>
                      <a:pt x="182323" y="226600"/>
                    </a:lnTo>
                    <a:lnTo>
                      <a:pt x="183508" y="225408"/>
                    </a:lnTo>
                    <a:lnTo>
                      <a:pt x="184760" y="224218"/>
                    </a:lnTo>
                    <a:lnTo>
                      <a:pt x="185956" y="223028"/>
                    </a:lnTo>
                    <a:lnTo>
                      <a:pt x="186976" y="221841"/>
                    </a:lnTo>
                    <a:lnTo>
                      <a:pt x="190619" y="215707"/>
                    </a:lnTo>
                    <a:lnTo>
                      <a:pt x="192758" y="210034"/>
                    </a:lnTo>
                    <a:lnTo>
                      <a:pt x="193579" y="204741"/>
                    </a:lnTo>
                    <a:lnTo>
                      <a:pt x="193267" y="199750"/>
                    </a:lnTo>
                    <a:lnTo>
                      <a:pt x="192007" y="194983"/>
                    </a:lnTo>
                    <a:lnTo>
                      <a:pt x="189986" y="190359"/>
                    </a:lnTo>
                    <a:lnTo>
                      <a:pt x="187390" y="185800"/>
                    </a:lnTo>
                    <a:lnTo>
                      <a:pt x="184403" y="181228"/>
                    </a:lnTo>
                    <a:lnTo>
                      <a:pt x="181213" y="176563"/>
                    </a:lnTo>
                    <a:lnTo>
                      <a:pt x="178003" y="171726"/>
                    </a:lnTo>
                    <a:lnTo>
                      <a:pt x="174961" y="166638"/>
                    </a:lnTo>
                    <a:lnTo>
                      <a:pt x="172271" y="161221"/>
                    </a:lnTo>
                    <a:lnTo>
                      <a:pt x="170121" y="155396"/>
                    </a:lnTo>
                    <a:lnTo>
                      <a:pt x="168694" y="149083"/>
                    </a:lnTo>
                    <a:lnTo>
                      <a:pt x="168177" y="142203"/>
                    </a:lnTo>
                    <a:lnTo>
                      <a:pt x="168756" y="134679"/>
                    </a:lnTo>
                    <a:lnTo>
                      <a:pt x="170420" y="127137"/>
                    </a:lnTo>
                    <a:lnTo>
                      <a:pt x="172983" y="120233"/>
                    </a:lnTo>
                    <a:lnTo>
                      <a:pt x="176381" y="113936"/>
                    </a:lnTo>
                    <a:lnTo>
                      <a:pt x="180550" y="108217"/>
                    </a:lnTo>
                    <a:lnTo>
                      <a:pt x="185424" y="103046"/>
                    </a:lnTo>
                    <a:lnTo>
                      <a:pt x="190939" y="98391"/>
                    </a:lnTo>
                    <a:lnTo>
                      <a:pt x="197028" y="94224"/>
                    </a:lnTo>
                    <a:lnTo>
                      <a:pt x="203628" y="90515"/>
                    </a:lnTo>
                    <a:lnTo>
                      <a:pt x="210674" y="87232"/>
                    </a:lnTo>
                    <a:lnTo>
                      <a:pt x="218100" y="84346"/>
                    </a:lnTo>
                    <a:lnTo>
                      <a:pt x="225842" y="81827"/>
                    </a:lnTo>
                    <a:lnTo>
                      <a:pt x="233834" y="79644"/>
                    </a:lnTo>
                    <a:lnTo>
                      <a:pt x="242012" y="77769"/>
                    </a:lnTo>
                    <a:lnTo>
                      <a:pt x="250311" y="76169"/>
                    </a:lnTo>
                    <a:lnTo>
                      <a:pt x="258665" y="74816"/>
                    </a:lnTo>
                    <a:lnTo>
                      <a:pt x="267010" y="73680"/>
                    </a:lnTo>
                    <a:close/>
                  </a:path>
                </a:pathLst>
              </a:custGeom>
              <a:solidFill xmlns:a="http://schemas.openxmlformats.org/drawingml/2006/main">
                <a:srgbClr val="FF1515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28" name="128 java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DD949476-A4E6-4001-A2A3-85324E68B80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032625" y="1409700"/>
                <a:ext cx="338300" cy="428625"/>
              </a:xfrm>
              <a:custGeom xmlns:a="http://schemas.openxmlformats.org/drawingml/2006/main">
                <a:pathLst>
                  <a:path w="338300" h="428625">
                    <a:moveTo>
                      <a:pt x="196494" y="0"/>
                    </a:moveTo>
                    <a:lnTo>
                      <a:pt x="199084" y="2958"/>
                    </a:lnTo>
                    <a:lnTo>
                      <a:pt x="201480" y="6438"/>
                    </a:lnTo>
                    <a:lnTo>
                      <a:pt x="203634" y="10363"/>
                    </a:lnTo>
                    <a:lnTo>
                      <a:pt x="205500" y="14661"/>
                    </a:lnTo>
                    <a:lnTo>
                      <a:pt x="207032" y="19256"/>
                    </a:lnTo>
                    <a:lnTo>
                      <a:pt x="208183" y="24074"/>
                    </a:lnTo>
                    <a:lnTo>
                      <a:pt x="208908" y="29039"/>
                    </a:lnTo>
                    <a:lnTo>
                      <a:pt x="209160" y="34078"/>
                    </a:lnTo>
                    <a:lnTo>
                      <a:pt x="208588" y="42240"/>
                    </a:lnTo>
                    <a:lnTo>
                      <a:pt x="206953" y="49955"/>
                    </a:lnTo>
                    <a:lnTo>
                      <a:pt x="204375" y="57263"/>
                    </a:lnTo>
                    <a:lnTo>
                      <a:pt x="200972" y="64203"/>
                    </a:lnTo>
                    <a:lnTo>
                      <a:pt x="196866" y="70815"/>
                    </a:lnTo>
                    <a:lnTo>
                      <a:pt x="192175" y="77138"/>
                    </a:lnTo>
                    <a:lnTo>
                      <a:pt x="187019" y="83212"/>
                    </a:lnTo>
                    <a:lnTo>
                      <a:pt x="181519" y="89075"/>
                    </a:lnTo>
                    <a:lnTo>
                      <a:pt x="175794" y="94769"/>
                    </a:lnTo>
                    <a:lnTo>
                      <a:pt x="169963" y="100332"/>
                    </a:lnTo>
                    <a:lnTo>
                      <a:pt x="164147" y="105803"/>
                    </a:lnTo>
                    <a:lnTo>
                      <a:pt x="158466" y="111223"/>
                    </a:lnTo>
                    <a:lnTo>
                      <a:pt x="153038" y="116630"/>
                    </a:lnTo>
                    <a:lnTo>
                      <a:pt x="147984" y="122065"/>
                    </a:lnTo>
                    <a:lnTo>
                      <a:pt x="143424" y="127566"/>
                    </a:lnTo>
                    <a:lnTo>
                      <a:pt x="141575" y="130086"/>
                    </a:lnTo>
                    <a:lnTo>
                      <a:pt x="139674" y="132875"/>
                    </a:lnTo>
                    <a:lnTo>
                      <a:pt x="137813" y="135905"/>
                    </a:lnTo>
                    <a:lnTo>
                      <a:pt x="136085" y="139148"/>
                    </a:lnTo>
                    <a:lnTo>
                      <a:pt x="134581" y="142578"/>
                    </a:lnTo>
                    <a:lnTo>
                      <a:pt x="133392" y="146167"/>
                    </a:lnTo>
                    <a:lnTo>
                      <a:pt x="132612" y="149888"/>
                    </a:lnTo>
                    <a:lnTo>
                      <a:pt x="132332" y="153714"/>
                    </a:lnTo>
                    <a:lnTo>
                      <a:pt x="133006" y="160664"/>
                    </a:lnTo>
                    <a:lnTo>
                      <a:pt x="134872" y="167702"/>
                    </a:lnTo>
                    <a:lnTo>
                      <a:pt x="137698" y="174770"/>
                    </a:lnTo>
                    <a:lnTo>
                      <a:pt x="141251" y="181811"/>
                    </a:lnTo>
                    <a:lnTo>
                      <a:pt x="145299" y="188767"/>
                    </a:lnTo>
                    <a:lnTo>
                      <a:pt x="149607" y="195581"/>
                    </a:lnTo>
                    <a:lnTo>
                      <a:pt x="153943" y="202195"/>
                    </a:lnTo>
                    <a:lnTo>
                      <a:pt x="158075" y="208553"/>
                    </a:lnTo>
                    <a:lnTo>
                      <a:pt x="161768" y="214595"/>
                    </a:lnTo>
                    <a:lnTo>
                      <a:pt x="164792" y="220266"/>
                    </a:lnTo>
                    <a:lnTo>
                      <a:pt x="159282" y="216516"/>
                    </a:lnTo>
                    <a:lnTo>
                      <a:pt x="153502" y="212422"/>
                    </a:lnTo>
                    <a:lnTo>
                      <a:pt x="147552" y="208011"/>
                    </a:lnTo>
                    <a:lnTo>
                      <a:pt x="141536" y="203312"/>
                    </a:lnTo>
                    <a:lnTo>
                      <a:pt x="135556" y="198351"/>
                    </a:lnTo>
                    <a:lnTo>
                      <a:pt x="129713" y="193158"/>
                    </a:lnTo>
                    <a:lnTo>
                      <a:pt x="124110" y="187759"/>
                    </a:lnTo>
                    <a:lnTo>
                      <a:pt x="118849" y="182181"/>
                    </a:lnTo>
                    <a:lnTo>
                      <a:pt x="114633" y="176605"/>
                    </a:lnTo>
                    <a:lnTo>
                      <a:pt x="110572" y="170470"/>
                    </a:lnTo>
                    <a:lnTo>
                      <a:pt x="106881" y="163870"/>
                    </a:lnTo>
                    <a:lnTo>
                      <a:pt x="103777" y="156895"/>
                    </a:lnTo>
                    <a:lnTo>
                      <a:pt x="101474" y="149637"/>
                    </a:lnTo>
                    <a:lnTo>
                      <a:pt x="100189" y="142190"/>
                    </a:lnTo>
                    <a:lnTo>
                      <a:pt x="100137" y="134643"/>
                    </a:lnTo>
                    <a:lnTo>
                      <a:pt x="101534" y="127090"/>
                    </a:lnTo>
                    <a:lnTo>
                      <a:pt x="104594" y="119622"/>
                    </a:lnTo>
                    <a:lnTo>
                      <a:pt x="108261" y="113677"/>
                    </a:lnTo>
                    <a:lnTo>
                      <a:pt x="112661" y="107989"/>
                    </a:lnTo>
                    <a:lnTo>
                      <a:pt x="117693" y="102515"/>
                    </a:lnTo>
                    <a:lnTo>
                      <a:pt x="123254" y="97216"/>
                    </a:lnTo>
                    <a:lnTo>
                      <a:pt x="129242" y="92051"/>
                    </a:lnTo>
                    <a:lnTo>
                      <a:pt x="135555" y="86980"/>
                    </a:lnTo>
                    <a:lnTo>
                      <a:pt x="142091" y="81962"/>
                    </a:lnTo>
                    <a:lnTo>
                      <a:pt x="148748" y="76955"/>
                    </a:lnTo>
                    <a:lnTo>
                      <a:pt x="155424" y="71921"/>
                    </a:lnTo>
                    <a:lnTo>
                      <a:pt x="162016" y="66818"/>
                    </a:lnTo>
                    <a:lnTo>
                      <a:pt x="168423" y="61605"/>
                    </a:lnTo>
                    <a:lnTo>
                      <a:pt x="174543" y="56241"/>
                    </a:lnTo>
                    <a:lnTo>
                      <a:pt x="180273" y="50687"/>
                    </a:lnTo>
                    <a:lnTo>
                      <a:pt x="185511" y="44902"/>
                    </a:lnTo>
                    <a:lnTo>
                      <a:pt x="190155" y="38845"/>
                    </a:lnTo>
                    <a:lnTo>
                      <a:pt x="194104" y="32475"/>
                    </a:lnTo>
                    <a:lnTo>
                      <a:pt x="195838" y="28999"/>
                    </a:lnTo>
                    <a:lnTo>
                      <a:pt x="197383" y="25170"/>
                    </a:lnTo>
                    <a:lnTo>
                      <a:pt x="198629" y="21082"/>
                    </a:lnTo>
                    <a:lnTo>
                      <a:pt x="199463" y="16828"/>
                    </a:lnTo>
                    <a:lnTo>
                      <a:pt x="199778" y="12499"/>
                    </a:lnTo>
                    <a:lnTo>
                      <a:pt x="199461" y="8190"/>
                    </a:lnTo>
                    <a:lnTo>
                      <a:pt x="198403" y="3992"/>
                    </a:lnTo>
                    <a:lnTo>
                      <a:pt x="196494" y="0"/>
                    </a:lnTo>
                    <a:close/>
                  </a:path>
                </a:pathLst>
              </a:custGeom>
              <a:solidFill xmlns:a="http://schemas.openxmlformats.org/drawingml/2006/main">
                <a:srgbClr val="FF1515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29" name="129 java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CB2D79B2-B400-4466-BA02-A370C00E876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032625" y="1409700"/>
                <a:ext cx="338300" cy="428625"/>
              </a:xfrm>
              <a:custGeom xmlns:a="http://schemas.openxmlformats.org/drawingml/2006/main">
                <a:pathLst>
                  <a:path w="338300" h="428625">
                    <a:moveTo>
                      <a:pt x="105682" y="216874"/>
                    </a:moveTo>
                    <a:lnTo>
                      <a:pt x="107252" y="216430"/>
                    </a:lnTo>
                    <a:lnTo>
                      <a:pt x="108800" y="215987"/>
                    </a:lnTo>
                    <a:lnTo>
                      <a:pt x="110320" y="215540"/>
                    </a:lnTo>
                    <a:lnTo>
                      <a:pt x="111806" y="215087"/>
                    </a:lnTo>
                    <a:lnTo>
                      <a:pt x="113251" y="214624"/>
                    </a:lnTo>
                    <a:lnTo>
                      <a:pt x="114649" y="214147"/>
                    </a:lnTo>
                    <a:lnTo>
                      <a:pt x="115992" y="213653"/>
                    </a:lnTo>
                    <a:lnTo>
                      <a:pt x="117275" y="213139"/>
                    </a:lnTo>
                    <a:lnTo>
                      <a:pt x="115739" y="213027"/>
                    </a:lnTo>
                    <a:lnTo>
                      <a:pt x="114203" y="212961"/>
                    </a:lnTo>
                    <a:lnTo>
                      <a:pt x="112667" y="212940"/>
                    </a:lnTo>
                    <a:lnTo>
                      <a:pt x="111131" y="212964"/>
                    </a:lnTo>
                    <a:lnTo>
                      <a:pt x="109597" y="213031"/>
                    </a:lnTo>
                    <a:lnTo>
                      <a:pt x="108065" y="213143"/>
                    </a:lnTo>
                    <a:lnTo>
                      <a:pt x="106536" y="213298"/>
                    </a:lnTo>
                    <a:lnTo>
                      <a:pt x="105009" y="213497"/>
                    </a:lnTo>
                    <a:lnTo>
                      <a:pt x="104264" y="213576"/>
                    </a:lnTo>
                    <a:lnTo>
                      <a:pt x="103544" y="213652"/>
                    </a:lnTo>
                    <a:lnTo>
                      <a:pt x="102849" y="213722"/>
                    </a:lnTo>
                    <a:lnTo>
                      <a:pt x="102183" y="213785"/>
                    </a:lnTo>
                    <a:lnTo>
                      <a:pt x="101546" y="213837"/>
                    </a:lnTo>
                    <a:lnTo>
                      <a:pt x="100940" y="213877"/>
                    </a:lnTo>
                    <a:lnTo>
                      <a:pt x="100367" y="213903"/>
                    </a:lnTo>
                    <a:lnTo>
                      <a:pt x="99828" y="213912"/>
                    </a:lnTo>
                    <a:lnTo>
                      <a:pt x="95477" y="214241"/>
                    </a:lnTo>
                    <a:lnTo>
                      <a:pt x="88325" y="214800"/>
                    </a:lnTo>
                    <a:lnTo>
                      <a:pt x="80277" y="215531"/>
                    </a:lnTo>
                    <a:lnTo>
                      <a:pt x="71727" y="216513"/>
                    </a:lnTo>
                    <a:lnTo>
                      <a:pt x="63069" y="217822"/>
                    </a:lnTo>
                    <a:lnTo>
                      <a:pt x="54696" y="219536"/>
                    </a:lnTo>
                    <a:lnTo>
                      <a:pt x="47002" y="221734"/>
                    </a:lnTo>
                    <a:lnTo>
                      <a:pt x="40381" y="224491"/>
                    </a:lnTo>
                    <a:lnTo>
                      <a:pt x="35225" y="227885"/>
                    </a:lnTo>
                    <a:lnTo>
                      <a:pt x="31929" y="231995"/>
                    </a:lnTo>
                    <a:lnTo>
                      <a:pt x="30886" y="236897"/>
                    </a:lnTo>
                    <a:lnTo>
                      <a:pt x="32296" y="241747"/>
                    </a:lnTo>
                    <a:lnTo>
                      <a:pt x="36180" y="245797"/>
                    </a:lnTo>
                    <a:lnTo>
                      <a:pt x="42014" y="249123"/>
                    </a:lnTo>
                    <a:lnTo>
                      <a:pt x="49276" y="251805"/>
                    </a:lnTo>
                    <a:lnTo>
                      <a:pt x="57444" y="253921"/>
                    </a:lnTo>
                    <a:lnTo>
                      <a:pt x="65997" y="255548"/>
                    </a:lnTo>
                    <a:lnTo>
                      <a:pt x="74411" y="256765"/>
                    </a:lnTo>
                    <a:lnTo>
                      <a:pt x="82165" y="257649"/>
                    </a:lnTo>
                    <a:lnTo>
                      <a:pt x="88736" y="258280"/>
                    </a:lnTo>
                    <a:lnTo>
                      <a:pt x="97180" y="258717"/>
                    </a:lnTo>
                    <a:lnTo>
                      <a:pt x="105954" y="259016"/>
                    </a:lnTo>
                    <a:lnTo>
                      <a:pt x="114990" y="259174"/>
                    </a:lnTo>
                    <a:lnTo>
                      <a:pt x="124224" y="259185"/>
                    </a:lnTo>
                    <a:lnTo>
                      <a:pt x="133590" y="259044"/>
                    </a:lnTo>
                    <a:lnTo>
                      <a:pt x="143021" y="258747"/>
                    </a:lnTo>
                    <a:lnTo>
                      <a:pt x="152453" y="258289"/>
                    </a:lnTo>
                    <a:lnTo>
                      <a:pt x="161818" y="257664"/>
                    </a:lnTo>
                    <a:lnTo>
                      <a:pt x="171051" y="256870"/>
                    </a:lnTo>
                    <a:lnTo>
                      <a:pt x="180087" y="255899"/>
                    </a:lnTo>
                    <a:lnTo>
                      <a:pt x="188858" y="254749"/>
                    </a:lnTo>
                    <a:lnTo>
                      <a:pt x="197301" y="253414"/>
                    </a:lnTo>
                    <a:lnTo>
                      <a:pt x="205347" y="251888"/>
                    </a:lnTo>
                    <a:lnTo>
                      <a:pt x="212933" y="250169"/>
                    </a:lnTo>
                    <a:lnTo>
                      <a:pt x="219991" y="248250"/>
                    </a:lnTo>
                    <a:lnTo>
                      <a:pt x="226456" y="246127"/>
                    </a:lnTo>
                    <a:lnTo>
                      <a:pt x="232263" y="243795"/>
                    </a:lnTo>
                    <a:lnTo>
                      <a:pt x="237344" y="241250"/>
                    </a:lnTo>
                    <a:lnTo>
                      <a:pt x="241635" y="238486"/>
                    </a:lnTo>
                    <a:lnTo>
                      <a:pt x="243246" y="237487"/>
                    </a:lnTo>
                    <a:lnTo>
                      <a:pt x="245016" y="236315"/>
                    </a:lnTo>
                    <a:lnTo>
                      <a:pt x="246803" y="235014"/>
                    </a:lnTo>
                    <a:lnTo>
                      <a:pt x="248471" y="233631"/>
                    </a:lnTo>
                    <a:lnTo>
                      <a:pt x="249878" y="232211"/>
                    </a:lnTo>
                    <a:lnTo>
                      <a:pt x="250887" y="230802"/>
                    </a:lnTo>
                    <a:lnTo>
                      <a:pt x="251358" y="229448"/>
                    </a:lnTo>
                    <a:lnTo>
                      <a:pt x="251152" y="228195"/>
                    </a:lnTo>
                    <a:lnTo>
                      <a:pt x="244125" y="229420"/>
                    </a:lnTo>
                    <a:lnTo>
                      <a:pt x="236770" y="230575"/>
                    </a:lnTo>
                    <a:lnTo>
                      <a:pt x="229122" y="231656"/>
                    </a:lnTo>
                    <a:lnTo>
                      <a:pt x="221214" y="232660"/>
                    </a:lnTo>
                    <a:lnTo>
                      <a:pt x="213079" y="233582"/>
                    </a:lnTo>
                    <a:lnTo>
                      <a:pt x="204753" y="234420"/>
                    </a:lnTo>
                    <a:lnTo>
                      <a:pt x="196268" y="235168"/>
                    </a:lnTo>
                    <a:lnTo>
                      <a:pt x="187658" y="235824"/>
                    </a:lnTo>
                    <a:lnTo>
                      <a:pt x="178958" y="236382"/>
                    </a:lnTo>
                    <a:lnTo>
                      <a:pt x="170201" y="236840"/>
                    </a:lnTo>
                    <a:lnTo>
                      <a:pt x="161421" y="237194"/>
                    </a:lnTo>
                    <a:lnTo>
                      <a:pt x="152651" y="237438"/>
                    </a:lnTo>
                    <a:lnTo>
                      <a:pt x="143926" y="237571"/>
                    </a:lnTo>
                    <a:lnTo>
                      <a:pt x="135279" y="237587"/>
                    </a:lnTo>
                    <a:lnTo>
                      <a:pt x="126745" y="237482"/>
                    </a:lnTo>
                    <a:lnTo>
                      <a:pt x="118356" y="237254"/>
                    </a:lnTo>
                    <a:lnTo>
                      <a:pt x="110148" y="236897"/>
                    </a:lnTo>
                    <a:lnTo>
                      <a:pt x="105959" y="236885"/>
                    </a:lnTo>
                    <a:lnTo>
                      <a:pt x="101750" y="236798"/>
                    </a:lnTo>
                    <a:lnTo>
                      <a:pt x="97578" y="236562"/>
                    </a:lnTo>
                    <a:lnTo>
                      <a:pt x="93497" y="236103"/>
                    </a:lnTo>
                    <a:lnTo>
                      <a:pt x="89564" y="235346"/>
                    </a:lnTo>
                    <a:lnTo>
                      <a:pt x="85837" y="234216"/>
                    </a:lnTo>
                    <a:lnTo>
                      <a:pt x="82369" y="232640"/>
                    </a:lnTo>
                    <a:lnTo>
                      <a:pt x="79219" y="230543"/>
                    </a:lnTo>
                    <a:lnTo>
                      <a:pt x="81544" y="227843"/>
                    </a:lnTo>
                    <a:lnTo>
                      <a:pt x="84304" y="225529"/>
                    </a:lnTo>
                    <a:lnTo>
                      <a:pt x="87421" y="223549"/>
                    </a:lnTo>
                    <a:lnTo>
                      <a:pt x="90819" y="221852"/>
                    </a:lnTo>
                    <a:lnTo>
                      <a:pt x="94421" y="220387"/>
                    </a:lnTo>
                    <a:lnTo>
                      <a:pt x="98150" y="219103"/>
                    </a:lnTo>
                    <a:lnTo>
                      <a:pt x="101929" y="217949"/>
                    </a:lnTo>
                    <a:lnTo>
                      <a:pt x="105682" y="216874"/>
                    </a:lnTo>
                    <a:close/>
                    <a:moveTo>
                      <a:pt x="94175" y="264234"/>
                    </a:moveTo>
                    <a:lnTo>
                      <a:pt x="94691" y="263749"/>
                    </a:lnTo>
                    <a:lnTo>
                      <a:pt x="95139" y="263295"/>
                    </a:lnTo>
                    <a:lnTo>
                      <a:pt x="95481" y="262877"/>
                    </a:lnTo>
                    <a:lnTo>
                      <a:pt x="95680" y="262498"/>
                    </a:lnTo>
                    <a:lnTo>
                      <a:pt x="95696" y="262164"/>
                    </a:lnTo>
                    <a:lnTo>
                      <a:pt x="95493" y="261879"/>
                    </a:lnTo>
                    <a:lnTo>
                      <a:pt x="95032" y="261647"/>
                    </a:lnTo>
                    <a:lnTo>
                      <a:pt x="94275" y="261472"/>
                    </a:lnTo>
                    <a:lnTo>
                      <a:pt x="90221" y="262508"/>
                    </a:lnTo>
                    <a:lnTo>
                      <a:pt x="85452" y="263882"/>
                    </a:lnTo>
                    <a:lnTo>
                      <a:pt x="80367" y="265630"/>
                    </a:lnTo>
                    <a:lnTo>
                      <a:pt x="75365" y="267789"/>
                    </a:lnTo>
                    <a:lnTo>
                      <a:pt x="70845" y="270395"/>
                    </a:lnTo>
                    <a:lnTo>
                      <a:pt x="67205" y="273485"/>
                    </a:lnTo>
                    <a:lnTo>
                      <a:pt x="64844" y="277096"/>
                    </a:lnTo>
                    <a:lnTo>
                      <a:pt x="64162" y="281265"/>
                    </a:lnTo>
                    <a:lnTo>
                      <a:pt x="65335" y="284683"/>
                    </a:lnTo>
                    <a:lnTo>
                      <a:pt x="68031" y="287791"/>
                    </a:lnTo>
                    <a:lnTo>
                      <a:pt x="71915" y="290583"/>
                    </a:lnTo>
                    <a:lnTo>
                      <a:pt x="76651" y="293048"/>
                    </a:lnTo>
                    <a:lnTo>
                      <a:pt x="81907" y="295179"/>
                    </a:lnTo>
                    <a:lnTo>
                      <a:pt x="87346" y="296968"/>
                    </a:lnTo>
                    <a:lnTo>
                      <a:pt x="92635" y="298406"/>
                    </a:lnTo>
                    <a:lnTo>
                      <a:pt x="97438" y="299485"/>
                    </a:lnTo>
                    <a:lnTo>
                      <a:pt x="105377" y="300919"/>
                    </a:lnTo>
                    <a:lnTo>
                      <a:pt x="113575" y="302053"/>
                    </a:lnTo>
                    <a:lnTo>
                      <a:pt x="121983" y="302897"/>
                    </a:lnTo>
                    <a:lnTo>
                      <a:pt x="130552" y="303460"/>
                    </a:lnTo>
                    <a:lnTo>
                      <a:pt x="139234" y="303750"/>
                    </a:lnTo>
                    <a:lnTo>
                      <a:pt x="147979" y="303777"/>
                    </a:lnTo>
                    <a:lnTo>
                      <a:pt x="156739" y="303550"/>
                    </a:lnTo>
                    <a:lnTo>
                      <a:pt x="165464" y="303077"/>
                    </a:lnTo>
                    <a:lnTo>
                      <a:pt x="174106" y="302367"/>
                    </a:lnTo>
                    <a:lnTo>
                      <a:pt x="182615" y="301430"/>
                    </a:lnTo>
                    <a:lnTo>
                      <a:pt x="190944" y="300275"/>
                    </a:lnTo>
                    <a:lnTo>
                      <a:pt x="199042" y="298909"/>
                    </a:lnTo>
                    <a:lnTo>
                      <a:pt x="206861" y="297344"/>
                    </a:lnTo>
                    <a:lnTo>
                      <a:pt x="214352" y="295586"/>
                    </a:lnTo>
                    <a:lnTo>
                      <a:pt x="221467" y="293646"/>
                    </a:lnTo>
                    <a:lnTo>
                      <a:pt x="228156" y="291532"/>
                    </a:lnTo>
                    <a:lnTo>
                      <a:pt x="234370" y="289253"/>
                    </a:lnTo>
                    <a:lnTo>
                      <a:pt x="240060" y="286819"/>
                    </a:lnTo>
                    <a:lnTo>
                      <a:pt x="238399" y="286423"/>
                    </a:lnTo>
                    <a:lnTo>
                      <a:pt x="236780" y="285823"/>
                    </a:lnTo>
                    <a:lnTo>
                      <a:pt x="235197" y="285048"/>
                    </a:lnTo>
                    <a:lnTo>
                      <a:pt x="233643" y="284124"/>
                    </a:lnTo>
                    <a:lnTo>
                      <a:pt x="232111" y="283082"/>
                    </a:lnTo>
                    <a:lnTo>
                      <a:pt x="230595" y="281948"/>
                    </a:lnTo>
                    <a:lnTo>
                      <a:pt x="229087" y="280751"/>
                    </a:lnTo>
                    <a:lnTo>
                      <a:pt x="227580" y="279519"/>
                    </a:lnTo>
                    <a:lnTo>
                      <a:pt x="225890" y="278159"/>
                    </a:lnTo>
                    <a:lnTo>
                      <a:pt x="224186" y="276832"/>
                    </a:lnTo>
                    <a:lnTo>
                      <a:pt x="222458" y="275576"/>
                    </a:lnTo>
                    <a:lnTo>
                      <a:pt x="220696" y="274431"/>
                    </a:lnTo>
                    <a:lnTo>
                      <a:pt x="218891" y="273437"/>
                    </a:lnTo>
                    <a:lnTo>
                      <a:pt x="217034" y="272632"/>
                    </a:lnTo>
                    <a:lnTo>
                      <a:pt x="215115" y="272056"/>
                    </a:lnTo>
                    <a:lnTo>
                      <a:pt x="213125" y="271748"/>
                    </a:lnTo>
                    <a:lnTo>
                      <a:pt x="211927" y="271633"/>
                    </a:lnTo>
                    <a:lnTo>
                      <a:pt x="210696" y="271661"/>
                    </a:lnTo>
                    <a:lnTo>
                      <a:pt x="209431" y="271815"/>
                    </a:lnTo>
                    <a:lnTo>
                      <a:pt x="208131" y="272075"/>
                    </a:lnTo>
                    <a:lnTo>
                      <a:pt x="206798" y="272423"/>
                    </a:lnTo>
                    <a:lnTo>
                      <a:pt x="205430" y="272841"/>
                    </a:lnTo>
                    <a:lnTo>
                      <a:pt x="204028" y="273309"/>
                    </a:lnTo>
                    <a:lnTo>
                      <a:pt x="202591" y="273809"/>
                    </a:lnTo>
                    <a:lnTo>
                      <a:pt x="201838" y="274078"/>
                    </a:lnTo>
                    <a:lnTo>
                      <a:pt x="201083" y="274338"/>
                    </a:lnTo>
                    <a:lnTo>
                      <a:pt x="200324" y="274589"/>
                    </a:lnTo>
                    <a:lnTo>
                      <a:pt x="199564" y="274832"/>
                    </a:lnTo>
                    <a:lnTo>
                      <a:pt x="198800" y="275067"/>
                    </a:lnTo>
                    <a:lnTo>
                      <a:pt x="198034" y="275294"/>
                    </a:lnTo>
                    <a:lnTo>
                      <a:pt x="197265" y="275514"/>
                    </a:lnTo>
                    <a:lnTo>
                      <a:pt x="196494" y="275727"/>
                    </a:lnTo>
                    <a:lnTo>
                      <a:pt x="189955" y="276905"/>
                    </a:lnTo>
                    <a:lnTo>
                      <a:pt x="182671" y="278032"/>
                    </a:lnTo>
                    <a:lnTo>
                      <a:pt x="174793" y="279055"/>
                    </a:lnTo>
                    <a:lnTo>
                      <a:pt x="166469" y="279923"/>
                    </a:lnTo>
                    <a:lnTo>
                      <a:pt x="157852" y="280583"/>
                    </a:lnTo>
                    <a:lnTo>
                      <a:pt x="149091" y="280983"/>
                    </a:lnTo>
                    <a:lnTo>
                      <a:pt x="140338" y="281072"/>
                    </a:lnTo>
                    <a:lnTo>
                      <a:pt x="131741" y="280797"/>
                    </a:lnTo>
                    <a:lnTo>
                      <a:pt x="123453" y="280107"/>
                    </a:lnTo>
                    <a:lnTo>
                      <a:pt x="115623" y="278949"/>
                    </a:lnTo>
                    <a:lnTo>
                      <a:pt x="108403" y="277271"/>
                    </a:lnTo>
                    <a:lnTo>
                      <a:pt x="101941" y="275021"/>
                    </a:lnTo>
                    <a:lnTo>
                      <a:pt x="96390" y="272148"/>
                    </a:lnTo>
                    <a:lnTo>
                      <a:pt x="91899" y="268599"/>
                    </a:lnTo>
                    <a:lnTo>
                      <a:pt x="91724" y="268016"/>
                    </a:lnTo>
                    <a:lnTo>
                      <a:pt x="91744" y="267440"/>
                    </a:lnTo>
                    <a:lnTo>
                      <a:pt x="91928" y="266872"/>
                    </a:lnTo>
                    <a:lnTo>
                      <a:pt x="92243" y="266314"/>
                    </a:lnTo>
                    <a:lnTo>
                      <a:pt x="92657" y="265770"/>
                    </a:lnTo>
                    <a:lnTo>
                      <a:pt x="93139" y="265240"/>
                    </a:lnTo>
                    <a:lnTo>
                      <a:pt x="93656" y="264727"/>
                    </a:lnTo>
                    <a:lnTo>
                      <a:pt x="94175" y="264234"/>
                    </a:lnTo>
                    <a:close/>
                    <a:moveTo>
                      <a:pt x="108530" y="308359"/>
                    </a:moveTo>
                    <a:lnTo>
                      <a:pt x="108873" y="307990"/>
                    </a:lnTo>
                    <a:lnTo>
                      <a:pt x="109190" y="307621"/>
                    </a:lnTo>
                    <a:lnTo>
                      <a:pt x="109446" y="307259"/>
                    </a:lnTo>
                    <a:lnTo>
                      <a:pt x="109604" y="306911"/>
                    </a:lnTo>
                    <a:lnTo>
                      <a:pt x="109627" y="306588"/>
                    </a:lnTo>
                    <a:lnTo>
                      <a:pt x="109480" y="306296"/>
                    </a:lnTo>
                    <a:lnTo>
                      <a:pt x="109127" y="306044"/>
                    </a:lnTo>
                    <a:lnTo>
                      <a:pt x="108530" y="305840"/>
                    </a:lnTo>
                    <a:lnTo>
                      <a:pt x="103879" y="307056"/>
                    </a:lnTo>
                    <a:lnTo>
                      <a:pt x="99123" y="308309"/>
                    </a:lnTo>
                    <a:lnTo>
                      <a:pt x="94572" y="309724"/>
                    </a:lnTo>
                    <a:lnTo>
                      <a:pt x="90391" y="311471"/>
                    </a:lnTo>
                    <a:lnTo>
                      <a:pt x="86745" y="313722"/>
                    </a:lnTo>
                    <a:lnTo>
                      <a:pt x="83799" y="316648"/>
                    </a:lnTo>
                    <a:lnTo>
                      <a:pt x="81717" y="320420"/>
                    </a:lnTo>
                    <a:lnTo>
                      <a:pt x="80665" y="325210"/>
                    </a:lnTo>
                    <a:lnTo>
                      <a:pt x="80807" y="331187"/>
                    </a:lnTo>
                    <a:lnTo>
                      <a:pt x="86275" y="334850"/>
                    </a:lnTo>
                    <a:lnTo>
                      <a:pt x="92406" y="338008"/>
                    </a:lnTo>
                    <a:lnTo>
                      <a:pt x="99128" y="340676"/>
                    </a:lnTo>
                    <a:lnTo>
                      <a:pt x="106367" y="342873"/>
                    </a:lnTo>
                    <a:lnTo>
                      <a:pt x="114051" y="344616"/>
                    </a:lnTo>
                    <a:lnTo>
                      <a:pt x="122105" y="345922"/>
                    </a:lnTo>
                    <a:lnTo>
                      <a:pt x="130458" y="346809"/>
                    </a:lnTo>
                    <a:lnTo>
                      <a:pt x="139036" y="347293"/>
                    </a:lnTo>
                    <a:lnTo>
                      <a:pt x="147766" y="347392"/>
                    </a:lnTo>
                    <a:lnTo>
                      <a:pt x="156575" y="347124"/>
                    </a:lnTo>
                    <a:lnTo>
                      <a:pt x="165390" y="346505"/>
                    </a:lnTo>
                    <a:lnTo>
                      <a:pt x="174137" y="345553"/>
                    </a:lnTo>
                    <a:lnTo>
                      <a:pt x="182745" y="344285"/>
                    </a:lnTo>
                    <a:lnTo>
                      <a:pt x="191139" y="342719"/>
                    </a:lnTo>
                    <a:lnTo>
                      <a:pt x="199247" y="340872"/>
                    </a:lnTo>
                    <a:lnTo>
                      <a:pt x="206995" y="338761"/>
                    </a:lnTo>
                    <a:lnTo>
                      <a:pt x="214311" y="336403"/>
                    </a:lnTo>
                    <a:lnTo>
                      <a:pt x="221121" y="333816"/>
                    </a:lnTo>
                    <a:lnTo>
                      <a:pt x="227353" y="331017"/>
                    </a:lnTo>
                    <a:lnTo>
                      <a:pt x="232933" y="328024"/>
                    </a:lnTo>
                    <a:lnTo>
                      <a:pt x="231255" y="327518"/>
                    </a:lnTo>
                    <a:lnTo>
                      <a:pt x="229666" y="326832"/>
                    </a:lnTo>
                    <a:lnTo>
                      <a:pt x="228154" y="325989"/>
                    </a:lnTo>
                    <a:lnTo>
                      <a:pt x="226703" y="325013"/>
                    </a:lnTo>
                    <a:lnTo>
                      <a:pt x="225299" y="323928"/>
                    </a:lnTo>
                    <a:lnTo>
                      <a:pt x="223928" y="322757"/>
                    </a:lnTo>
                    <a:lnTo>
                      <a:pt x="222575" y="321524"/>
                    </a:lnTo>
                    <a:lnTo>
                      <a:pt x="221225" y="320252"/>
                    </a:lnTo>
                    <a:lnTo>
                      <a:pt x="219551" y="318696"/>
                    </a:lnTo>
                    <a:lnTo>
                      <a:pt x="217837" y="317173"/>
                    </a:lnTo>
                    <a:lnTo>
                      <a:pt x="216057" y="315730"/>
                    </a:lnTo>
                    <a:lnTo>
                      <a:pt x="214182" y="314415"/>
                    </a:lnTo>
                    <a:lnTo>
                      <a:pt x="212186" y="313274"/>
                    </a:lnTo>
                    <a:lnTo>
                      <a:pt x="210041" y="312357"/>
                    </a:lnTo>
                    <a:lnTo>
                      <a:pt x="207720" y="311709"/>
                    </a:lnTo>
                    <a:lnTo>
                      <a:pt x="205196" y="311379"/>
                    </a:lnTo>
                    <a:lnTo>
                      <a:pt x="203928" y="311259"/>
                    </a:lnTo>
                    <a:lnTo>
                      <a:pt x="202658" y="311304"/>
                    </a:lnTo>
                    <a:lnTo>
                      <a:pt x="201386" y="311490"/>
                    </a:lnTo>
                    <a:lnTo>
                      <a:pt x="200113" y="311794"/>
                    </a:lnTo>
                    <a:lnTo>
                      <a:pt x="198839" y="312191"/>
                    </a:lnTo>
                    <a:lnTo>
                      <a:pt x="197566" y="312659"/>
                    </a:lnTo>
                    <a:lnTo>
                      <a:pt x="196292" y="313173"/>
                    </a:lnTo>
                    <a:lnTo>
                      <a:pt x="195020" y="313711"/>
                    </a:lnTo>
                    <a:lnTo>
                      <a:pt x="194501" y="313931"/>
                    </a:lnTo>
                    <a:lnTo>
                      <a:pt x="193988" y="314147"/>
                    </a:lnTo>
                    <a:lnTo>
                      <a:pt x="193478" y="314360"/>
                    </a:lnTo>
                    <a:lnTo>
                      <a:pt x="192971" y="314567"/>
                    </a:lnTo>
                    <a:lnTo>
                      <a:pt x="192466" y="314767"/>
                    </a:lnTo>
                    <a:lnTo>
                      <a:pt x="191962" y="314959"/>
                    </a:lnTo>
                    <a:lnTo>
                      <a:pt x="191459" y="315142"/>
                    </a:lnTo>
                    <a:lnTo>
                      <a:pt x="190955" y="315314"/>
                    </a:lnTo>
                    <a:lnTo>
                      <a:pt x="184337" y="316705"/>
                    </a:lnTo>
                    <a:lnTo>
                      <a:pt x="176920" y="318043"/>
                    </a:lnTo>
                    <a:lnTo>
                      <a:pt x="168926" y="319243"/>
                    </a:lnTo>
                    <a:lnTo>
                      <a:pt x="160578" y="320220"/>
                    </a:lnTo>
                    <a:lnTo>
                      <a:pt x="152099" y="320889"/>
                    </a:lnTo>
                    <a:lnTo>
                      <a:pt x="143710" y="321165"/>
                    </a:lnTo>
                    <a:lnTo>
                      <a:pt x="135635" y="320961"/>
                    </a:lnTo>
                    <a:lnTo>
                      <a:pt x="128096" y="320193"/>
                    </a:lnTo>
                    <a:lnTo>
                      <a:pt x="121316" y="318776"/>
                    </a:lnTo>
                    <a:lnTo>
                      <a:pt x="115518" y="316624"/>
                    </a:lnTo>
                    <a:lnTo>
                      <a:pt x="110924" y="313653"/>
                    </a:lnTo>
                    <a:lnTo>
                      <a:pt x="107757" y="309776"/>
                    </a:lnTo>
                    <a:lnTo>
                      <a:pt x="107682" y="309657"/>
                    </a:lnTo>
                    <a:lnTo>
                      <a:pt x="107675" y="309516"/>
                    </a:lnTo>
                    <a:lnTo>
                      <a:pt x="107726" y="309355"/>
                    </a:lnTo>
                    <a:lnTo>
                      <a:pt x="107827" y="309176"/>
                    </a:lnTo>
                    <a:lnTo>
                      <a:pt x="107967" y="308982"/>
                    </a:lnTo>
                    <a:lnTo>
                      <a:pt x="108138" y="308775"/>
                    </a:lnTo>
                    <a:lnTo>
                      <a:pt x="108329" y="308557"/>
                    </a:lnTo>
                    <a:lnTo>
                      <a:pt x="108530" y="308330"/>
                    </a:lnTo>
                    <a:lnTo>
                      <a:pt x="108530" y="308359"/>
                    </a:lnTo>
                    <a:close/>
                  </a:path>
                </a:pathLst>
              </a:custGeom>
              <a:solidFill xmlns:a="http://schemas.openxmlformats.org/drawingml/2006/main">
                <a:srgbClr val="2365C4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30" name="130 java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5A292AB0-08F6-4173-A9BB-8AEA71F2A41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032625" y="1409700"/>
                <a:ext cx="338300" cy="428625"/>
              </a:xfrm>
              <a:custGeom xmlns:a="http://schemas.openxmlformats.org/drawingml/2006/main">
                <a:pathLst>
                  <a:path w="338300" h="428625">
                    <a:moveTo>
                      <a:pt x="66881" y="339416"/>
                    </a:moveTo>
                    <a:lnTo>
                      <a:pt x="68445" y="339325"/>
                    </a:lnTo>
                    <a:lnTo>
                      <a:pt x="69962" y="339230"/>
                    </a:lnTo>
                    <a:lnTo>
                      <a:pt x="71425" y="339127"/>
                    </a:lnTo>
                    <a:lnTo>
                      <a:pt x="72826" y="339010"/>
                    </a:lnTo>
                    <a:lnTo>
                      <a:pt x="74157" y="338876"/>
                    </a:lnTo>
                    <a:lnTo>
                      <a:pt x="75409" y="338718"/>
                    </a:lnTo>
                    <a:lnTo>
                      <a:pt x="76574" y="338533"/>
                    </a:lnTo>
                    <a:lnTo>
                      <a:pt x="77644" y="338314"/>
                    </a:lnTo>
                    <a:lnTo>
                      <a:pt x="72767" y="335063"/>
                    </a:lnTo>
                    <a:lnTo>
                      <a:pt x="66724" y="332613"/>
                    </a:lnTo>
                    <a:lnTo>
                      <a:pt x="59783" y="330947"/>
                    </a:lnTo>
                    <a:lnTo>
                      <a:pt x="52212" y="330052"/>
                    </a:lnTo>
                    <a:lnTo>
                      <a:pt x="44280" y="329912"/>
                    </a:lnTo>
                    <a:lnTo>
                      <a:pt x="36254" y="330511"/>
                    </a:lnTo>
                    <a:lnTo>
                      <a:pt x="28404" y="331835"/>
                    </a:lnTo>
                    <a:lnTo>
                      <a:pt x="20997" y="333868"/>
                    </a:lnTo>
                    <a:lnTo>
                      <a:pt x="14301" y="336595"/>
                    </a:lnTo>
                    <a:lnTo>
                      <a:pt x="8586" y="340002"/>
                    </a:lnTo>
                    <a:lnTo>
                      <a:pt x="4118" y="344072"/>
                    </a:lnTo>
                    <a:lnTo>
                      <a:pt x="1167" y="348791"/>
                    </a:lnTo>
                    <a:lnTo>
                      <a:pt x="0" y="354144"/>
                    </a:lnTo>
                    <a:lnTo>
                      <a:pt x="557" y="359309"/>
                    </a:lnTo>
                    <a:lnTo>
                      <a:pt x="2635" y="364082"/>
                    </a:lnTo>
                    <a:lnTo>
                      <a:pt x="5975" y="368444"/>
                    </a:lnTo>
                    <a:lnTo>
                      <a:pt x="10316" y="372378"/>
                    </a:lnTo>
                    <a:lnTo>
                      <a:pt x="15399" y="375866"/>
                    </a:lnTo>
                    <a:lnTo>
                      <a:pt x="20964" y="378892"/>
                    </a:lnTo>
                    <a:lnTo>
                      <a:pt x="26752" y="381437"/>
                    </a:lnTo>
                    <a:lnTo>
                      <a:pt x="32503" y="383484"/>
                    </a:lnTo>
                    <a:lnTo>
                      <a:pt x="39042" y="385550"/>
                    </a:lnTo>
                    <a:lnTo>
                      <a:pt x="45901" y="387434"/>
                    </a:lnTo>
                    <a:lnTo>
                      <a:pt x="53056" y="389141"/>
                    </a:lnTo>
                    <a:lnTo>
                      <a:pt x="60486" y="390675"/>
                    </a:lnTo>
                    <a:lnTo>
                      <a:pt x="68164" y="392041"/>
                    </a:lnTo>
                    <a:lnTo>
                      <a:pt x="76068" y="393242"/>
                    </a:lnTo>
                    <a:lnTo>
                      <a:pt x="84175" y="394284"/>
                    </a:lnTo>
                    <a:lnTo>
                      <a:pt x="92460" y="395170"/>
                    </a:lnTo>
                    <a:lnTo>
                      <a:pt x="100900" y="395906"/>
                    </a:lnTo>
                    <a:lnTo>
                      <a:pt x="109471" y="396495"/>
                    </a:lnTo>
                    <a:lnTo>
                      <a:pt x="118150" y="396943"/>
                    </a:lnTo>
                    <a:lnTo>
                      <a:pt x="126912" y="397253"/>
                    </a:lnTo>
                    <a:lnTo>
                      <a:pt x="135735" y="397430"/>
                    </a:lnTo>
                    <a:lnTo>
                      <a:pt x="144594" y="397479"/>
                    </a:lnTo>
                    <a:lnTo>
                      <a:pt x="153466" y="397404"/>
                    </a:lnTo>
                    <a:lnTo>
                      <a:pt x="162327" y="397208"/>
                    </a:lnTo>
                    <a:lnTo>
                      <a:pt x="171154" y="396898"/>
                    </a:lnTo>
                    <a:lnTo>
                      <a:pt x="179922" y="396477"/>
                    </a:lnTo>
                    <a:lnTo>
                      <a:pt x="188609" y="395950"/>
                    </a:lnTo>
                    <a:lnTo>
                      <a:pt x="197190" y="395321"/>
                    </a:lnTo>
                    <a:lnTo>
                      <a:pt x="205641" y="394594"/>
                    </a:lnTo>
                    <a:lnTo>
                      <a:pt x="213940" y="393775"/>
                    </a:lnTo>
                    <a:lnTo>
                      <a:pt x="219991" y="393023"/>
                    </a:lnTo>
                    <a:lnTo>
                      <a:pt x="226920" y="392021"/>
                    </a:lnTo>
                    <a:lnTo>
                      <a:pt x="234530" y="390752"/>
                    </a:lnTo>
                    <a:lnTo>
                      <a:pt x="242622" y="389199"/>
                    </a:lnTo>
                    <a:lnTo>
                      <a:pt x="250997" y="387346"/>
                    </a:lnTo>
                    <a:lnTo>
                      <a:pt x="259456" y="385176"/>
                    </a:lnTo>
                    <a:lnTo>
                      <a:pt x="267802" y="382672"/>
                    </a:lnTo>
                    <a:lnTo>
                      <a:pt x="275834" y="379816"/>
                    </a:lnTo>
                    <a:lnTo>
                      <a:pt x="283355" y="376593"/>
                    </a:lnTo>
                    <a:lnTo>
                      <a:pt x="290166" y="372986"/>
                    </a:lnTo>
                    <a:lnTo>
                      <a:pt x="296067" y="368977"/>
                    </a:lnTo>
                    <a:lnTo>
                      <a:pt x="300862" y="364549"/>
                    </a:lnTo>
                    <a:lnTo>
                      <a:pt x="304350" y="359687"/>
                    </a:lnTo>
                    <a:lnTo>
                      <a:pt x="306333" y="354373"/>
                    </a:lnTo>
                    <a:lnTo>
                      <a:pt x="306613" y="348591"/>
                    </a:lnTo>
                    <a:lnTo>
                      <a:pt x="305766" y="345743"/>
                    </a:lnTo>
                    <a:lnTo>
                      <a:pt x="304457" y="343145"/>
                    </a:lnTo>
                    <a:lnTo>
                      <a:pt x="302738" y="340823"/>
                    </a:lnTo>
                    <a:lnTo>
                      <a:pt x="300668" y="338806"/>
                    </a:lnTo>
                    <a:lnTo>
                      <a:pt x="298300" y="337121"/>
                    </a:lnTo>
                    <a:lnTo>
                      <a:pt x="295690" y="335796"/>
                    </a:lnTo>
                    <a:lnTo>
                      <a:pt x="292894" y="334858"/>
                    </a:lnTo>
                    <a:lnTo>
                      <a:pt x="289967" y="334336"/>
                    </a:lnTo>
                    <a:lnTo>
                      <a:pt x="290457" y="340405"/>
                    </a:lnTo>
                    <a:lnTo>
                      <a:pt x="289142" y="345835"/>
                    </a:lnTo>
                    <a:lnTo>
                      <a:pt x="286242" y="350663"/>
                    </a:lnTo>
                    <a:lnTo>
                      <a:pt x="281978" y="354927"/>
                    </a:lnTo>
                    <a:lnTo>
                      <a:pt x="276571" y="358662"/>
                    </a:lnTo>
                    <a:lnTo>
                      <a:pt x="270242" y="361906"/>
                    </a:lnTo>
                    <a:lnTo>
                      <a:pt x="263212" y="364696"/>
                    </a:lnTo>
                    <a:lnTo>
                      <a:pt x="255702" y="367069"/>
                    </a:lnTo>
                    <a:lnTo>
                      <a:pt x="247932" y="369061"/>
                    </a:lnTo>
                    <a:lnTo>
                      <a:pt x="240124" y="370710"/>
                    </a:lnTo>
                    <a:lnTo>
                      <a:pt x="232499" y="372053"/>
                    </a:lnTo>
                    <a:lnTo>
                      <a:pt x="225276" y="373126"/>
                    </a:lnTo>
                    <a:lnTo>
                      <a:pt x="218678" y="373966"/>
                    </a:lnTo>
                    <a:lnTo>
                      <a:pt x="209801" y="374855"/>
                    </a:lnTo>
                    <a:lnTo>
                      <a:pt x="200782" y="375623"/>
                    </a:lnTo>
                    <a:lnTo>
                      <a:pt x="191655" y="376265"/>
                    </a:lnTo>
                    <a:lnTo>
                      <a:pt x="182457" y="376780"/>
                    </a:lnTo>
                    <a:lnTo>
                      <a:pt x="173223" y="377165"/>
                    </a:lnTo>
                    <a:lnTo>
                      <a:pt x="163990" y="377416"/>
                    </a:lnTo>
                    <a:lnTo>
                      <a:pt x="154792" y="377530"/>
                    </a:lnTo>
                    <a:lnTo>
                      <a:pt x="145665" y="377505"/>
                    </a:lnTo>
                    <a:lnTo>
                      <a:pt x="136645" y="377337"/>
                    </a:lnTo>
                    <a:lnTo>
                      <a:pt x="127768" y="377024"/>
                    </a:lnTo>
                    <a:lnTo>
                      <a:pt x="119069" y="376562"/>
                    </a:lnTo>
                    <a:lnTo>
                      <a:pt x="110584" y="375949"/>
                    </a:lnTo>
                    <a:lnTo>
                      <a:pt x="102349" y="375181"/>
                    </a:lnTo>
                    <a:lnTo>
                      <a:pt x="94399" y="374257"/>
                    </a:lnTo>
                    <a:lnTo>
                      <a:pt x="86769" y="373171"/>
                    </a:lnTo>
                    <a:lnTo>
                      <a:pt x="79497" y="371923"/>
                    </a:lnTo>
                    <a:lnTo>
                      <a:pt x="72617" y="370508"/>
                    </a:lnTo>
                    <a:lnTo>
                      <a:pt x="66165" y="368924"/>
                    </a:lnTo>
                    <a:lnTo>
                      <a:pt x="60176" y="367167"/>
                    </a:lnTo>
                    <a:lnTo>
                      <a:pt x="54687" y="365236"/>
                    </a:lnTo>
                    <a:lnTo>
                      <a:pt x="52182" y="364172"/>
                    </a:lnTo>
                    <a:lnTo>
                      <a:pt x="49539" y="362791"/>
                    </a:lnTo>
                    <a:lnTo>
                      <a:pt x="46916" y="361148"/>
                    </a:lnTo>
                    <a:lnTo>
                      <a:pt x="44470" y="359300"/>
                    </a:lnTo>
                    <a:lnTo>
                      <a:pt x="42361" y="357303"/>
                    </a:lnTo>
                    <a:lnTo>
                      <a:pt x="40746" y="355213"/>
                    </a:lnTo>
                    <a:lnTo>
                      <a:pt x="39783" y="353087"/>
                    </a:lnTo>
                    <a:lnTo>
                      <a:pt x="39631" y="350981"/>
                    </a:lnTo>
                    <a:lnTo>
                      <a:pt x="40657" y="347671"/>
                    </a:lnTo>
                    <a:lnTo>
                      <a:pt x="42739" y="345101"/>
                    </a:lnTo>
                    <a:lnTo>
                      <a:pt x="45691" y="343167"/>
                    </a:lnTo>
                    <a:lnTo>
                      <a:pt x="49322" y="341767"/>
                    </a:lnTo>
                    <a:lnTo>
                      <a:pt x="53445" y="340798"/>
                    </a:lnTo>
                    <a:lnTo>
                      <a:pt x="57872" y="340157"/>
                    </a:lnTo>
                    <a:lnTo>
                      <a:pt x="62413" y="339740"/>
                    </a:lnTo>
                    <a:lnTo>
                      <a:pt x="66881" y="339445"/>
                    </a:lnTo>
                    <a:lnTo>
                      <a:pt x="66881" y="339416"/>
                    </a:lnTo>
                    <a:close/>
                  </a:path>
                </a:pathLst>
              </a:custGeom>
              <a:solidFill xmlns:a="http://schemas.openxmlformats.org/drawingml/2006/main">
                <a:srgbClr val="2365C4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31" name="131 java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72157998-8A8C-44FB-A22C-E314A166342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032625" y="1409700"/>
                <a:ext cx="338300" cy="428625"/>
              </a:xfrm>
              <a:custGeom xmlns:a="http://schemas.openxmlformats.org/drawingml/2006/main">
                <a:pathLst>
                  <a:path w="338300" h="428625">
                    <a:moveTo>
                      <a:pt x="168756" y="427852"/>
                    </a:moveTo>
                    <a:lnTo>
                      <a:pt x="160127" y="426813"/>
                    </a:lnTo>
                    <a:lnTo>
                      <a:pt x="151556" y="425734"/>
                    </a:lnTo>
                    <a:lnTo>
                      <a:pt x="143054" y="424596"/>
                    </a:lnTo>
                    <a:lnTo>
                      <a:pt x="134630" y="423383"/>
                    </a:lnTo>
                    <a:lnTo>
                      <a:pt x="126296" y="422078"/>
                    </a:lnTo>
                    <a:lnTo>
                      <a:pt x="118062" y="420662"/>
                    </a:lnTo>
                    <a:lnTo>
                      <a:pt x="109938" y="419118"/>
                    </a:lnTo>
                    <a:lnTo>
                      <a:pt x="101935" y="417429"/>
                    </a:lnTo>
                    <a:lnTo>
                      <a:pt x="94063" y="415578"/>
                    </a:lnTo>
                    <a:lnTo>
                      <a:pt x="86333" y="413548"/>
                    </a:lnTo>
                    <a:lnTo>
                      <a:pt x="78754" y="411319"/>
                    </a:lnTo>
                    <a:lnTo>
                      <a:pt x="71338" y="408877"/>
                    </a:lnTo>
                    <a:lnTo>
                      <a:pt x="64095" y="406202"/>
                    </a:lnTo>
                    <a:lnTo>
                      <a:pt x="57035" y="403278"/>
                    </a:lnTo>
                    <a:lnTo>
                      <a:pt x="64685" y="405038"/>
                    </a:lnTo>
                    <a:lnTo>
                      <a:pt x="72526" y="406680"/>
                    </a:lnTo>
                    <a:lnTo>
                      <a:pt x="80539" y="408201"/>
                    </a:lnTo>
                    <a:lnTo>
                      <a:pt x="88711" y="409598"/>
                    </a:lnTo>
                    <a:lnTo>
                      <a:pt x="97024" y="410867"/>
                    </a:lnTo>
                    <a:lnTo>
                      <a:pt x="105463" y="412006"/>
                    </a:lnTo>
                    <a:lnTo>
                      <a:pt x="114012" y="413012"/>
                    </a:lnTo>
                    <a:lnTo>
                      <a:pt x="122655" y="413881"/>
                    </a:lnTo>
                    <a:lnTo>
                      <a:pt x="131376" y="414611"/>
                    </a:lnTo>
                    <a:lnTo>
                      <a:pt x="140158" y="415198"/>
                    </a:lnTo>
                    <a:lnTo>
                      <a:pt x="148987" y="415640"/>
                    </a:lnTo>
                    <a:lnTo>
                      <a:pt x="157845" y="415934"/>
                    </a:lnTo>
                    <a:lnTo>
                      <a:pt x="166718" y="416075"/>
                    </a:lnTo>
                    <a:lnTo>
                      <a:pt x="175588" y="416063"/>
                    </a:lnTo>
                    <a:lnTo>
                      <a:pt x="184441" y="415893"/>
                    </a:lnTo>
                    <a:lnTo>
                      <a:pt x="193260" y="415562"/>
                    </a:lnTo>
                    <a:lnTo>
                      <a:pt x="202029" y="415068"/>
                    </a:lnTo>
                    <a:lnTo>
                      <a:pt x="210732" y="414407"/>
                    </a:lnTo>
                    <a:lnTo>
                      <a:pt x="219354" y="413576"/>
                    </a:lnTo>
                    <a:lnTo>
                      <a:pt x="227878" y="412573"/>
                    </a:lnTo>
                    <a:lnTo>
                      <a:pt x="236289" y="411394"/>
                    </a:lnTo>
                    <a:lnTo>
                      <a:pt x="244569" y="410036"/>
                    </a:lnTo>
                    <a:lnTo>
                      <a:pt x="252705" y="408497"/>
                    </a:lnTo>
                    <a:lnTo>
                      <a:pt x="260678" y="406773"/>
                    </a:lnTo>
                    <a:lnTo>
                      <a:pt x="268475" y="404861"/>
                    </a:lnTo>
                    <a:lnTo>
                      <a:pt x="276078" y="402758"/>
                    </a:lnTo>
                    <a:lnTo>
                      <a:pt x="283471" y="400461"/>
                    </a:lnTo>
                    <a:lnTo>
                      <a:pt x="290640" y="397968"/>
                    </a:lnTo>
                    <a:lnTo>
                      <a:pt x="297567" y="395275"/>
                    </a:lnTo>
                    <a:lnTo>
                      <a:pt x="304236" y="392378"/>
                    </a:lnTo>
                    <a:lnTo>
                      <a:pt x="310633" y="389276"/>
                    </a:lnTo>
                    <a:lnTo>
                      <a:pt x="316740" y="385965"/>
                    </a:lnTo>
                    <a:lnTo>
                      <a:pt x="322543" y="382442"/>
                    </a:lnTo>
                    <a:lnTo>
                      <a:pt x="328024" y="378704"/>
                    </a:lnTo>
                    <a:lnTo>
                      <a:pt x="328347" y="378458"/>
                    </a:lnTo>
                    <a:lnTo>
                      <a:pt x="328672" y="378196"/>
                    </a:lnTo>
                    <a:lnTo>
                      <a:pt x="328999" y="377920"/>
                    </a:lnTo>
                    <a:lnTo>
                      <a:pt x="329326" y="377630"/>
                    </a:lnTo>
                    <a:lnTo>
                      <a:pt x="329653" y="377330"/>
                    </a:lnTo>
                    <a:lnTo>
                      <a:pt x="329980" y="377021"/>
                    </a:lnTo>
                    <a:lnTo>
                      <a:pt x="330305" y="376705"/>
                    </a:lnTo>
                    <a:lnTo>
                      <a:pt x="330629" y="376385"/>
                    </a:lnTo>
                    <a:lnTo>
                      <a:pt x="331515" y="375553"/>
                    </a:lnTo>
                    <a:lnTo>
                      <a:pt x="332417" y="374743"/>
                    </a:lnTo>
                    <a:lnTo>
                      <a:pt x="333336" y="373992"/>
                    </a:lnTo>
                    <a:lnTo>
                      <a:pt x="334276" y="373337"/>
                    </a:lnTo>
                    <a:lnTo>
                      <a:pt x="335240" y="372813"/>
                    </a:lnTo>
                    <a:lnTo>
                      <a:pt x="336230" y="372456"/>
                    </a:lnTo>
                    <a:lnTo>
                      <a:pt x="337249" y="372304"/>
                    </a:lnTo>
                    <a:lnTo>
                      <a:pt x="338300" y="372392"/>
                    </a:lnTo>
                    <a:lnTo>
                      <a:pt x="335401" y="379548"/>
                    </a:lnTo>
                    <a:lnTo>
                      <a:pt x="331759" y="385973"/>
                    </a:lnTo>
                    <a:lnTo>
                      <a:pt x="327424" y="391714"/>
                    </a:lnTo>
                    <a:lnTo>
                      <a:pt x="322451" y="396820"/>
                    </a:lnTo>
                    <a:lnTo>
                      <a:pt x="316891" y="401340"/>
                    </a:lnTo>
                    <a:lnTo>
                      <a:pt x="310798" y="405320"/>
                    </a:lnTo>
                    <a:lnTo>
                      <a:pt x="304223" y="408811"/>
                    </a:lnTo>
                    <a:lnTo>
                      <a:pt x="297220" y="411860"/>
                    </a:lnTo>
                    <a:lnTo>
                      <a:pt x="289841" y="414515"/>
                    </a:lnTo>
                    <a:lnTo>
                      <a:pt x="282138" y="416825"/>
                    </a:lnTo>
                    <a:lnTo>
                      <a:pt x="274165" y="418837"/>
                    </a:lnTo>
                    <a:lnTo>
                      <a:pt x="265973" y="420601"/>
                    </a:lnTo>
                    <a:lnTo>
                      <a:pt x="257615" y="422165"/>
                    </a:lnTo>
                    <a:lnTo>
                      <a:pt x="249145" y="423576"/>
                    </a:lnTo>
                    <a:lnTo>
                      <a:pt x="240613" y="424883"/>
                    </a:lnTo>
                    <a:lnTo>
                      <a:pt x="232074" y="426135"/>
                    </a:lnTo>
                    <a:lnTo>
                      <a:pt x="229992" y="426445"/>
                    </a:lnTo>
                    <a:lnTo>
                      <a:pt x="227913" y="426753"/>
                    </a:lnTo>
                    <a:lnTo>
                      <a:pt x="225836" y="427061"/>
                    </a:lnTo>
                    <a:lnTo>
                      <a:pt x="223762" y="427369"/>
                    </a:lnTo>
                    <a:lnTo>
                      <a:pt x="221693" y="427679"/>
                    </a:lnTo>
                    <a:lnTo>
                      <a:pt x="219628" y="427990"/>
                    </a:lnTo>
                    <a:lnTo>
                      <a:pt x="217568" y="428305"/>
                    </a:lnTo>
                    <a:lnTo>
                      <a:pt x="215515" y="428625"/>
                    </a:lnTo>
                    <a:lnTo>
                      <a:pt x="213506" y="428370"/>
                    </a:lnTo>
                    <a:lnTo>
                      <a:pt x="208209" y="428178"/>
                    </a:lnTo>
                    <a:lnTo>
                      <a:pt x="200720" y="428041"/>
                    </a:lnTo>
                    <a:lnTo>
                      <a:pt x="192136" y="427949"/>
                    </a:lnTo>
                    <a:lnTo>
                      <a:pt x="183551" y="427893"/>
                    </a:lnTo>
                    <a:lnTo>
                      <a:pt x="176062" y="427864"/>
                    </a:lnTo>
                    <a:lnTo>
                      <a:pt x="170766" y="427854"/>
                    </a:lnTo>
                    <a:lnTo>
                      <a:pt x="168756" y="427852"/>
                    </a:lnTo>
                    <a:close/>
                    <a:moveTo>
                      <a:pt x="321669" y="244826"/>
                    </a:moveTo>
                    <a:lnTo>
                      <a:pt x="320730" y="237230"/>
                    </a:lnTo>
                    <a:lnTo>
                      <a:pt x="318422" y="230693"/>
                    </a:lnTo>
                    <a:lnTo>
                      <a:pt x="314929" y="225219"/>
                    </a:lnTo>
                    <a:lnTo>
                      <a:pt x="310437" y="220811"/>
                    </a:lnTo>
                    <a:lnTo>
                      <a:pt x="305130" y="217471"/>
                    </a:lnTo>
                    <a:lnTo>
                      <a:pt x="299192" y="215202"/>
                    </a:lnTo>
                    <a:lnTo>
                      <a:pt x="292808" y="214006"/>
                    </a:lnTo>
                    <a:lnTo>
                      <a:pt x="286162" y="213887"/>
                    </a:lnTo>
                    <a:lnTo>
                      <a:pt x="279439" y="214848"/>
                    </a:lnTo>
                    <a:lnTo>
                      <a:pt x="272824" y="216890"/>
                    </a:lnTo>
                    <a:lnTo>
                      <a:pt x="266502" y="220017"/>
                    </a:lnTo>
                    <a:lnTo>
                      <a:pt x="260656" y="224231"/>
                    </a:lnTo>
                    <a:lnTo>
                      <a:pt x="267068" y="223286"/>
                    </a:lnTo>
                    <a:lnTo>
                      <a:pt x="273144" y="223363"/>
                    </a:lnTo>
                    <a:lnTo>
                      <a:pt x="278774" y="224369"/>
                    </a:lnTo>
                    <a:lnTo>
                      <a:pt x="283845" y="226210"/>
                    </a:lnTo>
                    <a:lnTo>
                      <a:pt x="288247" y="228792"/>
                    </a:lnTo>
                    <a:lnTo>
                      <a:pt x="291868" y="232024"/>
                    </a:lnTo>
                    <a:lnTo>
                      <a:pt x="294597" y="235811"/>
                    </a:lnTo>
                    <a:lnTo>
                      <a:pt x="296322" y="240060"/>
                    </a:lnTo>
                    <a:lnTo>
                      <a:pt x="297040" y="248246"/>
                    </a:lnTo>
                    <a:lnTo>
                      <a:pt x="295936" y="255964"/>
                    </a:lnTo>
                    <a:lnTo>
                      <a:pt x="293305" y="263219"/>
                    </a:lnTo>
                    <a:lnTo>
                      <a:pt x="289444" y="270014"/>
                    </a:lnTo>
                    <a:lnTo>
                      <a:pt x="284647" y="276352"/>
                    </a:lnTo>
                    <a:lnTo>
                      <a:pt x="279211" y="282237"/>
                    </a:lnTo>
                    <a:lnTo>
                      <a:pt x="273430" y="287673"/>
                    </a:lnTo>
                    <a:lnTo>
                      <a:pt x="267599" y="292662"/>
                    </a:lnTo>
                    <a:lnTo>
                      <a:pt x="262015" y="297209"/>
                    </a:lnTo>
                    <a:lnTo>
                      <a:pt x="260682" y="298288"/>
                    </a:lnTo>
                    <a:lnTo>
                      <a:pt x="259391" y="299336"/>
                    </a:lnTo>
                    <a:lnTo>
                      <a:pt x="258146" y="300354"/>
                    </a:lnTo>
                    <a:lnTo>
                      <a:pt x="256951" y="301342"/>
                    </a:lnTo>
                    <a:lnTo>
                      <a:pt x="255810" y="302302"/>
                    </a:lnTo>
                    <a:lnTo>
                      <a:pt x="254728" y="303235"/>
                    </a:lnTo>
                    <a:lnTo>
                      <a:pt x="253708" y="304142"/>
                    </a:lnTo>
                    <a:lnTo>
                      <a:pt x="252755" y="305024"/>
                    </a:lnTo>
                    <a:lnTo>
                      <a:pt x="259341" y="304384"/>
                    </a:lnTo>
                    <a:lnTo>
                      <a:pt x="266128" y="303146"/>
                    </a:lnTo>
                    <a:lnTo>
                      <a:pt x="273002" y="301319"/>
                    </a:lnTo>
                    <a:lnTo>
                      <a:pt x="279849" y="298911"/>
                    </a:lnTo>
                    <a:lnTo>
                      <a:pt x="286555" y="295930"/>
                    </a:lnTo>
                    <a:lnTo>
                      <a:pt x="293005" y="292387"/>
                    </a:lnTo>
                    <a:lnTo>
                      <a:pt x="299084" y="288289"/>
                    </a:lnTo>
                    <a:lnTo>
                      <a:pt x="304679" y="283646"/>
                    </a:lnTo>
                    <a:lnTo>
                      <a:pt x="309675" y="278466"/>
                    </a:lnTo>
                    <a:lnTo>
                      <a:pt x="313958" y="272759"/>
                    </a:lnTo>
                    <a:lnTo>
                      <a:pt x="317413" y="266532"/>
                    </a:lnTo>
                    <a:lnTo>
                      <a:pt x="319926" y="259795"/>
                    </a:lnTo>
                    <a:lnTo>
                      <a:pt x="321383" y="252557"/>
                    </a:lnTo>
                    <a:lnTo>
                      <a:pt x="321669" y="244826"/>
                    </a:lnTo>
                    <a:close/>
                  </a:path>
                </a:pathLst>
              </a:custGeom>
              <a:solidFill xmlns:a="http://schemas.openxmlformats.org/drawingml/2006/main">
                <a:srgbClr val="2365C4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132" name="132 Java">
              <a:extLst xmlns:a="http://schemas.openxmlformats.org/drawingml/2006/main">
                <a:ext uri="{FF2B5EF4-FFF2-40B4-BE49-F238E27FC236}">
                  <a16:creationId xmlns:a16="http://schemas.microsoft.com/office/drawing/2014/main" id="{9C0FE20C-E2C9-4D4D-9C92-27DD0B26D9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506575" y="1524000"/>
              <a:ext cx="100012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59687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596875"/>
                  </a:solidFill>
                  <a:latin typeface="Times New Roman"/>
                  <a:ea typeface="Times New Roman"/>
                  <a:cs typeface="Times New Roman"/>
                </a:rPr>
                <a:t>Java</a:t>
              </a:r>
            </a:p>
          </p:txBody>
        </p:sp>
        <p:grpSp>
          <p:nvGrpSpPr>
            <p:cNvPr id="324" name="icon-mindspore-132"/>
            <p:cNvGrpSpPr/>
            <p:nvPr/>
          </p:nvGrpSpPr>
          <p:grpSpPr>
            <ns15:xfrm xmlns:ns15="http://schemas.openxmlformats.org/drawingml/2006/main">
              <ns15:off x="14030325" y="2027492"/>
              <ns15:ext cx="571500" cy="316992"/>
              <ns15:chOff x="14030325" y="2027492"/>
              <ns15:chExt cx="571500" cy="316992"/>
            </ns15:xfrm>
          </p:grpSpPr>
          <p:sp>
            <p:nvSpPr>
              <p:cNvPr id="133" name="133 mindspore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F7C7F2CA-849B-4377-AEA2-B7463F1CF39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030325" y="2027492"/>
                <a:ext cx="571500" cy="316992"/>
              </a:xfrm>
              <a:custGeom xmlns:a="http://schemas.openxmlformats.org/drawingml/2006/main">
                <a:pathLst>
                  <a:path w="571500" h="316992">
                    <a:moveTo>
                      <a:pt x="539899" y="0"/>
                    </a:moveTo>
                    <a:lnTo>
                      <a:pt x="533396" y="401"/>
                    </a:lnTo>
                    <a:lnTo>
                      <a:pt x="527435" y="1576"/>
                    </a:lnTo>
                    <a:lnTo>
                      <a:pt x="522077" y="3483"/>
                    </a:lnTo>
                    <a:lnTo>
                      <a:pt x="517380" y="6078"/>
                    </a:lnTo>
                    <a:lnTo>
                      <a:pt x="513403" y="9320"/>
                    </a:lnTo>
                    <a:lnTo>
                      <a:pt x="510208" y="13165"/>
                    </a:lnTo>
                    <a:lnTo>
                      <a:pt x="507851" y="17572"/>
                    </a:lnTo>
                    <a:lnTo>
                      <a:pt x="506394" y="22497"/>
                    </a:lnTo>
                    <a:lnTo>
                      <a:pt x="505895" y="27899"/>
                    </a:lnTo>
                    <a:lnTo>
                      <a:pt x="505895" y="27899"/>
                    </a:lnTo>
                    <a:lnTo>
                      <a:pt x="506416" y="32886"/>
                    </a:lnTo>
                    <a:lnTo>
                      <a:pt x="507875" y="37282"/>
                    </a:lnTo>
                    <a:lnTo>
                      <a:pt x="510115" y="41125"/>
                    </a:lnTo>
                    <a:lnTo>
                      <a:pt x="512979" y="44453"/>
                    </a:lnTo>
                    <a:lnTo>
                      <a:pt x="516310" y="47305"/>
                    </a:lnTo>
                    <a:lnTo>
                      <a:pt x="519951" y="49719"/>
                    </a:lnTo>
                    <a:lnTo>
                      <a:pt x="523745" y="51734"/>
                    </a:lnTo>
                    <a:lnTo>
                      <a:pt x="527534" y="53387"/>
                    </a:lnTo>
                    <a:lnTo>
                      <a:pt x="527534" y="53387"/>
                    </a:lnTo>
                    <a:lnTo>
                      <a:pt x="530709" y="54622"/>
                    </a:lnTo>
                    <a:lnTo>
                      <a:pt x="533734" y="55771"/>
                    </a:lnTo>
                    <a:lnTo>
                      <a:pt x="536525" y="56881"/>
                    </a:lnTo>
                    <a:lnTo>
                      <a:pt x="538999" y="57994"/>
                    </a:lnTo>
                    <a:lnTo>
                      <a:pt x="541070" y="59156"/>
                    </a:lnTo>
                    <a:lnTo>
                      <a:pt x="542653" y="60410"/>
                    </a:lnTo>
                    <a:lnTo>
                      <a:pt x="543666" y="61802"/>
                    </a:lnTo>
                    <a:lnTo>
                      <a:pt x="544022" y="63376"/>
                    </a:lnTo>
                    <a:lnTo>
                      <a:pt x="544022" y="63376"/>
                    </a:lnTo>
                    <a:lnTo>
                      <a:pt x="543907" y="64587"/>
                    </a:lnTo>
                    <a:lnTo>
                      <a:pt x="543550" y="65636"/>
                    </a:lnTo>
                    <a:lnTo>
                      <a:pt x="542935" y="66524"/>
                    </a:lnTo>
                    <a:lnTo>
                      <a:pt x="542047" y="67250"/>
                    </a:lnTo>
                    <a:lnTo>
                      <a:pt x="540869" y="67815"/>
                    </a:lnTo>
                    <a:lnTo>
                      <a:pt x="539385" y="68219"/>
                    </a:lnTo>
                    <a:lnTo>
                      <a:pt x="537579" y="68461"/>
                    </a:lnTo>
                    <a:lnTo>
                      <a:pt x="535435" y="68542"/>
                    </a:lnTo>
                    <a:lnTo>
                      <a:pt x="535435" y="68542"/>
                    </a:lnTo>
                    <a:lnTo>
                      <a:pt x="533133" y="68412"/>
                    </a:lnTo>
                    <a:lnTo>
                      <a:pt x="530736" y="68020"/>
                    </a:lnTo>
                    <a:lnTo>
                      <a:pt x="528246" y="67361"/>
                    </a:lnTo>
                    <a:lnTo>
                      <a:pt x="525666" y="66432"/>
                    </a:lnTo>
                    <a:lnTo>
                      <a:pt x="522998" y="65229"/>
                    </a:lnTo>
                    <a:lnTo>
                      <a:pt x="520243" y="63747"/>
                    </a:lnTo>
                    <a:lnTo>
                      <a:pt x="517403" y="61982"/>
                    </a:lnTo>
                    <a:lnTo>
                      <a:pt x="514481" y="59931"/>
                    </a:lnTo>
                    <a:lnTo>
                      <a:pt x="514481" y="59931"/>
                    </a:lnTo>
                    <a:lnTo>
                      <a:pt x="501430" y="78186"/>
                    </a:lnTo>
                    <a:lnTo>
                      <a:pt x="504974" y="80781"/>
                    </a:lnTo>
                    <a:lnTo>
                      <a:pt x="508857" y="83121"/>
                    </a:lnTo>
                    <a:lnTo>
                      <a:pt x="512998" y="85179"/>
                    </a:lnTo>
                    <a:lnTo>
                      <a:pt x="517316" y="86926"/>
                    </a:lnTo>
                    <a:lnTo>
                      <a:pt x="521730" y="88334"/>
                    </a:lnTo>
                    <a:lnTo>
                      <a:pt x="526160" y="89375"/>
                    </a:lnTo>
                    <a:lnTo>
                      <a:pt x="530526" y="90020"/>
                    </a:lnTo>
                    <a:lnTo>
                      <a:pt x="534747" y="90241"/>
                    </a:lnTo>
                    <a:lnTo>
                      <a:pt x="534747" y="90241"/>
                    </a:lnTo>
                    <a:lnTo>
                      <a:pt x="541619" y="89878"/>
                    </a:lnTo>
                    <a:lnTo>
                      <a:pt x="547802" y="88822"/>
                    </a:lnTo>
                    <a:lnTo>
                      <a:pt x="553289" y="87126"/>
                    </a:lnTo>
                    <a:lnTo>
                      <a:pt x="558071" y="84841"/>
                    </a:lnTo>
                    <a:lnTo>
                      <a:pt x="562140" y="82018"/>
                    </a:lnTo>
                    <a:lnTo>
                      <a:pt x="565488" y="78710"/>
                    </a:lnTo>
                    <a:lnTo>
                      <a:pt x="568106" y="74967"/>
                    </a:lnTo>
                    <a:lnTo>
                      <a:pt x="569986" y="70843"/>
                    </a:lnTo>
                    <a:lnTo>
                      <a:pt x="571120" y="66388"/>
                    </a:lnTo>
                    <a:lnTo>
                      <a:pt x="571500" y="61653"/>
                    </a:lnTo>
                    <a:lnTo>
                      <a:pt x="571500" y="61653"/>
                    </a:lnTo>
                    <a:lnTo>
                      <a:pt x="570978" y="56249"/>
                    </a:lnTo>
                    <a:lnTo>
                      <a:pt x="569514" y="51611"/>
                    </a:lnTo>
                    <a:lnTo>
                      <a:pt x="567262" y="47668"/>
                    </a:lnTo>
                    <a:lnTo>
                      <a:pt x="564373" y="44346"/>
                    </a:lnTo>
                    <a:lnTo>
                      <a:pt x="561001" y="41573"/>
                    </a:lnTo>
                    <a:lnTo>
                      <a:pt x="557299" y="39276"/>
                    </a:lnTo>
                    <a:lnTo>
                      <a:pt x="553420" y="37383"/>
                    </a:lnTo>
                    <a:lnTo>
                      <a:pt x="549517" y="35821"/>
                    </a:lnTo>
                    <a:lnTo>
                      <a:pt x="549517" y="35821"/>
                    </a:lnTo>
                    <a:lnTo>
                      <a:pt x="546358" y="34715"/>
                    </a:lnTo>
                    <a:lnTo>
                      <a:pt x="543372" y="33690"/>
                    </a:lnTo>
                    <a:lnTo>
                      <a:pt x="540635" y="32697"/>
                    </a:lnTo>
                    <a:lnTo>
                      <a:pt x="538225" y="31688"/>
                    </a:lnTo>
                    <a:lnTo>
                      <a:pt x="536218" y="30615"/>
                    </a:lnTo>
                    <a:lnTo>
                      <a:pt x="534689" y="29428"/>
                    </a:lnTo>
                    <a:lnTo>
                      <a:pt x="533716" y="28080"/>
                    </a:lnTo>
                    <a:lnTo>
                      <a:pt x="533374" y="26522"/>
                    </a:lnTo>
                    <a:lnTo>
                      <a:pt x="533374" y="26522"/>
                    </a:lnTo>
                    <a:lnTo>
                      <a:pt x="533495" y="25326"/>
                    </a:lnTo>
                    <a:lnTo>
                      <a:pt x="533854" y="24315"/>
                    </a:lnTo>
                    <a:lnTo>
                      <a:pt x="534452" y="23482"/>
                    </a:lnTo>
                    <a:lnTo>
                      <a:pt x="535284" y="22818"/>
                    </a:lnTo>
                    <a:lnTo>
                      <a:pt x="536351" y="22316"/>
                    </a:lnTo>
                    <a:lnTo>
                      <a:pt x="537648" y="21968"/>
                    </a:lnTo>
                    <a:lnTo>
                      <a:pt x="539175" y="21765"/>
                    </a:lnTo>
                    <a:lnTo>
                      <a:pt x="540930" y="21699"/>
                    </a:lnTo>
                    <a:lnTo>
                      <a:pt x="540930" y="21699"/>
                    </a:lnTo>
                    <a:lnTo>
                      <a:pt x="542958" y="21826"/>
                    </a:lnTo>
                    <a:lnTo>
                      <a:pt x="545044" y="22199"/>
                    </a:lnTo>
                    <a:lnTo>
                      <a:pt x="547182" y="22807"/>
                    </a:lnTo>
                    <a:lnTo>
                      <a:pt x="549367" y="23636"/>
                    </a:lnTo>
                    <a:lnTo>
                      <a:pt x="551592" y="24676"/>
                    </a:lnTo>
                    <a:lnTo>
                      <a:pt x="553851" y="25913"/>
                    </a:lnTo>
                    <a:lnTo>
                      <a:pt x="556138" y="27336"/>
                    </a:lnTo>
                    <a:lnTo>
                      <a:pt x="558448" y="28932"/>
                    </a:lnTo>
                    <a:lnTo>
                      <a:pt x="558448" y="28932"/>
                    </a:lnTo>
                    <a:lnTo>
                      <a:pt x="571500" y="11367"/>
                    </a:lnTo>
                    <a:lnTo>
                      <a:pt x="568551" y="9246"/>
                    </a:lnTo>
                    <a:lnTo>
                      <a:pt x="565355" y="7193"/>
                    </a:lnTo>
                    <a:lnTo>
                      <a:pt x="561895" y="5273"/>
                    </a:lnTo>
                    <a:lnTo>
                      <a:pt x="558148" y="3552"/>
                    </a:lnTo>
                    <a:lnTo>
                      <a:pt x="554095" y="2098"/>
                    </a:lnTo>
                    <a:lnTo>
                      <a:pt x="549716" y="977"/>
                    </a:lnTo>
                    <a:lnTo>
                      <a:pt x="544991" y="255"/>
                    </a:lnTo>
                    <a:lnTo>
                      <a:pt x="539899" y="0"/>
                    </a:lnTo>
                    <a:close/>
                    <a:moveTo>
                      <a:pt x="347472" y="57811"/>
                    </a:moveTo>
                    <a:lnTo>
                      <a:pt x="298404" y="57811"/>
                    </a:lnTo>
                    <a:lnTo>
                      <a:pt x="298385" y="57811"/>
                    </a:lnTo>
                    <a:lnTo>
                      <a:pt x="238443" y="210541"/>
                    </a:lnTo>
                    <a:lnTo>
                      <a:pt x="178502" y="57811"/>
                    </a:lnTo>
                    <a:lnTo>
                      <a:pt x="129415" y="57811"/>
                    </a:lnTo>
                    <a:lnTo>
                      <a:pt x="110649" y="266008"/>
                    </a:lnTo>
                    <a:lnTo>
                      <a:pt x="159736" y="266008"/>
                    </a:lnTo>
                    <a:lnTo>
                      <a:pt x="170053" y="151542"/>
                    </a:lnTo>
                    <a:lnTo>
                      <a:pt x="218103" y="262369"/>
                    </a:lnTo>
                    <a:lnTo>
                      <a:pt x="218071" y="262450"/>
                    </a:lnTo>
                    <a:lnTo>
                      <a:pt x="218138" y="262450"/>
                    </a:lnTo>
                    <a:lnTo>
                      <a:pt x="258749" y="262450"/>
                    </a:lnTo>
                    <a:lnTo>
                      <a:pt x="258816" y="262450"/>
                    </a:lnTo>
                    <a:lnTo>
                      <a:pt x="258784" y="262369"/>
                    </a:lnTo>
                    <a:lnTo>
                      <a:pt x="306849" y="151506"/>
                    </a:lnTo>
                    <a:lnTo>
                      <a:pt x="317171" y="266008"/>
                    </a:lnTo>
                    <a:lnTo>
                      <a:pt x="366258" y="266008"/>
                    </a:lnTo>
                    <a:lnTo>
                      <a:pt x="347490" y="57811"/>
                    </a:lnTo>
                    <a:lnTo>
                      <a:pt x="347472" y="57811"/>
                    </a:lnTo>
                    <a:close/>
                    <a:moveTo>
                      <a:pt x="0" y="24927"/>
                    </a:moveTo>
                    <a:lnTo>
                      <a:pt x="0" y="24993"/>
                    </a:lnTo>
                    <a:lnTo>
                      <a:pt x="0" y="57118"/>
                    </a:lnTo>
                    <a:lnTo>
                      <a:pt x="0" y="57437"/>
                    </a:lnTo>
                    <a:lnTo>
                      <a:pt x="0" y="314292"/>
                    </a:lnTo>
                    <a:lnTo>
                      <a:pt x="0" y="316992"/>
                    </a:lnTo>
                    <a:lnTo>
                      <a:pt x="81283" y="316992"/>
                    </a:lnTo>
                    <a:lnTo>
                      <a:pt x="81283" y="284269"/>
                    </a:lnTo>
                    <a:lnTo>
                      <a:pt x="32574" y="284269"/>
                    </a:lnTo>
                    <a:lnTo>
                      <a:pt x="32574" y="57437"/>
                    </a:lnTo>
                    <a:lnTo>
                      <a:pt x="81283" y="57437"/>
                    </a:lnTo>
                    <a:lnTo>
                      <a:pt x="81283" y="57118"/>
                    </a:lnTo>
                    <a:lnTo>
                      <a:pt x="81283" y="54432"/>
                    </a:lnTo>
                    <a:lnTo>
                      <a:pt x="81283" y="24993"/>
                    </a:lnTo>
                    <a:lnTo>
                      <a:pt x="81283" y="24927"/>
                    </a:lnTo>
                    <a:lnTo>
                      <a:pt x="0" y="24927"/>
                    </a:lnTo>
                    <a:close/>
                    <a:moveTo>
                      <a:pt x="395623" y="24927"/>
                    </a:moveTo>
                    <a:lnTo>
                      <a:pt x="395623" y="24993"/>
                    </a:lnTo>
                    <a:lnTo>
                      <a:pt x="395623" y="54432"/>
                    </a:lnTo>
                    <a:lnTo>
                      <a:pt x="395623" y="57118"/>
                    </a:lnTo>
                    <a:lnTo>
                      <a:pt x="395623" y="57437"/>
                    </a:lnTo>
                    <a:lnTo>
                      <a:pt x="444332" y="57437"/>
                    </a:lnTo>
                    <a:lnTo>
                      <a:pt x="444332" y="284269"/>
                    </a:lnTo>
                    <a:lnTo>
                      <a:pt x="395623" y="284269"/>
                    </a:lnTo>
                    <a:lnTo>
                      <a:pt x="395623" y="316992"/>
                    </a:lnTo>
                    <a:lnTo>
                      <a:pt x="476906" y="316992"/>
                    </a:lnTo>
                    <a:lnTo>
                      <a:pt x="476906" y="314292"/>
                    </a:lnTo>
                    <a:lnTo>
                      <a:pt x="476906" y="57437"/>
                    </a:lnTo>
                    <a:lnTo>
                      <a:pt x="476906" y="57118"/>
                    </a:lnTo>
                    <a:lnTo>
                      <a:pt x="476906" y="24993"/>
                    </a:lnTo>
                    <a:lnTo>
                      <a:pt x="476906" y="24927"/>
                    </a:lnTo>
                    <a:lnTo>
                      <a:pt x="395623" y="24927"/>
                    </a:lnTo>
                    <a:close/>
                  </a:path>
                </a:pathLst>
              </a:custGeom>
              <a:solidFill xmlns:a="http://schemas.openxmlformats.org/drawingml/2006/main">
                <a:srgbClr val="73B3FF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34" name="134 mindspore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F50BF5D0-AEAB-4741-83FE-0F96AD756D8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030325" y="2027492"/>
                <a:ext cx="571500" cy="316992"/>
              </a:xfrm>
              <a:custGeom xmlns:a="http://schemas.openxmlformats.org/drawingml/2006/main">
                <a:pathLst>
                  <a:path w="571500" h="316992">
                    <a:moveTo>
                      <a:pt x="170053" y="151543"/>
                    </a:moveTo>
                    <a:lnTo>
                      <a:pt x="178502" y="57812"/>
                    </a:lnTo>
                    <a:lnTo>
                      <a:pt x="238443" y="210541"/>
                    </a:lnTo>
                    <a:lnTo>
                      <a:pt x="218102" y="262369"/>
                    </a:lnTo>
                    <a:lnTo>
                      <a:pt x="170053" y="151543"/>
                    </a:lnTo>
                    <a:close/>
                  </a:path>
                </a:pathLst>
              </a:custGeom>
              <a:solidFill xmlns:a="http://schemas.openxmlformats.org/drawingml/2006/main">
                <a:srgbClr val="56B0E4"/>
              </a:solidFill>
              <a:ln xmlns:a="http://schemas.openxmlformats.org/drawingml/2006/main" w="0">
                <a:noFill/>
              </a:ln>
            </p:spPr>
          </p:sp>
          <p:sp>
            <p:nvSpPr>
              <p:cNvPr id="135" name="135 mindspore vector path">
                <a:extLst xmlns:a="http://schemas.openxmlformats.org/drawingml/2006/main">
                  <a:ext uri="{FF2B5EF4-FFF2-40B4-BE49-F238E27FC236}">
                    <a16:creationId xmlns:a16="http://schemas.microsoft.com/office/drawing/2014/main" id="{D31AA2C5-A1CC-44D9-8E46-DB718306593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030325" y="2027492"/>
                <a:ext cx="571500" cy="316992"/>
              </a:xfrm>
              <a:custGeom xmlns:a="http://schemas.openxmlformats.org/drawingml/2006/main">
                <a:pathLst>
                  <a:path w="571500" h="316992">
                    <a:moveTo>
                      <a:pt x="306849" y="151506"/>
                    </a:moveTo>
                    <a:lnTo>
                      <a:pt x="347490" y="57812"/>
                    </a:lnTo>
                    <a:lnTo>
                      <a:pt x="366258" y="266009"/>
                    </a:lnTo>
                    <a:lnTo>
                      <a:pt x="317171" y="266009"/>
                    </a:lnTo>
                    <a:lnTo>
                      <a:pt x="306849" y="151506"/>
                    </a:lnTo>
                    <a:close/>
                  </a:path>
                </a:pathLst>
              </a:custGeom>
              <a:solidFill xmlns:a="http://schemas.openxmlformats.org/drawingml/2006/main">
                <a:srgbClr val="509AE6"/>
              </a:solidFill>
              <a:ln xmlns:a="http://schemas.openxmlformats.org/drawingml/2006/main" w="0">
                <a:noFill/>
              </a:ln>
            </p:spPr>
          </p:sp>
        </p:grpSp>
        <p:sp>
          <p:nvSpPr>
            <p:cNvPr id="136" name="136 MindSpore">
              <a:extLst xmlns:a="http://schemas.openxmlformats.org/drawingml/2006/main">
                <a:ext uri="{FF2B5EF4-FFF2-40B4-BE49-F238E27FC236}">
                  <a16:creationId xmlns:a16="http://schemas.microsoft.com/office/drawing/2014/main" id="{1EE6AD29-37E4-4755-8452-C1F6AC4733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506575" y="2133600"/>
              <a:ext cx="1000125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59687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596875"/>
                  </a:solidFill>
                  <a:latin typeface="Times New Roman"/>
                  <a:ea typeface="Times New Roman"/>
                  <a:cs typeface="Times New Roman"/>
                </a:rPr>
                <a:t>MindSpore</a:t>
              </a:r>
            </a:p>
          </p:txBody>
        </p:sp>
        <p:sp>
          <p:nvSpPr>
            <p:cNvPr id="137" name="137 path">
              <a:extLst xmlns:a="http://schemas.openxmlformats.org/drawingml/2006/main">
                <a:ext uri="{FF2B5EF4-FFF2-40B4-BE49-F238E27FC236}">
                  <a16:creationId xmlns:a16="http://schemas.microsoft.com/office/drawing/2014/main" id="{41CF4FAB-FA64-4B7C-8DFA-B9DBC12717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58875" y="2609850"/>
              <a:ext cx="1600200" cy="95"/>
            </a:xfrm>
            <a:custGeom xmlns:a="http://schemas.openxmlformats.org/drawingml/2006/main">
              <a:pathLst>
                <a:path w="1600200" h="9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620">
              <a:solidFill>
                <a:srgbClr val="DDE2E6"/>
              </a:solidFill>
            </a:ln>
          </p:spPr>
        </p:sp>
        <p:sp>
          <p:nvSpPr>
            <p:cNvPr id="138" name="138 folder icon">
              <a:extLst xmlns:a="http://schemas.openxmlformats.org/drawingml/2006/main">
                <a:ext uri="{FF2B5EF4-FFF2-40B4-BE49-F238E27FC236}">
                  <a16:creationId xmlns:a16="http://schemas.microsoft.com/office/drawing/2014/main" id="{A9CC48D5-D386-48DF-8808-A97D9423CC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87450" y="2895600"/>
              <a:ext cx="180975" cy="134779"/>
            </a:xfrm>
            <a:custGeom xmlns:a="http://schemas.openxmlformats.org/drawingml/2006/main">
              <a:pathLst>
                <a:path w="180975" h="134779">
                  <a:moveTo>
                    <a:pt x="0" y="0"/>
                  </a:moveTo>
                  <a:lnTo>
                    <a:pt x="68771" y="0"/>
                  </a:lnTo>
                  <a:lnTo>
                    <a:pt x="90488" y="38100"/>
                  </a:lnTo>
                  <a:lnTo>
                    <a:pt x="180975" y="38100"/>
                  </a:lnTo>
                  <a:lnTo>
                    <a:pt x="180975" y="134779"/>
                  </a:lnTo>
                  <a:lnTo>
                    <a:pt x="0" y="134779"/>
                  </a:lnTo>
                  <a:close/>
                </a:path>
              </a:pathLst>
            </a:custGeom>
            <a:solidFill xmlns:a="http://schemas.openxmlformats.org/drawingml/2006/main">
              <a:srgbClr val="52A8EF"/>
            </a:solidFill>
            <a:ln xmlns:a="http://schemas.openxmlformats.org/drawingml/2006/main" w="16193">
              <a:solidFill>
                <a:srgbClr val="064A92"/>
              </a:solidFill>
            </a:ln>
          </p:spPr>
        </p:sp>
        <p:sp>
          <p:nvSpPr>
            <p:cNvPr id="139" name="139 src/ …">
              <a:extLst xmlns:a="http://schemas.openxmlformats.org/drawingml/2006/main">
                <a:ext uri="{FF2B5EF4-FFF2-40B4-BE49-F238E27FC236}">
                  <a16:creationId xmlns:a16="http://schemas.microsoft.com/office/drawing/2014/main" id="{696C0FF0-5C35-4A0E-A087-BD1D831FF1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01775" y="2838450"/>
              <a:ext cx="1123950" cy="2362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>
                  <a:solidFill>
                    <a:srgbClr val="6C788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6C7884"/>
                  </a:solidFill>
                  <a:latin typeface="Times New Roman"/>
                  <a:ea typeface="Times New Roman"/>
                  <a:cs typeface="Times New Roman"/>
                </a:rPr>
                <a:t>src/ …</a:t>
              </a:r>
            </a:p>
          </p:txBody>
        </p:sp>
        <p:sp>
          <p:nvSpPr>
            <p:cNvPr id="140" name="140 rect">
              <a:extLst xmlns:a="http://schemas.openxmlformats.org/drawingml/2006/main">
                <a:ext uri="{FF2B5EF4-FFF2-40B4-BE49-F238E27FC236}">
                  <a16:creationId xmlns:a16="http://schemas.microsoft.com/office/drawing/2014/main" id="{AEB977EF-AC28-4A87-BB9F-CFAE1EC0CE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20775" y="3143250"/>
              <a:ext cx="1638300" cy="1057275"/>
            </a:xfrm>
            <a:prstGeom xmlns:a="http://schemas.openxmlformats.org/drawingml/2006/main" prst="roundRect">
              <a:avLst>
                <a:gd name="adj" fmla="val 5405"/>
              </a:avLst>
            </a:prstGeom>
            <a:solidFill xmlns:a="http://schemas.openxmlformats.org/drawingml/2006/main">
              <a:srgbClr val="FBFCFE"/>
            </a:solidFill>
            <a:ln xmlns:a="http://schemas.openxmlformats.org/drawingml/2006/main" w="7620">
              <a:solidFill>
                <a:srgbClr val="D4DEE6"/>
              </a:solidFill>
            </a:ln>
          </p:spPr>
        </p:sp>
        <p:sp>
          <p:nvSpPr>
            <p:cNvPr id="141" name="141 model.java">
              <a:extLst xmlns:a="http://schemas.openxmlformats.org/drawingml/2006/main">
                <a:ext uri="{FF2B5EF4-FFF2-40B4-BE49-F238E27FC236}">
                  <a16:creationId xmlns:a16="http://schemas.microsoft.com/office/drawing/2014/main" id="{5F4BFE8A-B463-4EF7-B31B-67F0F7C236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54125" y="3295650"/>
              <a:ext cx="13335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model.java</a:t>
              </a:r>
            </a:p>
          </p:txBody>
        </p:sp>
        <p:sp>
          <p:nvSpPr>
            <p:cNvPr id="142" name="142 train.java">
              <a:extLst xmlns:a="http://schemas.openxmlformats.org/drawingml/2006/main">
                <a:ext uri="{FF2B5EF4-FFF2-40B4-BE49-F238E27FC236}">
                  <a16:creationId xmlns:a16="http://schemas.microsoft.com/office/drawing/2014/main" id="{8DB61D4C-612E-4486-8F3D-FE41DE70DA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54125" y="3552825"/>
              <a:ext cx="13335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train.java</a:t>
              </a:r>
            </a:p>
          </p:txBody>
        </p:sp>
        <p:sp>
          <p:nvSpPr>
            <p:cNvPr id="143" name="143 utils.java">
              <a:extLst xmlns:a="http://schemas.openxmlformats.org/drawingml/2006/main">
                <a:ext uri="{FF2B5EF4-FFF2-40B4-BE49-F238E27FC236}">
                  <a16:creationId xmlns:a16="http://schemas.microsoft.com/office/drawing/2014/main" id="{8B52B270-46A9-4437-B98A-7FFA9A3404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54125" y="3810000"/>
              <a:ext cx="13335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utils.java</a:t>
              </a:r>
            </a:p>
          </p:txBody>
        </p:sp>
      </p:grpSp>
      <p:grpSp>
        <p:nvGrpSpPr>
          <p:cNvPr id="325" name="Orchestrator"/>
          <p:cNvGrpSpPr/>
          <p:nvPr/>
        </p:nvGrpSpPr>
        <p:grpSpPr>
          <ns17:xfrm xmlns:ns17="http://schemas.openxmlformats.org/drawingml/2006/main">
            <ns17:off x="2190750" y="5143500"/>
            <ns17:ext cx="11668125" cy="533400"/>
            <ns17:chOff x="2190750" y="5143500"/>
            <ns17:chExt cx="11668125" cy="533400"/>
          </ns17:xfrm>
        </p:grpSpPr>
        <p:sp>
          <p:nvSpPr>
            <p:cNvPr id="144" name="144 rect">
              <a:extLst xmlns:a="http://schemas.openxmlformats.org/drawingml/2006/main">
                <a:ext uri="{FF2B5EF4-FFF2-40B4-BE49-F238E27FC236}">
                  <a16:creationId xmlns:a16="http://schemas.microsoft.com/office/drawing/2014/main" id="{844953D9-1B81-4998-9B63-E5133A8699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90750" y="5143500"/>
              <a:ext cx="11668125" cy="533400"/>
            </a:xfrm>
            <a:prstGeom xmlns:a="http://schemas.openxmlformats.org/drawingml/2006/main" prst="roundRect">
              <a:avLst>
                <a:gd name="adj" fmla="val 12500"/>
              </a:avLst>
            </a:prstGeom>
            <a:solidFill xmlns:a="http://schemas.openxmlformats.org/drawingml/2006/main">
              <a:srgbClr val="F5F7F8"/>
            </a:solidFill>
            <a:ln xmlns:a="http://schemas.openxmlformats.org/drawingml/2006/main" w="9525">
              <a:solidFill>
                <a:srgbClr val="B9C6CF"/>
              </a:solidFill>
            </a:ln>
          </p:spPr>
        </p:sp>
        <p:sp>
          <p:nvSpPr>
            <p:cNvPr id="145" name="145 orchestrator gear">
              <a:extLst xmlns:a="http://schemas.openxmlformats.org/drawingml/2006/main">
                <a:ext uri="{FF2B5EF4-FFF2-40B4-BE49-F238E27FC236}">
                  <a16:creationId xmlns:a16="http://schemas.microsoft.com/office/drawing/2014/main" id="{49A89CBE-DB68-4183-8727-D3164F748F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28644" y="5281394"/>
              <a:ext cx="257612" cy="257612"/>
            </a:xfrm>
            <a:custGeom xmlns:a="http://schemas.openxmlformats.org/drawingml/2006/main">
              <a:pathLst>
                <a:path w="257612" h="257612">
                  <a:moveTo>
                    <a:pt x="233581" y="128806"/>
                  </a:moveTo>
                  <a:lnTo>
                    <a:pt x="232685" y="142482"/>
                  </a:lnTo>
                  <a:lnTo>
                    <a:pt x="257612" y="163320"/>
                  </a:lnTo>
                  <a:lnTo>
                    <a:pt x="252006" y="179837"/>
                  </a:lnTo>
                  <a:lnTo>
                    <a:pt x="219544" y="181194"/>
                  </a:lnTo>
                  <a:lnTo>
                    <a:pt x="211930" y="192589"/>
                  </a:lnTo>
                  <a:lnTo>
                    <a:pt x="202893" y="202893"/>
                  </a:lnTo>
                  <a:lnTo>
                    <a:pt x="192589" y="211930"/>
                  </a:lnTo>
                  <a:lnTo>
                    <a:pt x="195481" y="244291"/>
                  </a:lnTo>
                  <a:lnTo>
                    <a:pt x="179837" y="252006"/>
                  </a:lnTo>
                  <a:lnTo>
                    <a:pt x="155924" y="230011"/>
                  </a:lnTo>
                  <a:lnTo>
                    <a:pt x="142482" y="232685"/>
                  </a:lnTo>
                  <a:lnTo>
                    <a:pt x="128806" y="233581"/>
                  </a:lnTo>
                  <a:lnTo>
                    <a:pt x="115130" y="232685"/>
                  </a:lnTo>
                  <a:lnTo>
                    <a:pt x="94293" y="257612"/>
                  </a:lnTo>
                  <a:lnTo>
                    <a:pt x="77775" y="252006"/>
                  </a:lnTo>
                  <a:lnTo>
                    <a:pt x="76419" y="219544"/>
                  </a:lnTo>
                  <a:lnTo>
                    <a:pt x="65023" y="211930"/>
                  </a:lnTo>
                  <a:lnTo>
                    <a:pt x="54719" y="202893"/>
                  </a:lnTo>
                  <a:lnTo>
                    <a:pt x="45683" y="192589"/>
                  </a:lnTo>
                  <a:lnTo>
                    <a:pt x="13322" y="195481"/>
                  </a:lnTo>
                  <a:lnTo>
                    <a:pt x="5607" y="179837"/>
                  </a:lnTo>
                  <a:lnTo>
                    <a:pt x="27601" y="155924"/>
                  </a:lnTo>
                  <a:lnTo>
                    <a:pt x="24928" y="142482"/>
                  </a:lnTo>
                  <a:lnTo>
                    <a:pt x="24031" y="128806"/>
                  </a:lnTo>
                  <a:lnTo>
                    <a:pt x="24928" y="115130"/>
                  </a:lnTo>
                  <a:lnTo>
                    <a:pt x="0" y="94293"/>
                  </a:lnTo>
                  <a:lnTo>
                    <a:pt x="5607" y="77775"/>
                  </a:lnTo>
                  <a:lnTo>
                    <a:pt x="38068" y="76419"/>
                  </a:lnTo>
                  <a:lnTo>
                    <a:pt x="45683" y="65023"/>
                  </a:lnTo>
                  <a:lnTo>
                    <a:pt x="54719" y="54719"/>
                  </a:lnTo>
                  <a:lnTo>
                    <a:pt x="65023" y="45683"/>
                  </a:lnTo>
                  <a:lnTo>
                    <a:pt x="62131" y="13322"/>
                  </a:lnTo>
                  <a:lnTo>
                    <a:pt x="77775" y="5607"/>
                  </a:lnTo>
                  <a:lnTo>
                    <a:pt x="101688" y="27601"/>
                  </a:lnTo>
                  <a:lnTo>
                    <a:pt x="115130" y="24928"/>
                  </a:lnTo>
                  <a:lnTo>
                    <a:pt x="128806" y="24031"/>
                  </a:lnTo>
                  <a:lnTo>
                    <a:pt x="142482" y="24928"/>
                  </a:lnTo>
                  <a:lnTo>
                    <a:pt x="163320" y="0"/>
                  </a:lnTo>
                  <a:lnTo>
                    <a:pt x="179837" y="5607"/>
                  </a:lnTo>
                  <a:lnTo>
                    <a:pt x="181194" y="38068"/>
                  </a:lnTo>
                  <a:lnTo>
                    <a:pt x="192589" y="45683"/>
                  </a:lnTo>
                  <a:lnTo>
                    <a:pt x="202893" y="54719"/>
                  </a:lnTo>
                  <a:lnTo>
                    <a:pt x="211930" y="65023"/>
                  </a:lnTo>
                  <a:lnTo>
                    <a:pt x="244291" y="62131"/>
                  </a:lnTo>
                  <a:lnTo>
                    <a:pt x="252006" y="77775"/>
                  </a:lnTo>
                  <a:lnTo>
                    <a:pt x="230011" y="101688"/>
                  </a:lnTo>
                  <a:lnTo>
                    <a:pt x="232685" y="115130"/>
                  </a:lnTo>
                  <a:close/>
                </a:path>
              </a:pathLst>
            </a:custGeom>
            <a:solidFill xmlns:a="http://schemas.openxmlformats.org/drawingml/2006/main">
              <a:srgbClr val="6D7F8D"/>
            </a:solidFill>
            <a:ln xmlns:a="http://schemas.openxmlformats.org/drawingml/2006/main" w="4763">
              <a:solidFill>
                <a:srgbClr val="6D7F8D"/>
              </a:solidFill>
            </a:ln>
          </p:spPr>
        </p:sp>
        <p:sp>
          <p:nvSpPr>
            <p:cNvPr id="146" name="146 ellipse">
              <a:extLst xmlns:a="http://schemas.openxmlformats.org/drawingml/2006/main">
                <a:ext uri="{FF2B5EF4-FFF2-40B4-BE49-F238E27FC236}">
                  <a16:creationId xmlns:a16="http://schemas.microsoft.com/office/drawing/2014/main" id="{BD0A01A0-4FB1-473B-8269-1CCF24DCD7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00300" y="5353050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5F7F8"/>
            </a:solidFill>
            <a:ln xmlns:a="http://schemas.openxmlformats.org/drawingml/2006/main" w="0">
              <a:noFill/>
            </a:ln>
          </p:spPr>
        </p:sp>
        <p:sp>
          <p:nvSpPr>
            <p:cNvPr id="147" name="147 Orchestrator">
              <a:extLst xmlns:a="http://schemas.openxmlformats.org/drawingml/2006/main">
                <a:ext uri="{FF2B5EF4-FFF2-40B4-BE49-F238E27FC236}">
                  <a16:creationId xmlns:a16="http://schemas.microsoft.com/office/drawing/2014/main" id="{D33971F8-1CFC-42E1-A9C9-8D525AD1ED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76525" y="5257800"/>
              <a:ext cx="1943100" cy="28346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1">
                  <a:solidFill>
                    <a:srgbClr val="4A607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>
                  <a:solidFill>
                    <a:srgbClr val="4A6070"/>
                  </a:solidFill>
                  <a:latin typeface="Times New Roman"/>
                  <a:ea typeface="Times New Roman"/>
                  <a:cs typeface="Times New Roman"/>
                </a:rPr>
                <a:t>Orchestrator</a:t>
              </a:r>
            </a:p>
          </p:txBody>
        </p:sp>
        <p:sp>
          <p:nvSpPr>
            <p:cNvPr id="148" name="148 path">
              <a:extLst xmlns:a="http://schemas.openxmlformats.org/drawingml/2006/main">
                <a:ext uri="{FF2B5EF4-FFF2-40B4-BE49-F238E27FC236}">
                  <a16:creationId xmlns:a16="http://schemas.microsoft.com/office/drawing/2014/main" id="{D2683AA1-C9CF-477B-94D9-66E5F77411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29150" y="5257800"/>
              <a:ext cx="95" cy="295275"/>
            </a:xfrm>
            <a:custGeom xmlns:a="http://schemas.openxmlformats.org/drawingml/2006/main">
              <a:pathLst>
                <a:path w="9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D1DBE1"/>
              </a:solidFill>
            </a:ln>
          </p:spPr>
        </p:sp>
        <p:sp>
          <p:nvSpPr>
            <p:cNvPr id="149" name="149 Schedule">
              <a:extLst xmlns:a="http://schemas.openxmlformats.org/drawingml/2006/main">
                <a:ext uri="{FF2B5EF4-FFF2-40B4-BE49-F238E27FC236}">
                  <a16:creationId xmlns:a16="http://schemas.microsoft.com/office/drawing/2014/main" id="{5A3F61CD-C93B-4434-9E04-F1AAB94339E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38700" y="5276850"/>
              <a:ext cx="16859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536A7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536A79"/>
                  </a:solidFill>
                  <a:latin typeface="Times New Roman"/>
                  <a:ea typeface="Times New Roman"/>
                  <a:cs typeface="Times New Roman"/>
                </a:rPr>
                <a:t>Schedule</a:t>
              </a:r>
            </a:p>
          </p:txBody>
        </p:sp>
        <p:sp>
          <p:nvSpPr>
            <p:cNvPr id="150" name="150 Execute &amp; measure">
              <a:extLst xmlns:a="http://schemas.openxmlformats.org/drawingml/2006/main">
                <a:ext uri="{FF2B5EF4-FFF2-40B4-BE49-F238E27FC236}">
                  <a16:creationId xmlns:a16="http://schemas.microsoft.com/office/drawing/2014/main" id="{6BD85C81-4F53-47A1-A864-E51B56BD62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24700" y="5276850"/>
              <a:ext cx="2628900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1">
                  <a:solidFill>
                    <a:srgbClr val="435E6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>
                  <a:solidFill>
                    <a:srgbClr val="435E6B"/>
                  </a:solidFill>
                  <a:latin typeface="Times New Roman"/>
                  <a:ea typeface="Times New Roman"/>
                  <a:cs typeface="Times New Roman"/>
                </a:rPr>
                <a:t>Execute &amp; measure</a:t>
              </a:r>
            </a:p>
          </p:txBody>
        </p:sp>
        <p:sp>
          <p:nvSpPr>
            <p:cNvPr id="151" name="151 Return results">
              <a:extLst xmlns:a="http://schemas.openxmlformats.org/drawingml/2006/main">
                <a:ext uri="{FF2B5EF4-FFF2-40B4-BE49-F238E27FC236}">
                  <a16:creationId xmlns:a16="http://schemas.microsoft.com/office/drawing/2014/main" id="{768B3CD2-DC1A-45F0-A1E4-53175B218C4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72750" y="5276850"/>
              <a:ext cx="2362200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575" b="0">
                  <a:solidFill>
                    <a:srgbClr val="536A7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536A79"/>
                  </a:solidFill>
                  <a:latin typeface="Times New Roman"/>
                  <a:ea typeface="Times New Roman"/>
                  <a:cs typeface="Times New Roman"/>
                </a:rPr>
                <a:t>Return results</a:t>
              </a:r>
            </a:p>
          </p:txBody>
        </p:sp>
        <p:sp>
          <p:nvSpPr>
            <p:cNvPr id="152" name="152 path">
              <a:extLst xmlns:a="http://schemas.openxmlformats.org/drawingml/2006/main">
                <a:ext uri="{FF2B5EF4-FFF2-40B4-BE49-F238E27FC236}">
                  <a16:creationId xmlns:a16="http://schemas.microsoft.com/office/drawing/2014/main" id="{BF94B836-C81B-4BBD-9D9D-8EB60CAD61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62725" y="5410200"/>
              <a:ext cx="419100" cy="95"/>
            </a:xfrm>
            <a:custGeom xmlns:a="http://schemas.openxmlformats.org/drawingml/2006/main">
              <a:pathLst>
                <a:path w="419100" h="9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8E9DA7"/>
              </a:solidFill>
            </a:ln>
          </p:spPr>
        </p:sp>
        <p:sp>
          <p:nvSpPr>
            <p:cNvPr id="153" name="153 arrow head">
              <a:extLst xmlns:a="http://schemas.openxmlformats.org/drawingml/2006/main">
                <a:ext uri="{FF2B5EF4-FFF2-40B4-BE49-F238E27FC236}">
                  <a16:creationId xmlns:a16="http://schemas.microsoft.com/office/drawing/2014/main" id="{DE35809C-F9BF-4B60-A873-F3200CB72C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05625" y="5373624"/>
              <a:ext cx="76200" cy="73152"/>
            </a:xfrm>
            <a:custGeom xmlns:a="http://schemas.openxmlformats.org/drawingml/2006/main">
              <a:pathLst>
                <a:path w="76200" h="73152">
                  <a:moveTo>
                    <a:pt x="76200" y="36576"/>
                  </a:move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solidFill xmlns:a="http://schemas.openxmlformats.org/drawingml/2006/main">
              <a:srgbClr val="8E9DA7"/>
            </a:solidFill>
            <a:ln xmlns:a="http://schemas.openxmlformats.org/drawingml/2006/main" w="4763">
              <a:solidFill>
                <a:srgbClr val="8E9DA7"/>
              </a:solidFill>
            </a:ln>
          </p:spPr>
        </p:sp>
        <p:sp>
          <p:nvSpPr>
            <p:cNvPr id="154" name="154 path">
              <a:extLst xmlns:a="http://schemas.openxmlformats.org/drawingml/2006/main">
                <a:ext uri="{FF2B5EF4-FFF2-40B4-BE49-F238E27FC236}">
                  <a16:creationId xmlns:a16="http://schemas.microsoft.com/office/drawing/2014/main" id="{0CD3E9B3-897C-4567-9EDD-169EBCAF80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48850" y="5410200"/>
              <a:ext cx="485775" cy="95"/>
            </a:xfrm>
            <a:custGeom xmlns:a="http://schemas.openxmlformats.org/drawingml/2006/main">
              <a:pathLst>
                <a:path w="485775" h="9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8E9DA7"/>
              </a:solidFill>
            </a:ln>
          </p:spPr>
        </p:sp>
        <p:sp>
          <p:nvSpPr>
            <p:cNvPr id="155" name="155 arrow head">
              <a:extLst xmlns:a="http://schemas.openxmlformats.org/drawingml/2006/main">
                <a:ext uri="{FF2B5EF4-FFF2-40B4-BE49-F238E27FC236}">
                  <a16:creationId xmlns:a16="http://schemas.microsoft.com/office/drawing/2014/main" id="{D7B6E93A-58AE-4918-955C-FE8D82C5FA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58425" y="5373624"/>
              <a:ext cx="76200" cy="73152"/>
            </a:xfrm>
            <a:custGeom xmlns:a="http://schemas.openxmlformats.org/drawingml/2006/main">
              <a:pathLst>
                <a:path w="76200" h="73152">
                  <a:moveTo>
                    <a:pt x="76200" y="36576"/>
                  </a:move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solidFill xmlns:a="http://schemas.openxmlformats.org/drawingml/2006/main">
              <a:srgbClr val="8E9DA7"/>
            </a:solidFill>
            <a:ln xmlns:a="http://schemas.openxmlformats.org/drawingml/2006/main" w="4763">
              <a:solidFill>
                <a:srgbClr val="8E9DA7"/>
              </a:solidFill>
            </a:ln>
          </p:spPr>
        </p:sp>
      </p:grpSp>
      <p:grpSp>
        <p:nvGrpSpPr>
          <p:cNvPr id="326" name="Execution and repair connections"/>
          <p:cNvGrpSpPr/>
          <p:nvPr/>
        </p:nvGrpSpPr>
        <p:grpSpPr>
          <ns18:xfrm xmlns:ns18="http://schemas.openxmlformats.org/drawingml/2006/main">
            <ns18:off x="2266950" y="2430780"/>
            <ns18:ext cx="13287375" cy="2979420"/>
            <ns18:chOff x="2266950" y="2430780"/>
            <ns18:chExt cx="13287375" cy="2979420"/>
          </ns18:xfrm>
        </p:grpSpPr>
        <p:sp>
          <p:nvSpPr>
            <p:cNvPr id="156" name="156 path">
              <a:extLst xmlns:a="http://schemas.openxmlformats.org/drawingml/2006/main">
                <a:ext uri="{FF2B5EF4-FFF2-40B4-BE49-F238E27FC236}">
                  <a16:creationId xmlns:a16="http://schemas.microsoft.com/office/drawing/2014/main" id="{7CA4A2DB-AF91-45F6-98BC-5936C45383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66950" y="2476500"/>
              <a:ext cx="133350" cy="95"/>
            </a:xfrm>
            <a:custGeom xmlns:a="http://schemas.openxmlformats.org/drawingml/2006/main"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7F8F9B"/>
              </a:solidFill>
            </a:ln>
          </p:spPr>
        </p:sp>
        <p:sp>
          <p:nvSpPr>
            <p:cNvPr id="157" name="157 arrow head">
              <a:extLst xmlns:a="http://schemas.openxmlformats.org/drawingml/2006/main">
                <a:ext uri="{FF2B5EF4-FFF2-40B4-BE49-F238E27FC236}">
                  <a16:creationId xmlns:a16="http://schemas.microsoft.com/office/drawing/2014/main" id="{0BE9924F-8AB4-4C59-9A4F-60F8D88D05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24100" y="2439924"/>
              <a:ext cx="76200" cy="73152"/>
            </a:xfrm>
            <a:custGeom xmlns:a="http://schemas.openxmlformats.org/drawingml/2006/main">
              <a:pathLst>
                <a:path w="76200" h="73152">
                  <a:moveTo>
                    <a:pt x="76200" y="36576"/>
                  </a:move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solidFill xmlns:a="http://schemas.openxmlformats.org/drawingml/2006/main">
              <a:srgbClr val="7F8F9B"/>
            </a:solidFill>
            <a:ln xmlns:a="http://schemas.openxmlformats.org/drawingml/2006/main" w="4763">
              <a:solidFill>
                <a:srgbClr val="7F8F9B"/>
              </a:solidFill>
            </a:ln>
          </p:spPr>
        </p:sp>
        <p:sp>
          <p:nvSpPr>
            <p:cNvPr id="158" name="158 path">
              <a:extLst xmlns:a="http://schemas.openxmlformats.org/drawingml/2006/main">
                <a:ext uri="{FF2B5EF4-FFF2-40B4-BE49-F238E27FC236}">
                  <a16:creationId xmlns:a16="http://schemas.microsoft.com/office/drawing/2014/main" id="{7234F334-9089-48C8-A799-7CA809AE3B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52900" y="2476500"/>
              <a:ext cx="133350" cy="95"/>
            </a:xfrm>
            <a:custGeom xmlns:a="http://schemas.openxmlformats.org/drawingml/2006/main"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2860">
              <a:solidFill>
                <a:srgbClr val="355773"/>
              </a:solidFill>
            </a:ln>
          </p:spPr>
        </p:sp>
        <p:sp>
          <p:nvSpPr>
            <p:cNvPr id="159" name="159 arrow head">
              <a:extLst xmlns:a="http://schemas.openxmlformats.org/drawingml/2006/main">
                <a:ext uri="{FF2B5EF4-FFF2-40B4-BE49-F238E27FC236}">
                  <a16:creationId xmlns:a16="http://schemas.microsoft.com/office/drawing/2014/main" id="{84EBA5E4-9A79-4DE8-881B-45B1665B6B0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91000" y="2430780"/>
              <a:ext cx="95250" cy="91440"/>
            </a:xfrm>
            <a:custGeom xmlns:a="http://schemas.openxmlformats.org/drawingml/2006/main">
              <a:pathLst>
                <a:path w="95250" h="91440">
                  <a:moveTo>
                    <a:pt x="95250" y="45720"/>
                  </a:moveTo>
                  <a:lnTo>
                    <a:pt x="0" y="0"/>
                  </a:lnTo>
                  <a:lnTo>
                    <a:pt x="0" y="91440"/>
                  </a:lnTo>
                  <a:close/>
                </a:path>
              </a:pathLst>
            </a:custGeom>
            <a:solidFill xmlns:a="http://schemas.openxmlformats.org/drawingml/2006/main">
              <a:srgbClr val="355773"/>
            </a:solidFill>
            <a:ln xmlns:a="http://schemas.openxmlformats.org/drawingml/2006/main" w="4763">
              <a:solidFill>
                <a:srgbClr val="355773"/>
              </a:solidFill>
            </a:ln>
          </p:spPr>
        </p:sp>
        <p:sp>
          <p:nvSpPr>
            <p:cNvPr id="160" name="160 path">
              <a:extLst xmlns:a="http://schemas.openxmlformats.org/drawingml/2006/main">
                <a:ext uri="{FF2B5EF4-FFF2-40B4-BE49-F238E27FC236}">
                  <a16:creationId xmlns:a16="http://schemas.microsoft.com/office/drawing/2014/main" id="{61460AD0-3D2A-4A88-A123-34B2DD9EB9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20250" y="2476500"/>
              <a:ext cx="133350" cy="95"/>
            </a:xfrm>
            <a:custGeom xmlns:a="http://schemas.openxmlformats.org/drawingml/2006/main"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355773"/>
              </a:solidFill>
            </a:ln>
          </p:spPr>
        </p:sp>
        <p:sp>
          <p:nvSpPr>
            <p:cNvPr id="161" name="161 arrow head">
              <a:extLst xmlns:a="http://schemas.openxmlformats.org/drawingml/2006/main">
                <a:ext uri="{FF2B5EF4-FFF2-40B4-BE49-F238E27FC236}">
                  <a16:creationId xmlns:a16="http://schemas.microsoft.com/office/drawing/2014/main" id="{3BBA3642-03FE-4B9E-9537-4A7594301E6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58350" y="2430780"/>
              <a:ext cx="95250" cy="91440"/>
            </a:xfrm>
            <a:custGeom xmlns:a="http://schemas.openxmlformats.org/drawingml/2006/main">
              <a:pathLst>
                <a:path w="95250" h="91440">
                  <a:moveTo>
                    <a:pt x="95250" y="45720"/>
                  </a:moveTo>
                  <a:lnTo>
                    <a:pt x="0" y="0"/>
                  </a:lnTo>
                  <a:lnTo>
                    <a:pt x="0" y="91440"/>
                  </a:lnTo>
                  <a:close/>
                </a:path>
              </a:pathLst>
            </a:custGeom>
            <a:solidFill xmlns:a="http://schemas.openxmlformats.org/drawingml/2006/main">
              <a:srgbClr val="355773"/>
            </a:solidFill>
            <a:ln xmlns:a="http://schemas.openxmlformats.org/drawingml/2006/main" w="4763">
              <a:solidFill>
                <a:srgbClr val="355773"/>
              </a:solidFill>
            </a:ln>
          </p:spPr>
        </p:sp>
        <p:sp>
          <p:nvSpPr>
            <p:cNvPr id="162" name="162 path">
              <a:extLst xmlns:a="http://schemas.openxmlformats.org/drawingml/2006/main">
                <a:ext uri="{FF2B5EF4-FFF2-40B4-BE49-F238E27FC236}">
                  <a16:creationId xmlns:a16="http://schemas.microsoft.com/office/drawing/2014/main" id="{44F0E1DC-0EE7-4AFD-8D86-09FC3E9C1D4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39550" y="2476500"/>
              <a:ext cx="133350" cy="95"/>
            </a:xfrm>
            <a:custGeom xmlns:a="http://schemas.openxmlformats.org/drawingml/2006/main"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355773"/>
              </a:solidFill>
            </a:ln>
          </p:spPr>
        </p:sp>
        <p:sp>
          <p:nvSpPr>
            <p:cNvPr id="163" name="163 arrow head">
              <a:extLst xmlns:a="http://schemas.openxmlformats.org/drawingml/2006/main">
                <a:ext uri="{FF2B5EF4-FFF2-40B4-BE49-F238E27FC236}">
                  <a16:creationId xmlns:a16="http://schemas.microsoft.com/office/drawing/2014/main" id="{DC921D59-EED4-46B4-8ABF-4F489F42CC5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77650" y="2430780"/>
              <a:ext cx="95250" cy="91440"/>
            </a:xfrm>
            <a:custGeom xmlns:a="http://schemas.openxmlformats.org/drawingml/2006/main">
              <a:pathLst>
                <a:path w="95250" h="91440">
                  <a:moveTo>
                    <a:pt x="95250" y="45720"/>
                  </a:moveTo>
                  <a:lnTo>
                    <a:pt x="0" y="0"/>
                  </a:lnTo>
                  <a:lnTo>
                    <a:pt x="0" y="91440"/>
                  </a:lnTo>
                  <a:close/>
                </a:path>
              </a:pathLst>
            </a:custGeom>
            <a:solidFill xmlns:a="http://schemas.openxmlformats.org/drawingml/2006/main">
              <a:srgbClr val="355773"/>
            </a:solidFill>
            <a:ln xmlns:a="http://schemas.openxmlformats.org/drawingml/2006/main" w="4763">
              <a:solidFill>
                <a:srgbClr val="355773"/>
              </a:solidFill>
            </a:ln>
          </p:spPr>
        </p:sp>
        <p:sp>
          <p:nvSpPr>
            <p:cNvPr id="164" name="164 path">
              <a:extLst xmlns:a="http://schemas.openxmlformats.org/drawingml/2006/main">
                <a:ext uri="{FF2B5EF4-FFF2-40B4-BE49-F238E27FC236}">
                  <a16:creationId xmlns:a16="http://schemas.microsoft.com/office/drawing/2014/main" id="{BCC17434-DE02-40F5-B897-1513483467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525500" y="2476500"/>
              <a:ext cx="133350" cy="95"/>
            </a:xfrm>
            <a:custGeom xmlns:a="http://schemas.openxmlformats.org/drawingml/2006/main"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7145">
              <a:solidFill>
                <a:srgbClr val="7F8F9B"/>
              </a:solidFill>
            </a:ln>
          </p:spPr>
        </p:sp>
        <p:sp>
          <p:nvSpPr>
            <p:cNvPr id="165" name="165 arrow head">
              <a:extLst xmlns:a="http://schemas.openxmlformats.org/drawingml/2006/main">
                <a:ext uri="{FF2B5EF4-FFF2-40B4-BE49-F238E27FC236}">
                  <a16:creationId xmlns:a16="http://schemas.microsoft.com/office/drawing/2014/main" id="{1EEB2E59-B017-4A5E-B37A-A63D276D6D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582650" y="2439924"/>
              <a:ext cx="76200" cy="73152"/>
            </a:xfrm>
            <a:custGeom xmlns:a="http://schemas.openxmlformats.org/drawingml/2006/main">
              <a:pathLst>
                <a:path w="76200" h="73152">
                  <a:moveTo>
                    <a:pt x="76200" y="36576"/>
                  </a:move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solidFill xmlns:a="http://schemas.openxmlformats.org/drawingml/2006/main">
              <a:srgbClr val="7F8F9B"/>
            </a:solidFill>
            <a:ln xmlns:a="http://schemas.openxmlformats.org/drawingml/2006/main" w="4763">
              <a:solidFill>
                <a:srgbClr val="7F8F9B"/>
              </a:solidFill>
            </a:ln>
          </p:spPr>
        </p:sp>
        <p:sp>
          <p:nvSpPr>
            <p:cNvPr id="166" name="166 path">
              <a:extLst xmlns:a="http://schemas.openxmlformats.org/drawingml/2006/main">
                <a:ext uri="{FF2B5EF4-FFF2-40B4-BE49-F238E27FC236}">
                  <a16:creationId xmlns:a16="http://schemas.microsoft.com/office/drawing/2014/main" id="{2A937008-5457-4C18-A7CC-DD6D325183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76600" y="4429125"/>
              <a:ext cx="95" cy="704850"/>
            </a:xfrm>
            <a:custGeom xmlns:a="http://schemas.openxmlformats.org/drawingml/2006/main">
              <a:pathLst>
                <a:path w="9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7D919B"/>
              </a:solidFill>
            </a:ln>
          </p:spPr>
        </p:sp>
        <p:sp>
          <p:nvSpPr>
            <p:cNvPr id="167" name="167 arrow head">
              <a:extLst xmlns:a="http://schemas.openxmlformats.org/drawingml/2006/main">
                <a:ext uri="{FF2B5EF4-FFF2-40B4-BE49-F238E27FC236}">
                  <a16:creationId xmlns:a16="http://schemas.microsoft.com/office/drawing/2014/main" id="{AA65A41D-A722-47B3-BE8F-A5364967A2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5452" y="5048250"/>
              <a:ext cx="82296" cy="85725"/>
            </a:xfrm>
            <a:custGeom xmlns:a="http://schemas.openxmlformats.org/drawingml/2006/main">
              <a:pathLst>
                <a:path w="82296" h="85725">
                  <a:moveTo>
                    <a:pt x="41148" y="85725"/>
                  </a:moveTo>
                  <a:lnTo>
                    <a:pt x="82296" y="0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D919B"/>
            </a:solidFill>
            <a:ln xmlns:a="http://schemas.openxmlformats.org/drawingml/2006/main" w="4763">
              <a:solidFill>
                <a:srgbClr val="7D919B"/>
              </a:solidFill>
            </a:ln>
          </p:spPr>
        </p:sp>
        <p:sp>
          <p:nvSpPr>
            <p:cNvPr id="168" name="168 Initial code">
              <a:extLst xmlns:a="http://schemas.openxmlformats.org/drawingml/2006/main">
                <a:ext uri="{FF2B5EF4-FFF2-40B4-BE49-F238E27FC236}">
                  <a16:creationId xmlns:a16="http://schemas.microsoft.com/office/drawing/2014/main" id="{D70CAF41-3627-4F09-B41B-D24573E8F3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71850" y="4581525"/>
              <a:ext cx="104775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697F8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697F8D"/>
                  </a:solidFill>
                  <a:latin typeface="Times New Roman"/>
                  <a:ea typeface="Times New Roman"/>
                  <a:cs typeface="Times New Roman"/>
                </a:rPr>
                <a:t>Initial code</a:t>
              </a:r>
            </a:p>
          </p:txBody>
        </p:sp>
        <p:sp>
          <p:nvSpPr>
            <p:cNvPr id="169" name="169 path">
              <a:extLst xmlns:a="http://schemas.openxmlformats.org/drawingml/2006/main">
                <a:ext uri="{FF2B5EF4-FFF2-40B4-BE49-F238E27FC236}">
                  <a16:creationId xmlns:a16="http://schemas.microsoft.com/office/drawing/2014/main" id="{49FD21F3-275C-4DFC-B96C-889B694F13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53250" y="4429125"/>
              <a:ext cx="95" cy="704850"/>
            </a:xfrm>
            <a:custGeom xmlns:a="http://schemas.openxmlformats.org/drawingml/2006/main">
              <a:pathLst>
                <a:path w="9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0955">
              <a:solidFill>
                <a:srgbClr val="36776F"/>
              </a:solidFill>
            </a:ln>
          </p:spPr>
        </p:sp>
        <p:sp>
          <p:nvSpPr>
            <p:cNvPr id="170" name="170 arrow head">
              <a:extLst xmlns:a="http://schemas.openxmlformats.org/drawingml/2006/main">
                <a:ext uri="{FF2B5EF4-FFF2-40B4-BE49-F238E27FC236}">
                  <a16:creationId xmlns:a16="http://schemas.microsoft.com/office/drawing/2014/main" id="{CA7D8121-1A44-490A-B006-93AB9627A8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07530" y="5038725"/>
              <a:ext cx="91440" cy="95250"/>
            </a:xfrm>
            <a:custGeom xmlns:a="http://schemas.openxmlformats.org/drawingml/2006/main">
              <a:pathLst>
                <a:path w="91440" h="95250">
                  <a:moveTo>
                    <a:pt x="45720" y="95250"/>
                  </a:moveTo>
                  <a:lnTo>
                    <a:pt x="91440" y="0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36776F"/>
            </a:solidFill>
            <a:ln xmlns:a="http://schemas.openxmlformats.org/drawingml/2006/main" w="4763">
              <a:solidFill>
                <a:srgbClr val="36776F"/>
              </a:solidFill>
            </a:ln>
          </p:spPr>
        </p:sp>
        <p:sp>
          <p:nvSpPr>
            <p:cNvPr id="171" name="171 arrow head">
              <a:extLst xmlns:a="http://schemas.openxmlformats.org/drawingml/2006/main">
                <a:ext uri="{FF2B5EF4-FFF2-40B4-BE49-F238E27FC236}">
                  <a16:creationId xmlns:a16="http://schemas.microsoft.com/office/drawing/2014/main" id="{4C42DC82-6382-4460-9165-C644FB683B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07530" y="4429125"/>
              <a:ext cx="91440" cy="95250"/>
            </a:xfrm>
            <a:custGeom xmlns:a="http://schemas.openxmlformats.org/drawingml/2006/main">
              <a:pathLst>
                <a:path w="91440" h="95250">
                  <a:moveTo>
                    <a:pt x="45720" y="0"/>
                  </a:moveTo>
                  <a:lnTo>
                    <a:pt x="0" y="95250"/>
                  </a:lnTo>
                  <a:lnTo>
                    <a:pt x="91440" y="95250"/>
                  </a:lnTo>
                  <a:close/>
                </a:path>
              </a:pathLst>
            </a:custGeom>
            <a:solidFill xmlns:a="http://schemas.openxmlformats.org/drawingml/2006/main">
              <a:srgbClr val="36776F"/>
            </a:solidFill>
            <a:ln xmlns:a="http://schemas.openxmlformats.org/drawingml/2006/main" w="4763">
              <a:solidFill>
                <a:srgbClr val="36776F"/>
              </a:solidFill>
            </a:ln>
          </p:spPr>
        </p:sp>
        <p:sp>
          <p:nvSpPr>
            <p:cNvPr id="172" name="172 Checks &amp; tests">
              <a:extLst xmlns:a="http://schemas.openxmlformats.org/drawingml/2006/main">
                <a:ext uri="{FF2B5EF4-FFF2-40B4-BE49-F238E27FC236}">
                  <a16:creationId xmlns:a16="http://schemas.microsoft.com/office/drawing/2014/main" id="{1F984464-0E80-417E-85EC-5576A6BFAD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53000" y="4695825"/>
              <a:ext cx="180975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350" b="0">
                  <a:solidFill>
                    <a:srgbClr val="3E706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3E706A"/>
                  </a:solidFill>
                  <a:latin typeface="Times New Roman"/>
                  <a:ea typeface="Times New Roman"/>
                  <a:cs typeface="Times New Roman"/>
                </a:rPr>
                <a:t>Checks &amp; tests</a:t>
              </a:r>
            </a:p>
          </p:txBody>
        </p:sp>
        <p:sp>
          <p:nvSpPr>
            <p:cNvPr id="173" name="173 Execution information">
              <a:extLst xmlns:a="http://schemas.openxmlformats.org/drawingml/2006/main">
                <a:ext uri="{FF2B5EF4-FFF2-40B4-BE49-F238E27FC236}">
                  <a16:creationId xmlns:a16="http://schemas.microsoft.com/office/drawing/2014/main" id="{25ABD1AE-CD98-4B17-A7C3-8672E244E26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62800" y="4600575"/>
              <a:ext cx="23241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3E706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3E706A"/>
                  </a:solidFill>
                  <a:latin typeface="Times New Roman"/>
                  <a:ea typeface="Times New Roman"/>
                  <a:cs typeface="Times New Roman"/>
                </a:rPr>
                <a:t>Execution information</a:t>
              </a:r>
            </a:p>
          </p:txBody>
        </p:sp>
        <p:sp>
          <p:nvSpPr>
            <p:cNvPr id="174" name="174 (errors &amp; measurements)">
              <a:extLst xmlns:a="http://schemas.openxmlformats.org/drawingml/2006/main">
                <a:ext uri="{FF2B5EF4-FFF2-40B4-BE49-F238E27FC236}">
                  <a16:creationId xmlns:a16="http://schemas.microsoft.com/office/drawing/2014/main" id="{CA7C701E-4CBB-4D1B-A6EF-13A6644374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62800" y="4819650"/>
              <a:ext cx="24384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3E706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3E706A"/>
                  </a:solidFill>
                  <a:latin typeface="Times New Roman"/>
                  <a:ea typeface="Times New Roman"/>
                  <a:cs typeface="Times New Roman"/>
                </a:rPr>
                <a:t>(errors &amp; measurements)</a:t>
              </a:r>
            </a:p>
          </p:txBody>
        </p:sp>
        <p:sp>
          <p:nvSpPr>
            <p:cNvPr id="175" name="175 path">
              <a:extLst xmlns:a="http://schemas.openxmlformats.org/drawingml/2006/main">
                <a:ext uri="{FF2B5EF4-FFF2-40B4-BE49-F238E27FC236}">
                  <a16:creationId xmlns:a16="http://schemas.microsoft.com/office/drawing/2014/main" id="{F9B7EBC7-FA9C-4712-A6A8-FECEBC0F158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49200" y="4429125"/>
              <a:ext cx="95" cy="704850"/>
            </a:xfrm>
            <a:custGeom xmlns:a="http://schemas.openxmlformats.org/drawingml/2006/main">
              <a:pathLst>
                <a:path w="9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7D919B"/>
              </a:solidFill>
            </a:ln>
          </p:spPr>
        </p:sp>
        <p:sp>
          <p:nvSpPr>
            <p:cNvPr id="176" name="176 arrow head">
              <a:extLst xmlns:a="http://schemas.openxmlformats.org/drawingml/2006/main">
                <a:ext uri="{FF2B5EF4-FFF2-40B4-BE49-F238E27FC236}">
                  <a16:creationId xmlns:a16="http://schemas.microsoft.com/office/drawing/2014/main" id="{E166B6CB-9F25-4C47-9C26-87433BDFE1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08052" y="5048250"/>
              <a:ext cx="82296" cy="85725"/>
            </a:xfrm>
            <a:custGeom xmlns:a="http://schemas.openxmlformats.org/drawingml/2006/main">
              <a:pathLst>
                <a:path w="82296" h="85725">
                  <a:moveTo>
                    <a:pt x="41148" y="85725"/>
                  </a:moveTo>
                  <a:lnTo>
                    <a:pt x="82296" y="0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D919B"/>
            </a:solidFill>
            <a:ln xmlns:a="http://schemas.openxmlformats.org/drawingml/2006/main" w="4763">
              <a:solidFill>
                <a:srgbClr val="7D919B"/>
              </a:solidFill>
            </a:ln>
          </p:spPr>
        </p:sp>
        <p:sp>
          <p:nvSpPr>
            <p:cNvPr id="177" name="177 Revised code">
              <a:extLst xmlns:a="http://schemas.openxmlformats.org/drawingml/2006/main">
                <a:ext uri="{FF2B5EF4-FFF2-40B4-BE49-F238E27FC236}">
                  <a16:creationId xmlns:a16="http://schemas.microsoft.com/office/drawing/2014/main" id="{63F8AB59-A6A1-4895-9903-29ECADA2DD2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572875" y="4581525"/>
              <a:ext cx="101917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defRPr sz="1350" b="0">
                  <a:solidFill>
                    <a:srgbClr val="697F8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697F8D"/>
                  </a:solidFill>
                  <a:latin typeface="Times New Roman"/>
                  <a:ea typeface="Times New Roman"/>
                  <a:cs typeface="Times New Roman"/>
                </a:rPr>
                <a:t>Revised code</a:t>
              </a:r>
            </a:p>
          </p:txBody>
        </p:sp>
        <p:sp>
          <p:nvSpPr>
            <p:cNvPr id="178" name="178 path">
              <a:extLst xmlns:a="http://schemas.openxmlformats.org/drawingml/2006/main">
                <a:ext uri="{FF2B5EF4-FFF2-40B4-BE49-F238E27FC236}">
                  <a16:creationId xmlns:a16="http://schemas.microsoft.com/office/drawing/2014/main" id="{091B36A3-5A73-4888-B3CB-E16DD2AF55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58875" y="4429125"/>
              <a:ext cx="1057275" cy="981075"/>
            </a:xfrm>
            <a:custGeom xmlns:a="http://schemas.openxmlformats.org/drawingml/2006/main">
              <a:pathLst>
                <a:path w="1057275" h="981075">
                  <a:moveTo>
                    <a:pt x="0" y="981075"/>
                  </a:moveTo>
                  <a:lnTo>
                    <a:pt x="1057275" y="981075"/>
                  </a:lnTo>
                  <a:lnTo>
                    <a:pt x="10572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7D919B"/>
              </a:solidFill>
            </a:ln>
          </p:spPr>
        </p:sp>
        <p:sp>
          <p:nvSpPr>
            <p:cNvPr id="179" name="179 arrow head">
              <a:extLst xmlns:a="http://schemas.openxmlformats.org/drawingml/2006/main">
                <a:ext uri="{FF2B5EF4-FFF2-40B4-BE49-F238E27FC236}">
                  <a16:creationId xmlns:a16="http://schemas.microsoft.com/office/drawing/2014/main" id="{7A57B838-6691-4556-82C0-CDA50D932D9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75002" y="4429125"/>
              <a:ext cx="82296" cy="85725"/>
            </a:xfrm>
            <a:custGeom xmlns:a="http://schemas.openxmlformats.org/drawingml/2006/main">
              <a:pathLst>
                <a:path w="82296" h="85725">
                  <a:moveTo>
                    <a:pt x="41148" y="0"/>
                  </a:moveTo>
                  <a:lnTo>
                    <a:pt x="0" y="85725"/>
                  </a:lnTo>
                  <a:lnTo>
                    <a:pt x="82296" y="85725"/>
                  </a:lnTo>
                  <a:close/>
                </a:path>
              </a:pathLst>
            </a:custGeom>
            <a:solidFill xmlns:a="http://schemas.openxmlformats.org/drawingml/2006/main">
              <a:srgbClr val="7D919B"/>
            </a:solidFill>
            <a:ln xmlns:a="http://schemas.openxmlformats.org/drawingml/2006/main" w="4763">
              <a:solidFill>
                <a:srgbClr val="7D919B"/>
              </a:solidFill>
            </a:ln>
          </p:spPr>
        </p:sp>
        <p:sp>
          <p:nvSpPr>
            <p:cNvPr id="180" name="180 Accepted">
              <a:extLst xmlns:a="http://schemas.openxmlformats.org/drawingml/2006/main">
                <a:ext uri="{FF2B5EF4-FFF2-40B4-BE49-F238E27FC236}">
                  <a16:creationId xmlns:a16="http://schemas.microsoft.com/office/drawing/2014/main" id="{DEA5A106-F049-4CC4-AA3B-566750C013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87500" y="4543425"/>
              <a:ext cx="126682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697F8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697F8D"/>
                  </a:solidFill>
                  <a:latin typeface="Times New Roman"/>
                  <a:ea typeface="Times New Roman"/>
                  <a:cs typeface="Times New Roman"/>
                </a:rPr>
                <a:t>Accepted</a:t>
              </a:r>
            </a:p>
          </p:txBody>
        </p:sp>
      </p:grpSp>
      <p:grpSp>
        <p:nvGrpSpPr>
          <p:cNvPr id="327" name="Repository Context Management"/>
          <p:cNvGrpSpPr/>
          <p:nvPr/>
        </p:nvGrpSpPr>
        <p:grpSpPr>
          <ns20:xfrm xmlns:ns20="http://schemas.openxmlformats.org/drawingml/2006/main">
            <ns20:off x="314325" y="6019800"/>
            <ns20:ext cx="15325725" cy="2486025"/>
            <ns20:chOff x="314325" y="6019800"/>
            <ns20:chExt cx="15325725" cy="2486025"/>
          </ns20:xfrm>
        </p:grpSpPr>
        <p:sp>
          <p:nvSpPr>
            <p:cNvPr id="181" name="181 rect">
              <a:extLst xmlns:a="http://schemas.openxmlformats.org/drawingml/2006/main">
                <a:ext uri="{FF2B5EF4-FFF2-40B4-BE49-F238E27FC236}">
                  <a16:creationId xmlns:a16="http://schemas.microsoft.com/office/drawing/2014/main" id="{4E5C6B1A-8B25-4B3D-9CB1-A9EB6EEE5D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4325" y="6019800"/>
              <a:ext cx="15325725" cy="2486025"/>
            </a:xfrm>
            <a:prstGeom xmlns:a="http://schemas.openxmlformats.org/drawingml/2006/main" prst="roundRect">
              <a:avLst>
                <a:gd name="adj" fmla="val 3065"/>
              </a:avLst>
            </a:prstGeom>
            <a:solidFill xmlns:a="http://schemas.openxmlformats.org/drawingml/2006/main">
              <a:srgbClr val="EDF4F3"/>
            </a:solidFill>
            <a:ln xmlns:a="http://schemas.openxmlformats.org/drawingml/2006/main" w="15240">
              <a:solidFill>
                <a:srgbClr val="4D817A"/>
              </a:solidFill>
            </a:ln>
          </p:spPr>
        </p:sp>
        <p:grpSp>
          <p:nvGrpSpPr>
            <p:cNvPr id="328" name="database-181"/>
            <p:cNvGrpSpPr/>
            <p:nvPr/>
          </p:nvGrpSpPr>
          <p:grpSpPr>
            <ns19:xfrm xmlns:ns19="http://schemas.openxmlformats.org/drawingml/2006/main">
              <ns19:off x="561975" y="6181725"/>
              <ns19:ext cx="276320" cy="295275"/>
              <ns19:chOff x="561975" y="6181725"/>
              <ns19:chExt cx="276320" cy="295275"/>
            </ns19:xfrm>
          </p:grpSpPr>
          <p:sp>
            <p:nvSpPr>
              <p:cNvPr id="182" name="182 rect">
                <a:extLst xmlns:a="http://schemas.openxmlformats.org/drawingml/2006/main">
                  <a:ext uri="{FF2B5EF4-FFF2-40B4-BE49-F238E27FC236}">
                    <a16:creationId xmlns:a16="http://schemas.microsoft.com/office/drawing/2014/main" id="{7552FEB5-21D0-4B3B-895F-7EA54E9E39A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61975" y="6228969"/>
                <a:ext cx="276225" cy="206693"/>
              </a:xfrm>
              <a:prstGeom xmlns:a="http://schemas.openxmlformats.org/drawingml/2006/main" prst="rect">
                <a:avLst/>
              </a:prstGeom>
              <a:gradFill xmlns:a="http://schemas.openxmlformats.org/drawingml/2006/main">
                <a:gsLst>
                  <a:gs pos="0">
                    <a:srgbClr val="ABC8C2"/>
                  </a:gs>
                  <a:gs pos="100000">
                    <a:srgbClr val="5C8B83"/>
                  </a:gs>
                </a:gsLst>
                <a:lin ang="5400000"/>
              </a:gradFill>
              <a:ln xmlns:a="http://schemas.openxmlformats.org/drawingml/2006/main" w="0">
                <a:noFill/>
              </a:ln>
            </p:spPr>
          </p:sp>
          <p:sp>
            <p:nvSpPr>
              <p:cNvPr id="183" name="183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848D59C8-76D0-49BE-ABD2-ED4A9D622C0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61975" y="6394323"/>
                <a:ext cx="276225" cy="82677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5C8B83"/>
              </a:solidFill>
              <a:ln xmlns:a="http://schemas.openxmlformats.org/drawingml/2006/main" w="14288">
                <a:solidFill>
                  <a:srgbClr val="5F8D84"/>
                </a:solidFill>
              </a:ln>
            </p:spPr>
          </p:sp>
          <p:sp>
            <p:nvSpPr>
              <p:cNvPr id="184" name="184 path">
                <a:extLst xmlns:a="http://schemas.openxmlformats.org/drawingml/2006/main">
                  <a:ext uri="{FF2B5EF4-FFF2-40B4-BE49-F238E27FC236}">
                    <a16:creationId xmlns:a16="http://schemas.microsoft.com/office/drawing/2014/main" id="{8BB09585-89AA-4EE6-9995-30717945986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61975" y="6299835"/>
                <a:ext cx="276225" cy="42077"/>
              </a:xfrm>
              <a:custGeom xmlns:a="http://schemas.openxmlformats.org/drawingml/2006/main">
                <a:pathLst>
                  <a:path w="276225" h="42077">
                    <a:moveTo>
                      <a:pt x="0" y="0"/>
                    </a:moveTo>
                    <a:lnTo>
                      <a:pt x="4639" y="5423"/>
                    </a:lnTo>
                    <a:lnTo>
                      <a:pt x="10222" y="10472"/>
                    </a:lnTo>
                    <a:lnTo>
                      <a:pt x="16684" y="15148"/>
                    </a:lnTo>
                    <a:lnTo>
                      <a:pt x="23956" y="19449"/>
                    </a:lnTo>
                    <a:lnTo>
                      <a:pt x="31970" y="23376"/>
                    </a:lnTo>
                    <a:lnTo>
                      <a:pt x="40660" y="26929"/>
                    </a:lnTo>
                    <a:lnTo>
                      <a:pt x="49958" y="30108"/>
                    </a:lnTo>
                    <a:lnTo>
                      <a:pt x="59796" y="32913"/>
                    </a:lnTo>
                    <a:lnTo>
                      <a:pt x="70106" y="35344"/>
                    </a:lnTo>
                    <a:lnTo>
                      <a:pt x="80821" y="37401"/>
                    </a:lnTo>
                    <a:lnTo>
                      <a:pt x="91874" y="39085"/>
                    </a:lnTo>
                    <a:lnTo>
                      <a:pt x="103198" y="40394"/>
                    </a:lnTo>
                    <a:lnTo>
                      <a:pt x="114723" y="41329"/>
                    </a:lnTo>
                    <a:lnTo>
                      <a:pt x="126384" y="41890"/>
                    </a:lnTo>
                    <a:lnTo>
                      <a:pt x="138113" y="42077"/>
                    </a:lnTo>
                    <a:lnTo>
                      <a:pt x="149841" y="41890"/>
                    </a:lnTo>
                    <a:lnTo>
                      <a:pt x="161502" y="41329"/>
                    </a:lnTo>
                    <a:lnTo>
                      <a:pt x="173027" y="40394"/>
                    </a:lnTo>
                    <a:lnTo>
                      <a:pt x="184351" y="39085"/>
                    </a:lnTo>
                    <a:lnTo>
                      <a:pt x="195404" y="37401"/>
                    </a:lnTo>
                    <a:lnTo>
                      <a:pt x="206119" y="35344"/>
                    </a:lnTo>
                    <a:lnTo>
                      <a:pt x="216429" y="32913"/>
                    </a:lnTo>
                    <a:lnTo>
                      <a:pt x="226267" y="30108"/>
                    </a:lnTo>
                    <a:lnTo>
                      <a:pt x="235565" y="26929"/>
                    </a:lnTo>
                    <a:lnTo>
                      <a:pt x="244255" y="23376"/>
                    </a:lnTo>
                    <a:lnTo>
                      <a:pt x="252269" y="19449"/>
                    </a:lnTo>
                    <a:lnTo>
                      <a:pt x="259541" y="15148"/>
                    </a:lnTo>
                    <a:lnTo>
                      <a:pt x="266003" y="10472"/>
                    </a:lnTo>
                    <a:lnTo>
                      <a:pt x="271586" y="5423"/>
                    </a:lnTo>
                    <a:lnTo>
                      <a:pt x="27622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5240">
                <a:solidFill>
                  <a:srgbClr val="FFFFFF"/>
                </a:solidFill>
              </a:ln>
            </p:spPr>
          </p:sp>
          <p:sp>
            <p:nvSpPr>
              <p:cNvPr id="185" name="185 path">
                <a:extLst xmlns:a="http://schemas.openxmlformats.org/drawingml/2006/main">
                  <a:ext uri="{FF2B5EF4-FFF2-40B4-BE49-F238E27FC236}">
                    <a16:creationId xmlns:a16="http://schemas.microsoft.com/office/drawing/2014/main" id="{F08692FF-CD63-4E7F-A0EE-B089DA1C877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61975" y="6370701"/>
                <a:ext cx="276225" cy="42077"/>
              </a:xfrm>
              <a:custGeom xmlns:a="http://schemas.openxmlformats.org/drawingml/2006/main">
                <a:pathLst>
                  <a:path w="276225" h="42077">
                    <a:moveTo>
                      <a:pt x="0" y="0"/>
                    </a:moveTo>
                    <a:lnTo>
                      <a:pt x="4639" y="5423"/>
                    </a:lnTo>
                    <a:lnTo>
                      <a:pt x="10222" y="10472"/>
                    </a:lnTo>
                    <a:lnTo>
                      <a:pt x="16684" y="15148"/>
                    </a:lnTo>
                    <a:lnTo>
                      <a:pt x="23956" y="19449"/>
                    </a:lnTo>
                    <a:lnTo>
                      <a:pt x="31970" y="23376"/>
                    </a:lnTo>
                    <a:lnTo>
                      <a:pt x="40660" y="26929"/>
                    </a:lnTo>
                    <a:lnTo>
                      <a:pt x="49958" y="30108"/>
                    </a:lnTo>
                    <a:lnTo>
                      <a:pt x="59796" y="32913"/>
                    </a:lnTo>
                    <a:lnTo>
                      <a:pt x="70106" y="35344"/>
                    </a:lnTo>
                    <a:lnTo>
                      <a:pt x="80821" y="37401"/>
                    </a:lnTo>
                    <a:lnTo>
                      <a:pt x="91874" y="39085"/>
                    </a:lnTo>
                    <a:lnTo>
                      <a:pt x="103198" y="40394"/>
                    </a:lnTo>
                    <a:lnTo>
                      <a:pt x="114723" y="41329"/>
                    </a:lnTo>
                    <a:lnTo>
                      <a:pt x="126384" y="41890"/>
                    </a:lnTo>
                    <a:lnTo>
                      <a:pt x="138113" y="42077"/>
                    </a:lnTo>
                    <a:lnTo>
                      <a:pt x="149841" y="41890"/>
                    </a:lnTo>
                    <a:lnTo>
                      <a:pt x="161502" y="41329"/>
                    </a:lnTo>
                    <a:lnTo>
                      <a:pt x="173027" y="40394"/>
                    </a:lnTo>
                    <a:lnTo>
                      <a:pt x="184351" y="39085"/>
                    </a:lnTo>
                    <a:lnTo>
                      <a:pt x="195404" y="37401"/>
                    </a:lnTo>
                    <a:lnTo>
                      <a:pt x="206119" y="35344"/>
                    </a:lnTo>
                    <a:lnTo>
                      <a:pt x="216429" y="32913"/>
                    </a:lnTo>
                    <a:lnTo>
                      <a:pt x="226267" y="30108"/>
                    </a:lnTo>
                    <a:lnTo>
                      <a:pt x="235565" y="26929"/>
                    </a:lnTo>
                    <a:lnTo>
                      <a:pt x="244255" y="23376"/>
                    </a:lnTo>
                    <a:lnTo>
                      <a:pt x="252269" y="19449"/>
                    </a:lnTo>
                    <a:lnTo>
                      <a:pt x="259541" y="15148"/>
                    </a:lnTo>
                    <a:lnTo>
                      <a:pt x="266003" y="10472"/>
                    </a:lnTo>
                    <a:lnTo>
                      <a:pt x="271586" y="5423"/>
                    </a:lnTo>
                    <a:lnTo>
                      <a:pt x="27622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5240">
                <a:solidFill>
                  <a:srgbClr val="FFFFFF"/>
                </a:solidFill>
              </a:ln>
            </p:spPr>
          </p:sp>
          <p:sp>
            <p:nvSpPr>
              <p:cNvPr id="186" name="186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B1394C09-90E2-4CAA-90A2-EEF55E7EC30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61975" y="6181725"/>
                <a:ext cx="276225" cy="79724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BCD4CF"/>
              </a:solidFill>
              <a:ln xmlns:a="http://schemas.openxmlformats.org/drawingml/2006/main" w="14288">
                <a:solidFill>
                  <a:srgbClr val="5F8D84"/>
                </a:solidFill>
              </a:ln>
            </p:spPr>
          </p:sp>
          <p:sp>
            <p:nvSpPr>
              <p:cNvPr id="187" name="187 path">
                <a:extLst xmlns:a="http://schemas.openxmlformats.org/drawingml/2006/main">
                  <a:ext uri="{FF2B5EF4-FFF2-40B4-BE49-F238E27FC236}">
                    <a16:creationId xmlns:a16="http://schemas.microsoft.com/office/drawing/2014/main" id="{956B8CFD-F3EA-4F7B-B777-A828B856A26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561975" y="6223064"/>
                <a:ext cx="95" cy="212598"/>
              </a:xfrm>
              <a:custGeom xmlns:a="http://schemas.openxmlformats.org/drawingml/2006/main">
                <a:pathLst>
                  <a:path w="95" h="212598">
                    <a:moveTo>
                      <a:pt x="0" y="0"/>
                    </a:moveTo>
                    <a:lnTo>
                      <a:pt x="0" y="212598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2383">
                <a:solidFill>
                  <a:srgbClr val="5F8D84"/>
                </a:solidFill>
              </a:ln>
            </p:spPr>
          </p:sp>
          <p:sp>
            <p:nvSpPr>
              <p:cNvPr id="188" name="188 path">
                <a:extLst xmlns:a="http://schemas.openxmlformats.org/drawingml/2006/main">
                  <a:ext uri="{FF2B5EF4-FFF2-40B4-BE49-F238E27FC236}">
                    <a16:creationId xmlns:a16="http://schemas.microsoft.com/office/drawing/2014/main" id="{928C5B39-8649-45DB-B828-19D8625F747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838200" y="6223064"/>
                <a:ext cx="95" cy="212598"/>
              </a:xfrm>
              <a:custGeom xmlns:a="http://schemas.openxmlformats.org/drawingml/2006/main">
                <a:pathLst>
                  <a:path w="95" h="212598">
                    <a:moveTo>
                      <a:pt x="0" y="0"/>
                    </a:moveTo>
                    <a:lnTo>
                      <a:pt x="0" y="212598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2383">
                <a:solidFill>
                  <a:srgbClr val="5F8D84"/>
                </a:solidFill>
              </a:ln>
            </p:spPr>
          </p:sp>
        </p:grpSp>
        <p:sp>
          <p:nvSpPr>
            <p:cNvPr id="189" name="189 Repository Context Management">
              <a:extLst xmlns:a="http://schemas.openxmlformats.org/drawingml/2006/main">
                <a:ext uri="{FF2B5EF4-FFF2-40B4-BE49-F238E27FC236}">
                  <a16:creationId xmlns:a16="http://schemas.microsoft.com/office/drawing/2014/main" id="{5CA763CC-2B72-47AA-A25B-56A8868463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8700" y="6134100"/>
              <a:ext cx="5505450" cy="3425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2175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175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rPr>
                <a:t>Repository Context Management</a:t>
              </a:r>
            </a:p>
          </p:txBody>
        </p:sp>
        <p:sp>
          <p:nvSpPr>
            <p:cNvPr id="190" name="190 Structure, dependencies, and evidence across repair iterations">
              <a:extLst xmlns:a="http://schemas.openxmlformats.org/drawingml/2006/main">
                <a:ext uri="{FF2B5EF4-FFF2-40B4-BE49-F238E27FC236}">
                  <a16:creationId xmlns:a16="http://schemas.microsoft.com/office/drawing/2014/main" id="{69A680A8-B3F6-4C87-B117-1AED0ED727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62750" y="6210300"/>
              <a:ext cx="8582025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>
                  <a:solidFill>
                    <a:srgbClr val="54746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54746F"/>
                  </a:solidFill>
                  <a:latin typeface="Times New Roman"/>
                  <a:ea typeface="Times New Roman"/>
                  <a:cs typeface="Times New Roman"/>
                </a:rPr>
                <a:t>Structure, dependencies, and evidence across repair iterations</a:t>
              </a:r>
            </a:p>
          </p:txBody>
        </p:sp>
      </p:grpSp>
      <p:grpSp>
        <p:nvGrpSpPr>
          <p:cNvPr id="329" name="Repository Structural Analysis"/>
          <p:cNvGrpSpPr/>
          <p:nvPr/>
        </p:nvGrpSpPr>
        <p:grpSpPr>
          <ns22:xfrm xmlns:ns22="http://schemas.openxmlformats.org/drawingml/2006/main">
            <ns22:off x="504825" y="6562725"/>
            <ns22:ext cx="5000625" cy="1838325"/>
            <ns22:chOff x="504825" y="6562725"/>
            <ns22:chExt cx="5000625" cy="1838325"/>
          </ns22:xfrm>
        </p:grpSpPr>
        <p:sp>
          <p:nvSpPr>
            <p:cNvPr id="191" name="191 rect">
              <a:extLst xmlns:a="http://schemas.openxmlformats.org/drawingml/2006/main">
                <a:ext uri="{FF2B5EF4-FFF2-40B4-BE49-F238E27FC236}">
                  <a16:creationId xmlns:a16="http://schemas.microsoft.com/office/drawing/2014/main" id="{13A7FF84-C6C5-4251-A00D-6F251645B4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4825" y="6562725"/>
              <a:ext cx="5000625" cy="1838325"/>
            </a:xfrm>
            <a:prstGeom xmlns:a="http://schemas.openxmlformats.org/drawingml/2006/main" prst="roundRect">
              <a:avLst>
                <a:gd name="adj" fmla="val 362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3CCC7"/>
              </a:solidFill>
            </a:ln>
          </p:spPr>
        </p:sp>
        <p:sp>
          <p:nvSpPr>
            <p:cNvPr id="192" name="192 Repository Structural Analysis">
              <a:extLst xmlns:a="http://schemas.openxmlformats.org/drawingml/2006/main">
                <a:ext uri="{FF2B5EF4-FFF2-40B4-BE49-F238E27FC236}">
                  <a16:creationId xmlns:a16="http://schemas.microsoft.com/office/drawing/2014/main" id="{1CF44BB5-C9AB-470B-9130-E5E1489C9D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2950" y="6619875"/>
              <a:ext cx="4552950" cy="242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38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38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rPr>
                <a:t>Repository Structural Analysis</a:t>
              </a:r>
            </a:p>
          </p:txBody>
        </p:sp>
        <p:sp>
          <p:nvSpPr>
            <p:cNvPr id="193" name="193 rect">
              <a:extLst xmlns:a="http://schemas.openxmlformats.org/drawingml/2006/main">
                <a:ext uri="{FF2B5EF4-FFF2-40B4-BE49-F238E27FC236}">
                  <a16:creationId xmlns:a16="http://schemas.microsoft.com/office/drawing/2014/main" id="{B6D9295B-B35C-4143-B508-BA8944A09D5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6896100"/>
              <a:ext cx="2400300" cy="1428750"/>
            </a:xfrm>
            <a:prstGeom xmlns:a="http://schemas.openxmlformats.org/drawingml/2006/main" prst="roundRect">
              <a:avLst>
                <a:gd name="adj" fmla="val 4000"/>
              </a:avLst>
            </a:prstGeom>
            <a:solidFill xmlns:a="http://schemas.openxmlformats.org/drawingml/2006/main">
              <a:srgbClr val="FBFDFC"/>
            </a:solidFill>
            <a:ln xmlns:a="http://schemas.openxmlformats.org/drawingml/2006/main" w="7620">
              <a:solidFill>
                <a:srgbClr val="DEE9E6"/>
              </a:solidFill>
            </a:ln>
          </p:spPr>
        </p:sp>
        <p:sp>
          <p:nvSpPr>
            <p:cNvPr id="194" name="194 rect">
              <a:extLst xmlns:a="http://schemas.openxmlformats.org/drawingml/2006/main">
                <a:ext uri="{FF2B5EF4-FFF2-40B4-BE49-F238E27FC236}">
                  <a16:creationId xmlns:a16="http://schemas.microsoft.com/office/drawing/2014/main" id="{2C66719C-D0DD-427E-B27C-518BC61377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14700" y="6896100"/>
              <a:ext cx="2028825" cy="1428750"/>
            </a:xfrm>
            <a:prstGeom xmlns:a="http://schemas.openxmlformats.org/drawingml/2006/main" prst="roundRect">
              <a:avLst>
                <a:gd name="adj" fmla="val 4000"/>
              </a:avLst>
            </a:prstGeom>
            <a:solidFill xmlns:a="http://schemas.openxmlformats.org/drawingml/2006/main">
              <a:srgbClr val="FBFDFC"/>
            </a:solidFill>
            <a:ln xmlns:a="http://schemas.openxmlformats.org/drawingml/2006/main" w="7620">
              <a:solidFill>
                <a:srgbClr val="DEE9E6"/>
              </a:solidFill>
            </a:ln>
          </p:spPr>
        </p:sp>
        <p:sp>
          <p:nvSpPr>
            <p:cNvPr id="195" name="195 folder icon">
              <a:extLst xmlns:a="http://schemas.openxmlformats.org/drawingml/2006/main">
                <a:ext uri="{FF2B5EF4-FFF2-40B4-BE49-F238E27FC236}">
                  <a16:creationId xmlns:a16="http://schemas.microsoft.com/office/drawing/2014/main" id="{FF231CB4-97AE-488E-AE0C-BE3F46A9937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7010400"/>
              <a:ext cx="171450" cy="126682"/>
            </a:xfrm>
            <a:custGeom xmlns:a="http://schemas.openxmlformats.org/drawingml/2006/main">
              <a:pathLst>
                <a:path w="171450" h="126682">
                  <a:moveTo>
                    <a:pt x="0" y="0"/>
                  </a:moveTo>
                  <a:lnTo>
                    <a:pt x="65151" y="0"/>
                  </a:lnTo>
                  <a:lnTo>
                    <a:pt x="85725" y="38100"/>
                  </a:lnTo>
                  <a:lnTo>
                    <a:pt x="171450" y="38100"/>
                  </a:lnTo>
                  <a:lnTo>
                    <a:pt x="171450" y="126682"/>
                  </a:lnTo>
                  <a:lnTo>
                    <a:pt x="0" y="126682"/>
                  </a:lnTo>
                  <a:close/>
                </a:path>
              </a:pathLst>
            </a:custGeom>
            <a:solidFill xmlns:a="http://schemas.openxmlformats.org/drawingml/2006/main">
              <a:srgbClr val="52A8EF"/>
            </a:solidFill>
            <a:ln xmlns:a="http://schemas.openxmlformats.org/drawingml/2006/main" w="16193">
              <a:solidFill>
                <a:srgbClr val="064A92"/>
              </a:solidFill>
            </a:ln>
          </p:spPr>
        </p:sp>
        <p:sp>
          <p:nvSpPr>
            <p:cNvPr id="196" name="196 src/">
              <a:extLst xmlns:a="http://schemas.openxmlformats.org/drawingml/2006/main">
                <a:ext uri="{FF2B5EF4-FFF2-40B4-BE49-F238E27FC236}">
                  <a16:creationId xmlns:a16="http://schemas.microsoft.com/office/drawing/2014/main" id="{52311859-B9A6-47E5-BC40-910A408BB8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33475" y="6962775"/>
              <a:ext cx="1847850" cy="22440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42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src/</a:t>
              </a:r>
            </a:p>
          </p:txBody>
        </p:sp>
        <p:sp>
          <p:nvSpPr>
            <p:cNvPr id="197" name="197 path">
              <a:extLst xmlns:a="http://schemas.openxmlformats.org/drawingml/2006/main">
                <a:ext uri="{FF2B5EF4-FFF2-40B4-BE49-F238E27FC236}">
                  <a16:creationId xmlns:a16="http://schemas.microsoft.com/office/drawing/2014/main" id="{67C40847-A634-4377-B2DE-196B97A592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2975" y="7229475"/>
              <a:ext cx="95" cy="1028700"/>
            </a:xfrm>
            <a:custGeom xmlns:a="http://schemas.openxmlformats.org/drawingml/2006/main">
              <a:pathLst>
                <a:path w="95" h="1028700">
                  <a:moveTo>
                    <a:pt x="0" y="0"/>
                  </a:moveTo>
                  <a:lnTo>
                    <a:pt x="0" y="10287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7290B3"/>
              </a:solidFill>
            </a:ln>
          </p:spPr>
        </p:sp>
        <p:sp>
          <p:nvSpPr>
            <p:cNvPr id="198" name="198 path">
              <a:extLst xmlns:a="http://schemas.openxmlformats.org/drawingml/2006/main">
                <a:ext uri="{FF2B5EF4-FFF2-40B4-BE49-F238E27FC236}">
                  <a16:creationId xmlns:a16="http://schemas.microsoft.com/office/drawing/2014/main" id="{100EB8C8-950F-4EB5-8209-15C32068B3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2975" y="7296150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7290B3"/>
              </a:solidFill>
            </a:ln>
          </p:spPr>
        </p:sp>
        <p:sp>
          <p:nvSpPr>
            <p:cNvPr id="199" name="199 models/">
              <a:extLst xmlns:a="http://schemas.openxmlformats.org/drawingml/2006/main">
                <a:ext uri="{FF2B5EF4-FFF2-40B4-BE49-F238E27FC236}">
                  <a16:creationId xmlns:a16="http://schemas.microsoft.com/office/drawing/2014/main" id="{B99583B9-9079-4C17-83DA-B31577822E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38275" y="7162800"/>
              <a:ext cx="154305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models/</a:t>
              </a:r>
            </a:p>
          </p:txBody>
        </p:sp>
        <p:sp>
          <p:nvSpPr>
            <p:cNvPr id="200" name="200 path">
              <a:extLst xmlns:a="http://schemas.openxmlformats.org/drawingml/2006/main">
                <a:ext uri="{FF2B5EF4-FFF2-40B4-BE49-F238E27FC236}">
                  <a16:creationId xmlns:a16="http://schemas.microsoft.com/office/drawing/2014/main" id="{0EB8B2FF-F69C-4587-AC9F-253C8AC472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9200" y="7219950"/>
              <a:ext cx="95" cy="923925"/>
            </a:xfrm>
            <a:custGeom xmlns:a="http://schemas.openxmlformats.org/drawingml/2006/main">
              <a:pathLst>
                <a:path w="95"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2383">
              <a:solidFill>
                <a:srgbClr val="7290B3"/>
              </a:solidFill>
            </a:ln>
          </p:spPr>
        </p:sp>
        <p:sp>
          <p:nvSpPr>
            <p:cNvPr id="201" name="201 path">
              <a:extLst xmlns:a="http://schemas.openxmlformats.org/drawingml/2006/main">
                <a:ext uri="{FF2B5EF4-FFF2-40B4-BE49-F238E27FC236}">
                  <a16:creationId xmlns:a16="http://schemas.microsoft.com/office/drawing/2014/main" id="{179630C5-52C5-413A-A7A3-449C48E6BE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9200" y="7296150"/>
              <a:ext cx="114300" cy="95"/>
            </a:xfrm>
            <a:custGeom xmlns:a="http://schemas.openxmlformats.org/drawingml/2006/main">
              <a:pathLst>
                <a:path w="114300" h="9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7290B3"/>
              </a:solidFill>
            </a:ln>
          </p:spPr>
        </p:sp>
        <p:sp>
          <p:nvSpPr>
            <p:cNvPr id="202" name="202 path">
              <a:extLst xmlns:a="http://schemas.openxmlformats.org/drawingml/2006/main">
                <a:ext uri="{FF2B5EF4-FFF2-40B4-BE49-F238E27FC236}">
                  <a16:creationId xmlns:a16="http://schemas.microsoft.com/office/drawing/2014/main" id="{B5C35667-856F-4E7C-A688-CB4BE6E1A2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6375" y="7391400"/>
              <a:ext cx="95" cy="152400"/>
            </a:xfrm>
            <a:custGeom xmlns:a="http://schemas.openxmlformats.org/drawingml/2006/main">
              <a:pathLst>
                <a:path w="9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290B3"/>
              </a:solidFill>
            </a:ln>
          </p:spPr>
        </p:sp>
        <p:sp>
          <p:nvSpPr>
            <p:cNvPr id="203" name="203 path">
              <a:extLst xmlns:a="http://schemas.openxmlformats.org/drawingml/2006/main">
                <a:ext uri="{FF2B5EF4-FFF2-40B4-BE49-F238E27FC236}">
                  <a16:creationId xmlns:a16="http://schemas.microsoft.com/office/drawing/2014/main" id="{BECD5CB3-658F-4988-A12F-1440C2C0DD9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6375" y="7543800"/>
              <a:ext cx="123825" cy="95"/>
            </a:xfrm>
            <a:custGeom xmlns:a="http://schemas.openxmlformats.org/drawingml/2006/main"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7290B3"/>
              </a:solidFill>
            </a:ln>
          </p:spPr>
        </p:sp>
        <p:sp>
          <p:nvSpPr>
            <p:cNvPr id="204" name="204 model.py">
              <a:extLst xmlns:a="http://schemas.openxmlformats.org/drawingml/2006/main">
                <a:ext uri="{FF2B5EF4-FFF2-40B4-BE49-F238E27FC236}">
                  <a16:creationId xmlns:a16="http://schemas.microsoft.com/office/drawing/2014/main" id="{9BEC725B-3092-4F1D-A924-9F289A4532A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47825" y="7372350"/>
              <a:ext cx="13335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model.py</a:t>
              </a:r>
            </a:p>
          </p:txBody>
        </p:sp>
        <p:sp>
          <p:nvSpPr>
            <p:cNvPr id="205" name="205 path">
              <a:extLst xmlns:a="http://schemas.openxmlformats.org/drawingml/2006/main">
                <a:ext uri="{FF2B5EF4-FFF2-40B4-BE49-F238E27FC236}">
                  <a16:creationId xmlns:a16="http://schemas.microsoft.com/office/drawing/2014/main" id="{E7109A7F-65BE-4BF2-AC73-B4B215819A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9200" y="7696200"/>
              <a:ext cx="114300" cy="95"/>
            </a:xfrm>
            <a:custGeom xmlns:a="http://schemas.openxmlformats.org/drawingml/2006/main">
              <a:pathLst>
                <a:path w="114300" h="9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7290B3"/>
              </a:solidFill>
            </a:ln>
          </p:spPr>
        </p:sp>
        <p:sp>
          <p:nvSpPr>
            <p:cNvPr id="206" name="206 train.py">
              <a:extLst xmlns:a="http://schemas.openxmlformats.org/drawingml/2006/main">
                <a:ext uri="{FF2B5EF4-FFF2-40B4-BE49-F238E27FC236}">
                  <a16:creationId xmlns:a16="http://schemas.microsoft.com/office/drawing/2014/main" id="{5EC2B65B-0164-4F47-95AB-626160C86CF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38275" y="7581900"/>
              <a:ext cx="154305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207" name="207 path">
              <a:extLst xmlns:a="http://schemas.openxmlformats.org/drawingml/2006/main">
                <a:ext uri="{FF2B5EF4-FFF2-40B4-BE49-F238E27FC236}">
                  <a16:creationId xmlns:a16="http://schemas.microsoft.com/office/drawing/2014/main" id="{D0E6FB94-9970-441F-9294-1BB35AFE46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9200" y="7905750"/>
              <a:ext cx="114300" cy="95"/>
            </a:xfrm>
            <a:custGeom xmlns:a="http://schemas.openxmlformats.org/drawingml/2006/main">
              <a:pathLst>
                <a:path w="114300" h="9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7290B3"/>
              </a:solidFill>
            </a:ln>
          </p:spPr>
        </p:sp>
        <p:sp>
          <p:nvSpPr>
            <p:cNvPr id="208" name="208 utils.py">
              <a:extLst xmlns:a="http://schemas.openxmlformats.org/drawingml/2006/main">
                <a:ext uri="{FF2B5EF4-FFF2-40B4-BE49-F238E27FC236}">
                  <a16:creationId xmlns:a16="http://schemas.microsoft.com/office/drawing/2014/main" id="{24406DF5-A32E-4208-BADA-785D618C53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38275" y="7791450"/>
              <a:ext cx="154305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utils.py</a:t>
              </a:r>
            </a:p>
          </p:txBody>
        </p:sp>
        <p:sp>
          <p:nvSpPr>
            <p:cNvPr id="209" name="209 path">
              <a:extLst xmlns:a="http://schemas.openxmlformats.org/drawingml/2006/main">
                <a:ext uri="{FF2B5EF4-FFF2-40B4-BE49-F238E27FC236}">
                  <a16:creationId xmlns:a16="http://schemas.microsoft.com/office/drawing/2014/main" id="{30B4FCD0-0E42-47EB-B462-80E83473E9B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9200" y="8115300"/>
              <a:ext cx="114300" cy="95"/>
            </a:xfrm>
            <a:custGeom xmlns:a="http://schemas.openxmlformats.org/drawingml/2006/main">
              <a:pathLst>
                <a:path w="114300" h="9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7290B3"/>
              </a:solidFill>
            </a:ln>
          </p:spPr>
        </p:sp>
        <p:sp>
          <p:nvSpPr>
            <p:cNvPr id="210" name="210 …">
              <a:extLst xmlns:a="http://schemas.openxmlformats.org/drawingml/2006/main">
                <a:ext uri="{FF2B5EF4-FFF2-40B4-BE49-F238E27FC236}">
                  <a16:creationId xmlns:a16="http://schemas.microsoft.com/office/drawing/2014/main" id="{56EE7BF8-C26D-4029-B1D9-733BBB06AE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38275" y="8001000"/>
              <a:ext cx="154305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211" name="211 path">
              <a:extLst xmlns:a="http://schemas.openxmlformats.org/drawingml/2006/main">
                <a:ext uri="{FF2B5EF4-FFF2-40B4-BE49-F238E27FC236}">
                  <a16:creationId xmlns:a16="http://schemas.microsoft.com/office/drawing/2014/main" id="{8A2C66F8-0B24-4D75-ACCA-F974F9CA76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95625" y="6981825"/>
              <a:ext cx="95" cy="1266825"/>
            </a:xfrm>
            <a:custGeom xmlns:a="http://schemas.openxmlformats.org/drawingml/2006/main">
              <a:pathLst>
                <a:path w="95" h="1266825">
                  <a:moveTo>
                    <a:pt x="0" y="0"/>
                  </a:moveTo>
                  <a:lnTo>
                    <a:pt x="0" y="12668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8EACCE"/>
              </a:solidFill>
            </a:ln>
          </p:spPr>
        </p:sp>
        <p:sp>
          <p:nvSpPr>
            <p:cNvPr id="212" name="212 rect">
              <a:extLst xmlns:a="http://schemas.openxmlformats.org/drawingml/2006/main">
                <a:ext uri="{FF2B5EF4-FFF2-40B4-BE49-F238E27FC236}">
                  <a16:creationId xmlns:a16="http://schemas.microsoft.com/office/drawing/2014/main" id="{68AD3D85-8A7B-489D-A640-9D0B1C5C64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71850" y="6972300"/>
              <a:ext cx="466725" cy="333375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EDF4F2"/>
            </a:solidFill>
            <a:ln xmlns:a="http://schemas.openxmlformats.org/drawingml/2006/main" w="0">
              <a:noFill/>
            </a:ln>
          </p:spPr>
        </p:sp>
        <p:sp>
          <p:nvSpPr>
            <p:cNvPr id="213" name="213 ƒx">
              <a:extLst xmlns:a="http://schemas.openxmlformats.org/drawingml/2006/main">
                <a:ext uri="{FF2B5EF4-FFF2-40B4-BE49-F238E27FC236}">
                  <a16:creationId xmlns:a16="http://schemas.microsoft.com/office/drawing/2014/main" id="{E1D75CE3-8832-42D5-A7B9-7BB7FEC6D1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95675" y="6981825"/>
              <a:ext cx="285750" cy="2870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23" b="1">
                  <a:solidFill>
                    <a:srgbClr val="456E6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23" b="1">
                  <a:solidFill>
                    <a:srgbClr val="456E68"/>
                  </a:solidFill>
                  <a:latin typeface="Times New Roman"/>
                  <a:ea typeface="Times New Roman"/>
                  <a:cs typeface="Times New Roman"/>
                </a:rPr>
                <a:t>ƒx</a:t>
              </a:r>
            </a:p>
          </p:txBody>
        </p:sp>
        <p:sp>
          <p:nvSpPr>
            <p:cNvPr id="214" name="214 Functions">
              <a:extLst xmlns:a="http://schemas.openxmlformats.org/drawingml/2006/main">
                <a:ext uri="{FF2B5EF4-FFF2-40B4-BE49-F238E27FC236}">
                  <a16:creationId xmlns:a16="http://schemas.microsoft.com/office/drawing/2014/main" id="{65F28E60-F3AA-4C02-8859-F06C45E1F5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90975" y="7010400"/>
              <a:ext cx="120015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Functions</a:t>
              </a:r>
            </a:p>
          </p:txBody>
        </p:sp>
        <p:sp>
          <p:nvSpPr>
            <p:cNvPr id="215" name="215 path">
              <a:extLst xmlns:a="http://schemas.openxmlformats.org/drawingml/2006/main">
                <a:ext uri="{FF2B5EF4-FFF2-40B4-BE49-F238E27FC236}">
                  <a16:creationId xmlns:a16="http://schemas.microsoft.com/office/drawing/2014/main" id="{FA253A95-BC8C-421C-B56F-8068D4B4015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90975" y="7305675"/>
              <a:ext cx="523875" cy="95"/>
            </a:xfrm>
            <a:custGeom xmlns:a="http://schemas.openxmlformats.org/drawingml/2006/main">
              <a:pathLst>
                <a:path w="523875" h="9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6668">
              <a:solidFill>
                <a:srgbClr val="E4EBF7"/>
              </a:solidFill>
            </a:ln>
          </p:spPr>
        </p:sp>
        <p:sp>
          <p:nvSpPr>
            <p:cNvPr id="216" name="216 rect">
              <a:extLst xmlns:a="http://schemas.openxmlformats.org/drawingml/2006/main">
                <a:ext uri="{FF2B5EF4-FFF2-40B4-BE49-F238E27FC236}">
                  <a16:creationId xmlns:a16="http://schemas.microsoft.com/office/drawing/2014/main" id="{8B126766-8B79-443E-B4D4-4B9E31F0EF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71850" y="7343775"/>
              <a:ext cx="466725" cy="333375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EDF4F2"/>
            </a:solidFill>
            <a:ln xmlns:a="http://schemas.openxmlformats.org/drawingml/2006/main" w="0">
              <a:noFill/>
            </a:ln>
          </p:spPr>
        </p:sp>
        <p:sp>
          <p:nvSpPr>
            <p:cNvPr id="217" name="217 rect">
              <a:extLst xmlns:a="http://schemas.openxmlformats.org/drawingml/2006/main">
                <a:ext uri="{FF2B5EF4-FFF2-40B4-BE49-F238E27FC236}">
                  <a16:creationId xmlns:a16="http://schemas.microsoft.com/office/drawing/2014/main" id="{767DCEF3-C815-4586-93E2-07A7C19A854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24250" y="7410450"/>
              <a:ext cx="171450" cy="200025"/>
            </a:xfrm>
            <a:prstGeom xmlns:a="http://schemas.openxmlformats.org/drawingml/2006/main" prst="roundRect">
              <a:avLst>
                <a:gd name="adj" fmla="val 5556"/>
              </a:avLst>
            </a:prstGeom>
            <a:noFill xmlns:a="http://schemas.openxmlformats.org/drawingml/2006/main"/>
            <a:ln xmlns:a="http://schemas.openxmlformats.org/drawingml/2006/main" w="19050">
              <a:solidFill>
                <a:srgbClr val="117553"/>
              </a:solidFill>
            </a:ln>
          </p:spPr>
        </p:sp>
        <p:sp>
          <p:nvSpPr>
            <p:cNvPr id="218" name="218 C">
              <a:extLst xmlns:a="http://schemas.openxmlformats.org/drawingml/2006/main">
                <a:ext uri="{FF2B5EF4-FFF2-40B4-BE49-F238E27FC236}">
                  <a16:creationId xmlns:a16="http://schemas.microsoft.com/office/drawing/2014/main" id="{EBB5C75F-08B2-4129-939F-8AA0230D57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52825" y="7391400"/>
              <a:ext cx="142875" cy="20078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1">
                  <a:solidFill>
                    <a:srgbClr val="117553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>
                  <a:solidFill>
                    <a:srgbClr val="117553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219" name="219 Classes">
              <a:extLst xmlns:a="http://schemas.openxmlformats.org/drawingml/2006/main">
                <a:ext uri="{FF2B5EF4-FFF2-40B4-BE49-F238E27FC236}">
                  <a16:creationId xmlns:a16="http://schemas.microsoft.com/office/drawing/2014/main" id="{BA1F3302-856A-4117-AC8C-BCBB9DB53E3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90975" y="7381875"/>
              <a:ext cx="120015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Classes</a:t>
              </a:r>
            </a:p>
          </p:txBody>
        </p:sp>
        <p:sp>
          <p:nvSpPr>
            <p:cNvPr id="220" name="220 path">
              <a:extLst xmlns:a="http://schemas.openxmlformats.org/drawingml/2006/main">
                <a:ext uri="{FF2B5EF4-FFF2-40B4-BE49-F238E27FC236}">
                  <a16:creationId xmlns:a16="http://schemas.microsoft.com/office/drawing/2014/main" id="{92FDE087-F371-48C2-B35A-05E1D9038B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90975" y="7677150"/>
              <a:ext cx="523875" cy="95"/>
            </a:xfrm>
            <a:custGeom xmlns:a="http://schemas.openxmlformats.org/drawingml/2006/main">
              <a:pathLst>
                <a:path w="523875" h="9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6668">
              <a:solidFill>
                <a:srgbClr val="E4EBF7"/>
              </a:solidFill>
            </a:ln>
          </p:spPr>
        </p:sp>
        <p:sp>
          <p:nvSpPr>
            <p:cNvPr id="221" name="221 rect">
              <a:extLst xmlns:a="http://schemas.openxmlformats.org/drawingml/2006/main">
                <a:ext uri="{FF2B5EF4-FFF2-40B4-BE49-F238E27FC236}">
                  <a16:creationId xmlns:a16="http://schemas.microsoft.com/office/drawing/2014/main" id="{EE4C4C9F-AFAF-476C-8F5B-1641B4EC4E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71850" y="7715250"/>
              <a:ext cx="466725" cy="333375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EDF4F2"/>
            </a:solidFill>
            <a:ln xmlns:a="http://schemas.openxmlformats.org/drawingml/2006/main" w="0">
              <a:noFill/>
            </a:ln>
          </p:spPr>
        </p:sp>
        <p:grpSp>
          <p:nvGrpSpPr>
            <p:cNvPr id="330" name="document-221"/>
            <p:cNvGrpSpPr/>
            <p:nvPr/>
          </p:nvGrpSpPr>
          <p:grpSpPr>
            <ns21:xfrm xmlns:ns21="http://schemas.openxmlformats.org/drawingml/2006/main">
              <ns21:off x="3533775" y="7772400"/>
              <ns21:ext cx="152400" cy="200025"/>
              <ns21:chOff x="3533775" y="7772400"/>
              <ns21:chExt cx="152400" cy="200025"/>
            </ns21:xfrm>
          </p:grpSpPr>
          <p:sp>
            <p:nvSpPr>
              <p:cNvPr id="222" name="222 document">
                <a:extLst xmlns:a="http://schemas.openxmlformats.org/drawingml/2006/main">
                  <a:ext uri="{FF2B5EF4-FFF2-40B4-BE49-F238E27FC236}">
                    <a16:creationId xmlns:a16="http://schemas.microsoft.com/office/drawing/2014/main" id="{78C94528-7477-4282-8C54-CB2C5762946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533775" y="7772400"/>
                <a:ext cx="152400" cy="200025"/>
              </a:xfrm>
              <a:custGeom xmlns:a="http://schemas.openxmlformats.org/drawingml/2006/main">
                <a:pathLst>
                  <a:path w="152400" h="200025">
                    <a:moveTo>
                      <a:pt x="0" y="0"/>
                    </a:moveTo>
                    <a:lnTo>
                      <a:pt x="94488" y="0"/>
                    </a:lnTo>
                    <a:lnTo>
                      <a:pt x="152400" y="58007"/>
                    </a:lnTo>
                    <a:lnTo>
                      <a:pt x="152400" y="200025"/>
                    </a:lnTo>
                    <a:lnTo>
                      <a:pt x="0" y="200025"/>
                    </a:lnTo>
                    <a:close/>
                  </a:path>
                </a:pathLst>
              </a:custGeom>
              <a:solidFill xmlns:a="http://schemas.openxmlformats.org/drawingml/2006/main">
                <a:srgbClr val="F7FAFE"/>
              </a:solidFill>
              <a:ln xmlns:a="http://schemas.openxmlformats.org/drawingml/2006/main" w="19050">
                <a:solidFill>
                  <a:srgbClr val="456E68"/>
                </a:solidFill>
              </a:ln>
            </p:spPr>
          </p:sp>
          <p:sp>
            <p:nvSpPr>
              <p:cNvPr id="223" name="223 path">
                <a:extLst xmlns:a="http://schemas.openxmlformats.org/drawingml/2006/main">
                  <a:ext uri="{FF2B5EF4-FFF2-40B4-BE49-F238E27FC236}">
                    <a16:creationId xmlns:a16="http://schemas.microsoft.com/office/drawing/2014/main" id="{741677FE-FA62-480D-9B84-872212BA4E0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628263" y="7772400"/>
                <a:ext cx="57912" cy="58007"/>
              </a:xfrm>
              <a:custGeom xmlns:a="http://schemas.openxmlformats.org/drawingml/2006/main">
                <a:pathLst>
                  <a:path w="57912" h="58007">
                    <a:moveTo>
                      <a:pt x="0" y="0"/>
                    </a:moveTo>
                    <a:lnTo>
                      <a:pt x="0" y="58007"/>
                    </a:lnTo>
                    <a:lnTo>
                      <a:pt x="57912" y="58007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>
                <a:solidFill>
                  <a:srgbClr val="456E68"/>
                </a:solidFill>
              </a:ln>
            </p:spPr>
          </p:sp>
          <p:sp>
            <p:nvSpPr>
              <p:cNvPr id="224" name="224 path">
                <a:extLst xmlns:a="http://schemas.openxmlformats.org/drawingml/2006/main">
                  <a:ext uri="{FF2B5EF4-FFF2-40B4-BE49-F238E27FC236}">
                    <a16:creationId xmlns:a16="http://schemas.microsoft.com/office/drawing/2014/main" id="{10C67259-5CB8-42E7-954E-7A88226FD81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570351" y="7868412"/>
                <a:ext cx="74676" cy="95"/>
              </a:xfrm>
              <a:custGeom xmlns:a="http://schemas.openxmlformats.org/drawingml/2006/main">
                <a:pathLst>
                  <a:path w="74676" h="95">
                    <a:moveTo>
                      <a:pt x="0" y="0"/>
                    </a:moveTo>
                    <a:lnTo>
                      <a:pt x="74676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456E68"/>
                </a:solidFill>
              </a:ln>
            </p:spPr>
          </p:sp>
          <p:sp>
            <p:nvSpPr>
              <p:cNvPr id="225" name="225 path">
                <a:extLst xmlns:a="http://schemas.openxmlformats.org/drawingml/2006/main">
                  <a:ext uri="{FF2B5EF4-FFF2-40B4-BE49-F238E27FC236}">
                    <a16:creationId xmlns:a16="http://schemas.microsoft.com/office/drawing/2014/main" id="{8FC6415E-2ABF-4F6F-8C25-4AE4D629BEA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3570351" y="7906417"/>
                <a:ext cx="51816" cy="95"/>
              </a:xfrm>
              <a:custGeom xmlns:a="http://schemas.openxmlformats.org/drawingml/2006/main">
                <a:pathLst>
                  <a:path w="51816" h="95">
                    <a:moveTo>
                      <a:pt x="0" y="0"/>
                    </a:moveTo>
                    <a:lnTo>
                      <a:pt x="51816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456E68"/>
                </a:solidFill>
              </a:ln>
            </p:spPr>
          </p:sp>
        </p:grpSp>
        <p:sp>
          <p:nvSpPr>
            <p:cNvPr id="226" name="226 Imports">
              <a:extLst xmlns:a="http://schemas.openxmlformats.org/drawingml/2006/main">
                <a:ext uri="{FF2B5EF4-FFF2-40B4-BE49-F238E27FC236}">
                  <a16:creationId xmlns:a16="http://schemas.microsoft.com/office/drawing/2014/main" id="{F733FC75-BB2F-4663-A0FA-9302F88DF8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90975" y="7753350"/>
              <a:ext cx="120015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Imports</a:t>
              </a:r>
            </a:p>
          </p:txBody>
        </p:sp>
        <p:sp>
          <p:nvSpPr>
            <p:cNvPr id="227" name="227 path">
              <a:extLst xmlns:a="http://schemas.openxmlformats.org/drawingml/2006/main">
                <a:ext uri="{FF2B5EF4-FFF2-40B4-BE49-F238E27FC236}">
                  <a16:creationId xmlns:a16="http://schemas.microsoft.com/office/drawing/2014/main" id="{8860BAB3-8FD5-4814-9E06-70F583603F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90975" y="8048625"/>
              <a:ext cx="523875" cy="95"/>
            </a:xfrm>
            <a:custGeom xmlns:a="http://schemas.openxmlformats.org/drawingml/2006/main">
              <a:pathLst>
                <a:path w="523875" h="9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6668">
              <a:solidFill>
                <a:srgbClr val="E4EBF7"/>
              </a:solidFill>
            </a:ln>
          </p:spPr>
        </p:sp>
        <p:sp>
          <p:nvSpPr>
            <p:cNvPr id="228" name="228 …">
              <a:extLst xmlns:a="http://schemas.openxmlformats.org/drawingml/2006/main">
                <a:ext uri="{FF2B5EF4-FFF2-40B4-BE49-F238E27FC236}">
                  <a16:creationId xmlns:a16="http://schemas.microsoft.com/office/drawing/2014/main" id="{7FC019AE-6798-4778-B3C5-D8C4F1E929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86150" y="8010525"/>
              <a:ext cx="952500" cy="24803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7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</p:grpSp>
      <p:grpSp>
        <p:nvGrpSpPr>
          <p:cNvPr id="331" name="Repair Dependency Graph Planning"/>
          <p:cNvGrpSpPr/>
          <p:nvPr/>
        </p:nvGrpSpPr>
        <p:grpSpPr>
          <ns23:xfrm xmlns:ns23="http://schemas.openxmlformats.org/drawingml/2006/main">
            <ns23:off x="5619750" y="6562725"/>
            <ns23:ext cx="4667250" cy="1838325"/>
            <ns23:chOff x="5619750" y="6562725"/>
            <ns23:chExt cx="4667250" cy="1838325"/>
          </ns23:xfrm>
        </p:grpSpPr>
        <p:sp>
          <p:nvSpPr>
            <p:cNvPr id="229" name="229 rect">
              <a:extLst xmlns:a="http://schemas.openxmlformats.org/drawingml/2006/main">
                <a:ext uri="{FF2B5EF4-FFF2-40B4-BE49-F238E27FC236}">
                  <a16:creationId xmlns:a16="http://schemas.microsoft.com/office/drawing/2014/main" id="{DE59091A-A202-46F2-9EB2-A38DCA04C0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6562725"/>
              <a:ext cx="4667250" cy="1838325"/>
            </a:xfrm>
            <a:prstGeom xmlns:a="http://schemas.openxmlformats.org/drawingml/2006/main" prst="roundRect">
              <a:avLst>
                <a:gd name="adj" fmla="val 362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3CCC7"/>
              </a:solidFill>
            </a:ln>
          </p:spPr>
        </p:sp>
        <p:sp>
          <p:nvSpPr>
            <p:cNvPr id="230" name="230 Repair Dependency Graph Planning">
              <a:extLst xmlns:a="http://schemas.openxmlformats.org/drawingml/2006/main">
                <a:ext uri="{FF2B5EF4-FFF2-40B4-BE49-F238E27FC236}">
                  <a16:creationId xmlns:a16="http://schemas.microsoft.com/office/drawing/2014/main" id="{C6127E8D-106A-4AE0-ACC4-DC085CF461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9300" y="6629400"/>
              <a:ext cx="4267200" cy="242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38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38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rPr>
                <a:t>Repair Dependency Graph Planning</a:t>
              </a:r>
            </a:p>
          </p:txBody>
        </p:sp>
        <p:sp>
          <p:nvSpPr>
            <p:cNvPr id="231" name="231 path">
              <a:extLst xmlns:a="http://schemas.openxmlformats.org/drawingml/2006/main">
                <a:ext uri="{FF2B5EF4-FFF2-40B4-BE49-F238E27FC236}">
                  <a16:creationId xmlns:a16="http://schemas.microsoft.com/office/drawing/2014/main" id="{97B7DA1A-D8E7-4285-ADD8-E24BF6E82E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81775" y="7191375"/>
              <a:ext cx="314325" cy="238125"/>
            </a:xfrm>
            <a:custGeom xmlns:a="http://schemas.openxmlformats.org/drawingml/2006/main">
              <a:pathLst>
                <a:path w="314325" h="238125">
                  <a:moveTo>
                    <a:pt x="0" y="238125"/>
                  </a:moveTo>
                  <a:lnTo>
                    <a:pt x="3143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45658D"/>
              </a:solidFill>
            </a:ln>
          </p:spPr>
        </p:sp>
        <p:sp>
          <p:nvSpPr>
            <p:cNvPr id="232" name="232 arrow head">
              <a:extLst xmlns:a="http://schemas.openxmlformats.org/drawingml/2006/main">
                <a:ext uri="{FF2B5EF4-FFF2-40B4-BE49-F238E27FC236}">
                  <a16:creationId xmlns:a16="http://schemas.microsoft.com/office/drawing/2014/main" id="{0BF0E00C-35A3-4411-91DE-0D4309B427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23628" y="7191375"/>
              <a:ext cx="72472" cy="65772"/>
            </a:xfrm>
            <a:custGeom xmlns:a="http://schemas.openxmlformats.org/drawingml/2006/main">
              <a:pathLst>
                <a:path w="72472" h="65772">
                  <a:moveTo>
                    <a:pt x="72472" y="0"/>
                  </a:moveTo>
                  <a:lnTo>
                    <a:pt x="0" y="14752"/>
                  </a:lnTo>
                  <a:lnTo>
                    <a:pt x="38652" y="65772"/>
                  </a:lnTo>
                  <a:close/>
                </a:path>
              </a:pathLst>
            </a:custGeom>
            <a:solidFill xmlns:a="http://schemas.openxmlformats.org/drawingml/2006/main">
              <a:srgbClr val="45658D"/>
            </a:solidFill>
            <a:ln xmlns:a="http://schemas.openxmlformats.org/drawingml/2006/main" w="4763">
              <a:solidFill>
                <a:srgbClr val="45658D"/>
              </a:solidFill>
            </a:ln>
          </p:spPr>
        </p:sp>
        <p:sp>
          <p:nvSpPr>
            <p:cNvPr id="233" name="233 arrow head">
              <a:extLst xmlns:a="http://schemas.openxmlformats.org/drawingml/2006/main">
                <a:ext uri="{FF2B5EF4-FFF2-40B4-BE49-F238E27FC236}">
                  <a16:creationId xmlns:a16="http://schemas.microsoft.com/office/drawing/2014/main" id="{3DCD1B13-FB99-4454-8984-7174E67FE6F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81775" y="7363728"/>
              <a:ext cx="72472" cy="65772"/>
            </a:xfrm>
            <a:custGeom xmlns:a="http://schemas.openxmlformats.org/drawingml/2006/main">
              <a:pathLst>
                <a:path w="72472" h="65772">
                  <a:moveTo>
                    <a:pt x="0" y="65772"/>
                  </a:moveTo>
                  <a:lnTo>
                    <a:pt x="72472" y="51020"/>
                  </a:lnTo>
                  <a:lnTo>
                    <a:pt x="33820" y="0"/>
                  </a:lnTo>
                  <a:close/>
                </a:path>
              </a:pathLst>
            </a:custGeom>
            <a:solidFill xmlns:a="http://schemas.openxmlformats.org/drawingml/2006/main">
              <a:srgbClr val="45658D"/>
            </a:solidFill>
            <a:ln xmlns:a="http://schemas.openxmlformats.org/drawingml/2006/main" w="4763">
              <a:solidFill>
                <a:srgbClr val="45658D"/>
              </a:solidFill>
            </a:ln>
          </p:spPr>
        </p:sp>
        <p:sp>
          <p:nvSpPr>
            <p:cNvPr id="234" name="234 path">
              <a:extLst xmlns:a="http://schemas.openxmlformats.org/drawingml/2006/main">
                <a:ext uri="{FF2B5EF4-FFF2-40B4-BE49-F238E27FC236}">
                  <a16:creationId xmlns:a16="http://schemas.microsoft.com/office/drawing/2014/main" id="{F4724955-E237-4E0B-AAE3-B15E1F6D71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0350" y="7600950"/>
              <a:ext cx="447675" cy="247650"/>
            </a:xfrm>
            <a:custGeom xmlns:a="http://schemas.openxmlformats.org/drawingml/2006/main">
              <a:pathLst>
                <a:path w="447675" h="247650">
                  <a:moveTo>
                    <a:pt x="0" y="0"/>
                  </a:moveTo>
                  <a:lnTo>
                    <a:pt x="447675" y="2476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45658D"/>
              </a:solidFill>
            </a:ln>
          </p:spPr>
        </p:sp>
        <p:sp>
          <p:nvSpPr>
            <p:cNvPr id="235" name="235 arrow head">
              <a:extLst xmlns:a="http://schemas.openxmlformats.org/drawingml/2006/main">
                <a:ext uri="{FF2B5EF4-FFF2-40B4-BE49-F238E27FC236}">
                  <a16:creationId xmlns:a16="http://schemas.microsoft.com/office/drawing/2014/main" id="{E8F790D4-413D-4B7D-9650-DD96BF52375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84190" y="7788321"/>
              <a:ext cx="73835" cy="60279"/>
            </a:xfrm>
            <a:custGeom xmlns:a="http://schemas.openxmlformats.org/drawingml/2006/main">
              <a:pathLst>
                <a:path w="73835" h="60279">
                  <a:moveTo>
                    <a:pt x="73835" y="60279"/>
                  </a:moveTo>
                  <a:lnTo>
                    <a:pt x="30984" y="0"/>
                  </a:lnTo>
                  <a:lnTo>
                    <a:pt x="0" y="56009"/>
                  </a:lnTo>
                  <a:close/>
                </a:path>
              </a:pathLst>
            </a:custGeom>
            <a:solidFill xmlns:a="http://schemas.openxmlformats.org/drawingml/2006/main">
              <a:srgbClr val="45658D"/>
            </a:solidFill>
            <a:ln xmlns:a="http://schemas.openxmlformats.org/drawingml/2006/main" w="4763">
              <a:solidFill>
                <a:srgbClr val="45658D"/>
              </a:solidFill>
            </a:ln>
          </p:spPr>
        </p:sp>
        <p:sp>
          <p:nvSpPr>
            <p:cNvPr id="236" name="236 arrow head">
              <a:extLst xmlns:a="http://schemas.openxmlformats.org/drawingml/2006/main">
                <a:ext uri="{FF2B5EF4-FFF2-40B4-BE49-F238E27FC236}">
                  <a16:creationId xmlns:a16="http://schemas.microsoft.com/office/drawing/2014/main" id="{154C1E19-1724-47CF-B2DF-0FDCCC21D5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10350" y="7600950"/>
              <a:ext cx="73835" cy="60279"/>
            </a:xfrm>
            <a:custGeom xmlns:a="http://schemas.openxmlformats.org/drawingml/2006/main">
              <a:pathLst>
                <a:path w="73835" h="60279">
                  <a:moveTo>
                    <a:pt x="0" y="0"/>
                  </a:moveTo>
                  <a:lnTo>
                    <a:pt x="42851" y="60279"/>
                  </a:lnTo>
                  <a:lnTo>
                    <a:pt x="73835" y="4270"/>
                  </a:lnTo>
                  <a:close/>
                </a:path>
              </a:pathLst>
            </a:custGeom>
            <a:solidFill xmlns:a="http://schemas.openxmlformats.org/drawingml/2006/main">
              <a:srgbClr val="45658D"/>
            </a:solidFill>
            <a:ln xmlns:a="http://schemas.openxmlformats.org/drawingml/2006/main" w="4763">
              <a:solidFill>
                <a:srgbClr val="45658D"/>
              </a:solidFill>
            </a:ln>
          </p:spPr>
        </p:sp>
        <p:sp>
          <p:nvSpPr>
            <p:cNvPr id="237" name="237 path">
              <a:extLst xmlns:a="http://schemas.openxmlformats.org/drawingml/2006/main">
                <a:ext uri="{FF2B5EF4-FFF2-40B4-BE49-F238E27FC236}">
                  <a16:creationId xmlns:a16="http://schemas.microsoft.com/office/drawing/2014/main" id="{89FE534C-6282-4AD2-9E0D-ABCB6647C4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29500" y="7581900"/>
              <a:ext cx="352425" cy="247650"/>
            </a:xfrm>
            <a:custGeom xmlns:a="http://schemas.openxmlformats.org/drawingml/2006/main">
              <a:pathLst>
                <a:path w="352425" h="247650">
                  <a:moveTo>
                    <a:pt x="0" y="247650"/>
                  </a:moveTo>
                  <a:lnTo>
                    <a:pt x="3524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45658D"/>
              </a:solidFill>
            </a:ln>
          </p:spPr>
        </p:sp>
        <p:sp>
          <p:nvSpPr>
            <p:cNvPr id="238" name="238 arrow head">
              <a:extLst xmlns:a="http://schemas.openxmlformats.org/drawingml/2006/main">
                <a:ext uri="{FF2B5EF4-FFF2-40B4-BE49-F238E27FC236}">
                  <a16:creationId xmlns:a16="http://schemas.microsoft.com/office/drawing/2014/main" id="{D0D20C22-9FB9-4289-AF12-08551F11D0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08972" y="7581900"/>
              <a:ext cx="72953" cy="64520"/>
            </a:xfrm>
            <a:custGeom xmlns:a="http://schemas.openxmlformats.org/drawingml/2006/main">
              <a:pathLst>
                <a:path w="72953" h="64520">
                  <a:moveTo>
                    <a:pt x="72953" y="0"/>
                  </a:moveTo>
                  <a:lnTo>
                    <a:pt x="0" y="12149"/>
                  </a:lnTo>
                  <a:lnTo>
                    <a:pt x="36801" y="64520"/>
                  </a:lnTo>
                  <a:close/>
                </a:path>
              </a:pathLst>
            </a:custGeom>
            <a:solidFill xmlns:a="http://schemas.openxmlformats.org/drawingml/2006/main">
              <a:srgbClr val="45658D"/>
            </a:solidFill>
            <a:ln xmlns:a="http://schemas.openxmlformats.org/drawingml/2006/main" w="4763">
              <a:solidFill>
                <a:srgbClr val="45658D"/>
              </a:solidFill>
            </a:ln>
          </p:spPr>
        </p:sp>
        <p:sp>
          <p:nvSpPr>
            <p:cNvPr id="239" name="239 arrow head">
              <a:extLst xmlns:a="http://schemas.openxmlformats.org/drawingml/2006/main">
                <a:ext uri="{FF2B5EF4-FFF2-40B4-BE49-F238E27FC236}">
                  <a16:creationId xmlns:a16="http://schemas.microsoft.com/office/drawing/2014/main" id="{3CD83978-4D74-4590-9AB5-3358D258B3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29500" y="7765030"/>
              <a:ext cx="72953" cy="64520"/>
            </a:xfrm>
            <a:custGeom xmlns:a="http://schemas.openxmlformats.org/drawingml/2006/main">
              <a:pathLst>
                <a:path w="72953" h="64520">
                  <a:moveTo>
                    <a:pt x="0" y="64520"/>
                  </a:moveTo>
                  <a:lnTo>
                    <a:pt x="72953" y="52371"/>
                  </a:lnTo>
                  <a:lnTo>
                    <a:pt x="36152" y="0"/>
                  </a:lnTo>
                  <a:close/>
                </a:path>
              </a:pathLst>
            </a:custGeom>
            <a:solidFill xmlns:a="http://schemas.openxmlformats.org/drawingml/2006/main">
              <a:srgbClr val="45658D"/>
            </a:solidFill>
            <a:ln xmlns:a="http://schemas.openxmlformats.org/drawingml/2006/main" w="4763">
              <a:solidFill>
                <a:srgbClr val="45658D"/>
              </a:solidFill>
            </a:ln>
          </p:spPr>
        </p:sp>
        <p:sp>
          <p:nvSpPr>
            <p:cNvPr id="240" name="240 ellipse">
              <a:extLst xmlns:a="http://schemas.openxmlformats.org/drawingml/2006/main">
                <a:ext uri="{FF2B5EF4-FFF2-40B4-BE49-F238E27FC236}">
                  <a16:creationId xmlns:a16="http://schemas.microsoft.com/office/drawing/2014/main" id="{742B3371-FC5D-4C60-87FB-52316786ED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24675" y="6972300"/>
              <a:ext cx="304800" cy="30480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/>
                </a:gs>
                <a:gs pos="100000">
                  <a:srgbClr val="CAE0DC"/>
                </a:gs>
              </a:gsLst>
              <a:lin ang="5400000"/>
            </a:gradFill>
            <a:ln xmlns:a="http://schemas.openxmlformats.org/drawingml/2006/main" w="19050">
              <a:solidFill>
                <a:srgbClr val="548D82"/>
              </a:solidFill>
            </a:ln>
          </p:spPr>
        </p:sp>
        <p:sp>
          <p:nvSpPr>
            <p:cNvPr id="241" name="241 ellipse">
              <a:extLst xmlns:a="http://schemas.openxmlformats.org/drawingml/2006/main">
                <a:ext uri="{FF2B5EF4-FFF2-40B4-BE49-F238E27FC236}">
                  <a16:creationId xmlns:a16="http://schemas.microsoft.com/office/drawing/2014/main" id="{CC6A617C-F23D-495A-A6D6-D7CD66D72D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24600" y="7410450"/>
              <a:ext cx="266700" cy="26670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/>
                </a:gs>
                <a:gs pos="100000">
                  <a:srgbClr val="C9D9E3"/>
                </a:gs>
              </a:gsLst>
              <a:lin ang="5400000"/>
            </a:gradFill>
            <a:ln xmlns:a="http://schemas.openxmlformats.org/drawingml/2006/main" w="19050">
              <a:solidFill>
                <a:srgbClr val="648198"/>
              </a:solidFill>
            </a:ln>
          </p:spPr>
        </p:sp>
        <p:sp>
          <p:nvSpPr>
            <p:cNvPr id="242" name="242 ellipse">
              <a:extLst xmlns:a="http://schemas.openxmlformats.org/drawingml/2006/main">
                <a:ext uri="{FF2B5EF4-FFF2-40B4-BE49-F238E27FC236}">
                  <a16:creationId xmlns:a16="http://schemas.microsoft.com/office/drawing/2014/main" id="{3227190D-637E-47F2-BA2C-49645F8399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20025" y="7372350"/>
              <a:ext cx="304800" cy="30480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/>
                </a:gs>
                <a:gs pos="100000">
                  <a:srgbClr val="CAE0DC"/>
                </a:gs>
              </a:gsLst>
              <a:lin ang="5400000"/>
            </a:gradFill>
            <a:ln xmlns:a="http://schemas.openxmlformats.org/drawingml/2006/main" w="19050">
              <a:solidFill>
                <a:srgbClr val="548D82"/>
              </a:solidFill>
            </a:ln>
          </p:spPr>
        </p:sp>
        <p:sp>
          <p:nvSpPr>
            <p:cNvPr id="243" name="243 ellipse">
              <a:extLst xmlns:a="http://schemas.openxmlformats.org/drawingml/2006/main">
                <a:ext uri="{FF2B5EF4-FFF2-40B4-BE49-F238E27FC236}">
                  <a16:creationId xmlns:a16="http://schemas.microsoft.com/office/drawing/2014/main" id="{6820512C-5E06-465D-8018-846DDAA843D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86600" y="7800975"/>
              <a:ext cx="323850" cy="3238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/>
                </a:gs>
                <a:gs pos="100000">
                  <a:srgbClr val="D7E4DC"/>
                </a:gs>
              </a:gsLst>
              <a:lin ang="5400000"/>
            </a:gradFill>
            <a:ln xmlns:a="http://schemas.openxmlformats.org/drawingml/2006/main" w="19050">
              <a:solidFill>
                <a:srgbClr val="6D9582"/>
              </a:solidFill>
            </a:ln>
          </p:spPr>
        </p:sp>
        <p:sp>
          <p:nvSpPr>
            <p:cNvPr id="244" name="244 model.py">
              <a:extLst xmlns:a="http://schemas.openxmlformats.org/drawingml/2006/main">
                <a:ext uri="{FF2B5EF4-FFF2-40B4-BE49-F238E27FC236}">
                  <a16:creationId xmlns:a16="http://schemas.microsoft.com/office/drawing/2014/main" id="{C5215561-C3F8-4D8F-9EB5-622B8CBAC2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24725" y="7019925"/>
              <a:ext cx="104775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model.py</a:t>
              </a:r>
            </a:p>
          </p:txBody>
        </p:sp>
        <p:sp>
          <p:nvSpPr>
            <p:cNvPr id="245" name="245 train.py">
              <a:extLst xmlns:a="http://schemas.openxmlformats.org/drawingml/2006/main">
                <a:ext uri="{FF2B5EF4-FFF2-40B4-BE49-F238E27FC236}">
                  <a16:creationId xmlns:a16="http://schemas.microsoft.com/office/drawing/2014/main" id="{661F3CFB-3153-44F6-85AA-4EBE38C38E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29325" y="7715250"/>
              <a:ext cx="83820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246" name="246 utils.py">
              <a:extLst xmlns:a="http://schemas.openxmlformats.org/drawingml/2006/main">
                <a:ext uri="{FF2B5EF4-FFF2-40B4-BE49-F238E27FC236}">
                  <a16:creationId xmlns:a16="http://schemas.microsoft.com/office/drawing/2014/main" id="{42D7F1FE-AA7B-49A7-BEE7-0090D4A45E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81975" y="7534275"/>
              <a:ext cx="73342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utils.py</a:t>
              </a:r>
            </a:p>
          </p:txBody>
        </p:sp>
        <p:sp>
          <p:nvSpPr>
            <p:cNvPr id="247" name="247 data.py">
              <a:extLst xmlns:a="http://schemas.openxmlformats.org/drawingml/2006/main">
                <a:ext uri="{FF2B5EF4-FFF2-40B4-BE49-F238E27FC236}">
                  <a16:creationId xmlns:a16="http://schemas.microsoft.com/office/drawing/2014/main" id="{C6E540F5-5E7D-47DF-9A7D-60716C1C27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53325" y="7934325"/>
              <a:ext cx="857250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data.py</a:t>
              </a:r>
            </a:p>
          </p:txBody>
        </p:sp>
        <p:sp>
          <p:nvSpPr>
            <p:cNvPr id="248" name="248 Plan repair order">
              <a:extLst xmlns:a="http://schemas.openxmlformats.org/drawingml/2006/main">
                <a:ext uri="{FF2B5EF4-FFF2-40B4-BE49-F238E27FC236}">
                  <a16:creationId xmlns:a16="http://schemas.microsoft.com/office/drawing/2014/main" id="{91C7C4E7-DA80-4691-AEAE-896409905D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01100" y="7315200"/>
              <a:ext cx="1390650" cy="19015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Plan repair order</a:t>
              </a:r>
            </a:p>
          </p:txBody>
        </p:sp>
        <p:sp>
          <p:nvSpPr>
            <p:cNvPr id="249" name="249 via dependency graph">
              <a:extLst xmlns:a="http://schemas.openxmlformats.org/drawingml/2006/main">
                <a:ext uri="{FF2B5EF4-FFF2-40B4-BE49-F238E27FC236}">
                  <a16:creationId xmlns:a16="http://schemas.microsoft.com/office/drawing/2014/main" id="{35669B23-AC8B-4141-95A9-517C072B88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01100" y="7483888"/>
              <a:ext cx="1390650" cy="19015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0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via dependency graph</a:t>
              </a:r>
            </a:p>
          </p:txBody>
        </p:sp>
      </p:grpSp>
      <p:grpSp>
        <p:nvGrpSpPr>
          <p:cNvPr id="332" name="Evidence Retrieval and Context Reconstruction"/>
          <p:cNvGrpSpPr/>
          <p:nvPr/>
        </p:nvGrpSpPr>
        <p:grpSpPr>
          <ns31:xfrm xmlns:ns31="http://schemas.openxmlformats.org/drawingml/2006/main">
            <ns31:off x="10391775" y="6562725"/>
            <ns31:ext cx="5105400" cy="1838325"/>
            <ns31:chOff x="10391775" y="6562725"/>
            <ns31:chExt cx="5105400" cy="1838325"/>
          </ns31:xfrm>
        </p:grpSpPr>
        <p:sp>
          <p:nvSpPr>
            <p:cNvPr id="250" name="250 rect">
              <a:extLst xmlns:a="http://schemas.openxmlformats.org/drawingml/2006/main">
                <a:ext uri="{FF2B5EF4-FFF2-40B4-BE49-F238E27FC236}">
                  <a16:creationId xmlns:a16="http://schemas.microsoft.com/office/drawing/2014/main" id="{9A7F0D4A-105D-45C4-BF08-7E33D4B6B9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91775" y="6562725"/>
              <a:ext cx="5105400" cy="1838325"/>
            </a:xfrm>
            <a:prstGeom xmlns:a="http://schemas.openxmlformats.org/drawingml/2006/main" prst="roundRect">
              <a:avLst>
                <a:gd name="adj" fmla="val 362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3CCC7"/>
              </a:solidFill>
            </a:ln>
          </p:spPr>
        </p:sp>
        <p:sp>
          <p:nvSpPr>
            <p:cNvPr id="251" name="251 Evidence Retrieval &amp; Context Reconstruction">
              <a:extLst xmlns:a="http://schemas.openxmlformats.org/drawingml/2006/main">
                <a:ext uri="{FF2B5EF4-FFF2-40B4-BE49-F238E27FC236}">
                  <a16:creationId xmlns:a16="http://schemas.microsoft.com/office/drawing/2014/main" id="{EC7ABBD8-7E4F-4BE3-87AA-3EB82B0EA6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0850" y="6619875"/>
              <a:ext cx="4733925" cy="242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38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38" b="1">
                  <a:solidFill>
                    <a:srgbClr val="214F4C"/>
                  </a:solidFill>
                  <a:latin typeface="Times New Roman"/>
                  <a:ea typeface="Times New Roman"/>
                  <a:cs typeface="Times New Roman"/>
                </a:rPr>
                <a:t>Evidence Retrieval &amp; Context Reconstruction</a:t>
              </a:r>
            </a:p>
          </p:txBody>
        </p:sp>
        <p:sp>
          <p:nvSpPr>
            <p:cNvPr id="252" name="252 rect">
              <a:extLst xmlns:a="http://schemas.openxmlformats.org/drawingml/2006/main">
                <a:ext uri="{FF2B5EF4-FFF2-40B4-BE49-F238E27FC236}">
                  <a16:creationId xmlns:a16="http://schemas.microsoft.com/office/drawing/2014/main" id="{B2B784AC-DC82-43FE-98ED-DBEE85DE6A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25125" y="6915150"/>
              <a:ext cx="4810125" cy="1343025"/>
            </a:xfrm>
            <a:prstGeom xmlns:a="http://schemas.openxmlformats.org/drawingml/2006/main" prst="roundRect">
              <a:avLst>
                <a:gd name="adj" fmla="val 4965"/>
              </a:avLst>
            </a:prstGeom>
            <a:solidFill xmlns:a="http://schemas.openxmlformats.org/drawingml/2006/main">
              <a:srgbClr val="FBFDFC"/>
            </a:solidFill>
            <a:ln xmlns:a="http://schemas.openxmlformats.org/drawingml/2006/main" w="7620">
              <a:solidFill>
                <a:srgbClr val="DEE9E6"/>
              </a:solidFill>
            </a:ln>
          </p:spPr>
        </p:sp>
        <p:grpSp>
          <p:nvGrpSpPr>
            <p:cNvPr id="333" name="database-252"/>
            <p:cNvGrpSpPr/>
            <p:nvPr/>
          </p:nvGrpSpPr>
          <p:grpSpPr>
            <ns24:xfrm xmlns:ns24="http://schemas.openxmlformats.org/drawingml/2006/main">
              <ns24:off x="10810875" y="7134225"/>
              <ns24:ext cx="571595" cy="819150"/>
              <ns24:chOff x="10810875" y="7134225"/>
              <ns24:chExt cx="571595" cy="819150"/>
            </ns24:xfrm>
          </p:grpSpPr>
          <p:sp>
            <p:nvSpPr>
              <p:cNvPr id="253" name="253 rect">
                <a:extLst xmlns:a="http://schemas.openxmlformats.org/drawingml/2006/main">
                  <a:ext uri="{FF2B5EF4-FFF2-40B4-BE49-F238E27FC236}">
                    <a16:creationId xmlns:a16="http://schemas.microsoft.com/office/drawing/2014/main" id="{F07C7907-F8C1-4DD4-BE81-95904151FCA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810875" y="7265289"/>
                <a:ext cx="571500" cy="573405"/>
              </a:xfrm>
              <a:prstGeom xmlns:a="http://schemas.openxmlformats.org/drawingml/2006/main" prst="rect">
                <a:avLst/>
              </a:prstGeom>
              <a:gradFill xmlns:a="http://schemas.openxmlformats.org/drawingml/2006/main">
                <a:gsLst>
                  <a:gs pos="0">
                    <a:srgbClr val="ABC8C2"/>
                  </a:gs>
                  <a:gs pos="100000">
                    <a:srgbClr val="6C998F"/>
                  </a:gs>
                </a:gsLst>
                <a:lin ang="5400000"/>
              </a:gradFill>
              <a:ln xmlns:a="http://schemas.openxmlformats.org/drawingml/2006/main" w="0">
                <a:noFill/>
              </a:ln>
            </p:spPr>
          </p:sp>
          <p:sp>
            <p:nvSpPr>
              <p:cNvPr id="254" name="254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F614FC3C-D197-41E2-9D54-B709D96D95F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810875" y="7724013"/>
                <a:ext cx="571500" cy="229362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6C998F"/>
              </a:solidFill>
              <a:ln xmlns:a="http://schemas.openxmlformats.org/drawingml/2006/main" w="14288">
                <a:solidFill>
                  <a:srgbClr val="5F8D84"/>
                </a:solidFill>
              </a:ln>
            </p:spPr>
          </p:sp>
          <p:sp>
            <p:nvSpPr>
              <p:cNvPr id="255" name="255 path">
                <a:extLst xmlns:a="http://schemas.openxmlformats.org/drawingml/2006/main">
                  <a:ext uri="{FF2B5EF4-FFF2-40B4-BE49-F238E27FC236}">
                    <a16:creationId xmlns:a16="http://schemas.microsoft.com/office/drawing/2014/main" id="{5FD4B2CD-6247-449A-B10C-5468CEFC1EE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810875" y="7461885"/>
                <a:ext cx="571500" cy="116729"/>
              </a:xfrm>
              <a:custGeom xmlns:a="http://schemas.openxmlformats.org/drawingml/2006/main">
                <a:pathLst>
                  <a:path w="571500" h="116729">
                    <a:moveTo>
                      <a:pt x="0" y="0"/>
                    </a:moveTo>
                    <a:lnTo>
                      <a:pt x="9597" y="15045"/>
                    </a:lnTo>
                    <a:lnTo>
                      <a:pt x="21150" y="29053"/>
                    </a:lnTo>
                    <a:lnTo>
                      <a:pt x="34519" y="42022"/>
                    </a:lnTo>
                    <a:lnTo>
                      <a:pt x="49564" y="53955"/>
                    </a:lnTo>
                    <a:lnTo>
                      <a:pt x="66146" y="64849"/>
                    </a:lnTo>
                    <a:lnTo>
                      <a:pt x="84125" y="74706"/>
                    </a:lnTo>
                    <a:lnTo>
                      <a:pt x="103361" y="83526"/>
                    </a:lnTo>
                    <a:lnTo>
                      <a:pt x="123715" y="91308"/>
                    </a:lnTo>
                    <a:lnTo>
                      <a:pt x="145047" y="98052"/>
                    </a:lnTo>
                    <a:lnTo>
                      <a:pt x="167217" y="103759"/>
                    </a:lnTo>
                    <a:lnTo>
                      <a:pt x="190085" y="108428"/>
                    </a:lnTo>
                    <a:lnTo>
                      <a:pt x="213512" y="112060"/>
                    </a:lnTo>
                    <a:lnTo>
                      <a:pt x="237359" y="114654"/>
                    </a:lnTo>
                    <a:lnTo>
                      <a:pt x="261485" y="116210"/>
                    </a:lnTo>
                    <a:lnTo>
                      <a:pt x="285750" y="116729"/>
                    </a:lnTo>
                    <a:lnTo>
                      <a:pt x="310015" y="116210"/>
                    </a:lnTo>
                    <a:lnTo>
                      <a:pt x="334141" y="114654"/>
                    </a:lnTo>
                    <a:lnTo>
                      <a:pt x="357988" y="112060"/>
                    </a:lnTo>
                    <a:lnTo>
                      <a:pt x="381415" y="108428"/>
                    </a:lnTo>
                    <a:lnTo>
                      <a:pt x="404283" y="103759"/>
                    </a:lnTo>
                    <a:lnTo>
                      <a:pt x="426453" y="98052"/>
                    </a:lnTo>
                    <a:lnTo>
                      <a:pt x="447785" y="91308"/>
                    </a:lnTo>
                    <a:lnTo>
                      <a:pt x="468139" y="83526"/>
                    </a:lnTo>
                    <a:lnTo>
                      <a:pt x="487375" y="74706"/>
                    </a:lnTo>
                    <a:lnTo>
                      <a:pt x="505354" y="64849"/>
                    </a:lnTo>
                    <a:lnTo>
                      <a:pt x="521936" y="53955"/>
                    </a:lnTo>
                    <a:lnTo>
                      <a:pt x="536981" y="42022"/>
                    </a:lnTo>
                    <a:lnTo>
                      <a:pt x="550350" y="29053"/>
                    </a:lnTo>
                    <a:lnTo>
                      <a:pt x="561903" y="15045"/>
                    </a:lnTo>
                    <a:lnTo>
                      <a:pt x="5715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5240">
                <a:solidFill>
                  <a:srgbClr val="FFFFFF"/>
                </a:solidFill>
              </a:ln>
            </p:spPr>
          </p:sp>
          <p:sp>
            <p:nvSpPr>
              <p:cNvPr id="256" name="256 path">
                <a:extLst xmlns:a="http://schemas.openxmlformats.org/drawingml/2006/main">
                  <a:ext uri="{FF2B5EF4-FFF2-40B4-BE49-F238E27FC236}">
                    <a16:creationId xmlns:a16="http://schemas.microsoft.com/office/drawing/2014/main" id="{90DDE3B6-A879-4D54-89D1-0ADE25DD918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810875" y="7658481"/>
                <a:ext cx="571500" cy="116729"/>
              </a:xfrm>
              <a:custGeom xmlns:a="http://schemas.openxmlformats.org/drawingml/2006/main">
                <a:pathLst>
                  <a:path w="571500" h="116729">
                    <a:moveTo>
                      <a:pt x="0" y="0"/>
                    </a:moveTo>
                    <a:lnTo>
                      <a:pt x="9597" y="15045"/>
                    </a:lnTo>
                    <a:lnTo>
                      <a:pt x="21150" y="29053"/>
                    </a:lnTo>
                    <a:lnTo>
                      <a:pt x="34519" y="42022"/>
                    </a:lnTo>
                    <a:lnTo>
                      <a:pt x="49564" y="53955"/>
                    </a:lnTo>
                    <a:lnTo>
                      <a:pt x="66146" y="64849"/>
                    </a:lnTo>
                    <a:lnTo>
                      <a:pt x="84125" y="74706"/>
                    </a:lnTo>
                    <a:lnTo>
                      <a:pt x="103361" y="83526"/>
                    </a:lnTo>
                    <a:lnTo>
                      <a:pt x="123715" y="91308"/>
                    </a:lnTo>
                    <a:lnTo>
                      <a:pt x="145047" y="98052"/>
                    </a:lnTo>
                    <a:lnTo>
                      <a:pt x="167217" y="103759"/>
                    </a:lnTo>
                    <a:lnTo>
                      <a:pt x="190085" y="108428"/>
                    </a:lnTo>
                    <a:lnTo>
                      <a:pt x="213512" y="112060"/>
                    </a:lnTo>
                    <a:lnTo>
                      <a:pt x="237359" y="114654"/>
                    </a:lnTo>
                    <a:lnTo>
                      <a:pt x="261485" y="116210"/>
                    </a:lnTo>
                    <a:lnTo>
                      <a:pt x="285750" y="116729"/>
                    </a:lnTo>
                    <a:lnTo>
                      <a:pt x="310015" y="116210"/>
                    </a:lnTo>
                    <a:lnTo>
                      <a:pt x="334141" y="114654"/>
                    </a:lnTo>
                    <a:lnTo>
                      <a:pt x="357988" y="112060"/>
                    </a:lnTo>
                    <a:lnTo>
                      <a:pt x="381415" y="108428"/>
                    </a:lnTo>
                    <a:lnTo>
                      <a:pt x="404283" y="103759"/>
                    </a:lnTo>
                    <a:lnTo>
                      <a:pt x="426453" y="98052"/>
                    </a:lnTo>
                    <a:lnTo>
                      <a:pt x="447785" y="91308"/>
                    </a:lnTo>
                    <a:lnTo>
                      <a:pt x="468139" y="83526"/>
                    </a:lnTo>
                    <a:lnTo>
                      <a:pt x="487375" y="74706"/>
                    </a:lnTo>
                    <a:lnTo>
                      <a:pt x="505354" y="64849"/>
                    </a:lnTo>
                    <a:lnTo>
                      <a:pt x="521936" y="53955"/>
                    </a:lnTo>
                    <a:lnTo>
                      <a:pt x="536981" y="42022"/>
                    </a:lnTo>
                    <a:lnTo>
                      <a:pt x="550350" y="29053"/>
                    </a:lnTo>
                    <a:lnTo>
                      <a:pt x="561903" y="15045"/>
                    </a:lnTo>
                    <a:lnTo>
                      <a:pt x="5715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5240">
                <a:solidFill>
                  <a:srgbClr val="FFFFFF"/>
                </a:solidFill>
              </a:ln>
            </p:spPr>
          </p:sp>
          <p:sp>
            <p:nvSpPr>
              <p:cNvPr id="257" name="257 ellipse">
                <a:extLst xmlns:a="http://schemas.openxmlformats.org/drawingml/2006/main">
                  <a:ext uri="{FF2B5EF4-FFF2-40B4-BE49-F238E27FC236}">
                    <a16:creationId xmlns:a16="http://schemas.microsoft.com/office/drawing/2014/main" id="{7EFD85C7-2ADE-4A39-A483-8F29875191A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810875" y="7134225"/>
                <a:ext cx="571500" cy="221171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BCD4CF"/>
              </a:solidFill>
              <a:ln xmlns:a="http://schemas.openxmlformats.org/drawingml/2006/main" w="14288">
                <a:solidFill>
                  <a:srgbClr val="5F8D84"/>
                </a:solidFill>
              </a:ln>
            </p:spPr>
          </p:sp>
          <p:sp>
            <p:nvSpPr>
              <p:cNvPr id="258" name="258 path">
                <a:extLst xmlns:a="http://schemas.openxmlformats.org/drawingml/2006/main">
                  <a:ext uri="{FF2B5EF4-FFF2-40B4-BE49-F238E27FC236}">
                    <a16:creationId xmlns:a16="http://schemas.microsoft.com/office/drawing/2014/main" id="{EE2A7A40-2957-490C-9C9B-7352670A196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0810875" y="7248906"/>
                <a:ext cx="95" cy="589788"/>
              </a:xfrm>
              <a:custGeom xmlns:a="http://schemas.openxmlformats.org/drawingml/2006/main">
                <a:pathLst>
                  <a:path w="95" h="589788">
                    <a:moveTo>
                      <a:pt x="0" y="0"/>
                    </a:moveTo>
                    <a:lnTo>
                      <a:pt x="0" y="589788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2383">
                <a:solidFill>
                  <a:srgbClr val="5F8D84"/>
                </a:solidFill>
              </a:ln>
            </p:spPr>
          </p:sp>
          <p:sp>
            <p:nvSpPr>
              <p:cNvPr id="259" name="259 path">
                <a:extLst xmlns:a="http://schemas.openxmlformats.org/drawingml/2006/main">
                  <a:ext uri="{FF2B5EF4-FFF2-40B4-BE49-F238E27FC236}">
                    <a16:creationId xmlns:a16="http://schemas.microsoft.com/office/drawing/2014/main" id="{5E974DB2-AFDD-4C0D-A820-1624A373202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1382375" y="7248906"/>
                <a:ext cx="95" cy="589788"/>
              </a:xfrm>
              <a:custGeom xmlns:a="http://schemas.openxmlformats.org/drawingml/2006/main">
                <a:pathLst>
                  <a:path w="95" h="589788">
                    <a:moveTo>
                      <a:pt x="0" y="0"/>
                    </a:moveTo>
                    <a:lnTo>
                      <a:pt x="0" y="589788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2383">
                <a:solidFill>
                  <a:srgbClr val="5F8D84"/>
                </a:solidFill>
              </a:ln>
            </p:spPr>
          </p:sp>
        </p:grpSp>
        <p:sp>
          <p:nvSpPr>
            <p:cNvPr id="260" name="260 Evidence store">
              <a:extLst xmlns:a="http://schemas.openxmlformats.org/drawingml/2006/main">
                <a:ext uri="{FF2B5EF4-FFF2-40B4-BE49-F238E27FC236}">
                  <a16:creationId xmlns:a16="http://schemas.microsoft.com/office/drawing/2014/main" id="{8874C9CF-8470-4862-97B3-35604C7332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20375" y="8010525"/>
              <a:ext cx="1057275" cy="2125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Evidence store</a:t>
              </a:r>
            </a:p>
          </p:txBody>
        </p:sp>
        <p:sp>
          <p:nvSpPr>
            <p:cNvPr id="261" name="261 path">
              <a:extLst xmlns:a="http://schemas.openxmlformats.org/drawingml/2006/main">
                <a:ext uri="{FF2B5EF4-FFF2-40B4-BE49-F238E27FC236}">
                  <a16:creationId xmlns:a16="http://schemas.microsoft.com/office/drawing/2014/main" id="{2660FC71-DB74-42A8-BB9D-EDC0C7E00D6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87150" y="7591425"/>
              <a:ext cx="266700" cy="95"/>
            </a:xfrm>
            <a:custGeom xmlns:a="http://schemas.openxmlformats.org/drawingml/2006/main">
              <a:pathLst>
                <a:path w="266700" h="9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5240">
              <a:solidFill>
                <a:srgbClr val="385C8A"/>
              </a:solidFill>
            </a:ln>
          </p:spPr>
        </p:sp>
        <p:sp>
          <p:nvSpPr>
            <p:cNvPr id="262" name="262 arrow head">
              <a:extLst xmlns:a="http://schemas.openxmlformats.org/drawingml/2006/main">
                <a:ext uri="{FF2B5EF4-FFF2-40B4-BE49-F238E27FC236}">
                  <a16:creationId xmlns:a16="http://schemas.microsoft.com/office/drawing/2014/main" id="{602471F6-7057-43C8-A500-9D8D984846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77650" y="7554849"/>
              <a:ext cx="76200" cy="73152"/>
            </a:xfrm>
            <a:custGeom xmlns:a="http://schemas.openxmlformats.org/drawingml/2006/main">
              <a:pathLst>
                <a:path w="76200" h="73152">
                  <a:moveTo>
                    <a:pt x="76200" y="36576"/>
                  </a:move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solidFill xmlns:a="http://schemas.openxmlformats.org/drawingml/2006/main">
              <a:srgbClr val="385C8A"/>
            </a:solidFill>
            <a:ln xmlns:a="http://schemas.openxmlformats.org/drawingml/2006/main" w="4763">
              <a:solidFill>
                <a:srgbClr val="385C8A"/>
              </a:solidFill>
            </a:ln>
          </p:spPr>
        </p:sp>
        <p:sp>
          <p:nvSpPr>
            <p:cNvPr id="263" name="263 rect">
              <a:extLst xmlns:a="http://schemas.openxmlformats.org/drawingml/2006/main">
                <a:ext uri="{FF2B5EF4-FFF2-40B4-BE49-F238E27FC236}">
                  <a16:creationId xmlns:a16="http://schemas.microsoft.com/office/drawing/2014/main" id="{69B11346-C984-4EB4-8898-428290DE56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39575" y="6943725"/>
              <a:ext cx="1609725" cy="247650"/>
            </a:xfrm>
            <a:prstGeom xmlns:a="http://schemas.openxmlformats.org/drawingml/2006/main" prst="roundRect">
              <a:avLst>
                <a:gd name="adj" fmla="val 15385"/>
              </a:avLst>
            </a:prstGeom>
            <a:solidFill xmlns:a="http://schemas.openxmlformats.org/drawingml/2006/main">
              <a:srgbClr val="EFF5F4"/>
            </a:solidFill>
            <a:ln xmlns:a="http://schemas.openxmlformats.org/drawingml/2006/main" w="6668">
              <a:solidFill>
                <a:srgbClr val="D4E2DE"/>
              </a:solidFill>
            </a:ln>
          </p:spPr>
        </p:sp>
        <p:grpSp>
          <p:nvGrpSpPr>
            <p:cNvPr id="334" name="document-263"/>
            <p:cNvGrpSpPr/>
            <p:nvPr/>
          </p:nvGrpSpPr>
          <p:grpSpPr>
            <ns25:xfrm xmlns:ns25="http://schemas.openxmlformats.org/drawingml/2006/main">
              <ns25:off x="12001500" y="7000875"/>
              <ns25:ext cx="95250" cy="152400"/>
              <ns25:chOff x="12001500" y="7000875"/>
              <ns25:chExt cx="95250" cy="152400"/>
            </ns25:xfrm>
          </p:grpSpPr>
          <p:sp>
            <p:nvSpPr>
              <p:cNvPr id="264" name="264 document">
                <a:extLst xmlns:a="http://schemas.openxmlformats.org/drawingml/2006/main">
                  <a:ext uri="{FF2B5EF4-FFF2-40B4-BE49-F238E27FC236}">
                    <a16:creationId xmlns:a16="http://schemas.microsoft.com/office/drawing/2014/main" id="{41A0C7F4-FB36-443A-8EA2-E6C4B8E8D06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01500" y="7000875"/>
                <a:ext cx="95250" cy="152400"/>
              </a:xfrm>
              <a:custGeom xmlns:a="http://schemas.openxmlformats.org/drawingml/2006/main">
                <a:pathLst>
                  <a:path w="95250" h="152400">
                    <a:moveTo>
                      <a:pt x="0" y="0"/>
                    </a:moveTo>
                    <a:lnTo>
                      <a:pt x="59055" y="0"/>
                    </a:lnTo>
                    <a:lnTo>
                      <a:pt x="95250" y="44196"/>
                    </a:lnTo>
                    <a:lnTo>
                      <a:pt x="9525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 xmlns:a="http://schemas.openxmlformats.org/drawingml/2006/main">
                <a:srgbClr val="F7FAFE"/>
              </a:solidFill>
              <a:ln xmlns:a="http://schemas.openxmlformats.org/drawingml/2006/main" w="19050">
                <a:solidFill>
                  <a:srgbClr val="071E4C"/>
                </a:solidFill>
              </a:ln>
            </p:spPr>
          </p:sp>
          <p:sp>
            <p:nvSpPr>
              <p:cNvPr id="265" name="265 path">
                <a:extLst xmlns:a="http://schemas.openxmlformats.org/drawingml/2006/main">
                  <a:ext uri="{FF2B5EF4-FFF2-40B4-BE49-F238E27FC236}">
                    <a16:creationId xmlns:a16="http://schemas.microsoft.com/office/drawing/2014/main" id="{E9C503E5-6B53-430A-BA09-E88D74B8F19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60555" y="7000875"/>
                <a:ext cx="36195" cy="44196"/>
              </a:xfrm>
              <a:custGeom xmlns:a="http://schemas.openxmlformats.org/drawingml/2006/main">
                <a:pathLst>
                  <a:path w="36195" h="44196">
                    <a:moveTo>
                      <a:pt x="0" y="0"/>
                    </a:moveTo>
                    <a:lnTo>
                      <a:pt x="0" y="44196"/>
                    </a:lnTo>
                    <a:lnTo>
                      <a:pt x="36195" y="44196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>
                <a:solidFill>
                  <a:srgbClr val="071E4C"/>
                </a:solidFill>
              </a:ln>
            </p:spPr>
          </p:sp>
          <p:sp>
            <p:nvSpPr>
              <p:cNvPr id="266" name="266 path">
                <a:extLst xmlns:a="http://schemas.openxmlformats.org/drawingml/2006/main">
                  <a:ext uri="{FF2B5EF4-FFF2-40B4-BE49-F238E27FC236}">
                    <a16:creationId xmlns:a16="http://schemas.microsoft.com/office/drawing/2014/main" id="{1CAE8E02-F141-4A76-AA38-619A5A8CD99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24360" y="7074027"/>
                <a:ext cx="46672" cy="95"/>
              </a:xfrm>
              <a:custGeom xmlns:a="http://schemas.openxmlformats.org/drawingml/2006/main">
                <a:pathLst>
                  <a:path w="46672" h="95">
                    <a:moveTo>
                      <a:pt x="0" y="0"/>
                    </a:moveTo>
                    <a:lnTo>
                      <a:pt x="46672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071E4C"/>
                </a:solidFill>
              </a:ln>
            </p:spPr>
          </p:sp>
          <p:sp>
            <p:nvSpPr>
              <p:cNvPr id="267" name="267 path">
                <a:extLst xmlns:a="http://schemas.openxmlformats.org/drawingml/2006/main">
                  <a:ext uri="{FF2B5EF4-FFF2-40B4-BE49-F238E27FC236}">
                    <a16:creationId xmlns:a16="http://schemas.microsoft.com/office/drawing/2014/main" id="{08C3C2BC-7030-4FEC-A6FD-475F638DDA8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24360" y="7102983"/>
                <a:ext cx="32385" cy="95"/>
              </a:xfrm>
              <a:custGeom xmlns:a="http://schemas.openxmlformats.org/drawingml/2006/main">
                <a:pathLst>
                  <a:path w="32385" h="95">
                    <a:moveTo>
                      <a:pt x="0" y="0"/>
                    </a:moveTo>
                    <a:lnTo>
                      <a:pt x="3238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071E4C"/>
                </a:solidFill>
              </a:ln>
            </p:spPr>
          </p:sp>
        </p:grpSp>
        <p:sp>
          <p:nvSpPr>
            <p:cNvPr id="268" name="268 Code snippets">
              <a:extLst xmlns:a="http://schemas.openxmlformats.org/drawingml/2006/main">
                <a:ext uri="{FF2B5EF4-FFF2-40B4-BE49-F238E27FC236}">
                  <a16:creationId xmlns:a16="http://schemas.microsoft.com/office/drawing/2014/main" id="{69B0363F-95EF-406D-9BD8-5F91953345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68200" y="6953250"/>
              <a:ext cx="1095375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13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Code snippets</a:t>
              </a:r>
            </a:p>
          </p:txBody>
        </p:sp>
        <p:sp>
          <p:nvSpPr>
            <p:cNvPr id="269" name="269 rect">
              <a:extLst xmlns:a="http://schemas.openxmlformats.org/drawingml/2006/main">
                <a:ext uri="{FF2B5EF4-FFF2-40B4-BE49-F238E27FC236}">
                  <a16:creationId xmlns:a16="http://schemas.microsoft.com/office/drawing/2014/main" id="{748086BF-185F-4DA0-80F1-544A00C232D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39575" y="7210425"/>
              <a:ext cx="1609725" cy="247650"/>
            </a:xfrm>
            <a:prstGeom xmlns:a="http://schemas.openxmlformats.org/drawingml/2006/main" prst="roundRect">
              <a:avLst>
                <a:gd name="adj" fmla="val 15385"/>
              </a:avLst>
            </a:prstGeom>
            <a:solidFill xmlns:a="http://schemas.openxmlformats.org/drawingml/2006/main">
              <a:srgbClr val="EFF5F4"/>
            </a:solidFill>
            <a:ln xmlns:a="http://schemas.openxmlformats.org/drawingml/2006/main" w="6668">
              <a:solidFill>
                <a:srgbClr val="D4E2DE"/>
              </a:solidFill>
            </a:ln>
          </p:spPr>
        </p:sp>
        <p:grpSp>
          <p:nvGrpSpPr>
            <p:cNvPr id="335" name="document-269"/>
            <p:cNvGrpSpPr/>
            <p:nvPr/>
          </p:nvGrpSpPr>
          <p:grpSpPr>
            <ns26:xfrm xmlns:ns26="http://schemas.openxmlformats.org/drawingml/2006/main">
              <ns26:off x="12001500" y="7267575"/>
              <ns26:ext cx="95250" cy="152400"/>
              <ns26:chOff x="12001500" y="7267575"/>
              <ns26:chExt cx="95250" cy="152400"/>
            </ns26:xfrm>
          </p:grpSpPr>
          <p:sp>
            <p:nvSpPr>
              <p:cNvPr id="270" name="270 document">
                <a:extLst xmlns:a="http://schemas.openxmlformats.org/drawingml/2006/main">
                  <a:ext uri="{FF2B5EF4-FFF2-40B4-BE49-F238E27FC236}">
                    <a16:creationId xmlns:a16="http://schemas.microsoft.com/office/drawing/2014/main" id="{D785DAEF-02B3-4A81-8BB1-E7F9304C40AC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01500" y="7267575"/>
                <a:ext cx="95250" cy="152400"/>
              </a:xfrm>
              <a:custGeom xmlns:a="http://schemas.openxmlformats.org/drawingml/2006/main">
                <a:pathLst>
                  <a:path w="95250" h="152400">
                    <a:moveTo>
                      <a:pt x="0" y="0"/>
                    </a:moveTo>
                    <a:lnTo>
                      <a:pt x="59055" y="0"/>
                    </a:lnTo>
                    <a:lnTo>
                      <a:pt x="95250" y="44196"/>
                    </a:lnTo>
                    <a:lnTo>
                      <a:pt x="9525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 xmlns:a="http://schemas.openxmlformats.org/drawingml/2006/main">
                <a:srgbClr val="F7FAFE"/>
              </a:solidFill>
              <a:ln xmlns:a="http://schemas.openxmlformats.org/drawingml/2006/main" w="19050">
                <a:solidFill>
                  <a:srgbClr val="071E4C"/>
                </a:solidFill>
              </a:ln>
            </p:spPr>
          </p:sp>
          <p:sp>
            <p:nvSpPr>
              <p:cNvPr id="271" name="271 path">
                <a:extLst xmlns:a="http://schemas.openxmlformats.org/drawingml/2006/main">
                  <a:ext uri="{FF2B5EF4-FFF2-40B4-BE49-F238E27FC236}">
                    <a16:creationId xmlns:a16="http://schemas.microsoft.com/office/drawing/2014/main" id="{12D7D602-CC87-4567-90F5-F09F0709A90D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60555" y="7267575"/>
                <a:ext cx="36195" cy="44196"/>
              </a:xfrm>
              <a:custGeom xmlns:a="http://schemas.openxmlformats.org/drawingml/2006/main">
                <a:pathLst>
                  <a:path w="36195" h="44196">
                    <a:moveTo>
                      <a:pt x="0" y="0"/>
                    </a:moveTo>
                    <a:lnTo>
                      <a:pt x="0" y="44196"/>
                    </a:lnTo>
                    <a:lnTo>
                      <a:pt x="36195" y="44196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>
                <a:solidFill>
                  <a:srgbClr val="071E4C"/>
                </a:solidFill>
              </a:ln>
            </p:spPr>
          </p:sp>
          <p:sp>
            <p:nvSpPr>
              <p:cNvPr id="272" name="272 path">
                <a:extLst xmlns:a="http://schemas.openxmlformats.org/drawingml/2006/main">
                  <a:ext uri="{FF2B5EF4-FFF2-40B4-BE49-F238E27FC236}">
                    <a16:creationId xmlns:a16="http://schemas.microsoft.com/office/drawing/2014/main" id="{2172E549-EE01-465A-AC29-40752A6070A6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24360" y="7340727"/>
                <a:ext cx="46672" cy="95"/>
              </a:xfrm>
              <a:custGeom xmlns:a="http://schemas.openxmlformats.org/drawingml/2006/main">
                <a:pathLst>
                  <a:path w="46672" h="95">
                    <a:moveTo>
                      <a:pt x="0" y="0"/>
                    </a:moveTo>
                    <a:lnTo>
                      <a:pt x="46672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071E4C"/>
                </a:solidFill>
              </a:ln>
            </p:spPr>
          </p:sp>
          <p:sp>
            <p:nvSpPr>
              <p:cNvPr id="273" name="273 path">
                <a:extLst xmlns:a="http://schemas.openxmlformats.org/drawingml/2006/main">
                  <a:ext uri="{FF2B5EF4-FFF2-40B4-BE49-F238E27FC236}">
                    <a16:creationId xmlns:a16="http://schemas.microsoft.com/office/drawing/2014/main" id="{1012A03C-5E1A-4104-956A-9915079496A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24360" y="7369683"/>
                <a:ext cx="32385" cy="95"/>
              </a:xfrm>
              <a:custGeom xmlns:a="http://schemas.openxmlformats.org/drawingml/2006/main">
                <a:pathLst>
                  <a:path w="32385" h="95">
                    <a:moveTo>
                      <a:pt x="0" y="0"/>
                    </a:moveTo>
                    <a:lnTo>
                      <a:pt x="3238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071E4C"/>
                </a:solidFill>
              </a:ln>
            </p:spPr>
          </p:sp>
        </p:grpSp>
        <p:sp>
          <p:nvSpPr>
            <p:cNvPr id="274" name="274 Test results">
              <a:extLst xmlns:a="http://schemas.openxmlformats.org/drawingml/2006/main">
                <a:ext uri="{FF2B5EF4-FFF2-40B4-BE49-F238E27FC236}">
                  <a16:creationId xmlns:a16="http://schemas.microsoft.com/office/drawing/2014/main" id="{E1EB549B-4940-45A5-A169-F51ACD6A9E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68200" y="7219950"/>
              <a:ext cx="1095375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13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Test results</a:t>
              </a:r>
            </a:p>
          </p:txBody>
        </p:sp>
        <p:sp>
          <p:nvSpPr>
            <p:cNvPr id="275" name="275 rect">
              <a:extLst xmlns:a="http://schemas.openxmlformats.org/drawingml/2006/main">
                <a:ext uri="{FF2B5EF4-FFF2-40B4-BE49-F238E27FC236}">
                  <a16:creationId xmlns:a16="http://schemas.microsoft.com/office/drawing/2014/main" id="{DCF44F15-3354-4C40-B7DD-2F81485B427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39575" y="7477125"/>
              <a:ext cx="1609725" cy="247650"/>
            </a:xfrm>
            <a:prstGeom xmlns:a="http://schemas.openxmlformats.org/drawingml/2006/main" prst="roundRect">
              <a:avLst>
                <a:gd name="adj" fmla="val 15385"/>
              </a:avLst>
            </a:prstGeom>
            <a:solidFill xmlns:a="http://schemas.openxmlformats.org/drawingml/2006/main">
              <a:srgbClr val="EFF5F4"/>
            </a:solidFill>
            <a:ln xmlns:a="http://schemas.openxmlformats.org/drawingml/2006/main" w="6668">
              <a:solidFill>
                <a:srgbClr val="D4E2DE"/>
              </a:solidFill>
            </a:ln>
          </p:spPr>
        </p:sp>
        <p:grpSp>
          <p:nvGrpSpPr>
            <p:cNvPr id="336" name="document-275"/>
            <p:cNvGrpSpPr/>
            <p:nvPr/>
          </p:nvGrpSpPr>
          <p:grpSpPr>
            <ns27:xfrm xmlns:ns27="http://schemas.openxmlformats.org/drawingml/2006/main">
              <ns27:off x="12001500" y="7534275"/>
              <ns27:ext cx="95250" cy="152400"/>
              <ns27:chOff x="12001500" y="7534275"/>
              <ns27:chExt cx="95250" cy="152400"/>
            </ns27:xfrm>
          </p:grpSpPr>
          <p:sp>
            <p:nvSpPr>
              <p:cNvPr id="276" name="276 document">
                <a:extLst xmlns:a="http://schemas.openxmlformats.org/drawingml/2006/main">
                  <a:ext uri="{FF2B5EF4-FFF2-40B4-BE49-F238E27FC236}">
                    <a16:creationId xmlns:a16="http://schemas.microsoft.com/office/drawing/2014/main" id="{0859E419-0CDB-435D-9935-6C192012BBBE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01500" y="7534275"/>
                <a:ext cx="95250" cy="152400"/>
              </a:xfrm>
              <a:custGeom xmlns:a="http://schemas.openxmlformats.org/drawingml/2006/main">
                <a:pathLst>
                  <a:path w="95250" h="152400">
                    <a:moveTo>
                      <a:pt x="0" y="0"/>
                    </a:moveTo>
                    <a:lnTo>
                      <a:pt x="59055" y="0"/>
                    </a:lnTo>
                    <a:lnTo>
                      <a:pt x="95250" y="44196"/>
                    </a:lnTo>
                    <a:lnTo>
                      <a:pt x="9525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 xmlns:a="http://schemas.openxmlformats.org/drawingml/2006/main">
                <a:srgbClr val="F7FAFE"/>
              </a:solidFill>
              <a:ln xmlns:a="http://schemas.openxmlformats.org/drawingml/2006/main" w="19050">
                <a:solidFill>
                  <a:srgbClr val="071E4C"/>
                </a:solidFill>
              </a:ln>
            </p:spPr>
          </p:sp>
          <p:sp>
            <p:nvSpPr>
              <p:cNvPr id="277" name="277 path">
                <a:extLst xmlns:a="http://schemas.openxmlformats.org/drawingml/2006/main">
                  <a:ext uri="{FF2B5EF4-FFF2-40B4-BE49-F238E27FC236}">
                    <a16:creationId xmlns:a16="http://schemas.microsoft.com/office/drawing/2014/main" id="{82EF5291-AAB0-4867-BBB5-3091C4470BA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60555" y="7534275"/>
                <a:ext cx="36195" cy="44196"/>
              </a:xfrm>
              <a:custGeom xmlns:a="http://schemas.openxmlformats.org/drawingml/2006/main">
                <a:pathLst>
                  <a:path w="36195" h="44196">
                    <a:moveTo>
                      <a:pt x="0" y="0"/>
                    </a:moveTo>
                    <a:lnTo>
                      <a:pt x="0" y="44196"/>
                    </a:lnTo>
                    <a:lnTo>
                      <a:pt x="36195" y="44196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>
                <a:solidFill>
                  <a:srgbClr val="071E4C"/>
                </a:solidFill>
              </a:ln>
            </p:spPr>
          </p:sp>
          <p:sp>
            <p:nvSpPr>
              <p:cNvPr id="278" name="278 path">
                <a:extLst xmlns:a="http://schemas.openxmlformats.org/drawingml/2006/main">
                  <a:ext uri="{FF2B5EF4-FFF2-40B4-BE49-F238E27FC236}">
                    <a16:creationId xmlns:a16="http://schemas.microsoft.com/office/drawing/2014/main" id="{D328F653-FE64-496D-8790-F61C169C42B5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24360" y="7607427"/>
                <a:ext cx="46672" cy="95"/>
              </a:xfrm>
              <a:custGeom xmlns:a="http://schemas.openxmlformats.org/drawingml/2006/main">
                <a:pathLst>
                  <a:path w="46672" h="95">
                    <a:moveTo>
                      <a:pt x="0" y="0"/>
                    </a:moveTo>
                    <a:lnTo>
                      <a:pt x="46672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071E4C"/>
                </a:solidFill>
              </a:ln>
            </p:spPr>
          </p:sp>
          <p:sp>
            <p:nvSpPr>
              <p:cNvPr id="279" name="279 path">
                <a:extLst xmlns:a="http://schemas.openxmlformats.org/drawingml/2006/main">
                  <a:ext uri="{FF2B5EF4-FFF2-40B4-BE49-F238E27FC236}">
                    <a16:creationId xmlns:a16="http://schemas.microsoft.com/office/drawing/2014/main" id="{5DB56058-1C99-463F-BBC1-703B2B9220D1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24360" y="7636383"/>
                <a:ext cx="32385" cy="95"/>
              </a:xfrm>
              <a:custGeom xmlns:a="http://schemas.openxmlformats.org/drawingml/2006/main">
                <a:pathLst>
                  <a:path w="32385" h="95">
                    <a:moveTo>
                      <a:pt x="0" y="0"/>
                    </a:moveTo>
                    <a:lnTo>
                      <a:pt x="3238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071E4C"/>
                </a:solidFill>
              </a:ln>
            </p:spPr>
          </p:sp>
        </p:grpSp>
        <p:sp>
          <p:nvSpPr>
            <p:cNvPr id="280" name="280 Error logs">
              <a:extLst xmlns:a="http://schemas.openxmlformats.org/drawingml/2006/main">
                <a:ext uri="{FF2B5EF4-FFF2-40B4-BE49-F238E27FC236}">
                  <a16:creationId xmlns:a16="http://schemas.microsoft.com/office/drawing/2014/main" id="{101C9E71-26B9-4140-9DF5-89D75E48F9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68200" y="7486650"/>
              <a:ext cx="1095375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13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Error logs</a:t>
              </a:r>
            </a:p>
          </p:txBody>
        </p:sp>
        <p:sp>
          <p:nvSpPr>
            <p:cNvPr id="281" name="281 rect">
              <a:extLst xmlns:a="http://schemas.openxmlformats.org/drawingml/2006/main">
                <a:ext uri="{FF2B5EF4-FFF2-40B4-BE49-F238E27FC236}">
                  <a16:creationId xmlns:a16="http://schemas.microsoft.com/office/drawing/2014/main" id="{62F4B4CE-6909-4CBD-8B00-881D668BCE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39575" y="7743825"/>
              <a:ext cx="1609725" cy="247650"/>
            </a:xfrm>
            <a:prstGeom xmlns:a="http://schemas.openxmlformats.org/drawingml/2006/main" prst="roundRect">
              <a:avLst>
                <a:gd name="adj" fmla="val 15385"/>
              </a:avLst>
            </a:prstGeom>
            <a:solidFill xmlns:a="http://schemas.openxmlformats.org/drawingml/2006/main">
              <a:srgbClr val="EFF5F4"/>
            </a:solidFill>
            <a:ln xmlns:a="http://schemas.openxmlformats.org/drawingml/2006/main" w="6668">
              <a:solidFill>
                <a:srgbClr val="D4E2DE"/>
              </a:solidFill>
            </a:ln>
          </p:spPr>
        </p:sp>
        <p:grpSp>
          <p:nvGrpSpPr>
            <p:cNvPr id="337" name="document-281"/>
            <p:cNvGrpSpPr/>
            <p:nvPr/>
          </p:nvGrpSpPr>
          <p:grpSpPr>
            <ns28:xfrm xmlns:ns28="http://schemas.openxmlformats.org/drawingml/2006/main">
              <ns28:off x="12001500" y="7800975"/>
              <ns28:ext cx="95250" cy="152400"/>
              <ns28:chOff x="12001500" y="7800975"/>
              <ns28:chExt cx="95250" cy="152400"/>
            </ns28:xfrm>
          </p:grpSpPr>
          <p:sp>
            <p:nvSpPr>
              <p:cNvPr id="282" name="282 document">
                <a:extLst xmlns:a="http://schemas.openxmlformats.org/drawingml/2006/main">
                  <a:ext uri="{FF2B5EF4-FFF2-40B4-BE49-F238E27FC236}">
                    <a16:creationId xmlns:a16="http://schemas.microsoft.com/office/drawing/2014/main" id="{D32AB41E-2F01-4D8C-8C2D-87F4FFC8974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01500" y="7800975"/>
                <a:ext cx="95250" cy="152400"/>
              </a:xfrm>
              <a:custGeom xmlns:a="http://schemas.openxmlformats.org/drawingml/2006/main">
                <a:pathLst>
                  <a:path w="95250" h="152400">
                    <a:moveTo>
                      <a:pt x="0" y="0"/>
                    </a:moveTo>
                    <a:lnTo>
                      <a:pt x="59055" y="0"/>
                    </a:lnTo>
                    <a:lnTo>
                      <a:pt x="95250" y="44196"/>
                    </a:lnTo>
                    <a:lnTo>
                      <a:pt x="9525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 xmlns:a="http://schemas.openxmlformats.org/drawingml/2006/main">
                <a:srgbClr val="F7FAFE"/>
              </a:solidFill>
              <a:ln xmlns:a="http://schemas.openxmlformats.org/drawingml/2006/main" w="19050">
                <a:solidFill>
                  <a:srgbClr val="071E4C"/>
                </a:solidFill>
              </a:ln>
            </p:spPr>
          </p:sp>
          <p:sp>
            <p:nvSpPr>
              <p:cNvPr id="283" name="283 path">
                <a:extLst xmlns:a="http://schemas.openxmlformats.org/drawingml/2006/main">
                  <a:ext uri="{FF2B5EF4-FFF2-40B4-BE49-F238E27FC236}">
                    <a16:creationId xmlns:a16="http://schemas.microsoft.com/office/drawing/2014/main" id="{1AB8A7B0-78DC-4B3A-AFAB-44806266B8F3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60555" y="7800975"/>
                <a:ext cx="36195" cy="44196"/>
              </a:xfrm>
              <a:custGeom xmlns:a="http://schemas.openxmlformats.org/drawingml/2006/main">
                <a:pathLst>
                  <a:path w="36195" h="44196">
                    <a:moveTo>
                      <a:pt x="0" y="0"/>
                    </a:moveTo>
                    <a:lnTo>
                      <a:pt x="0" y="44196"/>
                    </a:lnTo>
                    <a:lnTo>
                      <a:pt x="36195" y="44196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>
                <a:solidFill>
                  <a:srgbClr val="071E4C"/>
                </a:solidFill>
              </a:ln>
            </p:spPr>
          </p:sp>
          <p:sp>
            <p:nvSpPr>
              <p:cNvPr id="284" name="284 path">
                <a:extLst xmlns:a="http://schemas.openxmlformats.org/drawingml/2006/main">
                  <a:ext uri="{FF2B5EF4-FFF2-40B4-BE49-F238E27FC236}">
                    <a16:creationId xmlns:a16="http://schemas.microsoft.com/office/drawing/2014/main" id="{2FF8F2A4-3CF0-4979-B210-A6BA338FF69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24360" y="7874127"/>
                <a:ext cx="46672" cy="95"/>
              </a:xfrm>
              <a:custGeom xmlns:a="http://schemas.openxmlformats.org/drawingml/2006/main">
                <a:pathLst>
                  <a:path w="46672" h="95">
                    <a:moveTo>
                      <a:pt x="0" y="0"/>
                    </a:moveTo>
                    <a:lnTo>
                      <a:pt x="46672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071E4C"/>
                </a:solidFill>
              </a:ln>
            </p:spPr>
          </p:sp>
          <p:sp>
            <p:nvSpPr>
              <p:cNvPr id="285" name="285 path">
                <a:extLst xmlns:a="http://schemas.openxmlformats.org/drawingml/2006/main">
                  <a:ext uri="{FF2B5EF4-FFF2-40B4-BE49-F238E27FC236}">
                    <a16:creationId xmlns:a16="http://schemas.microsoft.com/office/drawing/2014/main" id="{AC0B865E-7E6E-450A-802C-FC29FB446A3B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24360" y="7903083"/>
                <a:ext cx="32385" cy="95"/>
              </a:xfrm>
              <a:custGeom xmlns:a="http://schemas.openxmlformats.org/drawingml/2006/main">
                <a:pathLst>
                  <a:path w="32385" h="95">
                    <a:moveTo>
                      <a:pt x="0" y="0"/>
                    </a:moveTo>
                    <a:lnTo>
                      <a:pt x="3238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071E4C"/>
                </a:solidFill>
              </a:ln>
            </p:spPr>
          </p:sp>
        </p:grpSp>
        <p:sp>
          <p:nvSpPr>
            <p:cNvPr id="286" name="286 Historical fixes">
              <a:extLst xmlns:a="http://schemas.openxmlformats.org/drawingml/2006/main">
                <a:ext uri="{FF2B5EF4-FFF2-40B4-BE49-F238E27FC236}">
                  <a16:creationId xmlns:a16="http://schemas.microsoft.com/office/drawing/2014/main" id="{E6BEC1A2-2560-45CD-B3E1-1716F345EF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68200" y="7753350"/>
              <a:ext cx="1095375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13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Historical fixes</a:t>
              </a:r>
            </a:p>
          </p:txBody>
        </p:sp>
        <p:sp>
          <p:nvSpPr>
            <p:cNvPr id="287" name="287 rect">
              <a:extLst xmlns:a="http://schemas.openxmlformats.org/drawingml/2006/main">
                <a:ext uri="{FF2B5EF4-FFF2-40B4-BE49-F238E27FC236}">
                  <a16:creationId xmlns:a16="http://schemas.microsoft.com/office/drawing/2014/main" id="{82C3B11C-6894-476E-B02A-D8655A8D92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39575" y="8010525"/>
              <a:ext cx="1609725" cy="247650"/>
            </a:xfrm>
            <a:prstGeom xmlns:a="http://schemas.openxmlformats.org/drawingml/2006/main" prst="roundRect">
              <a:avLst>
                <a:gd name="adj" fmla="val 15385"/>
              </a:avLst>
            </a:prstGeom>
            <a:solidFill xmlns:a="http://schemas.openxmlformats.org/drawingml/2006/main">
              <a:srgbClr val="EFF5F4"/>
            </a:solidFill>
            <a:ln xmlns:a="http://schemas.openxmlformats.org/drawingml/2006/main" w="6668">
              <a:solidFill>
                <a:srgbClr val="D4E2DE"/>
              </a:solidFill>
            </a:ln>
          </p:spPr>
        </p:sp>
        <p:grpSp>
          <p:nvGrpSpPr>
            <p:cNvPr id="338" name="document-287"/>
            <p:cNvGrpSpPr/>
            <p:nvPr/>
          </p:nvGrpSpPr>
          <p:grpSpPr>
            <ns29:xfrm xmlns:ns29="http://schemas.openxmlformats.org/drawingml/2006/main">
              <ns29:off x="12001500" y="8067675"/>
              <ns29:ext cx="95250" cy="152400"/>
              <ns29:chOff x="12001500" y="8067675"/>
              <ns29:chExt cx="95250" cy="152400"/>
            </ns29:xfrm>
          </p:grpSpPr>
          <p:sp>
            <p:nvSpPr>
              <p:cNvPr id="288" name="288 document">
                <a:extLst xmlns:a="http://schemas.openxmlformats.org/drawingml/2006/main">
                  <a:ext uri="{FF2B5EF4-FFF2-40B4-BE49-F238E27FC236}">
                    <a16:creationId xmlns:a16="http://schemas.microsoft.com/office/drawing/2014/main" id="{B69D2574-3765-4519-93C3-8915690E3BEF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01500" y="8067675"/>
                <a:ext cx="95250" cy="152400"/>
              </a:xfrm>
              <a:custGeom xmlns:a="http://schemas.openxmlformats.org/drawingml/2006/main">
                <a:pathLst>
                  <a:path w="95250" h="152400">
                    <a:moveTo>
                      <a:pt x="0" y="0"/>
                    </a:moveTo>
                    <a:lnTo>
                      <a:pt x="59055" y="0"/>
                    </a:lnTo>
                    <a:lnTo>
                      <a:pt x="95250" y="44196"/>
                    </a:lnTo>
                    <a:lnTo>
                      <a:pt x="95250" y="1524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 xmlns:a="http://schemas.openxmlformats.org/drawingml/2006/main">
                <a:srgbClr val="F7FAFE"/>
              </a:solidFill>
              <a:ln xmlns:a="http://schemas.openxmlformats.org/drawingml/2006/main" w="19050">
                <a:solidFill>
                  <a:srgbClr val="071E4C"/>
                </a:solidFill>
              </a:ln>
            </p:spPr>
          </p:sp>
          <p:sp>
            <p:nvSpPr>
              <p:cNvPr id="289" name="289 path">
                <a:extLst xmlns:a="http://schemas.openxmlformats.org/drawingml/2006/main">
                  <a:ext uri="{FF2B5EF4-FFF2-40B4-BE49-F238E27FC236}">
                    <a16:creationId xmlns:a16="http://schemas.microsoft.com/office/drawing/2014/main" id="{0F62C040-E764-486B-9DF4-7FEF1E5ADF7A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60555" y="8067675"/>
                <a:ext cx="36195" cy="44196"/>
              </a:xfrm>
              <a:custGeom xmlns:a="http://schemas.openxmlformats.org/drawingml/2006/main">
                <a:pathLst>
                  <a:path w="36195" h="44196">
                    <a:moveTo>
                      <a:pt x="0" y="0"/>
                    </a:moveTo>
                    <a:lnTo>
                      <a:pt x="0" y="44196"/>
                    </a:lnTo>
                    <a:lnTo>
                      <a:pt x="36195" y="44196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>
                <a:solidFill>
                  <a:srgbClr val="071E4C"/>
                </a:solidFill>
              </a:ln>
            </p:spPr>
          </p:sp>
          <p:sp>
            <p:nvSpPr>
              <p:cNvPr id="290" name="290 path">
                <a:extLst xmlns:a="http://schemas.openxmlformats.org/drawingml/2006/main">
                  <a:ext uri="{FF2B5EF4-FFF2-40B4-BE49-F238E27FC236}">
                    <a16:creationId xmlns:a16="http://schemas.microsoft.com/office/drawing/2014/main" id="{06C0A04D-FB59-416E-8AC6-A595B0EE9949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24360" y="8140827"/>
                <a:ext cx="46672" cy="95"/>
              </a:xfrm>
              <a:custGeom xmlns:a="http://schemas.openxmlformats.org/drawingml/2006/main">
                <a:pathLst>
                  <a:path w="46672" h="95">
                    <a:moveTo>
                      <a:pt x="0" y="0"/>
                    </a:moveTo>
                    <a:lnTo>
                      <a:pt x="46672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071E4C"/>
                </a:solidFill>
              </a:ln>
            </p:spPr>
          </p:sp>
          <p:sp>
            <p:nvSpPr>
              <p:cNvPr id="291" name="291 path">
                <a:extLst xmlns:a="http://schemas.openxmlformats.org/drawingml/2006/main">
                  <a:ext uri="{FF2B5EF4-FFF2-40B4-BE49-F238E27FC236}">
                    <a16:creationId xmlns:a16="http://schemas.microsoft.com/office/drawing/2014/main" id="{FA9F616C-4D93-4DC6-A16B-51647369A9B0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2024360" y="8169783"/>
                <a:ext cx="32385" cy="95"/>
              </a:xfrm>
              <a:custGeom xmlns:a="http://schemas.openxmlformats.org/drawingml/2006/main">
                <a:pathLst>
                  <a:path w="32385" h="95">
                    <a:moveTo>
                      <a:pt x="0" y="0"/>
                    </a:moveTo>
                    <a:lnTo>
                      <a:pt x="32385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071E4C"/>
                </a:solidFill>
              </a:ln>
            </p:spPr>
          </p:sp>
        </p:grpSp>
        <p:sp>
          <p:nvSpPr>
            <p:cNvPr id="292" name="292 …">
              <a:extLst xmlns:a="http://schemas.openxmlformats.org/drawingml/2006/main">
                <a:ext uri="{FF2B5EF4-FFF2-40B4-BE49-F238E27FC236}">
                  <a16:creationId xmlns:a16="http://schemas.microsoft.com/office/drawing/2014/main" id="{5500C1D0-F60B-420F-A4A4-83F5F7E0C50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268200" y="8020050"/>
              <a:ext cx="1095375" cy="20669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313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293" name="293 path">
              <a:extLst xmlns:a="http://schemas.openxmlformats.org/drawingml/2006/main">
                <a:ext uri="{FF2B5EF4-FFF2-40B4-BE49-F238E27FC236}">
                  <a16:creationId xmlns:a16="http://schemas.microsoft.com/office/drawing/2014/main" id="{8B19C3E0-38F3-459F-ACFF-1D5AAA840A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49325" y="7000875"/>
              <a:ext cx="95" cy="1181100"/>
            </a:xfrm>
            <a:custGeom xmlns:a="http://schemas.openxmlformats.org/drawingml/2006/main">
              <a:pathLst>
                <a:path w="95" h="1181100">
                  <a:moveTo>
                    <a:pt x="0" y="0"/>
                  </a:moveTo>
                  <a:lnTo>
                    <a:pt x="0" y="11811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7620">
              <a:solidFill>
                <a:srgbClr val="D3E0F4"/>
              </a:solidFill>
            </a:ln>
          </p:spPr>
        </p:sp>
        <p:sp>
          <p:nvSpPr>
            <p:cNvPr id="294" name="294 path">
              <a:extLst xmlns:a="http://schemas.openxmlformats.org/drawingml/2006/main">
                <a:ext uri="{FF2B5EF4-FFF2-40B4-BE49-F238E27FC236}">
                  <a16:creationId xmlns:a16="http://schemas.microsoft.com/office/drawing/2014/main" id="{E922ED43-DC89-4669-8793-4E98D8F8EC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506450" y="7600950"/>
              <a:ext cx="209550" cy="95"/>
            </a:xfrm>
            <a:custGeom xmlns:a="http://schemas.openxmlformats.org/drawingml/2006/main">
              <a:pathLst>
                <a:path w="209550" h="9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5240">
              <a:solidFill>
                <a:srgbClr val="071E4C"/>
              </a:solidFill>
            </a:ln>
          </p:spPr>
        </p:sp>
        <p:sp>
          <p:nvSpPr>
            <p:cNvPr id="295" name="295 arrow head">
              <a:extLst xmlns:a="http://schemas.openxmlformats.org/drawingml/2006/main">
                <a:ext uri="{FF2B5EF4-FFF2-40B4-BE49-F238E27FC236}">
                  <a16:creationId xmlns:a16="http://schemas.microsoft.com/office/drawing/2014/main" id="{1124782A-BD98-490D-8BD4-44FC427FE1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39800" y="7564374"/>
              <a:ext cx="76200" cy="73152"/>
            </a:xfrm>
            <a:custGeom xmlns:a="http://schemas.openxmlformats.org/drawingml/2006/main">
              <a:pathLst>
                <a:path w="76200" h="73152">
                  <a:moveTo>
                    <a:pt x="76200" y="36576"/>
                  </a:moveTo>
                  <a:lnTo>
                    <a:pt x="0" y="0"/>
                  </a:lnTo>
                  <a:lnTo>
                    <a:pt x="0" y="73152"/>
                  </a:lnTo>
                  <a:close/>
                </a:path>
              </a:pathLst>
            </a:custGeom>
            <a:solidFill xmlns:a="http://schemas.openxmlformats.org/drawingml/2006/main">
              <a:srgbClr val="071E4C"/>
            </a:solidFill>
            <a:ln xmlns:a="http://schemas.openxmlformats.org/drawingml/2006/main" w="4763">
              <a:solidFill>
                <a:srgbClr val="071E4C"/>
              </a:solidFill>
            </a:ln>
          </p:spPr>
        </p:sp>
        <p:grpSp>
          <p:nvGrpSpPr>
            <p:cNvPr id="339" name="document-295"/>
            <p:cNvGrpSpPr/>
            <p:nvPr/>
          </p:nvGrpSpPr>
          <p:grpSpPr>
            <ns30:xfrm xmlns:ns30="http://schemas.openxmlformats.org/drawingml/2006/main">
              <ns30:off x="13820775" y="7362825"/>
              <ns30:ext cx="323850" cy="457200"/>
              <ns30:chOff x="13820775" y="7362825"/>
              <ns30:chExt cx="323850" cy="457200"/>
            </ns30:xfrm>
          </p:grpSpPr>
          <p:sp>
            <p:nvSpPr>
              <p:cNvPr id="296" name="296 document">
                <a:extLst xmlns:a="http://schemas.openxmlformats.org/drawingml/2006/main">
                  <a:ext uri="{FF2B5EF4-FFF2-40B4-BE49-F238E27FC236}">
                    <a16:creationId xmlns:a16="http://schemas.microsoft.com/office/drawing/2014/main" id="{875BA1C1-15A5-45F7-B48B-5AC30D9298A8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820775" y="7362825"/>
                <a:ext cx="323850" cy="457200"/>
              </a:xfrm>
              <a:custGeom xmlns:a="http://schemas.openxmlformats.org/drawingml/2006/main">
                <a:pathLst>
                  <a:path w="323850" h="457200">
                    <a:moveTo>
                      <a:pt x="0" y="0"/>
                    </a:moveTo>
                    <a:lnTo>
                      <a:pt x="200787" y="0"/>
                    </a:lnTo>
                    <a:lnTo>
                      <a:pt x="323850" y="132588"/>
                    </a:lnTo>
                    <a:lnTo>
                      <a:pt x="323850" y="4572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 xmlns:a="http://schemas.openxmlformats.org/drawingml/2006/main">
                <a:srgbClr val="F7FAFE"/>
              </a:solidFill>
              <a:ln xmlns:a="http://schemas.openxmlformats.org/drawingml/2006/main" w="19050">
                <a:solidFill>
                  <a:srgbClr val="17477F"/>
                </a:solidFill>
              </a:ln>
            </p:spPr>
          </p:sp>
          <p:sp>
            <p:nvSpPr>
              <p:cNvPr id="297" name="297 path">
                <a:extLst xmlns:a="http://schemas.openxmlformats.org/drawingml/2006/main">
                  <a:ext uri="{FF2B5EF4-FFF2-40B4-BE49-F238E27FC236}">
                    <a16:creationId xmlns:a16="http://schemas.microsoft.com/office/drawing/2014/main" id="{B69715A6-72A6-4E70-8A0A-89B9ED03D322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4021562" y="7362825"/>
                <a:ext cx="123063" cy="132588"/>
              </a:xfrm>
              <a:custGeom xmlns:a="http://schemas.openxmlformats.org/drawingml/2006/main">
                <a:pathLst>
                  <a:path w="123063" h="132588">
                    <a:moveTo>
                      <a:pt x="0" y="0"/>
                    </a:moveTo>
                    <a:lnTo>
                      <a:pt x="0" y="132588"/>
                    </a:lnTo>
                    <a:lnTo>
                      <a:pt x="123063" y="132588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6193">
                <a:solidFill>
                  <a:srgbClr val="17477F"/>
                </a:solidFill>
              </a:ln>
            </p:spPr>
          </p:sp>
          <p:sp>
            <p:nvSpPr>
              <p:cNvPr id="298" name="298 path">
                <a:extLst xmlns:a="http://schemas.openxmlformats.org/drawingml/2006/main">
                  <a:ext uri="{FF2B5EF4-FFF2-40B4-BE49-F238E27FC236}">
                    <a16:creationId xmlns:a16="http://schemas.microsoft.com/office/drawing/2014/main" id="{ECC20C67-94C2-4ABD-A9CE-DB7316A8ED04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898499" y="7582281"/>
                <a:ext cx="158686" cy="95"/>
              </a:xfrm>
              <a:custGeom xmlns:a="http://schemas.openxmlformats.org/drawingml/2006/main">
                <a:pathLst>
                  <a:path w="158686" h="95">
                    <a:moveTo>
                      <a:pt x="0" y="0"/>
                    </a:moveTo>
                    <a:lnTo>
                      <a:pt x="158686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17477F"/>
                </a:solidFill>
              </a:ln>
            </p:spPr>
          </p:sp>
          <p:sp>
            <p:nvSpPr>
              <p:cNvPr id="299" name="299 path">
                <a:extLst xmlns:a="http://schemas.openxmlformats.org/drawingml/2006/main">
                  <a:ext uri="{FF2B5EF4-FFF2-40B4-BE49-F238E27FC236}">
                    <a16:creationId xmlns:a16="http://schemas.microsoft.com/office/drawing/2014/main" id="{5278A28C-60E7-4CCD-8320-D03AD8ECACE7}"/>
                  </a:ext>
                </a:extLst>
              </p:cNvPr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>
                <a:off x="13898499" y="7669149"/>
                <a:ext cx="110109" cy="95"/>
              </a:xfrm>
              <a:custGeom xmlns:a="http://schemas.openxmlformats.org/drawingml/2006/main">
                <a:pathLst>
                  <a:path w="110109" h="95">
                    <a:moveTo>
                      <a:pt x="0" y="0"/>
                    </a:moveTo>
                    <a:lnTo>
                      <a:pt x="110109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145">
                <a:solidFill>
                  <a:srgbClr val="17477F"/>
                </a:solidFill>
              </a:ln>
            </p:spPr>
          </p:sp>
        </p:grpSp>
        <p:sp>
          <p:nvSpPr>
            <p:cNvPr id="300" name="300 Reconstructed">
              <a:extLst xmlns:a="http://schemas.openxmlformats.org/drawingml/2006/main">
                <a:ext uri="{FF2B5EF4-FFF2-40B4-BE49-F238E27FC236}">
                  <a16:creationId xmlns:a16="http://schemas.microsoft.com/office/drawing/2014/main" id="{768C2FE6-07B8-43E4-8053-B240B34A9E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306550" y="7324725"/>
              <a:ext cx="971550" cy="20433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9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9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Reconstructed</a:t>
              </a:r>
            </a:p>
          </p:txBody>
        </p:sp>
        <p:sp>
          <p:nvSpPr>
            <p:cNvPr id="301" name="301 context for">
              <a:extLst xmlns:a="http://schemas.openxmlformats.org/drawingml/2006/main">
                <a:ext uri="{FF2B5EF4-FFF2-40B4-BE49-F238E27FC236}">
                  <a16:creationId xmlns:a16="http://schemas.microsoft.com/office/drawing/2014/main" id="{D4D38CBB-7BCC-422D-A952-77BD82E5C7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306550" y="7505986"/>
              <a:ext cx="971550" cy="20433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9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9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context for</a:t>
              </a:r>
            </a:p>
          </p:txBody>
        </p:sp>
        <p:sp>
          <p:nvSpPr>
            <p:cNvPr id="302" name="302 next iteration">
              <a:extLst xmlns:a="http://schemas.openxmlformats.org/drawingml/2006/main">
                <a:ext uri="{FF2B5EF4-FFF2-40B4-BE49-F238E27FC236}">
                  <a16:creationId xmlns:a16="http://schemas.microsoft.com/office/drawing/2014/main" id="{BA5824C5-C80E-4CB4-A402-2C3F35E937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306550" y="7687246"/>
              <a:ext cx="971550" cy="20433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9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98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next iteration</a:t>
              </a:r>
            </a:p>
          </p:txBody>
        </p:sp>
      </p:grpSp>
      <p:grpSp>
        <p:nvGrpSpPr>
          <p:cNvPr id="340" name="Context supports orchestration"/>
          <p:cNvGrpSpPr/>
          <p:nvPr/>
        </p:nvGrpSpPr>
        <p:grpSpPr>
          <ns32:xfrm xmlns:ns32="http://schemas.openxmlformats.org/drawingml/2006/main">
            <ns32:off x="7921752" y="5686425"/>
            <ns32:ext cx="82296" cy="323850"/>
            <ns32:chOff x="7921752" y="5686425"/>
            <ns32:chExt cx="82296" cy="323850"/>
          </ns32:xfrm>
        </p:grpSpPr>
        <p:sp>
          <p:nvSpPr>
            <p:cNvPr id="303" name="303 path">
              <a:extLst xmlns:a="http://schemas.openxmlformats.org/drawingml/2006/main">
                <a:ext uri="{FF2B5EF4-FFF2-40B4-BE49-F238E27FC236}">
                  <a16:creationId xmlns:a16="http://schemas.microsoft.com/office/drawing/2014/main" id="{2CEBF3CD-19C3-484A-9D14-E0413FEE14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62900" y="5686425"/>
              <a:ext cx="95" cy="323850"/>
            </a:xfrm>
            <a:custGeom xmlns:a="http://schemas.openxmlformats.org/drawingml/2006/main">
              <a:pathLst>
                <a:path w="95" h="323850">
                  <a:moveTo>
                    <a:pt x="0" y="323850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5E8982"/>
              </a:solidFill>
            </a:ln>
          </p:spPr>
        </p:sp>
        <p:sp>
          <p:nvSpPr>
            <p:cNvPr id="304" name="304 arrow head">
              <a:extLst xmlns:a="http://schemas.openxmlformats.org/drawingml/2006/main">
                <a:ext uri="{FF2B5EF4-FFF2-40B4-BE49-F238E27FC236}">
                  <a16:creationId xmlns:a16="http://schemas.microsoft.com/office/drawing/2014/main" id="{9AE76F4F-C859-4B53-A5D1-E350807136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21752" y="5686425"/>
              <a:ext cx="82296" cy="85725"/>
            </a:xfrm>
            <a:custGeom xmlns:a="http://schemas.openxmlformats.org/drawingml/2006/main">
              <a:pathLst>
                <a:path w="82296" h="85725">
                  <a:moveTo>
                    <a:pt x="41148" y="0"/>
                  </a:moveTo>
                  <a:lnTo>
                    <a:pt x="0" y="85725"/>
                  </a:lnTo>
                  <a:lnTo>
                    <a:pt x="82296" y="85725"/>
                  </a:lnTo>
                  <a:close/>
                </a:path>
              </a:pathLst>
            </a:custGeom>
            <a:solidFill xmlns:a="http://schemas.openxmlformats.org/drawingml/2006/main">
              <a:srgbClr val="5E8982"/>
            </a:solidFill>
            <a:ln xmlns:a="http://schemas.openxmlformats.org/drawingml/2006/main" w="4763">
              <a:solidFill>
                <a:srgbClr val="5E8982"/>
              </a:solidFill>
            </a:ln>
          </p:spPr>
        </p:sp>
      </p:grpSp>
      <p:grpSp>
        <p:nvGrpSpPr>
          <p:cNvPr id="341" name="Figure caption"/>
          <p:cNvGrpSpPr/>
          <p:nvPr/>
        </p:nvGrpSpPr>
        <p:grpSpPr>
          <ns33:xfrm xmlns:ns33="http://schemas.openxmlformats.org/drawingml/2006/main">
            <ns33:off x="2143125" y="8582025"/>
            <ns33:ext cx="13277850" cy="283464"/>
            <ns33:chOff x="2143125" y="8582025"/>
            <ns33:chExt cx="13277850" cy="283464"/>
          </ns33:xfrm>
        </p:grpSpPr>
        <p:sp>
          <p:nvSpPr>
            <p:cNvPr id="305" name="305 Figure 1: Overview of LaDiM.">
              <a:extLst xmlns:a="http://schemas.openxmlformats.org/drawingml/2006/main">
                <a:ext uri="{FF2B5EF4-FFF2-40B4-BE49-F238E27FC236}">
                  <a16:creationId xmlns:a16="http://schemas.microsoft.com/office/drawing/2014/main" id="{EB687F0D-5326-42A0-9DC8-CAD9DAF7AD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43125" y="8582025"/>
              <a:ext cx="2857500" cy="26456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80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80" b="1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Figure 1: Overview of LaDiM.</a:t>
              </a:r>
            </a:p>
          </p:txBody>
        </p:sp>
        <p:sp>
          <p:nvSpPr>
            <p:cNvPr id="306" name="306 LaDiM translates, verifies, and iteratively repairs programs with repository context management.">
              <a:extLst xmlns:a="http://schemas.openxmlformats.org/drawingml/2006/main">
                <a:ext uri="{FF2B5EF4-FFF2-40B4-BE49-F238E27FC236}">
                  <a16:creationId xmlns:a16="http://schemas.microsoft.com/office/drawing/2014/main" id="{73007D19-27EB-400E-BE5A-C4EE1BB026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48250" y="8582025"/>
              <a:ext cx="10372725" cy="28346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80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>
                  <a:solidFill>
                    <a:srgbClr val="071E4C"/>
                  </a:solidFill>
                  <a:latin typeface="Times New Roman"/>
                  <a:ea typeface="Times New Roman"/>
                  <a:cs typeface="Times New Roman"/>
                </a:rPr>
                <a:t>LaDiM translates, verifies, and iteratively repairs programs with repository context management.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2660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2026-09-24T10:11:30.8020000Z</dcterms:created>
  <dcterms:modified xsi:type="dcterms:W3CDTF">2026-09-24T10:11:30.8020000Z</dcterms:modified>
</coreProperties>
</file>