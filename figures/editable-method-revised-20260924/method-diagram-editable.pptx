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5925800" cy="8963025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user-supplied “ChatGPT Image Sep 24, 2026, 03_56_07 PM.png”. Language and framework logos use vector paths from figures/icons.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348" name="Source program"/>
          <p:cNvGrpSpPr/>
          <p:nvPr/>
        </p:nvGrpSpPr>
        <p:grpSpPr>
          <a:xfrm>
            <a:off x="247650" y="581025"/>
            <a:ext cx="2000250" cy="4086225"/>
            <a:chOff x="247650" y="581025"/>
            <a:chExt cx="2000250" cy="4086225"/>
          </a:xfrm>
        </p:grpSpPr>
        <p:sp>
          <p:nvSpPr>
            <p:cNvPr id="347" name="1 rect"/>
            <p:cNvSpPr/>
            <p:nvPr/>
          </p:nvSpPr>
          <p:spPr>
            <a:xfrm>
              <a:off x="247650" y="581025"/>
              <a:ext cx="2000250" cy="4086225"/>
            </a:xfrm>
            <a:prstGeom prst="roundRect">
              <a:avLst>
                <a:gd name="adj" fmla="val 3333"/>
              </a:avLst>
            </a:prstGeom>
            <a:solidFill>
              <a:srgbClr val="F8FAFC"/>
            </a:solidFill>
            <a:ln w="11430">
              <a:solidFill>
                <a:srgbClr val="A9B8C8"/>
              </a:solidFill>
            </a:ln>
          </p:spPr>
        </p:sp>
        <p:sp>
          <p:nvSpPr>
            <p:cNvPr id="2" name="2 Source Program"/>
            <p:cNvSpPr/>
            <p:nvPr/>
          </p:nvSpPr>
          <p:spPr>
            <a:xfrm>
              <a:off x="428625" y="685800"/>
              <a:ext cx="1704975" cy="2917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850" b="1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50" b="1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Source Program</a:t>
              </a:r>
              <a:endParaRPr sz="1850" b="1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" name="3 (repository)"/>
            <p:cNvSpPr/>
            <p:nvPr/>
          </p:nvSpPr>
          <p:spPr>
            <a:xfrm>
              <a:off x="428625" y="944594"/>
              <a:ext cx="1704975" cy="2917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850" b="1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50" b="1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(repository)</a:t>
              </a:r>
              <a:endParaRPr sz="1850" b="1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grpSp>
          <p:nvGrpSpPr>
            <p:cNvPr id="349" name="icon-python-3"/>
            <p:cNvGrpSpPr/>
            <p:nvPr/>
          </p:nvGrpSpPr>
          <p:grpSpPr>
            <a:xfrm>
              <a:off x="571500" y="1493463"/>
              <a:ext cx="419100" cy="432548"/>
              <a:chOff x="571500" y="1493463"/>
              <a:chExt cx="419100" cy="432548"/>
            </a:xfrm>
          </p:grpSpPr>
          <p:sp>
            <p:nvSpPr>
              <p:cNvPr id="4" name="4 python vector path"/>
              <p:cNvSpPr/>
              <p:nvPr/>
            </p:nvSpPr>
            <p:spPr>
              <a:xfrm>
                <a:off x="571500" y="1493463"/>
                <a:ext cx="419100" cy="432548"/>
              </a:xfrm>
              <a:custGeom>
                <a:avLst/>
                <a:gdLst/>
                <a:ahLst/>
                <a:cxnLst/>
                <a:pathLst>
                  <a:path w="419100" h="432548">
                    <a:moveTo>
                      <a:pt x="207056" y="0"/>
                    </a:moveTo>
                    <a:lnTo>
                      <a:pt x="200613" y="97"/>
                    </a:lnTo>
                    <a:lnTo>
                      <a:pt x="194257" y="323"/>
                    </a:lnTo>
                    <a:lnTo>
                      <a:pt x="188003" y="676"/>
                    </a:lnTo>
                    <a:lnTo>
                      <a:pt x="181864" y="1152"/>
                    </a:lnTo>
                    <a:lnTo>
                      <a:pt x="175854" y="1747"/>
                    </a:lnTo>
                    <a:lnTo>
                      <a:pt x="169988" y="2457"/>
                    </a:lnTo>
                    <a:lnTo>
                      <a:pt x="164279" y="3279"/>
                    </a:lnTo>
                    <a:lnTo>
                      <a:pt x="158742" y="4210"/>
                    </a:lnTo>
                    <a:lnTo>
                      <a:pt x="147921" y="6527"/>
                    </a:lnTo>
                    <a:lnTo>
                      <a:pt x="138714" y="9285"/>
                    </a:lnTo>
                    <a:lnTo>
                      <a:pt x="130998" y="12509"/>
                    </a:lnTo>
                    <a:lnTo>
                      <a:pt x="124649" y="16221"/>
                    </a:lnTo>
                    <a:lnTo>
                      <a:pt x="119546" y="20445"/>
                    </a:lnTo>
                    <a:lnTo>
                      <a:pt x="115564" y="25205"/>
                    </a:lnTo>
                    <a:lnTo>
                      <a:pt x="112582" y="30523"/>
                    </a:lnTo>
                    <a:lnTo>
                      <a:pt x="110476" y="36423"/>
                    </a:lnTo>
                    <a:lnTo>
                      <a:pt x="109124" y="42929"/>
                    </a:lnTo>
                    <a:lnTo>
                      <a:pt x="108403" y="50065"/>
                    </a:lnTo>
                    <a:lnTo>
                      <a:pt x="108190" y="57852"/>
                    </a:lnTo>
                    <a:lnTo>
                      <a:pt x="108190" y="97182"/>
                    </a:lnTo>
                    <a:lnTo>
                      <a:pt x="209295" y="97182"/>
                    </a:lnTo>
                    <a:lnTo>
                      <a:pt x="209295" y="110292"/>
                    </a:lnTo>
                    <a:lnTo>
                      <a:pt x="108190" y="110292"/>
                    </a:lnTo>
                    <a:lnTo>
                      <a:pt x="70247" y="110292"/>
                    </a:lnTo>
                    <a:lnTo>
                      <a:pt x="62985" y="110667"/>
                    </a:lnTo>
                    <a:lnTo>
                      <a:pt x="55925" y="111786"/>
                    </a:lnTo>
                    <a:lnTo>
                      <a:pt x="49114" y="113645"/>
                    </a:lnTo>
                    <a:lnTo>
                      <a:pt x="42601" y="116236"/>
                    </a:lnTo>
                    <a:lnTo>
                      <a:pt x="36435" y="119554"/>
                    </a:lnTo>
                    <a:lnTo>
                      <a:pt x="30666" y="123592"/>
                    </a:lnTo>
                    <a:lnTo>
                      <a:pt x="25340" y="128345"/>
                    </a:lnTo>
                    <a:lnTo>
                      <a:pt x="20508" y="133806"/>
                    </a:lnTo>
                    <a:lnTo>
                      <a:pt x="16218" y="139969"/>
                    </a:lnTo>
                    <a:lnTo>
                      <a:pt x="12519" y="146829"/>
                    </a:lnTo>
                    <a:lnTo>
                      <a:pt x="9459" y="154378"/>
                    </a:lnTo>
                    <a:lnTo>
                      <a:pt x="7086" y="162611"/>
                    </a:lnTo>
                    <a:lnTo>
                      <a:pt x="5102" y="171434"/>
                    </a:lnTo>
                    <a:lnTo>
                      <a:pt x="3436" y="179818"/>
                    </a:lnTo>
                    <a:lnTo>
                      <a:pt x="2092" y="187848"/>
                    </a:lnTo>
                    <a:lnTo>
                      <a:pt x="1073" y="195610"/>
                    </a:lnTo>
                    <a:lnTo>
                      <a:pt x="382" y="203188"/>
                    </a:lnTo>
                    <a:lnTo>
                      <a:pt x="24" y="210670"/>
                    </a:lnTo>
                    <a:lnTo>
                      <a:pt x="0" y="218139"/>
                    </a:lnTo>
                    <a:lnTo>
                      <a:pt x="315" y="225682"/>
                    </a:lnTo>
                    <a:lnTo>
                      <a:pt x="972" y="233384"/>
                    </a:lnTo>
                    <a:lnTo>
                      <a:pt x="1974" y="241331"/>
                    </a:lnTo>
                    <a:lnTo>
                      <a:pt x="3325" y="249607"/>
                    </a:lnTo>
                    <a:lnTo>
                      <a:pt x="5028" y="258299"/>
                    </a:lnTo>
                    <a:lnTo>
                      <a:pt x="7086" y="267491"/>
                    </a:lnTo>
                    <a:lnTo>
                      <a:pt x="9295" y="275596"/>
                    </a:lnTo>
                    <a:lnTo>
                      <a:pt x="12009" y="283207"/>
                    </a:lnTo>
                    <a:lnTo>
                      <a:pt x="15238" y="290265"/>
                    </a:lnTo>
                    <a:lnTo>
                      <a:pt x="18992" y="296712"/>
                    </a:lnTo>
                    <a:lnTo>
                      <a:pt x="23281" y="302489"/>
                    </a:lnTo>
                    <a:lnTo>
                      <a:pt x="28115" y="307538"/>
                    </a:lnTo>
                    <a:lnTo>
                      <a:pt x="33505" y="311800"/>
                    </a:lnTo>
                    <a:lnTo>
                      <a:pt x="39460" y="315217"/>
                    </a:lnTo>
                    <a:lnTo>
                      <a:pt x="45991" y="317730"/>
                    </a:lnTo>
                    <a:lnTo>
                      <a:pt x="53107" y="319281"/>
                    </a:lnTo>
                    <a:lnTo>
                      <a:pt x="60820" y="319811"/>
                    </a:lnTo>
                    <a:lnTo>
                      <a:pt x="95582" y="319811"/>
                    </a:lnTo>
                    <a:lnTo>
                      <a:pt x="95582" y="272664"/>
                    </a:lnTo>
                    <a:lnTo>
                      <a:pt x="96084" y="264886"/>
                    </a:lnTo>
                    <a:lnTo>
                      <a:pt x="97547" y="257323"/>
                    </a:lnTo>
                    <a:lnTo>
                      <a:pt x="99906" y="250044"/>
                    </a:lnTo>
                    <a:lnTo>
                      <a:pt x="103099" y="243121"/>
                    </a:lnTo>
                    <a:lnTo>
                      <a:pt x="107061" y="236625"/>
                    </a:lnTo>
                    <a:lnTo>
                      <a:pt x="111727" y="230627"/>
                    </a:lnTo>
                    <a:lnTo>
                      <a:pt x="117034" y="225198"/>
                    </a:lnTo>
                    <a:lnTo>
                      <a:pt x="122917" y="220409"/>
                    </a:lnTo>
                    <a:lnTo>
                      <a:pt x="129313" y="216332"/>
                    </a:lnTo>
                    <a:lnTo>
                      <a:pt x="136158" y="213036"/>
                    </a:lnTo>
                    <a:lnTo>
                      <a:pt x="143387" y="210595"/>
                    </a:lnTo>
                    <a:lnTo>
                      <a:pt x="150936" y="209078"/>
                    </a:lnTo>
                    <a:lnTo>
                      <a:pt x="158742" y="208556"/>
                    </a:lnTo>
                    <a:lnTo>
                      <a:pt x="259728" y="208556"/>
                    </a:lnTo>
                    <a:lnTo>
                      <a:pt x="267241" y="207984"/>
                    </a:lnTo>
                    <a:lnTo>
                      <a:pt x="274398" y="206324"/>
                    </a:lnTo>
                    <a:lnTo>
                      <a:pt x="281123" y="203659"/>
                    </a:lnTo>
                    <a:lnTo>
                      <a:pt x="287339" y="200071"/>
                    </a:lnTo>
                    <a:lnTo>
                      <a:pt x="292972" y="195644"/>
                    </a:lnTo>
                    <a:lnTo>
                      <a:pt x="297946" y="190462"/>
                    </a:lnTo>
                    <a:lnTo>
                      <a:pt x="302185" y="184606"/>
                    </a:lnTo>
                    <a:lnTo>
                      <a:pt x="305613" y="178161"/>
                    </a:lnTo>
                    <a:lnTo>
                      <a:pt x="308156" y="171208"/>
                    </a:lnTo>
                    <a:lnTo>
                      <a:pt x="309737" y="163833"/>
                    </a:lnTo>
                    <a:lnTo>
                      <a:pt x="310281" y="156116"/>
                    </a:lnTo>
                    <a:lnTo>
                      <a:pt x="310281" y="57852"/>
                    </a:lnTo>
                    <a:lnTo>
                      <a:pt x="309722" y="50405"/>
                    </a:lnTo>
                    <a:lnTo>
                      <a:pt x="308102" y="43344"/>
                    </a:lnTo>
                    <a:lnTo>
                      <a:pt x="305504" y="36713"/>
                    </a:lnTo>
                    <a:lnTo>
                      <a:pt x="302015" y="30555"/>
                    </a:lnTo>
                    <a:lnTo>
                      <a:pt x="297718" y="24910"/>
                    </a:lnTo>
                    <a:lnTo>
                      <a:pt x="292699" y="19822"/>
                    </a:lnTo>
                    <a:lnTo>
                      <a:pt x="287042" y="15333"/>
                    </a:lnTo>
                    <a:lnTo>
                      <a:pt x="280832" y="11484"/>
                    </a:lnTo>
                    <a:lnTo>
                      <a:pt x="274153" y="8320"/>
                    </a:lnTo>
                    <a:lnTo>
                      <a:pt x="267090" y="5881"/>
                    </a:lnTo>
                    <a:lnTo>
                      <a:pt x="259728" y="4210"/>
                    </a:lnTo>
                    <a:lnTo>
                      <a:pt x="253187" y="3178"/>
                    </a:lnTo>
                    <a:lnTo>
                      <a:pt x="246602" y="2295"/>
                    </a:lnTo>
                    <a:lnTo>
                      <a:pt x="239987" y="1559"/>
                    </a:lnTo>
                    <a:lnTo>
                      <a:pt x="233361" y="967"/>
                    </a:lnTo>
                    <a:lnTo>
                      <a:pt x="226738" y="518"/>
                    </a:lnTo>
                    <a:lnTo>
                      <a:pt x="220135" y="208"/>
                    </a:lnTo>
                    <a:lnTo>
                      <a:pt x="213569" y="36"/>
                    </a:lnTo>
                    <a:lnTo>
                      <a:pt x="207056" y="0"/>
                    </a:lnTo>
                    <a:close/>
                    <a:moveTo>
                      <a:pt x="152380" y="31632"/>
                    </a:moveTo>
                    <a:lnTo>
                      <a:pt x="156193" y="32034"/>
                    </a:lnTo>
                    <a:lnTo>
                      <a:pt x="159749" y="33185"/>
                    </a:lnTo>
                    <a:lnTo>
                      <a:pt x="162971" y="35005"/>
                    </a:lnTo>
                    <a:lnTo>
                      <a:pt x="165781" y="37416"/>
                    </a:lnTo>
                    <a:lnTo>
                      <a:pt x="168101" y="40336"/>
                    </a:lnTo>
                    <a:lnTo>
                      <a:pt x="169855" y="43686"/>
                    </a:lnTo>
                    <a:lnTo>
                      <a:pt x="170964" y="47387"/>
                    </a:lnTo>
                    <a:lnTo>
                      <a:pt x="171350" y="51357"/>
                    </a:lnTo>
                    <a:lnTo>
                      <a:pt x="170964" y="55312"/>
                    </a:lnTo>
                    <a:lnTo>
                      <a:pt x="169855" y="58994"/>
                    </a:lnTo>
                    <a:lnTo>
                      <a:pt x="168101" y="62324"/>
                    </a:lnTo>
                    <a:lnTo>
                      <a:pt x="165781" y="65225"/>
                    </a:lnTo>
                    <a:lnTo>
                      <a:pt x="162971" y="67617"/>
                    </a:lnTo>
                    <a:lnTo>
                      <a:pt x="159749" y="69423"/>
                    </a:lnTo>
                    <a:lnTo>
                      <a:pt x="156193" y="70564"/>
                    </a:lnTo>
                    <a:lnTo>
                      <a:pt x="152380" y="70962"/>
                    </a:lnTo>
                    <a:lnTo>
                      <a:pt x="148555" y="70564"/>
                    </a:lnTo>
                    <a:lnTo>
                      <a:pt x="144993" y="69423"/>
                    </a:lnTo>
                    <a:lnTo>
                      <a:pt x="141771" y="67617"/>
                    </a:lnTo>
                    <a:lnTo>
                      <a:pt x="138963" y="65225"/>
                    </a:lnTo>
                    <a:lnTo>
                      <a:pt x="136647" y="62324"/>
                    </a:lnTo>
                    <a:lnTo>
                      <a:pt x="134898" y="58994"/>
                    </a:lnTo>
                    <a:lnTo>
                      <a:pt x="133793" y="55312"/>
                    </a:lnTo>
                    <a:lnTo>
                      <a:pt x="133407" y="51357"/>
                    </a:lnTo>
                    <a:lnTo>
                      <a:pt x="133793" y="47387"/>
                    </a:lnTo>
                    <a:lnTo>
                      <a:pt x="134898" y="43686"/>
                    </a:lnTo>
                    <a:lnTo>
                      <a:pt x="136647" y="40336"/>
                    </a:lnTo>
                    <a:lnTo>
                      <a:pt x="138963" y="37416"/>
                    </a:lnTo>
                    <a:lnTo>
                      <a:pt x="141771" y="35005"/>
                    </a:lnTo>
                    <a:lnTo>
                      <a:pt x="144993" y="33185"/>
                    </a:lnTo>
                    <a:lnTo>
                      <a:pt x="148555" y="32034"/>
                    </a:lnTo>
                    <a:lnTo>
                      <a:pt x="152380" y="31632"/>
                    </a:lnTo>
                    <a:close/>
                  </a:path>
                </a:pathLst>
              </a:custGeom>
              <a:solidFill>
                <a:srgbClr val="306998"/>
              </a:solidFill>
              <a:ln w="0">
                <a:noFill/>
              </a:ln>
            </p:spPr>
          </p:sp>
          <p:sp>
            <p:nvSpPr>
              <p:cNvPr id="5" name="5 python vector path"/>
              <p:cNvSpPr/>
              <p:nvPr/>
            </p:nvSpPr>
            <p:spPr>
              <a:xfrm>
                <a:off x="571500" y="1493463"/>
                <a:ext cx="419100" cy="432548"/>
              </a:xfrm>
              <a:custGeom>
                <a:avLst/>
                <a:gdLst/>
                <a:ahLst/>
                <a:cxnLst/>
                <a:pathLst>
                  <a:path w="419100" h="432548">
                    <a:moveTo>
                      <a:pt x="322890" y="110292"/>
                    </a:moveTo>
                    <a:lnTo>
                      <a:pt x="322890" y="156116"/>
                    </a:lnTo>
                    <a:lnTo>
                      <a:pt x="322377" y="164204"/>
                    </a:lnTo>
                    <a:lnTo>
                      <a:pt x="320887" y="172026"/>
                    </a:lnTo>
                    <a:lnTo>
                      <a:pt x="318487" y="179515"/>
                    </a:lnTo>
                    <a:lnTo>
                      <a:pt x="315247" y="186606"/>
                    </a:lnTo>
                    <a:lnTo>
                      <a:pt x="311237" y="193232"/>
                    </a:lnTo>
                    <a:lnTo>
                      <a:pt x="306525" y="199327"/>
                    </a:lnTo>
                    <a:lnTo>
                      <a:pt x="301182" y="204824"/>
                    </a:lnTo>
                    <a:lnTo>
                      <a:pt x="295276" y="209658"/>
                    </a:lnTo>
                    <a:lnTo>
                      <a:pt x="288876" y="213761"/>
                    </a:lnTo>
                    <a:lnTo>
                      <a:pt x="282052" y="217068"/>
                    </a:lnTo>
                    <a:lnTo>
                      <a:pt x="274873" y="219512"/>
                    </a:lnTo>
                    <a:lnTo>
                      <a:pt x="267409" y="221027"/>
                    </a:lnTo>
                    <a:lnTo>
                      <a:pt x="259728" y="221547"/>
                    </a:lnTo>
                    <a:lnTo>
                      <a:pt x="158742" y="221547"/>
                    </a:lnTo>
                    <a:lnTo>
                      <a:pt x="151330" y="222131"/>
                    </a:lnTo>
                    <a:lnTo>
                      <a:pt x="144236" y="223822"/>
                    </a:lnTo>
                    <a:lnTo>
                      <a:pt x="137542" y="226532"/>
                    </a:lnTo>
                    <a:lnTo>
                      <a:pt x="131330" y="230168"/>
                    </a:lnTo>
                    <a:lnTo>
                      <a:pt x="125681" y="234641"/>
                    </a:lnTo>
                    <a:lnTo>
                      <a:pt x="120677" y="239860"/>
                    </a:lnTo>
                    <a:lnTo>
                      <a:pt x="116399" y="245736"/>
                    </a:lnTo>
                    <a:lnTo>
                      <a:pt x="112930" y="252176"/>
                    </a:lnTo>
                    <a:lnTo>
                      <a:pt x="110351" y="259092"/>
                    </a:lnTo>
                    <a:lnTo>
                      <a:pt x="108744" y="266392"/>
                    </a:lnTo>
                    <a:lnTo>
                      <a:pt x="108190" y="273987"/>
                    </a:lnTo>
                    <a:lnTo>
                      <a:pt x="108190" y="372251"/>
                    </a:lnTo>
                    <a:lnTo>
                      <a:pt x="108884" y="380298"/>
                    </a:lnTo>
                    <a:lnTo>
                      <a:pt x="110882" y="387673"/>
                    </a:lnTo>
                    <a:lnTo>
                      <a:pt x="114058" y="394395"/>
                    </a:lnTo>
                    <a:lnTo>
                      <a:pt x="118287" y="400480"/>
                    </a:lnTo>
                    <a:lnTo>
                      <a:pt x="123444" y="405949"/>
                    </a:lnTo>
                    <a:lnTo>
                      <a:pt x="129402" y="410820"/>
                    </a:lnTo>
                    <a:lnTo>
                      <a:pt x="136037" y="415111"/>
                    </a:lnTo>
                    <a:lnTo>
                      <a:pt x="143222" y="418841"/>
                    </a:lnTo>
                    <a:lnTo>
                      <a:pt x="150832" y="422029"/>
                    </a:lnTo>
                    <a:lnTo>
                      <a:pt x="158742" y="424692"/>
                    </a:lnTo>
                    <a:lnTo>
                      <a:pt x="166108" y="426766"/>
                    </a:lnTo>
                    <a:lnTo>
                      <a:pt x="173452" y="428547"/>
                    </a:lnTo>
                    <a:lnTo>
                      <a:pt x="180798" y="430019"/>
                    </a:lnTo>
                    <a:lnTo>
                      <a:pt x="188170" y="431170"/>
                    </a:lnTo>
                    <a:lnTo>
                      <a:pt x="195594" y="431984"/>
                    </a:lnTo>
                    <a:lnTo>
                      <a:pt x="203092" y="432449"/>
                    </a:lnTo>
                    <a:lnTo>
                      <a:pt x="210690" y="432548"/>
                    </a:lnTo>
                    <a:lnTo>
                      <a:pt x="218411" y="432269"/>
                    </a:lnTo>
                    <a:lnTo>
                      <a:pt x="226281" y="431596"/>
                    </a:lnTo>
                    <a:lnTo>
                      <a:pt x="234323" y="430517"/>
                    </a:lnTo>
                    <a:lnTo>
                      <a:pt x="242562" y="429016"/>
                    </a:lnTo>
                    <a:lnTo>
                      <a:pt x="251022" y="427079"/>
                    </a:lnTo>
                    <a:lnTo>
                      <a:pt x="259728" y="424692"/>
                    </a:lnTo>
                    <a:lnTo>
                      <a:pt x="267329" y="422200"/>
                    </a:lnTo>
                    <a:lnTo>
                      <a:pt x="274760" y="419208"/>
                    </a:lnTo>
                    <a:lnTo>
                      <a:pt x="281873" y="415675"/>
                    </a:lnTo>
                    <a:lnTo>
                      <a:pt x="288519" y="411559"/>
                    </a:lnTo>
                    <a:lnTo>
                      <a:pt x="294550" y="406817"/>
                    </a:lnTo>
                    <a:lnTo>
                      <a:pt x="299817" y="401408"/>
                    </a:lnTo>
                    <a:lnTo>
                      <a:pt x="304172" y="395289"/>
                    </a:lnTo>
                    <a:lnTo>
                      <a:pt x="307467" y="388418"/>
                    </a:lnTo>
                    <a:lnTo>
                      <a:pt x="309553" y="380753"/>
                    </a:lnTo>
                    <a:lnTo>
                      <a:pt x="310281" y="372251"/>
                    </a:lnTo>
                    <a:lnTo>
                      <a:pt x="310281" y="332920"/>
                    </a:lnTo>
                    <a:lnTo>
                      <a:pt x="209295" y="332920"/>
                    </a:lnTo>
                    <a:lnTo>
                      <a:pt x="209295" y="319811"/>
                    </a:lnTo>
                    <a:lnTo>
                      <a:pt x="310281" y="319811"/>
                    </a:lnTo>
                    <a:lnTo>
                      <a:pt x="360832" y="319811"/>
                    </a:lnTo>
                    <a:lnTo>
                      <a:pt x="369113" y="319194"/>
                    </a:lnTo>
                    <a:lnTo>
                      <a:pt x="376393" y="317384"/>
                    </a:lnTo>
                    <a:lnTo>
                      <a:pt x="382779" y="314444"/>
                    </a:lnTo>
                    <a:lnTo>
                      <a:pt x="388378" y="310438"/>
                    </a:lnTo>
                    <a:lnTo>
                      <a:pt x="393296" y="305426"/>
                    </a:lnTo>
                    <a:lnTo>
                      <a:pt x="397638" y="299473"/>
                    </a:lnTo>
                    <a:lnTo>
                      <a:pt x="401512" y="292640"/>
                    </a:lnTo>
                    <a:lnTo>
                      <a:pt x="405024" y="284990"/>
                    </a:lnTo>
                    <a:lnTo>
                      <a:pt x="408279" y="276587"/>
                    </a:lnTo>
                    <a:lnTo>
                      <a:pt x="411384" y="267491"/>
                    </a:lnTo>
                    <a:lnTo>
                      <a:pt x="413626" y="260048"/>
                    </a:lnTo>
                    <a:lnTo>
                      <a:pt x="415480" y="252618"/>
                    </a:lnTo>
                    <a:lnTo>
                      <a:pt x="416951" y="245167"/>
                    </a:lnTo>
                    <a:lnTo>
                      <a:pt x="418042" y="237666"/>
                    </a:lnTo>
                    <a:lnTo>
                      <a:pt x="418757" y="230081"/>
                    </a:lnTo>
                    <a:lnTo>
                      <a:pt x="419100" y="222382"/>
                    </a:lnTo>
                    <a:lnTo>
                      <a:pt x="419074" y="214537"/>
                    </a:lnTo>
                    <a:lnTo>
                      <a:pt x="418683" y="206513"/>
                    </a:lnTo>
                    <a:lnTo>
                      <a:pt x="417931" y="198279"/>
                    </a:lnTo>
                    <a:lnTo>
                      <a:pt x="416821" y="189804"/>
                    </a:lnTo>
                    <a:lnTo>
                      <a:pt x="415358" y="181056"/>
                    </a:lnTo>
                    <a:lnTo>
                      <a:pt x="413544" y="172002"/>
                    </a:lnTo>
                    <a:lnTo>
                      <a:pt x="411384" y="162611"/>
                    </a:lnTo>
                    <a:lnTo>
                      <a:pt x="408998" y="153891"/>
                    </a:lnTo>
                    <a:lnTo>
                      <a:pt x="406162" y="145705"/>
                    </a:lnTo>
                    <a:lnTo>
                      <a:pt x="402822" y="138144"/>
                    </a:lnTo>
                    <a:lnTo>
                      <a:pt x="398925" y="131297"/>
                    </a:lnTo>
                    <a:lnTo>
                      <a:pt x="394417" y="125256"/>
                    </a:lnTo>
                    <a:lnTo>
                      <a:pt x="389244" y="120110"/>
                    </a:lnTo>
                    <a:lnTo>
                      <a:pt x="383353" y="115950"/>
                    </a:lnTo>
                    <a:lnTo>
                      <a:pt x="376690" y="112867"/>
                    </a:lnTo>
                    <a:lnTo>
                      <a:pt x="369201" y="110951"/>
                    </a:lnTo>
                    <a:lnTo>
                      <a:pt x="360832" y="110292"/>
                    </a:lnTo>
                    <a:lnTo>
                      <a:pt x="322890" y="110292"/>
                    </a:lnTo>
                    <a:close/>
                    <a:moveTo>
                      <a:pt x="266091" y="359141"/>
                    </a:moveTo>
                    <a:lnTo>
                      <a:pt x="269916" y="359539"/>
                    </a:lnTo>
                    <a:lnTo>
                      <a:pt x="273478" y="360680"/>
                    </a:lnTo>
                    <a:lnTo>
                      <a:pt x="276700" y="362486"/>
                    </a:lnTo>
                    <a:lnTo>
                      <a:pt x="279508" y="364879"/>
                    </a:lnTo>
                    <a:lnTo>
                      <a:pt x="281824" y="367779"/>
                    </a:lnTo>
                    <a:lnTo>
                      <a:pt x="283573" y="371110"/>
                    </a:lnTo>
                    <a:lnTo>
                      <a:pt x="284678" y="374791"/>
                    </a:lnTo>
                    <a:lnTo>
                      <a:pt x="285064" y="378746"/>
                    </a:lnTo>
                    <a:lnTo>
                      <a:pt x="284678" y="382717"/>
                    </a:lnTo>
                    <a:lnTo>
                      <a:pt x="283573" y="386418"/>
                    </a:lnTo>
                    <a:lnTo>
                      <a:pt x="281824" y="389768"/>
                    </a:lnTo>
                    <a:lnTo>
                      <a:pt x="279508" y="392688"/>
                    </a:lnTo>
                    <a:lnTo>
                      <a:pt x="276700" y="395098"/>
                    </a:lnTo>
                    <a:lnTo>
                      <a:pt x="273478" y="396918"/>
                    </a:lnTo>
                    <a:lnTo>
                      <a:pt x="269916" y="398069"/>
                    </a:lnTo>
                    <a:lnTo>
                      <a:pt x="266091" y="398470"/>
                    </a:lnTo>
                    <a:lnTo>
                      <a:pt x="262278" y="398069"/>
                    </a:lnTo>
                    <a:lnTo>
                      <a:pt x="258721" y="396918"/>
                    </a:lnTo>
                    <a:lnTo>
                      <a:pt x="255499" y="395098"/>
                    </a:lnTo>
                    <a:lnTo>
                      <a:pt x="252690" y="392688"/>
                    </a:lnTo>
                    <a:lnTo>
                      <a:pt x="250369" y="389768"/>
                    </a:lnTo>
                    <a:lnTo>
                      <a:pt x="248616" y="386418"/>
                    </a:lnTo>
                    <a:lnTo>
                      <a:pt x="247508" y="382717"/>
                    </a:lnTo>
                    <a:lnTo>
                      <a:pt x="247121" y="378746"/>
                    </a:lnTo>
                    <a:lnTo>
                      <a:pt x="247508" y="374791"/>
                    </a:lnTo>
                    <a:lnTo>
                      <a:pt x="248616" y="371110"/>
                    </a:lnTo>
                    <a:lnTo>
                      <a:pt x="250369" y="367779"/>
                    </a:lnTo>
                    <a:lnTo>
                      <a:pt x="252690" y="364879"/>
                    </a:lnTo>
                    <a:lnTo>
                      <a:pt x="255499" y="362486"/>
                    </a:lnTo>
                    <a:lnTo>
                      <a:pt x="258721" y="360680"/>
                    </a:lnTo>
                    <a:lnTo>
                      <a:pt x="262278" y="359539"/>
                    </a:lnTo>
                    <a:lnTo>
                      <a:pt x="266091" y="359141"/>
                    </a:lnTo>
                    <a:close/>
                  </a:path>
                </a:pathLst>
              </a:custGeom>
              <a:solidFill>
                <a:srgbClr val="FFE873"/>
              </a:solidFill>
              <a:ln w="0">
                <a:noFill/>
              </a:ln>
            </p:spPr>
          </p:sp>
        </p:grpSp>
        <p:sp>
          <p:nvSpPr>
            <p:cNvPr id="6" name="6 Python"/>
            <p:cNvSpPr/>
            <p:nvPr/>
          </p:nvSpPr>
          <p:spPr>
            <a:xfrm>
              <a:off x="1162050" y="1581150"/>
              <a:ext cx="990600" cy="24803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75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Python</a:t>
              </a:r>
              <a:endParaRPr sz="1575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grpSp>
          <p:nvGrpSpPr>
            <p:cNvPr id="350" name="icon-torch-6"/>
            <p:cNvGrpSpPr/>
            <p:nvPr/>
          </p:nvGrpSpPr>
          <p:grpSpPr>
            <a:xfrm>
              <a:off x="594841" y="2095500"/>
              <a:ext cx="362892" cy="447675"/>
              <a:chOff x="594841" y="2095500"/>
              <a:chExt cx="362892" cy="447675"/>
            </a:xfrm>
          </p:grpSpPr>
          <p:sp>
            <p:nvSpPr>
              <p:cNvPr id="7" name="7 torch vector path"/>
              <p:cNvSpPr/>
              <p:nvPr/>
            </p:nvSpPr>
            <p:spPr>
              <a:xfrm>
                <a:off x="594841" y="2095500"/>
                <a:ext cx="362892" cy="447675"/>
              </a:xfrm>
              <a:custGeom>
                <a:avLst/>
                <a:gdLst/>
                <a:ahLst/>
                <a:cxnLst/>
                <a:pathLst>
                  <a:path w="362892" h="447675">
                    <a:moveTo>
                      <a:pt x="309870" y="131555"/>
                    </a:moveTo>
                    <a:lnTo>
                      <a:pt x="278163" y="164057"/>
                    </a:lnTo>
                    <a:lnTo>
                      <a:pt x="282332" y="168522"/>
                    </a:lnTo>
                    <a:lnTo>
                      <a:pt x="286270" y="173129"/>
                    </a:lnTo>
                    <a:lnTo>
                      <a:pt x="289975" y="177869"/>
                    </a:lnTo>
                    <a:lnTo>
                      <a:pt x="293449" y="182733"/>
                    </a:lnTo>
                    <a:lnTo>
                      <a:pt x="296692" y="187715"/>
                    </a:lnTo>
                    <a:lnTo>
                      <a:pt x="299702" y="192806"/>
                    </a:lnTo>
                    <a:lnTo>
                      <a:pt x="302482" y="197997"/>
                    </a:lnTo>
                    <a:lnTo>
                      <a:pt x="305029" y="203281"/>
                    </a:lnTo>
                    <a:lnTo>
                      <a:pt x="307345" y="208650"/>
                    </a:lnTo>
                    <a:lnTo>
                      <a:pt x="309430" y="214096"/>
                    </a:lnTo>
                    <a:lnTo>
                      <a:pt x="311283" y="219610"/>
                    </a:lnTo>
                    <a:lnTo>
                      <a:pt x="312904" y="225184"/>
                    </a:lnTo>
                    <a:lnTo>
                      <a:pt x="314293" y="230811"/>
                    </a:lnTo>
                    <a:lnTo>
                      <a:pt x="315451" y="236483"/>
                    </a:lnTo>
                    <a:lnTo>
                      <a:pt x="316378" y="242191"/>
                    </a:lnTo>
                    <a:lnTo>
                      <a:pt x="317073" y="247926"/>
                    </a:lnTo>
                    <a:lnTo>
                      <a:pt x="317536" y="253683"/>
                    </a:lnTo>
                    <a:lnTo>
                      <a:pt x="317767" y="259451"/>
                    </a:lnTo>
                    <a:lnTo>
                      <a:pt x="317767" y="265223"/>
                    </a:lnTo>
                    <a:lnTo>
                      <a:pt x="317536" y="270991"/>
                    </a:lnTo>
                    <a:lnTo>
                      <a:pt x="317073" y="276747"/>
                    </a:lnTo>
                    <a:lnTo>
                      <a:pt x="316378" y="282483"/>
                    </a:lnTo>
                    <a:lnTo>
                      <a:pt x="315451" y="288191"/>
                    </a:lnTo>
                    <a:lnTo>
                      <a:pt x="314293" y="293862"/>
                    </a:lnTo>
                    <a:lnTo>
                      <a:pt x="312904" y="299489"/>
                    </a:lnTo>
                    <a:lnTo>
                      <a:pt x="311283" y="305064"/>
                    </a:lnTo>
                    <a:lnTo>
                      <a:pt x="309430" y="310578"/>
                    </a:lnTo>
                    <a:lnTo>
                      <a:pt x="307345" y="316023"/>
                    </a:lnTo>
                    <a:lnTo>
                      <a:pt x="305029" y="321392"/>
                    </a:lnTo>
                    <a:lnTo>
                      <a:pt x="302482" y="326677"/>
                    </a:lnTo>
                    <a:lnTo>
                      <a:pt x="299702" y="331868"/>
                    </a:lnTo>
                    <a:lnTo>
                      <a:pt x="296692" y="336959"/>
                    </a:lnTo>
                    <a:lnTo>
                      <a:pt x="293449" y="341940"/>
                    </a:lnTo>
                    <a:lnTo>
                      <a:pt x="289975" y="346805"/>
                    </a:lnTo>
                    <a:lnTo>
                      <a:pt x="286270" y="351545"/>
                    </a:lnTo>
                    <a:lnTo>
                      <a:pt x="282332" y="356151"/>
                    </a:lnTo>
                    <a:lnTo>
                      <a:pt x="278163" y="360617"/>
                    </a:lnTo>
                    <a:lnTo>
                      <a:pt x="273684" y="365005"/>
                    </a:lnTo>
                    <a:lnTo>
                      <a:pt x="269060" y="369143"/>
                    </a:lnTo>
                    <a:lnTo>
                      <a:pt x="264299" y="373031"/>
                    </a:lnTo>
                    <a:lnTo>
                      <a:pt x="259410" y="376667"/>
                    </a:lnTo>
                    <a:lnTo>
                      <a:pt x="254401" y="380053"/>
                    </a:lnTo>
                    <a:lnTo>
                      <a:pt x="249281" y="383187"/>
                    </a:lnTo>
                    <a:lnTo>
                      <a:pt x="244059" y="386071"/>
                    </a:lnTo>
                    <a:lnTo>
                      <a:pt x="238742" y="388705"/>
                    </a:lnTo>
                    <a:lnTo>
                      <a:pt x="233341" y="391087"/>
                    </a:lnTo>
                    <a:lnTo>
                      <a:pt x="227862" y="393219"/>
                    </a:lnTo>
                    <a:lnTo>
                      <a:pt x="222315" y="395100"/>
                    </a:lnTo>
                    <a:lnTo>
                      <a:pt x="216708" y="396730"/>
                    </a:lnTo>
                    <a:lnTo>
                      <a:pt x="211050" y="398109"/>
                    </a:lnTo>
                    <a:lnTo>
                      <a:pt x="205349" y="399238"/>
                    </a:lnTo>
                    <a:lnTo>
                      <a:pt x="199614" y="400115"/>
                    </a:lnTo>
                    <a:lnTo>
                      <a:pt x="193854" y="400742"/>
                    </a:lnTo>
                    <a:lnTo>
                      <a:pt x="188076" y="401119"/>
                    </a:lnTo>
                    <a:lnTo>
                      <a:pt x="182290" y="401244"/>
                    </a:lnTo>
                    <a:lnTo>
                      <a:pt x="176503" y="401119"/>
                    </a:lnTo>
                    <a:lnTo>
                      <a:pt x="170726" y="400742"/>
                    </a:lnTo>
                    <a:lnTo>
                      <a:pt x="164965" y="400115"/>
                    </a:lnTo>
                    <a:lnTo>
                      <a:pt x="159230" y="399238"/>
                    </a:lnTo>
                    <a:lnTo>
                      <a:pt x="153529" y="398109"/>
                    </a:lnTo>
                    <a:lnTo>
                      <a:pt x="147871" y="396730"/>
                    </a:lnTo>
                    <a:lnTo>
                      <a:pt x="142265" y="395100"/>
                    </a:lnTo>
                    <a:lnTo>
                      <a:pt x="136717" y="393219"/>
                    </a:lnTo>
                    <a:lnTo>
                      <a:pt x="131239" y="391087"/>
                    </a:lnTo>
                    <a:lnTo>
                      <a:pt x="125837" y="388705"/>
                    </a:lnTo>
                    <a:lnTo>
                      <a:pt x="120521" y="386071"/>
                    </a:lnTo>
                    <a:lnTo>
                      <a:pt x="115298" y="383187"/>
                    </a:lnTo>
                    <a:lnTo>
                      <a:pt x="110178" y="380053"/>
                    </a:lnTo>
                    <a:lnTo>
                      <a:pt x="105170" y="376667"/>
                    </a:lnTo>
                    <a:lnTo>
                      <a:pt x="100280" y="373031"/>
                    </a:lnTo>
                    <a:lnTo>
                      <a:pt x="95519" y="369143"/>
                    </a:lnTo>
                    <a:lnTo>
                      <a:pt x="90895" y="365005"/>
                    </a:lnTo>
                    <a:lnTo>
                      <a:pt x="86416" y="360617"/>
                    </a:lnTo>
                    <a:lnTo>
                      <a:pt x="82247" y="356151"/>
                    </a:lnTo>
                    <a:lnTo>
                      <a:pt x="78310" y="351545"/>
                    </a:lnTo>
                    <a:lnTo>
                      <a:pt x="74604" y="346805"/>
                    </a:lnTo>
                    <a:lnTo>
                      <a:pt x="71130" y="341940"/>
                    </a:lnTo>
                    <a:lnTo>
                      <a:pt x="67887" y="336959"/>
                    </a:lnTo>
                    <a:lnTo>
                      <a:pt x="64876" y="331868"/>
                    </a:lnTo>
                    <a:lnTo>
                      <a:pt x="62097" y="326677"/>
                    </a:lnTo>
                    <a:lnTo>
                      <a:pt x="59549" y="321392"/>
                    </a:lnTo>
                    <a:lnTo>
                      <a:pt x="57233" y="316023"/>
                    </a:lnTo>
                    <a:lnTo>
                      <a:pt x="55149" y="310578"/>
                    </a:lnTo>
                    <a:lnTo>
                      <a:pt x="53296" y="305064"/>
                    </a:lnTo>
                    <a:lnTo>
                      <a:pt x="51675" y="299489"/>
                    </a:lnTo>
                    <a:lnTo>
                      <a:pt x="50285" y="293862"/>
                    </a:lnTo>
                    <a:lnTo>
                      <a:pt x="49127" y="288191"/>
                    </a:lnTo>
                    <a:lnTo>
                      <a:pt x="48201" y="282483"/>
                    </a:lnTo>
                    <a:lnTo>
                      <a:pt x="47506" y="276747"/>
                    </a:lnTo>
                    <a:lnTo>
                      <a:pt x="47043" y="270991"/>
                    </a:lnTo>
                    <a:lnTo>
                      <a:pt x="46811" y="265223"/>
                    </a:lnTo>
                    <a:lnTo>
                      <a:pt x="46811" y="259451"/>
                    </a:lnTo>
                    <a:lnTo>
                      <a:pt x="47043" y="253683"/>
                    </a:lnTo>
                    <a:lnTo>
                      <a:pt x="47506" y="247926"/>
                    </a:lnTo>
                    <a:lnTo>
                      <a:pt x="48201" y="242191"/>
                    </a:lnTo>
                    <a:lnTo>
                      <a:pt x="49127" y="236483"/>
                    </a:lnTo>
                    <a:lnTo>
                      <a:pt x="50285" y="230811"/>
                    </a:lnTo>
                    <a:lnTo>
                      <a:pt x="51675" y="225184"/>
                    </a:lnTo>
                    <a:lnTo>
                      <a:pt x="53296" y="219610"/>
                    </a:lnTo>
                    <a:lnTo>
                      <a:pt x="55149" y="214096"/>
                    </a:lnTo>
                    <a:lnTo>
                      <a:pt x="57233" y="208650"/>
                    </a:lnTo>
                    <a:lnTo>
                      <a:pt x="59549" y="203281"/>
                    </a:lnTo>
                    <a:lnTo>
                      <a:pt x="62097" y="197997"/>
                    </a:lnTo>
                    <a:lnTo>
                      <a:pt x="64876" y="192806"/>
                    </a:lnTo>
                    <a:lnTo>
                      <a:pt x="67887" y="187715"/>
                    </a:lnTo>
                    <a:lnTo>
                      <a:pt x="71130" y="182733"/>
                    </a:lnTo>
                    <a:lnTo>
                      <a:pt x="74604" y="177869"/>
                    </a:lnTo>
                    <a:lnTo>
                      <a:pt x="78310" y="173129"/>
                    </a:lnTo>
                    <a:lnTo>
                      <a:pt x="82247" y="168522"/>
                    </a:lnTo>
                    <a:lnTo>
                      <a:pt x="86416" y="164057"/>
                    </a:lnTo>
                    <a:lnTo>
                      <a:pt x="86416" y="164057"/>
                    </a:lnTo>
                    <a:lnTo>
                      <a:pt x="170966" y="77386"/>
                    </a:lnTo>
                    <a:lnTo>
                      <a:pt x="181534" y="65004"/>
                    </a:lnTo>
                    <a:lnTo>
                      <a:pt x="181534" y="65004"/>
                    </a:lnTo>
                    <a:lnTo>
                      <a:pt x="181534" y="0"/>
                    </a:lnTo>
                    <a:lnTo>
                      <a:pt x="53199" y="131555"/>
                    </a:lnTo>
                    <a:lnTo>
                      <a:pt x="48943" y="136062"/>
                    </a:lnTo>
                    <a:lnTo>
                      <a:pt x="44865" y="140673"/>
                    </a:lnTo>
                    <a:lnTo>
                      <a:pt x="40963" y="145384"/>
                    </a:lnTo>
                    <a:lnTo>
                      <a:pt x="37239" y="150189"/>
                    </a:lnTo>
                    <a:lnTo>
                      <a:pt x="33693" y="155085"/>
                    </a:lnTo>
                    <a:lnTo>
                      <a:pt x="30324" y="160067"/>
                    </a:lnTo>
                    <a:lnTo>
                      <a:pt x="27132" y="165131"/>
                    </a:lnTo>
                    <a:lnTo>
                      <a:pt x="24117" y="170272"/>
                    </a:lnTo>
                    <a:lnTo>
                      <a:pt x="21280" y="175487"/>
                    </a:lnTo>
                    <a:lnTo>
                      <a:pt x="18620" y="180769"/>
                    </a:lnTo>
                    <a:lnTo>
                      <a:pt x="16137" y="186116"/>
                    </a:lnTo>
                    <a:lnTo>
                      <a:pt x="13832" y="191523"/>
                    </a:lnTo>
                    <a:lnTo>
                      <a:pt x="11704" y="196985"/>
                    </a:lnTo>
                    <a:lnTo>
                      <a:pt x="9753" y="202497"/>
                    </a:lnTo>
                    <a:lnTo>
                      <a:pt x="7980" y="208056"/>
                    </a:lnTo>
                    <a:lnTo>
                      <a:pt x="6384" y="213657"/>
                    </a:lnTo>
                    <a:lnTo>
                      <a:pt x="4965" y="219296"/>
                    </a:lnTo>
                    <a:lnTo>
                      <a:pt x="3724" y="224968"/>
                    </a:lnTo>
                    <a:lnTo>
                      <a:pt x="2660" y="230668"/>
                    </a:lnTo>
                    <a:lnTo>
                      <a:pt x="1773" y="236393"/>
                    </a:lnTo>
                    <a:lnTo>
                      <a:pt x="1064" y="242138"/>
                    </a:lnTo>
                    <a:lnTo>
                      <a:pt x="532" y="247898"/>
                    </a:lnTo>
                    <a:lnTo>
                      <a:pt x="177" y="253669"/>
                    </a:lnTo>
                    <a:lnTo>
                      <a:pt x="0" y="259447"/>
                    </a:lnTo>
                    <a:lnTo>
                      <a:pt x="0" y="265227"/>
                    </a:lnTo>
                    <a:lnTo>
                      <a:pt x="177" y="271005"/>
                    </a:lnTo>
                    <a:lnTo>
                      <a:pt x="532" y="276776"/>
                    </a:lnTo>
                    <a:lnTo>
                      <a:pt x="1064" y="282536"/>
                    </a:lnTo>
                    <a:lnTo>
                      <a:pt x="1773" y="288281"/>
                    </a:lnTo>
                    <a:lnTo>
                      <a:pt x="2660" y="294006"/>
                    </a:lnTo>
                    <a:lnTo>
                      <a:pt x="3724" y="299706"/>
                    </a:lnTo>
                    <a:lnTo>
                      <a:pt x="4965" y="305378"/>
                    </a:lnTo>
                    <a:lnTo>
                      <a:pt x="6384" y="311016"/>
                    </a:lnTo>
                    <a:lnTo>
                      <a:pt x="7980" y="316617"/>
                    </a:lnTo>
                    <a:lnTo>
                      <a:pt x="9753" y="322176"/>
                    </a:lnTo>
                    <a:lnTo>
                      <a:pt x="11704" y="327689"/>
                    </a:lnTo>
                    <a:lnTo>
                      <a:pt x="13832" y="333151"/>
                    </a:lnTo>
                    <a:lnTo>
                      <a:pt x="16137" y="338557"/>
                    </a:lnTo>
                    <a:lnTo>
                      <a:pt x="18620" y="343904"/>
                    </a:lnTo>
                    <a:lnTo>
                      <a:pt x="21280" y="349187"/>
                    </a:lnTo>
                    <a:lnTo>
                      <a:pt x="24117" y="354401"/>
                    </a:lnTo>
                    <a:lnTo>
                      <a:pt x="27132" y="359543"/>
                    </a:lnTo>
                    <a:lnTo>
                      <a:pt x="30324" y="364607"/>
                    </a:lnTo>
                    <a:lnTo>
                      <a:pt x="33693" y="369589"/>
                    </a:lnTo>
                    <a:lnTo>
                      <a:pt x="37239" y="374485"/>
                    </a:lnTo>
                    <a:lnTo>
                      <a:pt x="40963" y="379290"/>
                    </a:lnTo>
                    <a:lnTo>
                      <a:pt x="44865" y="384000"/>
                    </a:lnTo>
                    <a:lnTo>
                      <a:pt x="48943" y="388611"/>
                    </a:lnTo>
                    <a:lnTo>
                      <a:pt x="53199" y="393118"/>
                    </a:lnTo>
                    <a:lnTo>
                      <a:pt x="57689" y="397570"/>
                    </a:lnTo>
                    <a:lnTo>
                      <a:pt x="62283" y="401832"/>
                    </a:lnTo>
                    <a:lnTo>
                      <a:pt x="66979" y="405905"/>
                    </a:lnTo>
                    <a:lnTo>
                      <a:pt x="71771" y="409788"/>
                    </a:lnTo>
                    <a:lnTo>
                      <a:pt x="76655" y="413482"/>
                    </a:lnTo>
                    <a:lnTo>
                      <a:pt x="81626" y="416987"/>
                    </a:lnTo>
                    <a:lnTo>
                      <a:pt x="86680" y="420302"/>
                    </a:lnTo>
                    <a:lnTo>
                      <a:pt x="91812" y="423428"/>
                    </a:lnTo>
                    <a:lnTo>
                      <a:pt x="97017" y="426364"/>
                    </a:lnTo>
                    <a:lnTo>
                      <a:pt x="102290" y="429111"/>
                    </a:lnTo>
                    <a:lnTo>
                      <a:pt x="107628" y="431668"/>
                    </a:lnTo>
                    <a:lnTo>
                      <a:pt x="113026" y="434036"/>
                    </a:lnTo>
                    <a:lnTo>
                      <a:pt x="118479" y="436214"/>
                    </a:lnTo>
                    <a:lnTo>
                      <a:pt x="123982" y="438203"/>
                    </a:lnTo>
                    <a:lnTo>
                      <a:pt x="129531" y="440003"/>
                    </a:lnTo>
                    <a:lnTo>
                      <a:pt x="135121" y="441613"/>
                    </a:lnTo>
                    <a:lnTo>
                      <a:pt x="140748" y="443034"/>
                    </a:lnTo>
                    <a:lnTo>
                      <a:pt x="146407" y="444265"/>
                    </a:lnTo>
                    <a:lnTo>
                      <a:pt x="152094" y="445307"/>
                    </a:lnTo>
                    <a:lnTo>
                      <a:pt x="157804" y="446160"/>
                    </a:lnTo>
                    <a:lnTo>
                      <a:pt x="163532" y="446823"/>
                    </a:lnTo>
                    <a:lnTo>
                      <a:pt x="169273" y="447296"/>
                    </a:lnTo>
                    <a:lnTo>
                      <a:pt x="175024" y="447580"/>
                    </a:lnTo>
                    <a:lnTo>
                      <a:pt x="180780" y="447675"/>
                    </a:lnTo>
                    <a:lnTo>
                      <a:pt x="186535" y="447580"/>
                    </a:lnTo>
                    <a:lnTo>
                      <a:pt x="192286" y="447296"/>
                    </a:lnTo>
                    <a:lnTo>
                      <a:pt x="198028" y="446823"/>
                    </a:lnTo>
                    <a:lnTo>
                      <a:pt x="203756" y="446160"/>
                    </a:lnTo>
                    <a:lnTo>
                      <a:pt x="209465" y="445307"/>
                    </a:lnTo>
                    <a:lnTo>
                      <a:pt x="215152" y="444265"/>
                    </a:lnTo>
                    <a:lnTo>
                      <a:pt x="220811" y="443034"/>
                    </a:lnTo>
                    <a:lnTo>
                      <a:pt x="226438" y="441613"/>
                    </a:lnTo>
                    <a:lnTo>
                      <a:pt x="232028" y="440003"/>
                    </a:lnTo>
                    <a:lnTo>
                      <a:pt x="237577" y="438203"/>
                    </a:lnTo>
                    <a:lnTo>
                      <a:pt x="243081" y="436214"/>
                    </a:lnTo>
                    <a:lnTo>
                      <a:pt x="248533" y="434036"/>
                    </a:lnTo>
                    <a:lnTo>
                      <a:pt x="253931" y="431668"/>
                    </a:lnTo>
                    <a:lnTo>
                      <a:pt x="259269" y="429111"/>
                    </a:lnTo>
                    <a:lnTo>
                      <a:pt x="264543" y="426364"/>
                    </a:lnTo>
                    <a:lnTo>
                      <a:pt x="269748" y="423428"/>
                    </a:lnTo>
                    <a:lnTo>
                      <a:pt x="274879" y="420302"/>
                    </a:lnTo>
                    <a:lnTo>
                      <a:pt x="279933" y="416987"/>
                    </a:lnTo>
                    <a:lnTo>
                      <a:pt x="284904" y="413482"/>
                    </a:lnTo>
                    <a:lnTo>
                      <a:pt x="289788" y="409788"/>
                    </a:lnTo>
                    <a:lnTo>
                      <a:pt x="294580" y="405905"/>
                    </a:lnTo>
                    <a:lnTo>
                      <a:pt x="299276" y="401832"/>
                    </a:lnTo>
                    <a:lnTo>
                      <a:pt x="303871" y="397570"/>
                    </a:lnTo>
                    <a:lnTo>
                      <a:pt x="308360" y="393118"/>
                    </a:lnTo>
                    <a:lnTo>
                      <a:pt x="312707" y="388609"/>
                    </a:lnTo>
                    <a:lnTo>
                      <a:pt x="316872" y="383993"/>
                    </a:lnTo>
                    <a:lnTo>
                      <a:pt x="320857" y="379274"/>
                    </a:lnTo>
                    <a:lnTo>
                      <a:pt x="324660" y="374456"/>
                    </a:lnTo>
                    <a:lnTo>
                      <a:pt x="328283" y="369545"/>
                    </a:lnTo>
                    <a:lnTo>
                      <a:pt x="331726" y="364545"/>
                    </a:lnTo>
                    <a:lnTo>
                      <a:pt x="334987" y="359461"/>
                    </a:lnTo>
                    <a:lnTo>
                      <a:pt x="338068" y="354298"/>
                    </a:lnTo>
                    <a:lnTo>
                      <a:pt x="340968" y="349059"/>
                    </a:lnTo>
                    <a:lnTo>
                      <a:pt x="343689" y="343750"/>
                    </a:lnTo>
                    <a:lnTo>
                      <a:pt x="346228" y="338376"/>
                    </a:lnTo>
                    <a:lnTo>
                      <a:pt x="348588" y="332941"/>
                    </a:lnTo>
                    <a:lnTo>
                      <a:pt x="350767" y="327449"/>
                    </a:lnTo>
                    <a:lnTo>
                      <a:pt x="352766" y="321906"/>
                    </a:lnTo>
                    <a:lnTo>
                      <a:pt x="354585" y="316316"/>
                    </a:lnTo>
                    <a:lnTo>
                      <a:pt x="356225" y="310683"/>
                    </a:lnTo>
                    <a:lnTo>
                      <a:pt x="357684" y="305013"/>
                    </a:lnTo>
                    <a:lnTo>
                      <a:pt x="358963" y="299310"/>
                    </a:lnTo>
                    <a:lnTo>
                      <a:pt x="360063" y="293578"/>
                    </a:lnTo>
                    <a:lnTo>
                      <a:pt x="360983" y="287823"/>
                    </a:lnTo>
                    <a:lnTo>
                      <a:pt x="361724" y="282049"/>
                    </a:lnTo>
                    <a:lnTo>
                      <a:pt x="362285" y="276260"/>
                    </a:lnTo>
                    <a:lnTo>
                      <a:pt x="362667" y="270462"/>
                    </a:lnTo>
                    <a:lnTo>
                      <a:pt x="362869" y="264659"/>
                    </a:lnTo>
                    <a:lnTo>
                      <a:pt x="362892" y="258855"/>
                    </a:lnTo>
                    <a:lnTo>
                      <a:pt x="362736" y="253056"/>
                    </a:lnTo>
                    <a:lnTo>
                      <a:pt x="362401" y="247265"/>
                    </a:lnTo>
                    <a:lnTo>
                      <a:pt x="361887" y="241488"/>
                    </a:lnTo>
                    <a:lnTo>
                      <a:pt x="361194" y="235729"/>
                    </a:lnTo>
                    <a:lnTo>
                      <a:pt x="360322" y="229993"/>
                    </a:lnTo>
                    <a:lnTo>
                      <a:pt x="359271" y="224285"/>
                    </a:lnTo>
                    <a:lnTo>
                      <a:pt x="358041" y="218609"/>
                    </a:lnTo>
                    <a:lnTo>
                      <a:pt x="356633" y="212970"/>
                    </a:lnTo>
                    <a:lnTo>
                      <a:pt x="355046" y="207372"/>
                    </a:lnTo>
                    <a:lnTo>
                      <a:pt x="353281" y="201821"/>
                    </a:lnTo>
                    <a:lnTo>
                      <a:pt x="351337" y="196320"/>
                    </a:lnTo>
                    <a:lnTo>
                      <a:pt x="349215" y="190875"/>
                    </a:lnTo>
                    <a:lnTo>
                      <a:pt x="346915" y="185490"/>
                    </a:lnTo>
                    <a:lnTo>
                      <a:pt x="344437" y="180169"/>
                    </a:lnTo>
                    <a:lnTo>
                      <a:pt x="341780" y="174919"/>
                    </a:lnTo>
                    <a:lnTo>
                      <a:pt x="338946" y="169742"/>
                    </a:lnTo>
                    <a:lnTo>
                      <a:pt x="335933" y="164644"/>
                    </a:lnTo>
                    <a:lnTo>
                      <a:pt x="332743" y="159629"/>
                    </a:lnTo>
                    <a:lnTo>
                      <a:pt x="329375" y="154703"/>
                    </a:lnTo>
                    <a:lnTo>
                      <a:pt x="325829" y="149869"/>
                    </a:lnTo>
                    <a:lnTo>
                      <a:pt x="322105" y="145133"/>
                    </a:lnTo>
                    <a:lnTo>
                      <a:pt x="318204" y="140499"/>
                    </a:lnTo>
                    <a:lnTo>
                      <a:pt x="314126" y="135971"/>
                    </a:lnTo>
                    <a:lnTo>
                      <a:pt x="309870" y="131555"/>
                    </a:lnTo>
                    <a:close/>
                  </a:path>
                </a:pathLst>
              </a:custGeom>
              <a:solidFill>
                <a:srgbClr val="EE4C2C"/>
              </a:solidFill>
              <a:ln w="0">
                <a:noFill/>
              </a:ln>
            </p:spPr>
          </p:sp>
          <p:sp>
            <p:nvSpPr>
              <p:cNvPr id="8" name="8 torch vector path"/>
              <p:cNvSpPr/>
              <p:nvPr/>
            </p:nvSpPr>
            <p:spPr>
              <a:xfrm>
                <a:off x="594841" y="2095500"/>
                <a:ext cx="362892" cy="447675"/>
              </a:xfrm>
              <a:custGeom>
                <a:avLst/>
                <a:gdLst/>
                <a:ahLst/>
                <a:cxnLst/>
                <a:pathLst>
                  <a:path w="362892" h="447675">
                    <a:moveTo>
                      <a:pt x="270615" y="97506"/>
                    </a:moveTo>
                    <a:lnTo>
                      <a:pt x="270124" y="102496"/>
                    </a:lnTo>
                    <a:lnTo>
                      <a:pt x="268717" y="107145"/>
                    </a:lnTo>
                    <a:lnTo>
                      <a:pt x="266489" y="111351"/>
                    </a:lnTo>
                    <a:lnTo>
                      <a:pt x="263539" y="115016"/>
                    </a:lnTo>
                    <a:lnTo>
                      <a:pt x="259964" y="118040"/>
                    </a:lnTo>
                    <a:lnTo>
                      <a:pt x="255860" y="120323"/>
                    </a:lnTo>
                    <a:lnTo>
                      <a:pt x="251326" y="121766"/>
                    </a:lnTo>
                    <a:lnTo>
                      <a:pt x="246457" y="122269"/>
                    </a:lnTo>
                    <a:lnTo>
                      <a:pt x="241589" y="121766"/>
                    </a:lnTo>
                    <a:lnTo>
                      <a:pt x="237054" y="120323"/>
                    </a:lnTo>
                    <a:lnTo>
                      <a:pt x="232951" y="118040"/>
                    </a:lnTo>
                    <a:lnTo>
                      <a:pt x="229376" y="115016"/>
                    </a:lnTo>
                    <a:lnTo>
                      <a:pt x="226426" y="111351"/>
                    </a:lnTo>
                    <a:lnTo>
                      <a:pt x="224199" y="107145"/>
                    </a:lnTo>
                    <a:lnTo>
                      <a:pt x="222791" y="102496"/>
                    </a:lnTo>
                    <a:lnTo>
                      <a:pt x="222301" y="97506"/>
                    </a:lnTo>
                    <a:lnTo>
                      <a:pt x="222791" y="92515"/>
                    </a:lnTo>
                    <a:lnTo>
                      <a:pt x="224199" y="87867"/>
                    </a:lnTo>
                    <a:lnTo>
                      <a:pt x="226426" y="83660"/>
                    </a:lnTo>
                    <a:lnTo>
                      <a:pt x="229376" y="79995"/>
                    </a:lnTo>
                    <a:lnTo>
                      <a:pt x="232951" y="76972"/>
                    </a:lnTo>
                    <a:lnTo>
                      <a:pt x="237054" y="74688"/>
                    </a:lnTo>
                    <a:lnTo>
                      <a:pt x="241589" y="73245"/>
                    </a:lnTo>
                    <a:lnTo>
                      <a:pt x="246457" y="72742"/>
                    </a:lnTo>
                    <a:lnTo>
                      <a:pt x="251326" y="73245"/>
                    </a:lnTo>
                    <a:lnTo>
                      <a:pt x="255860" y="74688"/>
                    </a:lnTo>
                    <a:lnTo>
                      <a:pt x="259964" y="76972"/>
                    </a:lnTo>
                    <a:lnTo>
                      <a:pt x="263539" y="79995"/>
                    </a:lnTo>
                    <a:lnTo>
                      <a:pt x="266489" y="83660"/>
                    </a:lnTo>
                    <a:lnTo>
                      <a:pt x="268717" y="87867"/>
                    </a:lnTo>
                    <a:lnTo>
                      <a:pt x="270124" y="92515"/>
                    </a:lnTo>
                    <a:lnTo>
                      <a:pt x="270615" y="97506"/>
                    </a:lnTo>
                    <a:close/>
                  </a:path>
                </a:pathLst>
              </a:custGeom>
              <a:solidFill>
                <a:srgbClr val="EE4C2C"/>
              </a:solidFill>
              <a:ln w="0">
                <a:noFill/>
              </a:ln>
            </p:spPr>
          </p:sp>
        </p:grpSp>
        <p:sp>
          <p:nvSpPr>
            <p:cNvPr id="9" name="9 PyTorch"/>
            <p:cNvSpPr/>
            <p:nvPr/>
          </p:nvSpPr>
          <p:spPr>
            <a:xfrm>
              <a:off x="1152525" y="2228850"/>
              <a:ext cx="1000125" cy="24803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75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PyTorch</a:t>
              </a:r>
              <a:endParaRPr sz="1575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" name="10 …"/>
            <p:cNvSpPr/>
            <p:nvPr/>
          </p:nvSpPr>
          <p:spPr>
            <a:xfrm>
              <a:off x="1133475" y="2571750"/>
              <a:ext cx="762000" cy="30708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9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9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…</a:t>
              </a:r>
              <a:endParaRPr sz="1950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1" name="11 rect"/>
            <p:cNvSpPr/>
            <p:nvPr/>
          </p:nvSpPr>
          <p:spPr>
            <a:xfrm>
              <a:off x="352425" y="3038475"/>
              <a:ext cx="1781175" cy="1514475"/>
            </a:xfrm>
            <a:prstGeom prst="roundRect">
              <a:avLst>
                <a:gd name="adj" fmla="val 4403"/>
              </a:avLst>
            </a:prstGeom>
            <a:solidFill>
              <a:srgbClr val="FBFCFE"/>
            </a:solidFill>
            <a:ln w="6668">
              <a:solidFill>
                <a:srgbClr val="D2DFEF"/>
              </a:solidFill>
            </a:ln>
          </p:spPr>
        </p:sp>
        <p:sp>
          <p:nvSpPr>
            <p:cNvPr id="12" name="12 folder icon"/>
            <p:cNvSpPr/>
            <p:nvPr/>
          </p:nvSpPr>
          <p:spPr>
            <a:xfrm>
              <a:off x="485775" y="3238500"/>
              <a:ext cx="171450" cy="126683"/>
            </a:xfrm>
            <a:custGeom>
              <a:avLst/>
              <a:gdLst/>
              <a:ahLst/>
              <a:cxnLst/>
              <a:pathLst>
                <a:path w="171450" h="126683">
                  <a:moveTo>
                    <a:pt x="0" y="0"/>
                  </a:moveTo>
                  <a:lnTo>
                    <a:pt x="65151" y="0"/>
                  </a:lnTo>
                  <a:lnTo>
                    <a:pt x="85725" y="38100"/>
                  </a:lnTo>
                  <a:lnTo>
                    <a:pt x="171450" y="38100"/>
                  </a:lnTo>
                  <a:lnTo>
                    <a:pt x="171450" y="126683"/>
                  </a:lnTo>
                  <a:lnTo>
                    <a:pt x="0" y="126683"/>
                  </a:lnTo>
                  <a:close/>
                </a:path>
              </a:pathLst>
            </a:custGeom>
            <a:solidFill>
              <a:srgbClr val="52A8EF"/>
            </a:solidFill>
            <a:ln w="16193">
              <a:solidFill>
                <a:srgbClr val="386E9A"/>
              </a:solidFill>
            </a:ln>
          </p:spPr>
        </p:sp>
        <p:sp>
          <p:nvSpPr>
            <p:cNvPr id="13" name="13 src/"/>
            <p:cNvSpPr/>
            <p:nvPr/>
          </p:nvSpPr>
          <p:spPr>
            <a:xfrm>
              <a:off x="762000" y="3190875"/>
              <a:ext cx="1266825" cy="2244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425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425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src/</a:t>
              </a:r>
              <a:endParaRPr sz="1425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4" name="14 path"/>
            <p:cNvSpPr/>
            <p:nvPr/>
          </p:nvSpPr>
          <p:spPr>
            <a:xfrm>
              <a:off x="581025" y="3467100"/>
              <a:ext cx="95" cy="114300"/>
            </a:xfrm>
            <a:custGeom>
              <a:avLst/>
              <a:gdLst/>
              <a:ahLst/>
              <a:cxnLst/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9525">
              <a:solidFill>
                <a:srgbClr val="7290B3"/>
              </a:solidFill>
            </a:ln>
          </p:spPr>
        </p:sp>
        <p:sp>
          <p:nvSpPr>
            <p:cNvPr id="15" name="15 path"/>
            <p:cNvSpPr/>
            <p:nvPr/>
          </p:nvSpPr>
          <p:spPr>
            <a:xfrm>
              <a:off x="581025" y="3581400"/>
              <a:ext cx="114300" cy="95"/>
            </a:xfrm>
            <a:custGeom>
              <a:avLst/>
              <a:gdLst/>
              <a:ahLst/>
              <a:cxnLst/>
              <a:pathLst>
                <a:path w="114300" h="9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9525">
              <a:solidFill>
                <a:srgbClr val="7290B3"/>
              </a:solidFill>
            </a:ln>
          </p:spPr>
        </p:sp>
        <p:sp>
          <p:nvSpPr>
            <p:cNvPr id="16" name="16 path"/>
            <p:cNvSpPr/>
            <p:nvPr/>
          </p:nvSpPr>
          <p:spPr>
            <a:xfrm>
              <a:off x="800100" y="3486150"/>
              <a:ext cx="95" cy="838200"/>
            </a:xfrm>
            <a:custGeom>
              <a:avLst/>
              <a:gdLst/>
              <a:ahLst/>
              <a:cxnLst/>
              <a:pathLst>
                <a:path w="9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12383">
              <a:solidFill>
                <a:srgbClr val="7290B3"/>
              </a:solidFill>
            </a:ln>
          </p:spPr>
        </p:sp>
        <p:sp>
          <p:nvSpPr>
            <p:cNvPr id="17" name="17 path"/>
            <p:cNvSpPr/>
            <p:nvPr/>
          </p:nvSpPr>
          <p:spPr>
            <a:xfrm>
              <a:off x="800100" y="3581400"/>
              <a:ext cx="133350" cy="95"/>
            </a:xfrm>
            <a:custGeom>
              <a:avLst/>
              <a:gdLst/>
              <a:ahLst/>
              <a:cxnLst/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2383">
              <a:solidFill>
                <a:srgbClr val="7290B3"/>
              </a:solidFill>
            </a:ln>
          </p:spPr>
        </p:sp>
        <p:sp>
          <p:nvSpPr>
            <p:cNvPr id="18" name="18 model.py"/>
            <p:cNvSpPr/>
            <p:nvPr/>
          </p:nvSpPr>
          <p:spPr>
            <a:xfrm>
              <a:off x="1076325" y="3467100"/>
              <a:ext cx="952500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model.py</a:t>
              </a:r>
              <a:endParaRPr sz="1350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9" name="19 path"/>
            <p:cNvSpPr/>
            <p:nvPr/>
          </p:nvSpPr>
          <p:spPr>
            <a:xfrm>
              <a:off x="800100" y="3829050"/>
              <a:ext cx="133350" cy="95"/>
            </a:xfrm>
            <a:custGeom>
              <a:avLst/>
              <a:gdLst/>
              <a:ahLst/>
              <a:cxnLst/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2383">
              <a:solidFill>
                <a:srgbClr val="7290B3"/>
              </a:solidFill>
            </a:ln>
          </p:spPr>
        </p:sp>
        <p:sp>
          <p:nvSpPr>
            <p:cNvPr id="20" name="20 train.py"/>
            <p:cNvSpPr/>
            <p:nvPr/>
          </p:nvSpPr>
          <p:spPr>
            <a:xfrm>
              <a:off x="1076325" y="3714750"/>
              <a:ext cx="952500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train.py</a:t>
              </a:r>
              <a:endParaRPr sz="1350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1" name="21 path"/>
            <p:cNvSpPr/>
            <p:nvPr/>
          </p:nvSpPr>
          <p:spPr>
            <a:xfrm>
              <a:off x="800100" y="4076700"/>
              <a:ext cx="133350" cy="95"/>
            </a:xfrm>
            <a:custGeom>
              <a:avLst/>
              <a:gdLst/>
              <a:ahLst/>
              <a:cxnLst/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2383">
              <a:solidFill>
                <a:srgbClr val="7290B3"/>
              </a:solidFill>
            </a:ln>
          </p:spPr>
        </p:sp>
        <p:sp>
          <p:nvSpPr>
            <p:cNvPr id="22" name="22 utils.py"/>
            <p:cNvSpPr/>
            <p:nvPr/>
          </p:nvSpPr>
          <p:spPr>
            <a:xfrm>
              <a:off x="1076325" y="3962400"/>
              <a:ext cx="952500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utils.py</a:t>
              </a:r>
              <a:endParaRPr sz="1350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3" name="23 path"/>
            <p:cNvSpPr/>
            <p:nvPr/>
          </p:nvSpPr>
          <p:spPr>
            <a:xfrm>
              <a:off x="800100" y="4324350"/>
              <a:ext cx="133350" cy="95"/>
            </a:xfrm>
            <a:custGeom>
              <a:avLst/>
              <a:gdLst/>
              <a:ahLst/>
              <a:cxnLst/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2383">
              <a:solidFill>
                <a:srgbClr val="7290B3"/>
              </a:solidFill>
            </a:ln>
          </p:spPr>
        </p:sp>
        <p:sp>
          <p:nvSpPr>
            <p:cNvPr id="24" name="24 …"/>
            <p:cNvSpPr/>
            <p:nvPr/>
          </p:nvSpPr>
          <p:spPr>
            <a:xfrm>
              <a:off x="1076325" y="4210050"/>
              <a:ext cx="952500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…</a:t>
              </a:r>
              <a:endParaRPr sz="1350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sp>
        <p:nvSpPr>
          <p:cNvPr id="25" name="25 rect"/>
          <p:cNvSpPr/>
          <p:nvPr/>
        </p:nvSpPr>
        <p:spPr>
          <a:xfrm>
            <a:off x="2381250" y="581025"/>
            <a:ext cx="1809750" cy="4086225"/>
          </a:xfrm>
          <a:prstGeom prst="roundRect">
            <a:avLst>
              <a:gd name="adj" fmla="val 3684"/>
            </a:avLst>
          </a:prstGeom>
          <a:solidFill>
            <a:srgbClr val="F8FAFC"/>
          </a:solidFill>
          <a:ln w="11430">
            <a:solidFill>
              <a:srgbClr val="A9B8C8"/>
            </a:solidFill>
          </a:ln>
        </p:spPr>
      </p:sp>
      <p:grpSp>
        <p:nvGrpSpPr>
          <p:cNvPr id="352" name="robot-25"/>
          <p:cNvGrpSpPr/>
          <p:nvPr/>
        </p:nvGrpSpPr>
        <p:grpSpPr>
          <a:xfrm rot="0">
            <a:off x="3095625" y="838200"/>
            <a:ext cx="381000" cy="400050"/>
            <a:chOff x="3095625" y="838200"/>
            <a:chExt cx="381000" cy="400050"/>
          </a:xfrm>
        </p:grpSpPr>
        <p:sp>
          <p:nvSpPr>
            <p:cNvPr id="26" name="26 path"/>
            <p:cNvSpPr/>
            <p:nvPr/>
          </p:nvSpPr>
          <p:spPr>
            <a:xfrm>
              <a:off x="3286125" y="895350"/>
              <a:ext cx="95" cy="85725"/>
            </a:xfrm>
            <a:custGeom>
              <a:avLst/>
              <a:gdLst/>
              <a:ahLst/>
              <a:cxnLst/>
              <a:pathLst>
                <a:path w="95" h="85725">
                  <a:moveTo>
                    <a:pt x="0" y="0"/>
                  </a:moveTo>
                  <a:lnTo>
                    <a:pt x="0" y="85725"/>
                  </a:lnTo>
                </a:path>
              </a:pathLst>
            </a:custGeom>
            <a:noFill/>
            <a:ln w="19050">
              <a:solidFill>
                <a:srgbClr val="526579"/>
              </a:solidFill>
            </a:ln>
          </p:spPr>
        </p:sp>
        <p:sp>
          <p:nvSpPr>
            <p:cNvPr id="27" name="27 ellipse"/>
            <p:cNvSpPr/>
            <p:nvPr/>
          </p:nvSpPr>
          <p:spPr>
            <a:xfrm>
              <a:off x="3248025" y="838200"/>
              <a:ext cx="76200" cy="76200"/>
            </a:xfrm>
            <a:prstGeom prst="ellipse">
              <a:avLst/>
            </a:prstGeom>
            <a:solidFill>
              <a:srgbClr val="526579"/>
            </a:solidFill>
            <a:ln w="0">
              <a:noFill/>
            </a:ln>
          </p:spPr>
        </p:sp>
        <p:sp>
          <p:nvSpPr>
            <p:cNvPr id="28" name="28 rect"/>
            <p:cNvSpPr/>
            <p:nvPr/>
          </p:nvSpPr>
          <p:spPr>
            <a:xfrm>
              <a:off x="3095625" y="1047750"/>
              <a:ext cx="38100" cy="114300"/>
            </a:xfrm>
            <a:prstGeom prst="roundRect">
              <a:avLst>
                <a:gd name="adj" fmla="val 50000"/>
              </a:avLst>
            </a:prstGeom>
            <a:solidFill>
              <a:srgbClr val="526579"/>
            </a:solidFill>
            <a:ln w="0">
              <a:noFill/>
            </a:ln>
          </p:spPr>
        </p:sp>
        <p:sp>
          <p:nvSpPr>
            <p:cNvPr id="29" name="29 rect"/>
            <p:cNvSpPr/>
            <p:nvPr/>
          </p:nvSpPr>
          <p:spPr>
            <a:xfrm>
              <a:off x="3438525" y="1047750"/>
              <a:ext cx="38100" cy="114300"/>
            </a:xfrm>
            <a:prstGeom prst="roundRect">
              <a:avLst>
                <a:gd name="adj" fmla="val 50000"/>
              </a:avLst>
            </a:prstGeom>
            <a:solidFill>
              <a:srgbClr val="526579"/>
            </a:solidFill>
            <a:ln w="0">
              <a:noFill/>
            </a:ln>
          </p:spPr>
        </p:sp>
        <p:sp>
          <p:nvSpPr>
            <p:cNvPr id="30" name="30 rect"/>
            <p:cNvSpPr/>
            <p:nvPr/>
          </p:nvSpPr>
          <p:spPr>
            <a:xfrm>
              <a:off x="3143250" y="962025"/>
              <a:ext cx="285750" cy="276225"/>
            </a:xfrm>
            <a:prstGeom prst="roundRect">
              <a:avLst>
                <a:gd name="adj" fmla="val 20690"/>
              </a:avLst>
            </a:prstGeom>
            <a:gradFill>
              <a:gsLst>
                <a:gs pos="0">
                  <a:srgbClr val="526579"/>
                </a:gs>
                <a:gs pos="100000">
                  <a:srgbClr val="526579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31" name="31 ellipse"/>
            <p:cNvSpPr/>
            <p:nvPr/>
          </p:nvSpPr>
          <p:spPr>
            <a:xfrm>
              <a:off x="3200400" y="1047750"/>
              <a:ext cx="57150" cy="5715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</p:sp>
        <p:sp>
          <p:nvSpPr>
            <p:cNvPr id="32" name="32 ellipse"/>
            <p:cNvSpPr/>
            <p:nvPr/>
          </p:nvSpPr>
          <p:spPr>
            <a:xfrm>
              <a:off x="3314700" y="1047750"/>
              <a:ext cx="57150" cy="5715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</p:sp>
        <p:sp>
          <p:nvSpPr>
            <p:cNvPr id="33" name="33 path"/>
            <p:cNvSpPr/>
            <p:nvPr/>
          </p:nvSpPr>
          <p:spPr>
            <a:xfrm>
              <a:off x="3238500" y="1152525"/>
              <a:ext cx="104775" cy="21431"/>
            </a:xfrm>
            <a:custGeom>
              <a:avLst/>
              <a:gdLst/>
              <a:ahLst/>
              <a:cxnLst/>
              <a:pathLst>
                <a:path w="104775" h="21431">
                  <a:moveTo>
                    <a:pt x="0" y="0"/>
                  </a:moveTo>
                  <a:lnTo>
                    <a:pt x="2030" y="2762"/>
                  </a:lnTo>
                  <a:lnTo>
                    <a:pt x="4298" y="5334"/>
                  </a:lnTo>
                  <a:lnTo>
                    <a:pt x="6791" y="7715"/>
                  </a:lnTo>
                  <a:lnTo>
                    <a:pt x="9494" y="9906"/>
                  </a:lnTo>
                  <a:lnTo>
                    <a:pt x="12391" y="11906"/>
                  </a:lnTo>
                  <a:lnTo>
                    <a:pt x="15469" y="13716"/>
                  </a:lnTo>
                  <a:lnTo>
                    <a:pt x="18711" y="15335"/>
                  </a:lnTo>
                  <a:lnTo>
                    <a:pt x="22104" y="16764"/>
                  </a:lnTo>
                  <a:lnTo>
                    <a:pt x="25632" y="18002"/>
                  </a:lnTo>
                  <a:lnTo>
                    <a:pt x="29281" y="19050"/>
                  </a:lnTo>
                  <a:lnTo>
                    <a:pt x="33035" y="19907"/>
                  </a:lnTo>
                  <a:lnTo>
                    <a:pt x="36881" y="20574"/>
                  </a:lnTo>
                  <a:lnTo>
                    <a:pt x="40803" y="21050"/>
                  </a:lnTo>
                  <a:lnTo>
                    <a:pt x="44786" y="21336"/>
                  </a:lnTo>
                  <a:lnTo>
                    <a:pt x="48816" y="21431"/>
                  </a:lnTo>
                  <a:lnTo>
                    <a:pt x="52877" y="21336"/>
                  </a:lnTo>
                  <a:lnTo>
                    <a:pt x="56956" y="21050"/>
                  </a:lnTo>
                  <a:lnTo>
                    <a:pt x="61036" y="20574"/>
                  </a:lnTo>
                  <a:lnTo>
                    <a:pt x="65104" y="19907"/>
                  </a:lnTo>
                  <a:lnTo>
                    <a:pt x="69144" y="19050"/>
                  </a:lnTo>
                  <a:lnTo>
                    <a:pt x="73142" y="18002"/>
                  </a:lnTo>
                  <a:lnTo>
                    <a:pt x="77083" y="16764"/>
                  </a:lnTo>
                  <a:lnTo>
                    <a:pt x="80952" y="15335"/>
                  </a:lnTo>
                  <a:lnTo>
                    <a:pt x="84734" y="13716"/>
                  </a:lnTo>
                  <a:lnTo>
                    <a:pt x="88415" y="11906"/>
                  </a:lnTo>
                  <a:lnTo>
                    <a:pt x="91979" y="9906"/>
                  </a:lnTo>
                  <a:lnTo>
                    <a:pt x="95412" y="7715"/>
                  </a:lnTo>
                  <a:lnTo>
                    <a:pt x="98699" y="5334"/>
                  </a:lnTo>
                  <a:lnTo>
                    <a:pt x="101825" y="2762"/>
                  </a:lnTo>
                  <a:lnTo>
                    <a:pt x="104775" y="0"/>
                  </a:lnTo>
                </a:path>
              </a:pathLst>
            </a:custGeom>
            <a:noFill/>
            <a:ln w="14288">
              <a:solidFill>
                <a:srgbClr val="FFFFFF"/>
              </a:solidFill>
            </a:ln>
          </p:spPr>
        </p:sp>
      </p:grpSp>
      <p:sp>
        <p:nvSpPr>
          <p:cNvPr id="34" name="34 Translator"/>
          <p:cNvSpPr/>
          <p:nvPr/>
        </p:nvSpPr>
        <p:spPr>
          <a:xfrm>
            <a:off x="2533650" y="1419225"/>
            <a:ext cx="15049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1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Translator</a:t>
            </a:r>
            <a:endParaRPr sz="1875" b="1">
              <a:solidFill>
                <a:srgbClr val="182B4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5" name="35 rect"/>
          <p:cNvSpPr/>
          <p:nvPr/>
        </p:nvSpPr>
        <p:spPr>
          <a:xfrm>
            <a:off x="2543175" y="2057400"/>
            <a:ext cx="1485900" cy="1495425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1DDE5"/>
            </a:solidFill>
          </a:ln>
        </p:spPr>
      </p:sp>
      <p:grpSp>
        <p:nvGrpSpPr>
          <p:cNvPr id="353" name="document-35"/>
          <p:cNvGrpSpPr/>
          <p:nvPr/>
        </p:nvGrpSpPr>
        <p:grpSpPr>
          <a:xfrm rot="0">
            <a:off x="2724150" y="2276475"/>
            <a:ext cx="209550" cy="285750"/>
            <a:chOff x="2724150" y="2276475"/>
            <a:chExt cx="209550" cy="285750"/>
          </a:xfrm>
        </p:grpSpPr>
        <p:sp>
          <p:nvSpPr>
            <p:cNvPr id="36" name="36 document"/>
            <p:cNvSpPr/>
            <p:nvPr/>
          </p:nvSpPr>
          <p:spPr>
            <a:xfrm>
              <a:off x="2724150" y="2276475"/>
              <a:ext cx="209550" cy="285750"/>
            </a:xfrm>
            <a:custGeom>
              <a:avLst/>
              <a:gdLst/>
              <a:ahLst/>
              <a:cxnLst/>
              <a:pathLst>
                <a:path w="209550" h="285750">
                  <a:moveTo>
                    <a:pt x="0" y="0"/>
                  </a:moveTo>
                  <a:lnTo>
                    <a:pt x="129921" y="0"/>
                  </a:lnTo>
                  <a:lnTo>
                    <a:pt x="209550" y="82867"/>
                  </a:lnTo>
                  <a:lnTo>
                    <a:pt x="209550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F7FAFE"/>
            </a:solidFill>
            <a:ln w="19050">
              <a:solidFill>
                <a:srgbClr val="526579"/>
              </a:solidFill>
            </a:ln>
          </p:spPr>
        </p:sp>
        <p:sp>
          <p:nvSpPr>
            <p:cNvPr id="37" name="37 path"/>
            <p:cNvSpPr/>
            <p:nvPr/>
          </p:nvSpPr>
          <p:spPr>
            <a:xfrm>
              <a:off x="2854071" y="2276475"/>
              <a:ext cx="79629" cy="82867"/>
            </a:xfrm>
            <a:custGeom>
              <a:avLst/>
              <a:gdLst/>
              <a:ahLst/>
              <a:cxnLst/>
              <a:pathLst>
                <a:path w="79629" h="82867">
                  <a:moveTo>
                    <a:pt x="0" y="0"/>
                  </a:moveTo>
                  <a:lnTo>
                    <a:pt x="0" y="82867"/>
                  </a:lnTo>
                  <a:lnTo>
                    <a:pt x="79629" y="82867"/>
                  </a:lnTo>
                </a:path>
              </a:pathLst>
            </a:custGeom>
            <a:noFill/>
            <a:ln w="16193">
              <a:solidFill>
                <a:srgbClr val="526579"/>
              </a:solidFill>
            </a:ln>
          </p:spPr>
        </p:sp>
        <p:sp>
          <p:nvSpPr>
            <p:cNvPr id="38" name="38 path"/>
            <p:cNvSpPr/>
            <p:nvPr/>
          </p:nvSpPr>
          <p:spPr>
            <a:xfrm>
              <a:off x="2774442" y="2413635"/>
              <a:ext cx="102680" cy="95"/>
            </a:xfrm>
            <a:custGeom>
              <a:avLst/>
              <a:gdLst/>
              <a:ahLst/>
              <a:cxnLst/>
              <a:pathLst>
                <a:path w="102680" h="95">
                  <a:moveTo>
                    <a:pt x="0" y="0"/>
                  </a:moveTo>
                  <a:lnTo>
                    <a:pt x="102680" y="0"/>
                  </a:lnTo>
                </a:path>
              </a:pathLst>
            </a:custGeom>
            <a:noFill/>
            <a:ln w="17145">
              <a:solidFill>
                <a:srgbClr val="526579"/>
              </a:solidFill>
            </a:ln>
          </p:spPr>
        </p:sp>
        <p:sp>
          <p:nvSpPr>
            <p:cNvPr id="39" name="39 path"/>
            <p:cNvSpPr/>
            <p:nvPr/>
          </p:nvSpPr>
          <p:spPr>
            <a:xfrm>
              <a:off x="2774442" y="2467928"/>
              <a:ext cx="71247" cy="95"/>
            </a:xfrm>
            <a:custGeom>
              <a:avLst/>
              <a:gdLst/>
              <a:ahLst/>
              <a:cxnLst/>
              <a:pathLst>
                <a:path w="71247" h="95">
                  <a:moveTo>
                    <a:pt x="0" y="0"/>
                  </a:moveTo>
                  <a:lnTo>
                    <a:pt x="71247" y="0"/>
                  </a:lnTo>
                </a:path>
              </a:pathLst>
            </a:custGeom>
            <a:noFill/>
            <a:ln w="17145">
              <a:solidFill>
                <a:srgbClr val="526579"/>
              </a:solidFill>
            </a:ln>
          </p:spPr>
        </p:sp>
      </p:grpSp>
      <p:sp>
        <p:nvSpPr>
          <p:cNvPr id="40" name="40 Initial code"/>
          <p:cNvSpPr/>
          <p:nvPr/>
        </p:nvSpPr>
        <p:spPr>
          <a:xfrm>
            <a:off x="3000375" y="2324100"/>
            <a:ext cx="933450" cy="218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90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90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Initial code</a:t>
            </a:r>
            <a:endParaRPr sz="1390" b="0">
              <a:solidFill>
                <a:srgbClr val="182B4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1" name="41 path"/>
          <p:cNvSpPr/>
          <p:nvPr/>
        </p:nvSpPr>
        <p:spPr>
          <a:xfrm>
            <a:off x="2724150" y="2933700"/>
            <a:ext cx="990600" cy="0"/>
          </a:xfrm>
          <a:custGeom>
            <a:avLst/>
            <a:gdLst/>
            <a:ahLst/>
            <a:cxnLst/>
            <a:pathLst>
              <a:path w="990600" h="95">
                <a:moveTo>
                  <a:pt x="0" y="0"/>
                </a:moveTo>
                <a:lnTo>
                  <a:pt x="990600" y="0"/>
                </a:lnTo>
              </a:path>
            </a:pathLst>
          </a:custGeom>
          <a:noFill/>
          <a:ln w="28575">
            <a:solidFill>
              <a:srgbClr val="A8BBCD"/>
            </a:solidFill>
          </a:ln>
        </p:spPr>
      </p:sp>
      <p:sp>
        <p:nvSpPr>
          <p:cNvPr id="42" name="42 path"/>
          <p:cNvSpPr/>
          <p:nvPr/>
        </p:nvSpPr>
        <p:spPr>
          <a:xfrm>
            <a:off x="2724150" y="3067050"/>
            <a:ext cx="847725" cy="0"/>
          </a:xfrm>
          <a:custGeom>
            <a:avLst/>
            <a:gdLst/>
            <a:ahLst/>
            <a:cxnLst/>
            <a:pathLst>
              <a:path w="847725" h="95">
                <a:moveTo>
                  <a:pt x="0" y="0"/>
                </a:moveTo>
                <a:lnTo>
                  <a:pt x="847725" y="0"/>
                </a:lnTo>
              </a:path>
            </a:pathLst>
          </a:custGeom>
          <a:noFill/>
          <a:ln w="28575">
            <a:solidFill>
              <a:srgbClr val="A8BBCD"/>
            </a:solidFill>
          </a:ln>
        </p:spPr>
      </p:sp>
      <p:sp>
        <p:nvSpPr>
          <p:cNvPr id="43" name="43 path"/>
          <p:cNvSpPr/>
          <p:nvPr/>
        </p:nvSpPr>
        <p:spPr>
          <a:xfrm>
            <a:off x="2724150" y="3200400"/>
            <a:ext cx="704850" cy="0"/>
          </a:xfrm>
          <a:custGeom>
            <a:avLst/>
            <a:gdLst/>
            <a:ahLst/>
            <a:cxnLst/>
            <a:pathLst>
              <a:path w="704850" h="95">
                <a:moveTo>
                  <a:pt x="0" y="0"/>
                </a:moveTo>
                <a:lnTo>
                  <a:pt x="704850" y="0"/>
                </a:lnTo>
              </a:path>
            </a:pathLst>
          </a:custGeom>
          <a:noFill/>
          <a:ln w="28575">
            <a:solidFill>
              <a:srgbClr val="A8BBCD"/>
            </a:solidFill>
          </a:ln>
        </p:spPr>
      </p:sp>
      <p:grpSp>
        <p:nvGrpSpPr>
          <p:cNvPr id="354" name="Verifier Agent"/>
          <p:cNvGrpSpPr/>
          <p:nvPr/>
        </p:nvGrpSpPr>
        <p:grpSpPr>
          <a:xfrm>
            <a:off x="4324350" y="581025"/>
            <a:ext cx="5219700" cy="4086225"/>
            <a:chOff x="4324350" y="581025"/>
            <a:chExt cx="5219700" cy="4086225"/>
          </a:xfrm>
        </p:grpSpPr>
        <p:sp>
          <p:nvSpPr>
            <p:cNvPr id="44" name="44 rect"/>
            <p:cNvSpPr/>
            <p:nvPr/>
          </p:nvSpPr>
          <p:spPr>
            <a:xfrm>
              <a:off x="4324350" y="581025"/>
              <a:ext cx="5219700" cy="4086225"/>
            </a:xfrm>
            <a:prstGeom prst="roundRect">
              <a:avLst>
                <a:gd name="adj" fmla="val 1865"/>
              </a:avLst>
            </a:prstGeom>
            <a:solidFill>
              <a:srgbClr val="E7F0FF"/>
            </a:solidFill>
            <a:ln w="19050">
              <a:solidFill>
                <a:srgbClr val="2869B0"/>
              </a:solidFill>
            </a:ln>
          </p:spPr>
        </p:sp>
        <p:grpSp>
          <p:nvGrpSpPr>
            <p:cNvPr id="355" name="robot-44"/>
            <p:cNvGrpSpPr/>
            <p:nvPr/>
          </p:nvGrpSpPr>
          <p:grpSpPr>
            <a:xfrm>
              <a:off x="4552950" y="742950"/>
              <a:ext cx="381000" cy="400050"/>
              <a:chOff x="4552950" y="742950"/>
              <a:chExt cx="381000" cy="400050"/>
            </a:xfrm>
          </p:grpSpPr>
          <p:sp>
            <p:nvSpPr>
              <p:cNvPr id="45" name="45 path"/>
              <p:cNvSpPr/>
              <p:nvPr/>
            </p:nvSpPr>
            <p:spPr>
              <a:xfrm>
                <a:off x="4743450" y="800100"/>
                <a:ext cx="95" cy="85725"/>
              </a:xfrm>
              <a:custGeom>
                <a:avLst/>
                <a:gdLst/>
                <a:ahLst/>
                <a:cxnLst/>
                <a:pathLst>
                  <a:path w="95" h="85725">
                    <a:moveTo>
                      <a:pt x="0" y="0"/>
                    </a:moveTo>
                    <a:lnTo>
                      <a:pt x="0" y="85725"/>
                    </a:lnTo>
                  </a:path>
                </a:pathLst>
              </a:custGeom>
              <a:noFill/>
              <a:ln w="19050">
                <a:solidFill>
                  <a:srgbClr val="245C9A"/>
                </a:solidFill>
              </a:ln>
            </p:spPr>
          </p:sp>
          <p:sp>
            <p:nvSpPr>
              <p:cNvPr id="46" name="46 ellipse"/>
              <p:cNvSpPr/>
              <p:nvPr/>
            </p:nvSpPr>
            <p:spPr>
              <a:xfrm>
                <a:off x="4705350" y="742950"/>
                <a:ext cx="76200" cy="76200"/>
              </a:xfrm>
              <a:prstGeom prst="ellipse">
                <a:avLst/>
              </a:prstGeom>
              <a:solidFill>
                <a:srgbClr val="245C9A"/>
              </a:solidFill>
              <a:ln w="0">
                <a:noFill/>
              </a:ln>
            </p:spPr>
          </p:sp>
          <p:sp>
            <p:nvSpPr>
              <p:cNvPr id="47" name="47 rect"/>
              <p:cNvSpPr/>
              <p:nvPr/>
            </p:nvSpPr>
            <p:spPr>
              <a:xfrm>
                <a:off x="4552950" y="952500"/>
                <a:ext cx="381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245C9A"/>
              </a:solidFill>
              <a:ln w="0">
                <a:noFill/>
              </a:ln>
            </p:spPr>
          </p:sp>
          <p:sp>
            <p:nvSpPr>
              <p:cNvPr id="48" name="48 rect"/>
              <p:cNvSpPr/>
              <p:nvPr/>
            </p:nvSpPr>
            <p:spPr>
              <a:xfrm>
                <a:off x="4895850" y="952500"/>
                <a:ext cx="381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245C9A"/>
              </a:solidFill>
              <a:ln w="0">
                <a:noFill/>
              </a:ln>
            </p:spPr>
          </p:sp>
          <p:sp>
            <p:nvSpPr>
              <p:cNvPr id="49" name="49 rect"/>
              <p:cNvSpPr/>
              <p:nvPr/>
            </p:nvSpPr>
            <p:spPr>
              <a:xfrm>
                <a:off x="4600575" y="866775"/>
                <a:ext cx="285750" cy="276225"/>
              </a:xfrm>
              <a:prstGeom prst="roundRect">
                <a:avLst>
                  <a:gd name="adj" fmla="val 20690"/>
                </a:avLst>
              </a:prstGeom>
              <a:gradFill>
                <a:gsLst>
                  <a:gs pos="0">
                    <a:srgbClr val="245C9A"/>
                  </a:gs>
                  <a:gs pos="100000">
                    <a:srgbClr val="245C9A"/>
                  </a:gs>
                </a:gsLst>
                <a:lin ang="5400000"/>
              </a:gradFill>
              <a:ln w="0">
                <a:noFill/>
              </a:ln>
            </p:spPr>
          </p:sp>
          <p:sp>
            <p:nvSpPr>
              <p:cNvPr id="50" name="50 ellipse"/>
              <p:cNvSpPr/>
              <p:nvPr/>
            </p:nvSpPr>
            <p:spPr>
              <a:xfrm>
                <a:off x="4657725" y="952500"/>
                <a:ext cx="57150" cy="57150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51" name="51 ellipse"/>
              <p:cNvSpPr/>
              <p:nvPr/>
            </p:nvSpPr>
            <p:spPr>
              <a:xfrm>
                <a:off x="4772025" y="952500"/>
                <a:ext cx="57150" cy="57150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52" name="52 path"/>
              <p:cNvSpPr/>
              <p:nvPr/>
            </p:nvSpPr>
            <p:spPr>
              <a:xfrm>
                <a:off x="4695825" y="1057275"/>
                <a:ext cx="104775" cy="21431"/>
              </a:xfrm>
              <a:custGeom>
                <a:avLst/>
                <a:gdLst/>
                <a:ahLst/>
                <a:cxnLst/>
                <a:pathLst>
                  <a:path w="104775" h="21431">
                    <a:moveTo>
                      <a:pt x="0" y="0"/>
                    </a:moveTo>
                    <a:lnTo>
                      <a:pt x="2030" y="2762"/>
                    </a:lnTo>
                    <a:lnTo>
                      <a:pt x="4298" y="5334"/>
                    </a:lnTo>
                    <a:lnTo>
                      <a:pt x="6791" y="7715"/>
                    </a:lnTo>
                    <a:lnTo>
                      <a:pt x="9494" y="9906"/>
                    </a:lnTo>
                    <a:lnTo>
                      <a:pt x="12391" y="11906"/>
                    </a:lnTo>
                    <a:lnTo>
                      <a:pt x="15469" y="13716"/>
                    </a:lnTo>
                    <a:lnTo>
                      <a:pt x="18711" y="15335"/>
                    </a:lnTo>
                    <a:lnTo>
                      <a:pt x="22104" y="16764"/>
                    </a:lnTo>
                    <a:lnTo>
                      <a:pt x="25632" y="18002"/>
                    </a:lnTo>
                    <a:lnTo>
                      <a:pt x="29281" y="19050"/>
                    </a:lnTo>
                    <a:lnTo>
                      <a:pt x="33035" y="19907"/>
                    </a:lnTo>
                    <a:lnTo>
                      <a:pt x="36881" y="20574"/>
                    </a:lnTo>
                    <a:lnTo>
                      <a:pt x="40803" y="21050"/>
                    </a:lnTo>
                    <a:lnTo>
                      <a:pt x="44786" y="21336"/>
                    </a:lnTo>
                    <a:lnTo>
                      <a:pt x="48816" y="21431"/>
                    </a:lnTo>
                    <a:lnTo>
                      <a:pt x="52877" y="21336"/>
                    </a:lnTo>
                    <a:lnTo>
                      <a:pt x="56956" y="21050"/>
                    </a:lnTo>
                    <a:lnTo>
                      <a:pt x="61036" y="20574"/>
                    </a:lnTo>
                    <a:lnTo>
                      <a:pt x="65104" y="19907"/>
                    </a:lnTo>
                    <a:lnTo>
                      <a:pt x="69144" y="19050"/>
                    </a:lnTo>
                    <a:lnTo>
                      <a:pt x="73142" y="18002"/>
                    </a:lnTo>
                    <a:lnTo>
                      <a:pt x="77083" y="16764"/>
                    </a:lnTo>
                    <a:lnTo>
                      <a:pt x="80952" y="15335"/>
                    </a:lnTo>
                    <a:lnTo>
                      <a:pt x="84734" y="13716"/>
                    </a:lnTo>
                    <a:lnTo>
                      <a:pt x="88415" y="11906"/>
                    </a:lnTo>
                    <a:lnTo>
                      <a:pt x="91979" y="9906"/>
                    </a:lnTo>
                    <a:lnTo>
                      <a:pt x="95412" y="7715"/>
                    </a:lnTo>
                    <a:lnTo>
                      <a:pt x="98699" y="5334"/>
                    </a:lnTo>
                    <a:lnTo>
                      <a:pt x="101825" y="2762"/>
                    </a:lnTo>
                    <a:lnTo>
                      <a:pt x="104775" y="0"/>
                    </a:lnTo>
                  </a:path>
                </a:pathLst>
              </a:custGeom>
              <a:noFill/>
              <a:ln w="14288">
                <a:solidFill>
                  <a:srgbClr val="FFFFFF"/>
                </a:solidFill>
              </a:ln>
            </p:spPr>
          </p:sp>
        </p:grpSp>
        <p:sp>
          <p:nvSpPr>
            <p:cNvPr id="53" name="53 Verifier Agent"/>
            <p:cNvSpPr/>
            <p:nvPr/>
          </p:nvSpPr>
          <p:spPr>
            <a:xfrm>
              <a:off x="5095875" y="733425"/>
              <a:ext cx="4114800" cy="35433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2250" b="1">
                  <a:solidFill>
                    <a:srgbClr val="183D7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2250" b="1">
                  <a:solidFill>
                    <a:srgbClr val="183D7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Verifier Agent</a:t>
              </a:r>
              <a:endParaRPr sz="2250" b="1">
                <a:solidFill>
                  <a:srgbClr val="183D7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4" name="54 Layered Diagnosis"/>
            <p:cNvSpPr/>
            <p:nvPr/>
          </p:nvSpPr>
          <p:spPr>
            <a:xfrm>
              <a:off x="4543425" y="1133475"/>
              <a:ext cx="4543425" cy="30708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950" b="1">
                  <a:solidFill>
                    <a:srgbClr val="183D7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950" b="1">
                  <a:solidFill>
                    <a:srgbClr val="183D7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Layered Diagnosis</a:t>
              </a:r>
              <a:endParaRPr sz="1950" b="1">
                <a:solidFill>
                  <a:srgbClr val="183D7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5" name="55 rect"/>
            <p:cNvSpPr/>
            <p:nvPr/>
          </p:nvSpPr>
          <p:spPr>
            <a:xfrm>
              <a:off x="4467225" y="1495425"/>
              <a:ext cx="4933950" cy="2971800"/>
            </a:xfrm>
            <a:prstGeom prst="roundRect">
              <a:avLst>
                <a:gd name="adj" fmla="val 1923"/>
              </a:avLst>
            </a:prstGeom>
            <a:solidFill>
              <a:srgbClr val="FFFFFF"/>
            </a:solidFill>
            <a:ln w="9525">
              <a:solidFill>
                <a:srgbClr val="9AB9DF"/>
              </a:solidFill>
            </a:ln>
          </p:spPr>
        </p:sp>
        <p:sp>
          <p:nvSpPr>
            <p:cNvPr id="56" name="56 Check item"/>
            <p:cNvSpPr/>
            <p:nvPr/>
          </p:nvSpPr>
          <p:spPr>
            <a:xfrm>
              <a:off x="4581525" y="1571625"/>
              <a:ext cx="1619250" cy="2244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425" b="1">
                  <a:solidFill>
                    <a:srgbClr val="183D7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425" b="1">
                  <a:solidFill>
                    <a:srgbClr val="183D7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Check item</a:t>
              </a:r>
              <a:endParaRPr sz="1425" b="1">
                <a:solidFill>
                  <a:srgbClr val="183D7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7" name="57 Source"/>
            <p:cNvSpPr/>
            <p:nvPr/>
          </p:nvSpPr>
          <p:spPr>
            <a:xfrm>
              <a:off x="6362700" y="1571625"/>
              <a:ext cx="1238250" cy="2244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425" b="1">
                  <a:solidFill>
                    <a:srgbClr val="183D7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425" b="1">
                  <a:solidFill>
                    <a:srgbClr val="183D7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Source</a:t>
              </a:r>
              <a:endParaRPr sz="1425" b="1">
                <a:solidFill>
                  <a:srgbClr val="183D7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8" name="58 Target"/>
            <p:cNvSpPr/>
            <p:nvPr/>
          </p:nvSpPr>
          <p:spPr>
            <a:xfrm>
              <a:off x="7962900" y="1571625"/>
              <a:ext cx="1238250" cy="2244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425" b="1">
                  <a:solidFill>
                    <a:srgbClr val="183D7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425" b="1">
                  <a:solidFill>
                    <a:srgbClr val="183D7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Target</a:t>
              </a:r>
              <a:endParaRPr sz="1425" b="1">
                <a:solidFill>
                  <a:srgbClr val="183D7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9" name="59 path"/>
            <p:cNvSpPr/>
            <p:nvPr/>
          </p:nvSpPr>
          <p:spPr>
            <a:xfrm>
              <a:off x="6238875" y="1514475"/>
              <a:ext cx="95" cy="2924175"/>
            </a:xfrm>
            <a:custGeom>
              <a:avLst/>
              <a:gdLst/>
              <a:ahLst/>
              <a:cxnLst/>
              <a:pathLst>
                <a:path w="95" h="2924175">
                  <a:moveTo>
                    <a:pt x="0" y="0"/>
                  </a:moveTo>
                  <a:lnTo>
                    <a:pt x="0" y="2924175"/>
                  </a:lnTo>
                </a:path>
              </a:pathLst>
            </a:custGeom>
            <a:noFill/>
            <a:ln w="9525">
              <a:solidFill>
                <a:srgbClr val="CEDDF1"/>
              </a:solidFill>
            </a:ln>
          </p:spPr>
        </p:sp>
        <p:sp>
          <p:nvSpPr>
            <p:cNvPr id="60" name="60 path"/>
            <p:cNvSpPr/>
            <p:nvPr/>
          </p:nvSpPr>
          <p:spPr>
            <a:xfrm>
              <a:off x="7839075" y="1514475"/>
              <a:ext cx="95" cy="2924175"/>
            </a:xfrm>
            <a:custGeom>
              <a:avLst/>
              <a:gdLst/>
              <a:ahLst/>
              <a:cxnLst/>
              <a:pathLst>
                <a:path w="95" h="2924175">
                  <a:moveTo>
                    <a:pt x="0" y="0"/>
                  </a:moveTo>
                  <a:lnTo>
                    <a:pt x="0" y="2924175"/>
                  </a:lnTo>
                </a:path>
              </a:pathLst>
            </a:custGeom>
            <a:noFill/>
            <a:ln w="9525">
              <a:solidFill>
                <a:srgbClr val="CEDDF1"/>
              </a:solidFill>
            </a:ln>
          </p:spPr>
        </p:sp>
        <p:sp>
          <p:nvSpPr>
            <p:cNvPr id="61" name="61 path"/>
            <p:cNvSpPr/>
            <p:nvPr/>
          </p:nvSpPr>
          <p:spPr>
            <a:xfrm>
              <a:off x="4514850" y="1847850"/>
              <a:ext cx="4838700" cy="95"/>
            </a:xfrm>
            <a:custGeom>
              <a:avLst/>
              <a:gdLst/>
              <a:ahLst/>
              <a:cxnLst/>
              <a:pathLst>
                <a:path w="4838700" h="95">
                  <a:moveTo>
                    <a:pt x="0" y="0"/>
                  </a:moveTo>
                  <a:lnTo>
                    <a:pt x="4838700" y="0"/>
                  </a:lnTo>
                </a:path>
              </a:pathLst>
            </a:custGeom>
            <a:noFill/>
            <a:ln w="8573">
              <a:solidFill>
                <a:srgbClr val="CEDDF1"/>
              </a:solidFill>
            </a:ln>
          </p:spPr>
        </p:sp>
        <p:sp>
          <p:nvSpPr>
            <p:cNvPr id="62" name="62 path"/>
            <p:cNvSpPr/>
            <p:nvPr/>
          </p:nvSpPr>
          <p:spPr>
            <a:xfrm>
              <a:off x="4514850" y="2343150"/>
              <a:ext cx="4838700" cy="95"/>
            </a:xfrm>
            <a:custGeom>
              <a:avLst/>
              <a:gdLst/>
              <a:ahLst/>
              <a:cxnLst/>
              <a:pathLst>
                <a:path w="4838700" h="95">
                  <a:moveTo>
                    <a:pt x="0" y="0"/>
                  </a:moveTo>
                  <a:lnTo>
                    <a:pt x="4838700" y="0"/>
                  </a:lnTo>
                </a:path>
              </a:pathLst>
            </a:custGeom>
            <a:noFill/>
            <a:ln w="8573">
              <a:solidFill>
                <a:srgbClr val="CEDDF1"/>
              </a:solidFill>
            </a:ln>
          </p:spPr>
        </p:sp>
        <p:sp>
          <p:nvSpPr>
            <p:cNvPr id="63" name="63 path"/>
            <p:cNvSpPr/>
            <p:nvPr/>
          </p:nvSpPr>
          <p:spPr>
            <a:xfrm>
              <a:off x="4514850" y="2838450"/>
              <a:ext cx="4838700" cy="95"/>
            </a:xfrm>
            <a:custGeom>
              <a:avLst/>
              <a:gdLst/>
              <a:ahLst/>
              <a:cxnLst/>
              <a:pathLst>
                <a:path w="4838700" h="95">
                  <a:moveTo>
                    <a:pt x="0" y="0"/>
                  </a:moveTo>
                  <a:lnTo>
                    <a:pt x="4838700" y="0"/>
                  </a:lnTo>
                </a:path>
              </a:pathLst>
            </a:custGeom>
            <a:noFill/>
            <a:ln w="8573">
              <a:solidFill>
                <a:srgbClr val="CEDDF1"/>
              </a:solidFill>
            </a:ln>
          </p:spPr>
        </p:sp>
        <p:sp>
          <p:nvSpPr>
            <p:cNvPr id="64" name="64 path"/>
            <p:cNvSpPr/>
            <p:nvPr/>
          </p:nvSpPr>
          <p:spPr>
            <a:xfrm>
              <a:off x="4514850" y="3333750"/>
              <a:ext cx="4838700" cy="95"/>
            </a:xfrm>
            <a:custGeom>
              <a:avLst/>
              <a:gdLst/>
              <a:ahLst/>
              <a:cxnLst/>
              <a:pathLst>
                <a:path w="4838700" h="95">
                  <a:moveTo>
                    <a:pt x="0" y="0"/>
                  </a:moveTo>
                  <a:lnTo>
                    <a:pt x="4838700" y="0"/>
                  </a:lnTo>
                </a:path>
              </a:pathLst>
            </a:custGeom>
            <a:noFill/>
            <a:ln w="8573">
              <a:solidFill>
                <a:srgbClr val="CEDDF1"/>
              </a:solidFill>
            </a:ln>
          </p:spPr>
        </p:sp>
        <p:sp>
          <p:nvSpPr>
            <p:cNvPr id="65" name="65 path"/>
            <p:cNvSpPr/>
            <p:nvPr/>
          </p:nvSpPr>
          <p:spPr>
            <a:xfrm>
              <a:off x="4514850" y="3829050"/>
              <a:ext cx="4838700" cy="95"/>
            </a:xfrm>
            <a:custGeom>
              <a:avLst/>
              <a:gdLst/>
              <a:ahLst/>
              <a:cxnLst/>
              <a:pathLst>
                <a:path w="4838700" h="95">
                  <a:moveTo>
                    <a:pt x="0" y="0"/>
                  </a:moveTo>
                  <a:lnTo>
                    <a:pt x="4838700" y="0"/>
                  </a:lnTo>
                </a:path>
              </a:pathLst>
            </a:custGeom>
            <a:noFill/>
            <a:ln w="8573">
              <a:solidFill>
                <a:srgbClr val="CEDDF1"/>
              </a:solidFill>
            </a:ln>
          </p:spPr>
        </p:sp>
        <p:sp>
          <p:nvSpPr>
            <p:cNvPr id="66" name="66 path"/>
            <p:cNvSpPr/>
            <p:nvPr/>
          </p:nvSpPr>
          <p:spPr>
            <a:xfrm>
              <a:off x="4514850" y="4438650"/>
              <a:ext cx="4838700" cy="95"/>
            </a:xfrm>
            <a:custGeom>
              <a:avLst/>
              <a:gdLst/>
              <a:ahLst/>
              <a:cxnLst/>
              <a:pathLst>
                <a:path w="4838700" h="95">
                  <a:moveTo>
                    <a:pt x="0" y="0"/>
                  </a:moveTo>
                  <a:lnTo>
                    <a:pt x="4838700" y="0"/>
                  </a:lnTo>
                </a:path>
              </a:pathLst>
            </a:custGeom>
            <a:noFill/>
            <a:ln w="8573">
              <a:solidFill>
                <a:srgbClr val="CEDDF1"/>
              </a:solidFill>
            </a:ln>
          </p:spPr>
        </p:sp>
        <p:sp>
          <p:nvSpPr>
            <p:cNvPr id="67" name="67 rect"/>
            <p:cNvSpPr/>
            <p:nvPr/>
          </p:nvSpPr>
          <p:spPr>
            <a:xfrm>
              <a:off x="4524375" y="2847975"/>
              <a:ext cx="4819650" cy="476250"/>
            </a:xfrm>
            <a:prstGeom prst="roundRect">
              <a:avLst>
                <a:gd name="adj" fmla="val 8000"/>
              </a:avLst>
            </a:prstGeom>
            <a:solidFill>
              <a:srgbClr val="FCE8E4"/>
            </a:solidFill>
            <a:ln w="0">
              <a:noFill/>
            </a:ln>
          </p:spPr>
        </p:sp>
        <p:sp>
          <p:nvSpPr>
            <p:cNvPr id="68" name="68 Execution (loss curve)"/>
            <p:cNvSpPr/>
            <p:nvPr/>
          </p:nvSpPr>
          <p:spPr>
            <a:xfrm>
              <a:off x="4581525" y="1952625"/>
              <a:ext cx="1600200" cy="21377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6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6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Execution (loss curve)</a:t>
              </a:r>
              <a:endParaRPr sz="1360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69" name="69 path"/>
            <p:cNvSpPr/>
            <p:nvPr/>
          </p:nvSpPr>
          <p:spPr>
            <a:xfrm>
              <a:off x="6381750" y="1971675"/>
              <a:ext cx="95" cy="257175"/>
            </a:xfrm>
            <a:custGeom>
              <a:avLst/>
              <a:gdLst/>
              <a:ahLst/>
              <a:cxnLst/>
              <a:pathLst>
                <a:path w="95" h="257175">
                  <a:moveTo>
                    <a:pt x="0" y="0"/>
                  </a:moveTo>
                  <a:lnTo>
                    <a:pt x="0" y="257175"/>
                  </a:lnTo>
                </a:path>
              </a:pathLst>
            </a:custGeom>
            <a:noFill/>
            <a:ln w="9525">
              <a:solidFill>
                <a:srgbClr val="729ACA"/>
              </a:solidFill>
            </a:ln>
          </p:spPr>
        </p:sp>
        <p:sp>
          <p:nvSpPr>
            <p:cNvPr id="70" name="70 path"/>
            <p:cNvSpPr/>
            <p:nvPr/>
          </p:nvSpPr>
          <p:spPr>
            <a:xfrm>
              <a:off x="6381750" y="2156841"/>
              <a:ext cx="1238250" cy="95"/>
            </a:xfrm>
            <a:custGeom>
              <a:avLst/>
              <a:gdLst/>
              <a:ahLst/>
              <a:cxnLst/>
              <a:pathLst>
                <a:path w="1238250" h="9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6668">
              <a:solidFill>
                <a:srgbClr val="D4E1F2"/>
              </a:solidFill>
            </a:ln>
          </p:spPr>
        </p:sp>
        <p:sp>
          <p:nvSpPr>
            <p:cNvPr id="71" name="71 editable diagnostic curve"/>
            <p:cNvSpPr/>
            <p:nvPr/>
          </p:nvSpPr>
          <p:spPr>
            <a:xfrm>
              <a:off x="6381750" y="2017967"/>
              <a:ext cx="1238250" cy="120872"/>
            </a:xfrm>
            <a:custGeom>
              <a:avLst/>
              <a:gdLst/>
              <a:ahLst/>
              <a:cxnLst/>
              <a:pathLst>
                <a:path w="1238250" h="120872">
                  <a:moveTo>
                    <a:pt x="0" y="115729"/>
                  </a:moveTo>
                  <a:lnTo>
                    <a:pt x="65171" y="84868"/>
                  </a:lnTo>
                  <a:lnTo>
                    <a:pt x="130342" y="87439"/>
                  </a:lnTo>
                  <a:lnTo>
                    <a:pt x="195513" y="110585"/>
                  </a:lnTo>
                  <a:lnTo>
                    <a:pt x="260684" y="115729"/>
                  </a:lnTo>
                  <a:lnTo>
                    <a:pt x="325855" y="110585"/>
                  </a:lnTo>
                  <a:lnTo>
                    <a:pt x="391026" y="120872"/>
                  </a:lnTo>
                  <a:lnTo>
                    <a:pt x="456197" y="115729"/>
                  </a:lnTo>
                  <a:lnTo>
                    <a:pt x="521368" y="100298"/>
                  </a:lnTo>
                  <a:lnTo>
                    <a:pt x="586539" y="90011"/>
                  </a:lnTo>
                  <a:lnTo>
                    <a:pt x="651711" y="77152"/>
                  </a:lnTo>
                  <a:lnTo>
                    <a:pt x="716882" y="56578"/>
                  </a:lnTo>
                  <a:lnTo>
                    <a:pt x="782053" y="46291"/>
                  </a:lnTo>
                  <a:lnTo>
                    <a:pt x="847224" y="41148"/>
                  </a:lnTo>
                  <a:lnTo>
                    <a:pt x="912395" y="28289"/>
                  </a:lnTo>
                  <a:lnTo>
                    <a:pt x="977566" y="15430"/>
                  </a:lnTo>
                  <a:lnTo>
                    <a:pt x="1042737" y="7715"/>
                  </a:lnTo>
                  <a:lnTo>
                    <a:pt x="1107908" y="2572"/>
                  </a:lnTo>
                  <a:lnTo>
                    <a:pt x="1173079" y="0"/>
                  </a:lnTo>
                  <a:lnTo>
                    <a:pt x="1238250" y="5143"/>
                  </a:lnTo>
                </a:path>
              </a:pathLst>
            </a:custGeom>
            <a:noFill/>
            <a:ln w="17145">
              <a:solidFill>
                <a:srgbClr val="3F83B4"/>
              </a:solidFill>
            </a:ln>
          </p:spPr>
        </p:sp>
        <p:sp>
          <p:nvSpPr>
            <p:cNvPr id="72" name="72 path"/>
            <p:cNvSpPr/>
            <p:nvPr/>
          </p:nvSpPr>
          <p:spPr>
            <a:xfrm>
              <a:off x="7981950" y="1971675"/>
              <a:ext cx="95" cy="257175"/>
            </a:xfrm>
            <a:custGeom>
              <a:avLst/>
              <a:gdLst/>
              <a:ahLst/>
              <a:cxnLst/>
              <a:pathLst>
                <a:path w="95" h="257175">
                  <a:moveTo>
                    <a:pt x="0" y="0"/>
                  </a:moveTo>
                  <a:lnTo>
                    <a:pt x="0" y="257175"/>
                  </a:lnTo>
                </a:path>
              </a:pathLst>
            </a:custGeom>
            <a:noFill/>
            <a:ln w="9525">
              <a:solidFill>
                <a:srgbClr val="729ACA"/>
              </a:solidFill>
            </a:ln>
          </p:spPr>
        </p:sp>
        <p:sp>
          <p:nvSpPr>
            <p:cNvPr id="73" name="73 path"/>
            <p:cNvSpPr/>
            <p:nvPr/>
          </p:nvSpPr>
          <p:spPr>
            <a:xfrm>
              <a:off x="7981950" y="2156841"/>
              <a:ext cx="1238250" cy="95"/>
            </a:xfrm>
            <a:custGeom>
              <a:avLst/>
              <a:gdLst/>
              <a:ahLst/>
              <a:cxnLst/>
              <a:pathLst>
                <a:path w="1238250" h="9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6668">
              <a:solidFill>
                <a:srgbClr val="D4E1F2"/>
              </a:solidFill>
            </a:ln>
          </p:spPr>
        </p:sp>
        <p:sp>
          <p:nvSpPr>
            <p:cNvPr id="74" name="74 editable diagnostic curve"/>
            <p:cNvSpPr/>
            <p:nvPr/>
          </p:nvSpPr>
          <p:spPr>
            <a:xfrm>
              <a:off x="7981950" y="2017967"/>
              <a:ext cx="1238250" cy="120872"/>
            </a:xfrm>
            <a:custGeom>
              <a:avLst/>
              <a:gdLst/>
              <a:ahLst/>
              <a:cxnLst/>
              <a:pathLst>
                <a:path w="1238250" h="120872">
                  <a:moveTo>
                    <a:pt x="0" y="115729"/>
                  </a:moveTo>
                  <a:lnTo>
                    <a:pt x="65171" y="84868"/>
                  </a:lnTo>
                  <a:lnTo>
                    <a:pt x="130342" y="87439"/>
                  </a:lnTo>
                  <a:lnTo>
                    <a:pt x="195513" y="110585"/>
                  </a:lnTo>
                  <a:lnTo>
                    <a:pt x="260684" y="115729"/>
                  </a:lnTo>
                  <a:lnTo>
                    <a:pt x="325855" y="110585"/>
                  </a:lnTo>
                  <a:lnTo>
                    <a:pt x="391026" y="120872"/>
                  </a:lnTo>
                  <a:lnTo>
                    <a:pt x="456197" y="115729"/>
                  </a:lnTo>
                  <a:lnTo>
                    <a:pt x="521368" y="100298"/>
                  </a:lnTo>
                  <a:lnTo>
                    <a:pt x="586539" y="90011"/>
                  </a:lnTo>
                  <a:lnTo>
                    <a:pt x="651711" y="77152"/>
                  </a:lnTo>
                  <a:lnTo>
                    <a:pt x="716882" y="56578"/>
                  </a:lnTo>
                  <a:lnTo>
                    <a:pt x="782053" y="46291"/>
                  </a:lnTo>
                  <a:lnTo>
                    <a:pt x="847224" y="41148"/>
                  </a:lnTo>
                  <a:lnTo>
                    <a:pt x="912395" y="28289"/>
                  </a:lnTo>
                  <a:lnTo>
                    <a:pt x="977566" y="15430"/>
                  </a:lnTo>
                  <a:lnTo>
                    <a:pt x="1042737" y="7715"/>
                  </a:lnTo>
                  <a:lnTo>
                    <a:pt x="1107908" y="2572"/>
                  </a:lnTo>
                  <a:lnTo>
                    <a:pt x="1173079" y="0"/>
                  </a:lnTo>
                  <a:lnTo>
                    <a:pt x="1238250" y="5143"/>
                  </a:lnTo>
                </a:path>
              </a:pathLst>
            </a:custGeom>
            <a:noFill/>
            <a:ln w="17145">
              <a:solidFill>
                <a:srgbClr val="3F83B4"/>
              </a:solidFill>
            </a:ln>
          </p:spPr>
        </p:sp>
        <p:sp>
          <p:nvSpPr>
            <p:cNvPr id="75" name="75 Forward values"/>
            <p:cNvSpPr/>
            <p:nvPr/>
          </p:nvSpPr>
          <p:spPr>
            <a:xfrm>
              <a:off x="4581525" y="2447925"/>
              <a:ext cx="1600200" cy="21850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9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9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Forward values</a:t>
              </a:r>
              <a:endParaRPr sz="1390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76" name="76 path"/>
            <p:cNvSpPr/>
            <p:nvPr/>
          </p:nvSpPr>
          <p:spPr>
            <a:xfrm>
              <a:off x="6381750" y="2466975"/>
              <a:ext cx="95" cy="257175"/>
            </a:xfrm>
            <a:custGeom>
              <a:avLst/>
              <a:gdLst/>
              <a:ahLst/>
              <a:cxnLst/>
              <a:pathLst>
                <a:path w="95" h="257175">
                  <a:moveTo>
                    <a:pt x="0" y="0"/>
                  </a:moveTo>
                  <a:lnTo>
                    <a:pt x="0" y="257175"/>
                  </a:lnTo>
                </a:path>
              </a:pathLst>
            </a:custGeom>
            <a:noFill/>
            <a:ln w="9525">
              <a:solidFill>
                <a:srgbClr val="729ACA"/>
              </a:solidFill>
            </a:ln>
          </p:spPr>
        </p:sp>
        <p:sp>
          <p:nvSpPr>
            <p:cNvPr id="77" name="77 path"/>
            <p:cNvSpPr/>
            <p:nvPr/>
          </p:nvSpPr>
          <p:spPr>
            <a:xfrm>
              <a:off x="6381750" y="2652141"/>
              <a:ext cx="1238250" cy="95"/>
            </a:xfrm>
            <a:custGeom>
              <a:avLst/>
              <a:gdLst/>
              <a:ahLst/>
              <a:cxnLst/>
              <a:pathLst>
                <a:path w="1238250" h="9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6668">
              <a:solidFill>
                <a:srgbClr val="D4E1F2"/>
              </a:solidFill>
            </a:ln>
          </p:spPr>
        </p:sp>
        <p:sp>
          <p:nvSpPr>
            <p:cNvPr id="78" name="78 editable diagnostic curve"/>
            <p:cNvSpPr/>
            <p:nvPr/>
          </p:nvSpPr>
          <p:spPr>
            <a:xfrm>
              <a:off x="6381750" y="2580132"/>
              <a:ext cx="1238250" cy="64294"/>
            </a:xfrm>
            <a:custGeom>
              <a:avLst/>
              <a:gdLst/>
              <a:ahLst/>
              <a:cxnLst/>
              <a:pathLst>
                <a:path w="1238250" h="64294">
                  <a:moveTo>
                    <a:pt x="0" y="54007"/>
                  </a:moveTo>
                  <a:lnTo>
                    <a:pt x="65171" y="20574"/>
                  </a:lnTo>
                  <a:lnTo>
                    <a:pt x="130342" y="0"/>
                  </a:lnTo>
                  <a:lnTo>
                    <a:pt x="195513" y="28289"/>
                  </a:lnTo>
                  <a:lnTo>
                    <a:pt x="260684" y="56578"/>
                  </a:lnTo>
                  <a:lnTo>
                    <a:pt x="325855" y="33433"/>
                  </a:lnTo>
                  <a:lnTo>
                    <a:pt x="391026" y="2572"/>
                  </a:lnTo>
                  <a:lnTo>
                    <a:pt x="456197" y="10287"/>
                  </a:lnTo>
                  <a:lnTo>
                    <a:pt x="521368" y="41148"/>
                  </a:lnTo>
                  <a:lnTo>
                    <a:pt x="586539" y="30861"/>
                  </a:lnTo>
                  <a:lnTo>
                    <a:pt x="651711" y="12859"/>
                  </a:lnTo>
                  <a:lnTo>
                    <a:pt x="716882" y="33433"/>
                  </a:lnTo>
                  <a:lnTo>
                    <a:pt x="782053" y="59150"/>
                  </a:lnTo>
                  <a:lnTo>
                    <a:pt x="847224" y="64294"/>
                  </a:lnTo>
                  <a:lnTo>
                    <a:pt x="912395" y="46292"/>
                  </a:lnTo>
                  <a:lnTo>
                    <a:pt x="977566" y="18002"/>
                  </a:lnTo>
                  <a:lnTo>
                    <a:pt x="1042737" y="0"/>
                  </a:lnTo>
                  <a:lnTo>
                    <a:pt x="1107908" y="5144"/>
                  </a:lnTo>
                  <a:lnTo>
                    <a:pt x="1173079" y="23146"/>
                  </a:lnTo>
                  <a:lnTo>
                    <a:pt x="1238250" y="25717"/>
                  </a:lnTo>
                </a:path>
              </a:pathLst>
            </a:custGeom>
            <a:noFill/>
            <a:ln w="17145">
              <a:solidFill>
                <a:srgbClr val="3F83B4"/>
              </a:solidFill>
            </a:ln>
          </p:spPr>
        </p:sp>
        <p:sp>
          <p:nvSpPr>
            <p:cNvPr id="79" name="79 path"/>
            <p:cNvSpPr/>
            <p:nvPr/>
          </p:nvSpPr>
          <p:spPr>
            <a:xfrm>
              <a:off x="7981950" y="2466975"/>
              <a:ext cx="95" cy="257175"/>
            </a:xfrm>
            <a:custGeom>
              <a:avLst/>
              <a:gdLst/>
              <a:ahLst/>
              <a:cxnLst/>
              <a:pathLst>
                <a:path w="95" h="257175">
                  <a:moveTo>
                    <a:pt x="0" y="0"/>
                  </a:moveTo>
                  <a:lnTo>
                    <a:pt x="0" y="257175"/>
                  </a:lnTo>
                </a:path>
              </a:pathLst>
            </a:custGeom>
            <a:noFill/>
            <a:ln w="9525">
              <a:solidFill>
                <a:srgbClr val="729ACA"/>
              </a:solidFill>
            </a:ln>
          </p:spPr>
        </p:sp>
        <p:sp>
          <p:nvSpPr>
            <p:cNvPr id="80" name="80 path"/>
            <p:cNvSpPr/>
            <p:nvPr/>
          </p:nvSpPr>
          <p:spPr>
            <a:xfrm>
              <a:off x="7981950" y="2652141"/>
              <a:ext cx="1238250" cy="95"/>
            </a:xfrm>
            <a:custGeom>
              <a:avLst/>
              <a:gdLst/>
              <a:ahLst/>
              <a:cxnLst/>
              <a:pathLst>
                <a:path w="1238250" h="9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6668">
              <a:solidFill>
                <a:srgbClr val="D4E1F2"/>
              </a:solidFill>
            </a:ln>
          </p:spPr>
        </p:sp>
        <p:sp>
          <p:nvSpPr>
            <p:cNvPr id="81" name="81 editable diagnostic curve"/>
            <p:cNvSpPr/>
            <p:nvPr/>
          </p:nvSpPr>
          <p:spPr>
            <a:xfrm>
              <a:off x="7981950" y="2580132"/>
              <a:ext cx="1238250" cy="64294"/>
            </a:xfrm>
            <a:custGeom>
              <a:avLst/>
              <a:gdLst/>
              <a:ahLst/>
              <a:cxnLst/>
              <a:pathLst>
                <a:path w="1238250" h="64294">
                  <a:moveTo>
                    <a:pt x="0" y="54007"/>
                  </a:moveTo>
                  <a:lnTo>
                    <a:pt x="65171" y="20574"/>
                  </a:lnTo>
                  <a:lnTo>
                    <a:pt x="130342" y="0"/>
                  </a:lnTo>
                  <a:lnTo>
                    <a:pt x="195513" y="28289"/>
                  </a:lnTo>
                  <a:lnTo>
                    <a:pt x="260684" y="56578"/>
                  </a:lnTo>
                  <a:lnTo>
                    <a:pt x="325855" y="33433"/>
                  </a:lnTo>
                  <a:lnTo>
                    <a:pt x="391026" y="2572"/>
                  </a:lnTo>
                  <a:lnTo>
                    <a:pt x="456197" y="10287"/>
                  </a:lnTo>
                  <a:lnTo>
                    <a:pt x="521368" y="41148"/>
                  </a:lnTo>
                  <a:lnTo>
                    <a:pt x="586539" y="30861"/>
                  </a:lnTo>
                  <a:lnTo>
                    <a:pt x="651711" y="12859"/>
                  </a:lnTo>
                  <a:lnTo>
                    <a:pt x="716882" y="33433"/>
                  </a:lnTo>
                  <a:lnTo>
                    <a:pt x="782053" y="59150"/>
                  </a:lnTo>
                  <a:lnTo>
                    <a:pt x="847224" y="64294"/>
                  </a:lnTo>
                  <a:lnTo>
                    <a:pt x="912395" y="46292"/>
                  </a:lnTo>
                  <a:lnTo>
                    <a:pt x="977566" y="18002"/>
                  </a:lnTo>
                  <a:lnTo>
                    <a:pt x="1042737" y="0"/>
                  </a:lnTo>
                  <a:lnTo>
                    <a:pt x="1107908" y="5144"/>
                  </a:lnTo>
                  <a:lnTo>
                    <a:pt x="1173079" y="23146"/>
                  </a:lnTo>
                  <a:lnTo>
                    <a:pt x="1238250" y="25717"/>
                  </a:lnTo>
                </a:path>
              </a:pathLst>
            </a:custGeom>
            <a:noFill/>
            <a:ln w="17145">
              <a:solidFill>
                <a:srgbClr val="3F83B4"/>
              </a:solidFill>
            </a:ln>
          </p:spPr>
        </p:sp>
        <p:sp>
          <p:nvSpPr>
            <p:cNvPr id="82" name="82 Gradients"/>
            <p:cNvSpPr/>
            <p:nvPr/>
          </p:nvSpPr>
          <p:spPr>
            <a:xfrm>
              <a:off x="4581525" y="2943225"/>
              <a:ext cx="1600200" cy="21850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90" b="1">
                  <a:solidFill>
                    <a:srgbClr val="AC302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90" b="1">
                  <a:solidFill>
                    <a:srgbClr val="AC302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Gradients</a:t>
              </a:r>
              <a:endParaRPr sz="1390" b="1">
                <a:solidFill>
                  <a:srgbClr val="AC302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83" name="83 path"/>
            <p:cNvSpPr/>
            <p:nvPr/>
          </p:nvSpPr>
          <p:spPr>
            <a:xfrm>
              <a:off x="6381750" y="2962275"/>
              <a:ext cx="95" cy="257175"/>
            </a:xfrm>
            <a:custGeom>
              <a:avLst/>
              <a:gdLst/>
              <a:ahLst/>
              <a:cxnLst/>
              <a:pathLst>
                <a:path w="95" h="257175">
                  <a:moveTo>
                    <a:pt x="0" y="0"/>
                  </a:moveTo>
                  <a:lnTo>
                    <a:pt x="0" y="257175"/>
                  </a:lnTo>
                </a:path>
              </a:pathLst>
            </a:custGeom>
            <a:noFill/>
            <a:ln w="9525">
              <a:solidFill>
                <a:srgbClr val="729ACA"/>
              </a:solidFill>
            </a:ln>
          </p:spPr>
        </p:sp>
        <p:sp>
          <p:nvSpPr>
            <p:cNvPr id="84" name="84 path"/>
            <p:cNvSpPr/>
            <p:nvPr/>
          </p:nvSpPr>
          <p:spPr>
            <a:xfrm>
              <a:off x="6381750" y="3147441"/>
              <a:ext cx="1238250" cy="95"/>
            </a:xfrm>
            <a:custGeom>
              <a:avLst/>
              <a:gdLst/>
              <a:ahLst/>
              <a:cxnLst/>
              <a:pathLst>
                <a:path w="1238250" h="9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6668">
              <a:solidFill>
                <a:srgbClr val="D4E1F2"/>
              </a:solidFill>
            </a:ln>
          </p:spPr>
        </p:sp>
        <p:sp>
          <p:nvSpPr>
            <p:cNvPr id="85" name="85 editable diagnostic curve"/>
            <p:cNvSpPr/>
            <p:nvPr/>
          </p:nvSpPr>
          <p:spPr>
            <a:xfrm>
              <a:off x="6381750" y="3075432"/>
              <a:ext cx="1238250" cy="64294"/>
            </a:xfrm>
            <a:custGeom>
              <a:avLst/>
              <a:gdLst/>
              <a:ahLst/>
              <a:cxnLst/>
              <a:pathLst>
                <a:path w="1238250" h="64294">
                  <a:moveTo>
                    <a:pt x="0" y="54007"/>
                  </a:moveTo>
                  <a:lnTo>
                    <a:pt x="65171" y="20574"/>
                  </a:lnTo>
                  <a:lnTo>
                    <a:pt x="130342" y="0"/>
                  </a:lnTo>
                  <a:lnTo>
                    <a:pt x="195513" y="28289"/>
                  </a:lnTo>
                  <a:lnTo>
                    <a:pt x="260684" y="56578"/>
                  </a:lnTo>
                  <a:lnTo>
                    <a:pt x="325855" y="33433"/>
                  </a:lnTo>
                  <a:lnTo>
                    <a:pt x="391026" y="2572"/>
                  </a:lnTo>
                  <a:lnTo>
                    <a:pt x="456197" y="10287"/>
                  </a:lnTo>
                  <a:lnTo>
                    <a:pt x="521368" y="41148"/>
                  </a:lnTo>
                  <a:lnTo>
                    <a:pt x="586539" y="30861"/>
                  </a:lnTo>
                  <a:lnTo>
                    <a:pt x="651711" y="12859"/>
                  </a:lnTo>
                  <a:lnTo>
                    <a:pt x="716882" y="33433"/>
                  </a:lnTo>
                  <a:lnTo>
                    <a:pt x="782053" y="59150"/>
                  </a:lnTo>
                  <a:lnTo>
                    <a:pt x="847224" y="64294"/>
                  </a:lnTo>
                  <a:lnTo>
                    <a:pt x="912395" y="46292"/>
                  </a:lnTo>
                  <a:lnTo>
                    <a:pt x="977566" y="18002"/>
                  </a:lnTo>
                  <a:lnTo>
                    <a:pt x="1042737" y="0"/>
                  </a:lnTo>
                  <a:lnTo>
                    <a:pt x="1107908" y="5144"/>
                  </a:lnTo>
                  <a:lnTo>
                    <a:pt x="1173079" y="23146"/>
                  </a:lnTo>
                  <a:lnTo>
                    <a:pt x="1238250" y="25717"/>
                  </a:lnTo>
                </a:path>
              </a:pathLst>
            </a:custGeom>
            <a:noFill/>
            <a:ln w="17145">
              <a:solidFill>
                <a:srgbClr val="3F83B4"/>
              </a:solidFill>
            </a:ln>
          </p:spPr>
        </p:sp>
        <p:sp>
          <p:nvSpPr>
            <p:cNvPr id="86" name="86 path"/>
            <p:cNvSpPr/>
            <p:nvPr/>
          </p:nvSpPr>
          <p:spPr>
            <a:xfrm>
              <a:off x="7981950" y="2962275"/>
              <a:ext cx="95" cy="257175"/>
            </a:xfrm>
            <a:custGeom>
              <a:avLst/>
              <a:gdLst/>
              <a:ahLst/>
              <a:cxnLst/>
              <a:pathLst>
                <a:path w="95" h="257175">
                  <a:moveTo>
                    <a:pt x="0" y="0"/>
                  </a:moveTo>
                  <a:lnTo>
                    <a:pt x="0" y="257175"/>
                  </a:lnTo>
                </a:path>
              </a:pathLst>
            </a:custGeom>
            <a:noFill/>
            <a:ln w="9525">
              <a:solidFill>
                <a:srgbClr val="729ACA"/>
              </a:solidFill>
            </a:ln>
          </p:spPr>
        </p:sp>
        <p:sp>
          <p:nvSpPr>
            <p:cNvPr id="87" name="87 path"/>
            <p:cNvSpPr/>
            <p:nvPr/>
          </p:nvSpPr>
          <p:spPr>
            <a:xfrm>
              <a:off x="7981950" y="3147441"/>
              <a:ext cx="933450" cy="95"/>
            </a:xfrm>
            <a:custGeom>
              <a:avLst/>
              <a:gdLst/>
              <a:ahLst/>
              <a:cxnLst/>
              <a:pathLst>
                <a:path w="933450" h="95">
                  <a:moveTo>
                    <a:pt x="0" y="0"/>
                  </a:moveTo>
                  <a:lnTo>
                    <a:pt x="933450" y="0"/>
                  </a:lnTo>
                </a:path>
              </a:pathLst>
            </a:custGeom>
            <a:noFill/>
            <a:ln w="6668">
              <a:solidFill>
                <a:srgbClr val="D4E1F2"/>
              </a:solidFill>
            </a:ln>
          </p:spPr>
        </p:sp>
        <p:sp>
          <p:nvSpPr>
            <p:cNvPr id="88" name="88 editable diagnostic curve"/>
            <p:cNvSpPr/>
            <p:nvPr/>
          </p:nvSpPr>
          <p:spPr>
            <a:xfrm>
              <a:off x="7981950" y="3098868"/>
              <a:ext cx="933450" cy="27913"/>
            </a:xfrm>
            <a:custGeom>
              <a:avLst/>
              <a:gdLst/>
              <a:ahLst/>
              <a:cxnLst/>
              <a:pathLst>
                <a:path w="933450" h="27913">
                  <a:moveTo>
                    <a:pt x="0" y="17712"/>
                  </a:moveTo>
                  <a:lnTo>
                    <a:pt x="49129" y="27913"/>
                  </a:lnTo>
                  <a:lnTo>
                    <a:pt x="98258" y="15083"/>
                  </a:lnTo>
                  <a:lnTo>
                    <a:pt x="147387" y="8188"/>
                  </a:lnTo>
                  <a:lnTo>
                    <a:pt x="196516" y="22795"/>
                  </a:lnTo>
                  <a:lnTo>
                    <a:pt x="245645" y="25926"/>
                  </a:lnTo>
                  <a:lnTo>
                    <a:pt x="294774" y="2797"/>
                  </a:lnTo>
                  <a:lnTo>
                    <a:pt x="343903" y="3638"/>
                  </a:lnTo>
                  <a:lnTo>
                    <a:pt x="393032" y="18835"/>
                  </a:lnTo>
                  <a:lnTo>
                    <a:pt x="442161" y="14078"/>
                  </a:lnTo>
                  <a:lnTo>
                    <a:pt x="491289" y="107"/>
                  </a:lnTo>
                  <a:lnTo>
                    <a:pt x="540418" y="8464"/>
                  </a:lnTo>
                  <a:lnTo>
                    <a:pt x="589547" y="20282"/>
                  </a:lnTo>
                  <a:lnTo>
                    <a:pt x="638676" y="8879"/>
                  </a:lnTo>
                  <a:lnTo>
                    <a:pt x="687805" y="0"/>
                  </a:lnTo>
                  <a:lnTo>
                    <a:pt x="736934" y="13691"/>
                  </a:lnTo>
                  <a:lnTo>
                    <a:pt x="786063" y="19042"/>
                  </a:lnTo>
                  <a:lnTo>
                    <a:pt x="835192" y="3972"/>
                  </a:lnTo>
                  <a:lnTo>
                    <a:pt x="884321" y="2504"/>
                  </a:lnTo>
                  <a:lnTo>
                    <a:pt x="933450" y="17952"/>
                  </a:lnTo>
                </a:path>
              </a:pathLst>
            </a:custGeom>
            <a:noFill/>
            <a:ln w="17145">
              <a:solidFill>
                <a:srgbClr val="B55949"/>
              </a:solidFill>
            </a:ln>
          </p:spPr>
        </p:sp>
        <p:sp>
          <p:nvSpPr>
            <p:cNvPr id="89" name="89 Parameter update"/>
            <p:cNvSpPr/>
            <p:nvPr/>
          </p:nvSpPr>
          <p:spPr>
            <a:xfrm>
              <a:off x="4581525" y="3438525"/>
              <a:ext cx="1600200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Parameter update</a:t>
              </a:r>
              <a:endParaRPr sz="1350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90" name="90 ellipse"/>
            <p:cNvSpPr/>
            <p:nvPr/>
          </p:nvSpPr>
          <p:spPr>
            <a:xfrm>
              <a:off x="6896100" y="3457575"/>
              <a:ext cx="219075" cy="219075"/>
            </a:xfrm>
            <a:prstGeom prst="ellipse">
              <a:avLst/>
            </a:prstGeom>
            <a:solidFill>
              <a:srgbClr val="F1F4F7"/>
            </a:solidFill>
            <a:ln w="11430">
              <a:solidFill>
                <a:srgbClr val="708195"/>
              </a:solidFill>
            </a:ln>
          </p:spPr>
        </p:sp>
        <p:sp>
          <p:nvSpPr>
            <p:cNvPr id="91" name="91 rect"/>
            <p:cNvSpPr/>
            <p:nvPr/>
          </p:nvSpPr>
          <p:spPr>
            <a:xfrm>
              <a:off x="6962775" y="3514725"/>
              <a:ext cx="28575" cy="104775"/>
            </a:xfrm>
            <a:prstGeom prst="rect">
              <a:avLst/>
            </a:prstGeom>
            <a:solidFill>
              <a:srgbClr val="708195"/>
            </a:solidFill>
            <a:ln w="0">
              <a:noFill/>
            </a:ln>
          </p:spPr>
        </p:sp>
        <p:sp>
          <p:nvSpPr>
            <p:cNvPr id="92" name="92 rect"/>
            <p:cNvSpPr/>
            <p:nvPr/>
          </p:nvSpPr>
          <p:spPr>
            <a:xfrm>
              <a:off x="7019925" y="3514725"/>
              <a:ext cx="28575" cy="104775"/>
            </a:xfrm>
            <a:prstGeom prst="rect">
              <a:avLst/>
            </a:prstGeom>
            <a:solidFill>
              <a:srgbClr val="708195"/>
            </a:solidFill>
            <a:ln w="0">
              <a:noFill/>
            </a:ln>
          </p:spPr>
        </p:sp>
        <p:sp>
          <p:nvSpPr>
            <p:cNvPr id="93" name="93 ellipse"/>
            <p:cNvSpPr/>
            <p:nvPr/>
          </p:nvSpPr>
          <p:spPr>
            <a:xfrm>
              <a:off x="8496300" y="3457575"/>
              <a:ext cx="219075" cy="219075"/>
            </a:xfrm>
            <a:prstGeom prst="ellipse">
              <a:avLst/>
            </a:prstGeom>
            <a:solidFill>
              <a:srgbClr val="F1F4F7"/>
            </a:solidFill>
            <a:ln w="11430">
              <a:solidFill>
                <a:srgbClr val="708195"/>
              </a:solidFill>
            </a:ln>
          </p:spPr>
        </p:sp>
        <p:sp>
          <p:nvSpPr>
            <p:cNvPr id="94" name="94 rect"/>
            <p:cNvSpPr/>
            <p:nvPr/>
          </p:nvSpPr>
          <p:spPr>
            <a:xfrm>
              <a:off x="8562975" y="3514725"/>
              <a:ext cx="28575" cy="104775"/>
            </a:xfrm>
            <a:prstGeom prst="rect">
              <a:avLst/>
            </a:prstGeom>
            <a:solidFill>
              <a:srgbClr val="708195"/>
            </a:solidFill>
            <a:ln w="0">
              <a:noFill/>
            </a:ln>
          </p:spPr>
        </p:sp>
        <p:sp>
          <p:nvSpPr>
            <p:cNvPr id="95" name="95 rect"/>
            <p:cNvSpPr/>
            <p:nvPr/>
          </p:nvSpPr>
          <p:spPr>
            <a:xfrm>
              <a:off x="8620125" y="3514725"/>
              <a:ext cx="28575" cy="104775"/>
            </a:xfrm>
            <a:prstGeom prst="rect">
              <a:avLst/>
            </a:prstGeom>
            <a:solidFill>
              <a:srgbClr val="708195"/>
            </a:solidFill>
            <a:ln w="0">
              <a:noFill/>
            </a:ln>
          </p:spPr>
        </p:sp>
        <p:sp>
          <p:nvSpPr>
            <p:cNvPr id="96" name="96 Next forward"/>
            <p:cNvSpPr/>
            <p:nvPr/>
          </p:nvSpPr>
          <p:spPr>
            <a:xfrm>
              <a:off x="4581525" y="3933825"/>
              <a:ext cx="1600200" cy="21850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9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9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Next forward</a:t>
              </a:r>
              <a:endParaRPr sz="1390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97" name="97 ellipse"/>
            <p:cNvSpPr/>
            <p:nvPr/>
          </p:nvSpPr>
          <p:spPr>
            <a:xfrm>
              <a:off x="6896100" y="3952875"/>
              <a:ext cx="219075" cy="219075"/>
            </a:xfrm>
            <a:prstGeom prst="ellipse">
              <a:avLst/>
            </a:prstGeom>
            <a:solidFill>
              <a:srgbClr val="F1F4F7"/>
            </a:solidFill>
            <a:ln w="11430">
              <a:solidFill>
                <a:srgbClr val="708195"/>
              </a:solidFill>
            </a:ln>
          </p:spPr>
        </p:sp>
        <p:sp>
          <p:nvSpPr>
            <p:cNvPr id="98" name="98 rect"/>
            <p:cNvSpPr/>
            <p:nvPr/>
          </p:nvSpPr>
          <p:spPr>
            <a:xfrm>
              <a:off x="6962775" y="4010025"/>
              <a:ext cx="28575" cy="104775"/>
            </a:xfrm>
            <a:prstGeom prst="rect">
              <a:avLst/>
            </a:prstGeom>
            <a:solidFill>
              <a:srgbClr val="708195"/>
            </a:solidFill>
            <a:ln w="0">
              <a:noFill/>
            </a:ln>
          </p:spPr>
        </p:sp>
        <p:sp>
          <p:nvSpPr>
            <p:cNvPr id="99" name="99 rect"/>
            <p:cNvSpPr/>
            <p:nvPr/>
          </p:nvSpPr>
          <p:spPr>
            <a:xfrm>
              <a:off x="7019925" y="4010025"/>
              <a:ext cx="28575" cy="104775"/>
            </a:xfrm>
            <a:prstGeom prst="rect">
              <a:avLst/>
            </a:prstGeom>
            <a:solidFill>
              <a:srgbClr val="708195"/>
            </a:solidFill>
            <a:ln w="0">
              <a:noFill/>
            </a:ln>
          </p:spPr>
        </p:sp>
        <p:sp>
          <p:nvSpPr>
            <p:cNvPr id="100" name="100 ellipse"/>
            <p:cNvSpPr/>
            <p:nvPr/>
          </p:nvSpPr>
          <p:spPr>
            <a:xfrm>
              <a:off x="8496300" y="3952875"/>
              <a:ext cx="219075" cy="219075"/>
            </a:xfrm>
            <a:prstGeom prst="ellipse">
              <a:avLst/>
            </a:prstGeom>
            <a:solidFill>
              <a:srgbClr val="F1F4F7"/>
            </a:solidFill>
            <a:ln w="11430">
              <a:solidFill>
                <a:srgbClr val="708195"/>
              </a:solidFill>
            </a:ln>
          </p:spPr>
        </p:sp>
        <p:sp>
          <p:nvSpPr>
            <p:cNvPr id="101" name="101 rect"/>
            <p:cNvSpPr/>
            <p:nvPr/>
          </p:nvSpPr>
          <p:spPr>
            <a:xfrm>
              <a:off x="8562975" y="4010025"/>
              <a:ext cx="28575" cy="104775"/>
            </a:xfrm>
            <a:prstGeom prst="rect">
              <a:avLst/>
            </a:prstGeom>
            <a:solidFill>
              <a:srgbClr val="708195"/>
            </a:solidFill>
            <a:ln w="0">
              <a:noFill/>
            </a:ln>
          </p:spPr>
        </p:sp>
        <p:sp>
          <p:nvSpPr>
            <p:cNvPr id="102" name="102 rect"/>
            <p:cNvSpPr/>
            <p:nvPr/>
          </p:nvSpPr>
          <p:spPr>
            <a:xfrm>
              <a:off x="8620125" y="4010025"/>
              <a:ext cx="28575" cy="104775"/>
            </a:xfrm>
            <a:prstGeom prst="rect">
              <a:avLst/>
            </a:prstGeom>
            <a:solidFill>
              <a:srgbClr val="708195"/>
            </a:solidFill>
            <a:ln w="0">
              <a:noFill/>
            </a:ln>
          </p:spPr>
        </p:sp>
        <p:sp>
          <p:nvSpPr>
            <p:cNvPr id="103" name="103 ellipse"/>
            <p:cNvSpPr/>
            <p:nvPr/>
          </p:nvSpPr>
          <p:spPr>
            <a:xfrm>
              <a:off x="9105900" y="2933700"/>
              <a:ext cx="219075" cy="219075"/>
            </a:xfrm>
            <a:prstGeom prst="ellipse">
              <a:avLst/>
            </a:prstGeom>
            <a:solidFill>
              <a:srgbClr val="C4473D"/>
            </a:solidFill>
            <a:ln w="0">
              <a:noFill/>
            </a:ln>
          </p:spPr>
        </p:sp>
        <p:sp>
          <p:nvSpPr>
            <p:cNvPr id="104" name="104 !"/>
            <p:cNvSpPr/>
            <p:nvPr/>
          </p:nvSpPr>
          <p:spPr>
            <a:xfrm>
              <a:off x="9163050" y="2905125"/>
              <a:ext cx="104775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350" b="1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50" b="1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!</a:t>
              </a:r>
              <a:endParaRPr sz="13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5" name="105 First divergence"/>
            <p:cNvSpPr/>
            <p:nvPr/>
          </p:nvSpPr>
          <p:spPr>
            <a:xfrm>
              <a:off x="7934325" y="3133725"/>
              <a:ext cx="1371600" cy="1948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r">
                <a:defRPr sz="1240" b="1">
                  <a:solidFill>
                    <a:srgbClr val="AC302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240" b="1">
                  <a:solidFill>
                    <a:srgbClr val="AC302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First divergence</a:t>
              </a:r>
              <a:endParaRPr sz="1240" b="1">
                <a:solidFill>
                  <a:srgbClr val="AC302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grpSp>
        <p:nvGrpSpPr>
          <p:cNvPr id="356" name="Evidence handoff"/>
          <p:cNvGrpSpPr/>
          <p:nvPr/>
        </p:nvGrpSpPr>
        <p:grpSpPr>
          <a:xfrm>
            <a:off x="9677400" y="581025"/>
            <a:ext cx="1943100" cy="4086225"/>
            <a:chOff x="9677400" y="581025"/>
            <a:chExt cx="1943100" cy="4086225"/>
          </a:xfrm>
        </p:grpSpPr>
        <p:sp>
          <p:nvSpPr>
            <p:cNvPr id="106" name="106 rect"/>
            <p:cNvSpPr/>
            <p:nvPr/>
          </p:nvSpPr>
          <p:spPr>
            <a:xfrm>
              <a:off x="9677400" y="581025"/>
              <a:ext cx="1943100" cy="4086225"/>
            </a:xfrm>
            <a:prstGeom prst="roundRect">
              <a:avLst>
                <a:gd name="adj" fmla="val 3431"/>
              </a:avLst>
            </a:prstGeom>
            <a:solidFill>
              <a:srgbClr val="FFF0D9"/>
            </a:solidFill>
            <a:ln w="20003">
              <a:solidFill>
                <a:srgbClr val="C18730"/>
              </a:solidFill>
            </a:ln>
          </p:spPr>
        </p:sp>
        <p:sp>
          <p:nvSpPr>
            <p:cNvPr id="107" name="107 Evidence handoff"/>
            <p:cNvSpPr/>
            <p:nvPr/>
          </p:nvSpPr>
          <p:spPr>
            <a:xfrm>
              <a:off x="9782175" y="809625"/>
              <a:ext cx="1733550" cy="2787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770" b="1">
                  <a:solidFill>
                    <a:srgbClr val="69421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770" b="1">
                  <a:solidFill>
                    <a:srgbClr val="69421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Evidence handoff</a:t>
              </a:r>
              <a:endParaRPr sz="1770" b="1">
                <a:solidFill>
                  <a:srgbClr val="6942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8" name="108 path"/>
            <p:cNvSpPr/>
            <p:nvPr/>
          </p:nvSpPr>
          <p:spPr>
            <a:xfrm>
              <a:off x="9810750" y="1381125"/>
              <a:ext cx="1676400" cy="95"/>
            </a:xfrm>
            <a:custGeom>
              <a:avLst/>
              <a:gdLst/>
              <a:ahLst/>
              <a:cxnLst/>
              <a:pathLst>
                <a:path w="1676400" h="95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noFill/>
            <a:ln w="8573">
              <a:solidFill>
                <a:srgbClr val="E4C9A3"/>
              </a:solidFill>
            </a:ln>
          </p:spPr>
        </p:sp>
        <p:sp>
          <p:nvSpPr>
            <p:cNvPr id="109" name="109 path"/>
            <p:cNvSpPr/>
            <p:nvPr/>
          </p:nvSpPr>
          <p:spPr>
            <a:xfrm>
              <a:off x="9810750" y="2124075"/>
              <a:ext cx="1676400" cy="95"/>
            </a:xfrm>
            <a:custGeom>
              <a:avLst/>
              <a:gdLst/>
              <a:ahLst/>
              <a:cxnLst/>
              <a:pathLst>
                <a:path w="1676400" h="95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noFill/>
            <a:ln w="8573">
              <a:solidFill>
                <a:srgbClr val="E4C9A3"/>
              </a:solidFill>
            </a:ln>
          </p:spPr>
        </p:sp>
        <p:sp>
          <p:nvSpPr>
            <p:cNvPr id="110" name="110 path"/>
            <p:cNvSpPr/>
            <p:nvPr/>
          </p:nvSpPr>
          <p:spPr>
            <a:xfrm>
              <a:off x="9810750" y="2867025"/>
              <a:ext cx="1676400" cy="95"/>
            </a:xfrm>
            <a:custGeom>
              <a:avLst/>
              <a:gdLst/>
              <a:ahLst/>
              <a:cxnLst/>
              <a:pathLst>
                <a:path w="1676400" h="95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noFill/>
            <a:ln w="8573">
              <a:solidFill>
                <a:srgbClr val="E4C9A3"/>
              </a:solidFill>
            </a:ln>
          </p:spPr>
        </p:sp>
        <p:sp>
          <p:nvSpPr>
            <p:cNvPr id="111" name="111 path"/>
            <p:cNvSpPr/>
            <p:nvPr/>
          </p:nvSpPr>
          <p:spPr>
            <a:xfrm>
              <a:off x="9810750" y="3609975"/>
              <a:ext cx="1676400" cy="95"/>
            </a:xfrm>
            <a:custGeom>
              <a:avLst/>
              <a:gdLst/>
              <a:ahLst/>
              <a:cxnLst/>
              <a:pathLst>
                <a:path w="1676400" h="95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noFill/>
            <a:ln w="8573">
              <a:solidFill>
                <a:srgbClr val="E4C9A3"/>
              </a:solidFill>
            </a:ln>
          </p:spPr>
        </p:sp>
        <p:grpSp>
          <p:nvGrpSpPr>
            <p:cNvPr id="357" name="document-111"/>
            <p:cNvGrpSpPr/>
            <p:nvPr/>
          </p:nvGrpSpPr>
          <p:grpSpPr>
            <a:xfrm>
              <a:off x="9848850" y="1638300"/>
              <a:ext cx="209550" cy="285750"/>
              <a:chOff x="9848850" y="1638300"/>
              <a:chExt cx="209550" cy="285750"/>
            </a:xfrm>
          </p:grpSpPr>
          <p:sp>
            <p:nvSpPr>
              <p:cNvPr id="112" name="112 document"/>
              <p:cNvSpPr/>
              <p:nvPr/>
            </p:nvSpPr>
            <p:spPr>
              <a:xfrm>
                <a:off x="9848850" y="1638300"/>
                <a:ext cx="209550" cy="285750"/>
              </a:xfrm>
              <a:custGeom>
                <a:avLst/>
                <a:gdLst/>
                <a:ahLst/>
                <a:cxnLst/>
                <a:pathLst>
                  <a:path w="209550" h="285750">
                    <a:moveTo>
                      <a:pt x="0" y="0"/>
                    </a:moveTo>
                    <a:lnTo>
                      <a:pt x="129921" y="0"/>
                    </a:lnTo>
                    <a:lnTo>
                      <a:pt x="209550" y="82867"/>
                    </a:lnTo>
                    <a:lnTo>
                      <a:pt x="209550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solidFill>
                <a:srgbClr val="F7FAFE"/>
              </a:solidFill>
              <a:ln w="19050">
                <a:solidFill>
                  <a:srgbClr val="98652B"/>
                </a:solidFill>
              </a:ln>
            </p:spPr>
          </p:sp>
          <p:sp>
            <p:nvSpPr>
              <p:cNvPr id="113" name="113 path"/>
              <p:cNvSpPr/>
              <p:nvPr/>
            </p:nvSpPr>
            <p:spPr>
              <a:xfrm>
                <a:off x="9978771" y="1638300"/>
                <a:ext cx="79629" cy="82867"/>
              </a:xfrm>
              <a:custGeom>
                <a:avLst/>
                <a:gdLst/>
                <a:ahLst/>
                <a:cxnLst/>
                <a:pathLst>
                  <a:path w="79629" h="82867">
                    <a:moveTo>
                      <a:pt x="0" y="0"/>
                    </a:moveTo>
                    <a:lnTo>
                      <a:pt x="0" y="82867"/>
                    </a:lnTo>
                    <a:lnTo>
                      <a:pt x="79629" y="82867"/>
                    </a:lnTo>
                  </a:path>
                </a:pathLst>
              </a:custGeom>
              <a:noFill/>
              <a:ln w="16193">
                <a:solidFill>
                  <a:srgbClr val="98652B"/>
                </a:solidFill>
              </a:ln>
            </p:spPr>
          </p:sp>
          <p:sp>
            <p:nvSpPr>
              <p:cNvPr id="114" name="114 path"/>
              <p:cNvSpPr/>
              <p:nvPr/>
            </p:nvSpPr>
            <p:spPr>
              <a:xfrm>
                <a:off x="9899142" y="1775460"/>
                <a:ext cx="102679" cy="95"/>
              </a:xfrm>
              <a:custGeom>
                <a:avLst/>
                <a:gdLst/>
                <a:ahLst/>
                <a:cxnLst/>
                <a:pathLst>
                  <a:path w="102679" h="95">
                    <a:moveTo>
                      <a:pt x="0" y="0"/>
                    </a:moveTo>
                    <a:lnTo>
                      <a:pt x="102679" y="0"/>
                    </a:lnTo>
                  </a:path>
                </a:pathLst>
              </a:custGeom>
              <a:noFill/>
              <a:ln w="17145">
                <a:solidFill>
                  <a:srgbClr val="98652B"/>
                </a:solidFill>
              </a:ln>
            </p:spPr>
          </p:sp>
          <p:sp>
            <p:nvSpPr>
              <p:cNvPr id="115" name="115 path"/>
              <p:cNvSpPr/>
              <p:nvPr/>
            </p:nvSpPr>
            <p:spPr>
              <a:xfrm>
                <a:off x="9899142" y="1829753"/>
                <a:ext cx="71247" cy="95"/>
              </a:xfrm>
              <a:custGeom>
                <a:avLst/>
                <a:gdLst/>
                <a:ahLst/>
                <a:cxnLst/>
                <a:pathLst>
                  <a:path w="71247" h="95">
                    <a:moveTo>
                      <a:pt x="0" y="0"/>
                    </a:moveTo>
                    <a:lnTo>
                      <a:pt x="71247" y="0"/>
                    </a:lnTo>
                  </a:path>
                </a:pathLst>
              </a:custGeom>
              <a:noFill/>
              <a:ln w="17145">
                <a:solidFill>
                  <a:srgbClr val="98652B"/>
                </a:solidFill>
              </a:ln>
            </p:spPr>
          </p:sp>
        </p:grpSp>
        <p:sp>
          <p:nvSpPr>
            <p:cNvPr id="116" name="116 Code observations"/>
            <p:cNvSpPr/>
            <p:nvPr/>
          </p:nvSpPr>
          <p:spPr>
            <a:xfrm>
              <a:off x="10153650" y="1666875"/>
              <a:ext cx="1323975" cy="2149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65" b="0">
                  <a:solidFill>
                    <a:srgbClr val="382E22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65" b="0">
                  <a:solidFill>
                    <a:srgbClr val="382E22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Code observations</a:t>
              </a:r>
              <a:endParaRPr sz="1365" b="0">
                <a:solidFill>
                  <a:srgbClr val="382E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17" name="117 rect"/>
            <p:cNvSpPr/>
            <p:nvPr/>
          </p:nvSpPr>
          <p:spPr>
            <a:xfrm>
              <a:off x="9877425" y="2486025"/>
              <a:ext cx="47625" cy="114300"/>
            </a:xfrm>
            <a:prstGeom prst="rect">
              <a:avLst/>
            </a:prstGeom>
            <a:solidFill>
              <a:srgbClr val="98652B"/>
            </a:solidFill>
            <a:ln w="0">
              <a:noFill/>
            </a:ln>
          </p:spPr>
        </p:sp>
        <p:sp>
          <p:nvSpPr>
            <p:cNvPr id="118" name="118 rect"/>
            <p:cNvSpPr/>
            <p:nvPr/>
          </p:nvSpPr>
          <p:spPr>
            <a:xfrm>
              <a:off x="9963150" y="2400300"/>
              <a:ext cx="47625" cy="200025"/>
            </a:xfrm>
            <a:prstGeom prst="rect">
              <a:avLst/>
            </a:prstGeom>
            <a:solidFill>
              <a:srgbClr val="98652B"/>
            </a:solidFill>
            <a:ln w="0">
              <a:noFill/>
            </a:ln>
          </p:spPr>
        </p:sp>
        <p:sp>
          <p:nvSpPr>
            <p:cNvPr id="119" name="119 rect"/>
            <p:cNvSpPr/>
            <p:nvPr/>
          </p:nvSpPr>
          <p:spPr>
            <a:xfrm>
              <a:off x="10048875" y="2314575"/>
              <a:ext cx="47625" cy="285750"/>
            </a:xfrm>
            <a:prstGeom prst="rect">
              <a:avLst/>
            </a:prstGeom>
            <a:solidFill>
              <a:srgbClr val="98652B"/>
            </a:solidFill>
            <a:ln w="0">
              <a:noFill/>
            </a:ln>
          </p:spPr>
        </p:sp>
        <p:sp>
          <p:nvSpPr>
            <p:cNvPr id="120" name="120 path"/>
            <p:cNvSpPr/>
            <p:nvPr/>
          </p:nvSpPr>
          <p:spPr>
            <a:xfrm>
              <a:off x="9848850" y="2600325"/>
              <a:ext cx="295275" cy="95"/>
            </a:xfrm>
            <a:custGeom>
              <a:avLst/>
              <a:gdLst/>
              <a:ahLst/>
              <a:cxnLst/>
              <a:pathLst>
                <a:path w="295275" h="9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w="19050">
              <a:solidFill>
                <a:srgbClr val="98652B"/>
              </a:solidFill>
            </a:ln>
          </p:spPr>
        </p:sp>
        <p:sp>
          <p:nvSpPr>
            <p:cNvPr id="121" name="121 Test results"/>
            <p:cNvSpPr/>
            <p:nvPr/>
          </p:nvSpPr>
          <p:spPr>
            <a:xfrm>
              <a:off x="10191750" y="2352675"/>
              <a:ext cx="1285875" cy="21850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90" b="0">
                  <a:solidFill>
                    <a:srgbClr val="382E22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90" b="0">
                  <a:solidFill>
                    <a:srgbClr val="382E22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Test results</a:t>
              </a:r>
              <a:endParaRPr sz="1390" b="0">
                <a:solidFill>
                  <a:srgbClr val="382E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grpSp>
          <p:nvGrpSpPr>
            <p:cNvPr id="358" name="document-121"/>
            <p:cNvGrpSpPr/>
            <p:nvPr/>
          </p:nvGrpSpPr>
          <p:grpSpPr>
            <a:xfrm>
              <a:off x="9867900" y="3067050"/>
              <a:ext cx="200026" cy="276225"/>
              <a:chOff x="9867900" y="3067050"/>
              <a:chExt cx="200026" cy="276225"/>
            </a:xfrm>
          </p:grpSpPr>
          <p:sp>
            <p:nvSpPr>
              <p:cNvPr id="122" name="122 document"/>
              <p:cNvSpPr/>
              <p:nvPr/>
            </p:nvSpPr>
            <p:spPr>
              <a:xfrm>
                <a:off x="9867900" y="3067050"/>
                <a:ext cx="200025" cy="276225"/>
              </a:xfrm>
              <a:custGeom>
                <a:avLst/>
                <a:gdLst/>
                <a:ahLst/>
                <a:cxnLst/>
                <a:pathLst>
                  <a:path w="200025" h="276225">
                    <a:moveTo>
                      <a:pt x="0" y="0"/>
                    </a:moveTo>
                    <a:lnTo>
                      <a:pt x="124015" y="0"/>
                    </a:lnTo>
                    <a:lnTo>
                      <a:pt x="200025" y="80105"/>
                    </a:lnTo>
                    <a:lnTo>
                      <a:pt x="200025" y="276225"/>
                    </a:lnTo>
                    <a:lnTo>
                      <a:pt x="0" y="276225"/>
                    </a:lnTo>
                    <a:close/>
                  </a:path>
                </a:pathLst>
              </a:custGeom>
              <a:solidFill>
                <a:srgbClr val="F7FAFE"/>
              </a:solidFill>
              <a:ln w="19050">
                <a:solidFill>
                  <a:srgbClr val="98652B"/>
                </a:solidFill>
              </a:ln>
            </p:spPr>
          </p:sp>
          <p:sp>
            <p:nvSpPr>
              <p:cNvPr id="123" name="123 path"/>
              <p:cNvSpPr/>
              <p:nvPr/>
            </p:nvSpPr>
            <p:spPr>
              <a:xfrm>
                <a:off x="9991916" y="3067050"/>
                <a:ext cx="76010" cy="80105"/>
              </a:xfrm>
              <a:custGeom>
                <a:avLst/>
                <a:gdLst/>
                <a:ahLst/>
                <a:cxnLst/>
                <a:pathLst>
                  <a:path w="76010" h="80105">
                    <a:moveTo>
                      <a:pt x="0" y="0"/>
                    </a:moveTo>
                    <a:lnTo>
                      <a:pt x="0" y="80105"/>
                    </a:lnTo>
                    <a:lnTo>
                      <a:pt x="76010" y="80105"/>
                    </a:lnTo>
                  </a:path>
                </a:pathLst>
              </a:custGeom>
              <a:noFill/>
              <a:ln w="16193">
                <a:solidFill>
                  <a:srgbClr val="98652B"/>
                </a:solidFill>
              </a:ln>
            </p:spPr>
          </p:sp>
          <p:sp>
            <p:nvSpPr>
              <p:cNvPr id="124" name="124 path"/>
              <p:cNvSpPr/>
              <p:nvPr/>
            </p:nvSpPr>
            <p:spPr>
              <a:xfrm>
                <a:off x="9915906" y="3199638"/>
                <a:ext cx="98012" cy="95"/>
              </a:xfrm>
              <a:custGeom>
                <a:avLst/>
                <a:gdLst/>
                <a:ahLst/>
                <a:cxnLst/>
                <a:pathLst>
                  <a:path w="98012" h="95">
                    <a:moveTo>
                      <a:pt x="0" y="0"/>
                    </a:moveTo>
                    <a:lnTo>
                      <a:pt x="98012" y="0"/>
                    </a:lnTo>
                  </a:path>
                </a:pathLst>
              </a:custGeom>
              <a:noFill/>
              <a:ln w="17145">
                <a:solidFill>
                  <a:srgbClr val="98652B"/>
                </a:solidFill>
              </a:ln>
            </p:spPr>
          </p:sp>
          <p:sp>
            <p:nvSpPr>
              <p:cNvPr id="125" name="125 path"/>
              <p:cNvSpPr/>
              <p:nvPr/>
            </p:nvSpPr>
            <p:spPr>
              <a:xfrm>
                <a:off x="9915906" y="3252121"/>
                <a:ext cx="68009" cy="95"/>
              </a:xfrm>
              <a:custGeom>
                <a:avLst/>
                <a:gdLst/>
                <a:ahLst/>
                <a:cxnLst/>
                <a:pathLst>
                  <a:path w="68009" h="95">
                    <a:moveTo>
                      <a:pt x="0" y="0"/>
                    </a:moveTo>
                    <a:lnTo>
                      <a:pt x="68009" y="0"/>
                    </a:lnTo>
                  </a:path>
                </a:pathLst>
              </a:custGeom>
              <a:noFill/>
              <a:ln w="17145">
                <a:solidFill>
                  <a:srgbClr val="98652B"/>
                </a:solidFill>
              </a:ln>
            </p:spPr>
          </p:sp>
        </p:grpSp>
        <p:sp>
          <p:nvSpPr>
            <p:cNvPr id="126" name="126 Code locations"/>
            <p:cNvSpPr/>
            <p:nvPr/>
          </p:nvSpPr>
          <p:spPr>
            <a:xfrm>
              <a:off x="10182225" y="3114675"/>
              <a:ext cx="1304925" cy="21850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90" b="0">
                  <a:solidFill>
                    <a:srgbClr val="382E22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90" b="0">
                  <a:solidFill>
                    <a:srgbClr val="382E22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Code locations</a:t>
              </a:r>
              <a:endParaRPr sz="1390" b="0">
                <a:solidFill>
                  <a:srgbClr val="382E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27" name="127 ellipse"/>
            <p:cNvSpPr/>
            <p:nvPr/>
          </p:nvSpPr>
          <p:spPr>
            <a:xfrm>
              <a:off x="9867900" y="3848100"/>
              <a:ext cx="200025" cy="2095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8652B"/>
              </a:solidFill>
            </a:ln>
          </p:spPr>
        </p:sp>
        <p:sp>
          <p:nvSpPr>
            <p:cNvPr id="128" name="128 path"/>
            <p:cNvSpPr/>
            <p:nvPr/>
          </p:nvSpPr>
          <p:spPr>
            <a:xfrm>
              <a:off x="9906000" y="4019550"/>
              <a:ext cx="133350" cy="66675"/>
            </a:xfrm>
            <a:custGeom>
              <a:avLst/>
              <a:gdLst/>
              <a:ahLst/>
              <a:cxnLst/>
              <a:pathLst>
                <a:path w="133350" h="66675">
                  <a:moveTo>
                    <a:pt x="0" y="0"/>
                  </a:moveTo>
                  <a:lnTo>
                    <a:pt x="19050" y="66675"/>
                  </a:lnTo>
                  <a:lnTo>
                    <a:pt x="104775" y="66675"/>
                  </a:lnTo>
                  <a:lnTo>
                    <a:pt x="133350" y="0"/>
                  </a:lnTo>
                </a:path>
              </a:pathLst>
            </a:custGeom>
            <a:noFill/>
            <a:ln w="19050">
              <a:solidFill>
                <a:srgbClr val="98652B"/>
              </a:solidFill>
            </a:ln>
          </p:spPr>
        </p:sp>
        <p:sp>
          <p:nvSpPr>
            <p:cNvPr id="129" name="129 path"/>
            <p:cNvSpPr/>
            <p:nvPr/>
          </p:nvSpPr>
          <p:spPr>
            <a:xfrm>
              <a:off x="9925050" y="4114800"/>
              <a:ext cx="85725" cy="95"/>
            </a:xfrm>
            <a:custGeom>
              <a:avLst/>
              <a:gdLst/>
              <a:ahLst/>
              <a:cxnLst/>
              <a:pathLst>
                <a:path w="85725" h="95">
                  <a:moveTo>
                    <a:pt x="0" y="0"/>
                  </a:moveTo>
                  <a:lnTo>
                    <a:pt x="85725" y="0"/>
                  </a:lnTo>
                </a:path>
              </a:pathLst>
            </a:custGeom>
            <a:noFill/>
            <a:ln w="19050">
              <a:solidFill>
                <a:srgbClr val="98652B"/>
              </a:solidFill>
            </a:ln>
          </p:spPr>
        </p:sp>
        <p:sp>
          <p:nvSpPr>
            <p:cNvPr id="130" name="130 path"/>
            <p:cNvSpPr/>
            <p:nvPr/>
          </p:nvSpPr>
          <p:spPr>
            <a:xfrm>
              <a:off x="9944100" y="4152900"/>
              <a:ext cx="47625" cy="95"/>
            </a:xfrm>
            <a:custGeom>
              <a:avLst/>
              <a:gdLst/>
              <a:ahLst/>
              <a:cxnLst/>
              <a:pathLst>
                <a:path w="47625" h="9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9050">
              <a:solidFill>
                <a:srgbClr val="98652B"/>
              </a:solidFill>
            </a:ln>
          </p:spPr>
        </p:sp>
        <p:sp>
          <p:nvSpPr>
            <p:cNvPr id="131" name="131 Hypotheses"/>
            <p:cNvSpPr/>
            <p:nvPr/>
          </p:nvSpPr>
          <p:spPr>
            <a:xfrm>
              <a:off x="10191750" y="3905250"/>
              <a:ext cx="1285875" cy="21850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90" b="0">
                  <a:solidFill>
                    <a:srgbClr val="382E22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90" b="0">
                  <a:solidFill>
                    <a:srgbClr val="382E22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Hypotheses</a:t>
              </a:r>
              <a:endParaRPr sz="1390" b="0">
                <a:solidFill>
                  <a:srgbClr val="382E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grpSp>
        <p:nvGrpSpPr>
          <p:cNvPr id="359" name="Repair Agent"/>
          <p:cNvGrpSpPr/>
          <p:nvPr/>
        </p:nvGrpSpPr>
        <p:grpSpPr>
          <a:xfrm>
            <a:off x="11753850" y="581025"/>
            <a:ext cx="1809750" cy="4086225"/>
            <a:chOff x="11753850" y="581025"/>
            <a:chExt cx="1809750" cy="4086225"/>
          </a:xfrm>
        </p:grpSpPr>
        <p:sp>
          <p:nvSpPr>
            <p:cNvPr id="132" name="132 rect"/>
            <p:cNvSpPr/>
            <p:nvPr/>
          </p:nvSpPr>
          <p:spPr>
            <a:xfrm>
              <a:off x="11753850" y="581025"/>
              <a:ext cx="1809750" cy="4086225"/>
            </a:xfrm>
            <a:prstGeom prst="roundRect">
              <a:avLst>
                <a:gd name="adj" fmla="val 3684"/>
              </a:avLst>
            </a:prstGeom>
            <a:solidFill>
              <a:srgbClr val="F8FAFC"/>
            </a:solidFill>
            <a:ln w="11430">
              <a:solidFill>
                <a:srgbClr val="A9B8C8"/>
              </a:solidFill>
            </a:ln>
          </p:spPr>
        </p:sp>
        <p:grpSp>
          <p:nvGrpSpPr>
            <p:cNvPr id="360" name="robot-132"/>
            <p:cNvGrpSpPr/>
            <p:nvPr/>
          </p:nvGrpSpPr>
          <p:grpSpPr>
            <a:xfrm>
              <a:off x="12468225" y="838200"/>
              <a:ext cx="381000" cy="400050"/>
              <a:chOff x="12468225" y="838200"/>
              <a:chExt cx="381000" cy="400050"/>
            </a:xfrm>
          </p:grpSpPr>
          <p:sp>
            <p:nvSpPr>
              <p:cNvPr id="133" name="133 path"/>
              <p:cNvSpPr/>
              <p:nvPr/>
            </p:nvSpPr>
            <p:spPr>
              <a:xfrm>
                <a:off x="12658725" y="895350"/>
                <a:ext cx="95" cy="85725"/>
              </a:xfrm>
              <a:custGeom>
                <a:avLst/>
                <a:gdLst/>
                <a:ahLst/>
                <a:cxnLst/>
                <a:pathLst>
                  <a:path w="95" h="85725">
                    <a:moveTo>
                      <a:pt x="0" y="0"/>
                    </a:moveTo>
                    <a:lnTo>
                      <a:pt x="0" y="85725"/>
                    </a:lnTo>
                  </a:path>
                </a:pathLst>
              </a:custGeom>
              <a:noFill/>
              <a:ln w="19050">
                <a:solidFill>
                  <a:srgbClr val="526579"/>
                </a:solidFill>
              </a:ln>
            </p:spPr>
          </p:sp>
          <p:sp>
            <p:nvSpPr>
              <p:cNvPr id="134" name="134 ellipse"/>
              <p:cNvSpPr/>
              <p:nvPr/>
            </p:nvSpPr>
            <p:spPr>
              <a:xfrm>
                <a:off x="12620625" y="838200"/>
                <a:ext cx="76200" cy="76200"/>
              </a:xfrm>
              <a:prstGeom prst="ellipse">
                <a:avLst/>
              </a:prstGeom>
              <a:solidFill>
                <a:srgbClr val="526579"/>
              </a:solidFill>
              <a:ln w="0">
                <a:noFill/>
              </a:ln>
            </p:spPr>
          </p:sp>
          <p:sp>
            <p:nvSpPr>
              <p:cNvPr id="135" name="135 rect"/>
              <p:cNvSpPr/>
              <p:nvPr/>
            </p:nvSpPr>
            <p:spPr>
              <a:xfrm>
                <a:off x="12468225" y="1047750"/>
                <a:ext cx="381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526579"/>
              </a:solidFill>
              <a:ln w="0">
                <a:noFill/>
              </a:ln>
            </p:spPr>
          </p:sp>
          <p:sp>
            <p:nvSpPr>
              <p:cNvPr id="136" name="136 rect"/>
              <p:cNvSpPr/>
              <p:nvPr/>
            </p:nvSpPr>
            <p:spPr>
              <a:xfrm>
                <a:off x="12811125" y="1047750"/>
                <a:ext cx="381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526579"/>
              </a:solidFill>
              <a:ln w="0">
                <a:noFill/>
              </a:ln>
            </p:spPr>
          </p:sp>
          <p:sp>
            <p:nvSpPr>
              <p:cNvPr id="137" name="137 rect"/>
              <p:cNvSpPr/>
              <p:nvPr/>
            </p:nvSpPr>
            <p:spPr>
              <a:xfrm>
                <a:off x="12515850" y="962025"/>
                <a:ext cx="285750" cy="276225"/>
              </a:xfrm>
              <a:prstGeom prst="roundRect">
                <a:avLst>
                  <a:gd name="adj" fmla="val 20690"/>
                </a:avLst>
              </a:prstGeom>
              <a:gradFill>
                <a:gsLst>
                  <a:gs pos="0">
                    <a:srgbClr val="526579"/>
                  </a:gs>
                  <a:gs pos="100000">
                    <a:srgbClr val="526579"/>
                  </a:gs>
                </a:gsLst>
                <a:lin ang="5400000"/>
              </a:gradFill>
              <a:ln w="0">
                <a:noFill/>
              </a:ln>
            </p:spPr>
          </p:sp>
          <p:sp>
            <p:nvSpPr>
              <p:cNvPr id="138" name="138 ellipse"/>
              <p:cNvSpPr/>
              <p:nvPr/>
            </p:nvSpPr>
            <p:spPr>
              <a:xfrm>
                <a:off x="12573000" y="1047750"/>
                <a:ext cx="57150" cy="57150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139" name="139 ellipse"/>
              <p:cNvSpPr/>
              <p:nvPr/>
            </p:nvSpPr>
            <p:spPr>
              <a:xfrm>
                <a:off x="12687300" y="1047750"/>
                <a:ext cx="57150" cy="57150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140" name="140 path"/>
              <p:cNvSpPr/>
              <p:nvPr/>
            </p:nvSpPr>
            <p:spPr>
              <a:xfrm>
                <a:off x="12611100" y="1152525"/>
                <a:ext cx="104775" cy="21431"/>
              </a:xfrm>
              <a:custGeom>
                <a:avLst/>
                <a:gdLst/>
                <a:ahLst/>
                <a:cxnLst/>
                <a:pathLst>
                  <a:path w="104775" h="21431">
                    <a:moveTo>
                      <a:pt x="0" y="0"/>
                    </a:moveTo>
                    <a:lnTo>
                      <a:pt x="2030" y="2762"/>
                    </a:lnTo>
                    <a:lnTo>
                      <a:pt x="4298" y="5334"/>
                    </a:lnTo>
                    <a:lnTo>
                      <a:pt x="6791" y="7715"/>
                    </a:lnTo>
                    <a:lnTo>
                      <a:pt x="9494" y="9906"/>
                    </a:lnTo>
                    <a:lnTo>
                      <a:pt x="12391" y="11906"/>
                    </a:lnTo>
                    <a:lnTo>
                      <a:pt x="15469" y="13716"/>
                    </a:lnTo>
                    <a:lnTo>
                      <a:pt x="18711" y="15335"/>
                    </a:lnTo>
                    <a:lnTo>
                      <a:pt x="22104" y="16764"/>
                    </a:lnTo>
                    <a:lnTo>
                      <a:pt x="25632" y="18002"/>
                    </a:lnTo>
                    <a:lnTo>
                      <a:pt x="29281" y="19050"/>
                    </a:lnTo>
                    <a:lnTo>
                      <a:pt x="33035" y="19907"/>
                    </a:lnTo>
                    <a:lnTo>
                      <a:pt x="36881" y="20574"/>
                    </a:lnTo>
                    <a:lnTo>
                      <a:pt x="40803" y="21050"/>
                    </a:lnTo>
                    <a:lnTo>
                      <a:pt x="44786" y="21336"/>
                    </a:lnTo>
                    <a:lnTo>
                      <a:pt x="48816" y="21431"/>
                    </a:lnTo>
                    <a:lnTo>
                      <a:pt x="52877" y="21336"/>
                    </a:lnTo>
                    <a:lnTo>
                      <a:pt x="56956" y="21050"/>
                    </a:lnTo>
                    <a:lnTo>
                      <a:pt x="61036" y="20574"/>
                    </a:lnTo>
                    <a:lnTo>
                      <a:pt x="65104" y="19907"/>
                    </a:lnTo>
                    <a:lnTo>
                      <a:pt x="69144" y="19050"/>
                    </a:lnTo>
                    <a:lnTo>
                      <a:pt x="73142" y="18002"/>
                    </a:lnTo>
                    <a:lnTo>
                      <a:pt x="77083" y="16764"/>
                    </a:lnTo>
                    <a:lnTo>
                      <a:pt x="80952" y="15335"/>
                    </a:lnTo>
                    <a:lnTo>
                      <a:pt x="84734" y="13716"/>
                    </a:lnTo>
                    <a:lnTo>
                      <a:pt x="88415" y="11906"/>
                    </a:lnTo>
                    <a:lnTo>
                      <a:pt x="91979" y="9906"/>
                    </a:lnTo>
                    <a:lnTo>
                      <a:pt x="95412" y="7715"/>
                    </a:lnTo>
                    <a:lnTo>
                      <a:pt x="98699" y="5334"/>
                    </a:lnTo>
                    <a:lnTo>
                      <a:pt x="101825" y="2762"/>
                    </a:lnTo>
                    <a:lnTo>
                      <a:pt x="104775" y="0"/>
                    </a:lnTo>
                  </a:path>
                </a:pathLst>
              </a:custGeom>
              <a:noFill/>
              <a:ln w="14288">
                <a:solidFill>
                  <a:srgbClr val="FFFFFF"/>
                </a:solidFill>
              </a:ln>
            </p:spPr>
          </p:sp>
        </p:grpSp>
        <p:sp>
          <p:nvSpPr>
            <p:cNvPr id="141" name="141 Repair Agent"/>
            <p:cNvSpPr/>
            <p:nvPr/>
          </p:nvSpPr>
          <p:spPr>
            <a:xfrm>
              <a:off x="11877675" y="1419225"/>
              <a:ext cx="1562100" cy="28346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800" b="1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1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Repair Agent</a:t>
              </a:r>
              <a:endParaRPr sz="1800" b="1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42" name="142 rect"/>
            <p:cNvSpPr/>
            <p:nvPr/>
          </p:nvSpPr>
          <p:spPr>
            <a:xfrm>
              <a:off x="11915775" y="2057400"/>
              <a:ext cx="1485900" cy="1495425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9525">
              <a:solidFill>
                <a:srgbClr val="D1DDE5"/>
              </a:solidFill>
            </a:ln>
          </p:spPr>
        </p:sp>
        <p:grpSp>
          <p:nvGrpSpPr>
            <p:cNvPr id="361" name="document-142"/>
            <p:cNvGrpSpPr/>
            <p:nvPr/>
          </p:nvGrpSpPr>
          <p:grpSpPr>
            <a:xfrm>
              <a:off x="12049125" y="2276475"/>
              <a:ext cx="209550" cy="285750"/>
              <a:chOff x="12049125" y="2276475"/>
              <a:chExt cx="209550" cy="285750"/>
            </a:xfrm>
          </p:grpSpPr>
          <p:sp>
            <p:nvSpPr>
              <p:cNvPr id="143" name="143 document"/>
              <p:cNvSpPr/>
              <p:nvPr/>
            </p:nvSpPr>
            <p:spPr>
              <a:xfrm>
                <a:off x="12049125" y="2276475"/>
                <a:ext cx="209550" cy="285750"/>
              </a:xfrm>
              <a:custGeom>
                <a:avLst/>
                <a:gdLst/>
                <a:ahLst/>
                <a:cxnLst/>
                <a:pathLst>
                  <a:path w="209550" h="285750">
                    <a:moveTo>
                      <a:pt x="0" y="0"/>
                    </a:moveTo>
                    <a:lnTo>
                      <a:pt x="129921" y="0"/>
                    </a:lnTo>
                    <a:lnTo>
                      <a:pt x="209550" y="82867"/>
                    </a:lnTo>
                    <a:lnTo>
                      <a:pt x="209550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solidFill>
                <a:srgbClr val="F7FAFE"/>
              </a:solidFill>
              <a:ln w="19050">
                <a:solidFill>
                  <a:srgbClr val="526579"/>
                </a:solidFill>
              </a:ln>
            </p:spPr>
          </p:sp>
          <p:sp>
            <p:nvSpPr>
              <p:cNvPr id="144" name="144 path"/>
              <p:cNvSpPr/>
              <p:nvPr/>
            </p:nvSpPr>
            <p:spPr>
              <a:xfrm>
                <a:off x="12179046" y="2276475"/>
                <a:ext cx="79629" cy="82867"/>
              </a:xfrm>
              <a:custGeom>
                <a:avLst/>
                <a:gdLst/>
                <a:ahLst/>
                <a:cxnLst/>
                <a:pathLst>
                  <a:path w="79629" h="82867">
                    <a:moveTo>
                      <a:pt x="0" y="0"/>
                    </a:moveTo>
                    <a:lnTo>
                      <a:pt x="0" y="82867"/>
                    </a:lnTo>
                    <a:lnTo>
                      <a:pt x="79629" y="82867"/>
                    </a:lnTo>
                  </a:path>
                </a:pathLst>
              </a:custGeom>
              <a:noFill/>
              <a:ln w="16193">
                <a:solidFill>
                  <a:srgbClr val="526579"/>
                </a:solidFill>
              </a:ln>
            </p:spPr>
          </p:sp>
          <p:sp>
            <p:nvSpPr>
              <p:cNvPr id="145" name="145 path"/>
              <p:cNvSpPr/>
              <p:nvPr/>
            </p:nvSpPr>
            <p:spPr>
              <a:xfrm>
                <a:off x="12099417" y="2413635"/>
                <a:ext cx="102679" cy="95"/>
              </a:xfrm>
              <a:custGeom>
                <a:avLst/>
                <a:gdLst/>
                <a:ahLst/>
                <a:cxnLst/>
                <a:pathLst>
                  <a:path w="102679" h="95">
                    <a:moveTo>
                      <a:pt x="0" y="0"/>
                    </a:moveTo>
                    <a:lnTo>
                      <a:pt x="102679" y="0"/>
                    </a:lnTo>
                  </a:path>
                </a:pathLst>
              </a:custGeom>
              <a:noFill/>
              <a:ln w="17145">
                <a:solidFill>
                  <a:srgbClr val="526579"/>
                </a:solidFill>
              </a:ln>
            </p:spPr>
          </p:sp>
          <p:sp>
            <p:nvSpPr>
              <p:cNvPr id="146" name="146 path"/>
              <p:cNvSpPr/>
              <p:nvPr/>
            </p:nvSpPr>
            <p:spPr>
              <a:xfrm>
                <a:off x="12099417" y="2467928"/>
                <a:ext cx="71247" cy="95"/>
              </a:xfrm>
              <a:custGeom>
                <a:avLst/>
                <a:gdLst/>
                <a:ahLst/>
                <a:cxnLst/>
                <a:pathLst>
                  <a:path w="71247" h="95">
                    <a:moveTo>
                      <a:pt x="0" y="0"/>
                    </a:moveTo>
                    <a:lnTo>
                      <a:pt x="71247" y="0"/>
                    </a:lnTo>
                  </a:path>
                </a:pathLst>
              </a:custGeom>
              <a:noFill/>
              <a:ln w="17145">
                <a:solidFill>
                  <a:srgbClr val="526579"/>
                </a:solidFill>
              </a:ln>
            </p:spPr>
          </p:sp>
        </p:grpSp>
        <p:sp>
          <p:nvSpPr>
            <p:cNvPr id="147" name="147 Revised code"/>
            <p:cNvSpPr/>
            <p:nvPr/>
          </p:nvSpPr>
          <p:spPr>
            <a:xfrm>
              <a:off x="12325350" y="2324100"/>
              <a:ext cx="1000125" cy="21850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9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9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Revised code</a:t>
              </a:r>
              <a:endParaRPr sz="1390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48" name="148 path"/>
            <p:cNvSpPr/>
            <p:nvPr/>
          </p:nvSpPr>
          <p:spPr>
            <a:xfrm>
              <a:off x="12096750" y="2933700"/>
              <a:ext cx="990600" cy="95"/>
            </a:xfrm>
            <a:custGeom>
              <a:avLst/>
              <a:gdLst/>
              <a:ahLst/>
              <a:cxnLst/>
              <a:pathLst>
                <a:path w="990600" h="95">
                  <a:moveTo>
                    <a:pt x="0" y="0"/>
                  </a:moveTo>
                  <a:lnTo>
                    <a:pt x="990600" y="0"/>
                  </a:lnTo>
                </a:path>
              </a:pathLst>
            </a:custGeom>
            <a:noFill/>
            <a:ln w="28575">
              <a:solidFill>
                <a:srgbClr val="A8BBCD"/>
              </a:solidFill>
            </a:ln>
          </p:spPr>
        </p:sp>
        <p:sp>
          <p:nvSpPr>
            <p:cNvPr id="149" name="149 path"/>
            <p:cNvSpPr/>
            <p:nvPr/>
          </p:nvSpPr>
          <p:spPr>
            <a:xfrm>
              <a:off x="12096750" y="3067050"/>
              <a:ext cx="847725" cy="95"/>
            </a:xfrm>
            <a:custGeom>
              <a:avLst/>
              <a:gdLst/>
              <a:ahLst/>
              <a:cxnLst/>
              <a:pathLst>
                <a:path w="847725" h="95">
                  <a:moveTo>
                    <a:pt x="0" y="0"/>
                  </a:moveTo>
                  <a:lnTo>
                    <a:pt x="847725" y="0"/>
                  </a:lnTo>
                </a:path>
              </a:pathLst>
            </a:custGeom>
            <a:noFill/>
            <a:ln w="28575">
              <a:solidFill>
                <a:srgbClr val="4F8757"/>
              </a:solidFill>
            </a:ln>
          </p:spPr>
        </p:sp>
        <p:sp>
          <p:nvSpPr>
            <p:cNvPr id="150" name="150 path"/>
            <p:cNvSpPr/>
            <p:nvPr/>
          </p:nvSpPr>
          <p:spPr>
            <a:xfrm>
              <a:off x="12096750" y="3200400"/>
              <a:ext cx="704850" cy="95"/>
            </a:xfrm>
            <a:custGeom>
              <a:avLst/>
              <a:gdLst/>
              <a:ahLst/>
              <a:cxnLst/>
              <a:pathLst>
                <a:path w="704850" h="95">
                  <a:moveTo>
                    <a:pt x="0" y="0"/>
                  </a:moveTo>
                  <a:lnTo>
                    <a:pt x="704850" y="0"/>
                  </a:lnTo>
                </a:path>
              </a:pathLst>
            </a:custGeom>
            <a:noFill/>
            <a:ln w="28575">
              <a:solidFill>
                <a:srgbClr val="A8BBCD"/>
              </a:solidFill>
            </a:ln>
          </p:spPr>
        </p:sp>
      </p:grpSp>
      <p:grpSp>
        <p:nvGrpSpPr>
          <p:cNvPr id="362" name="Target program"/>
          <p:cNvGrpSpPr/>
          <p:nvPr/>
        </p:nvGrpSpPr>
        <p:grpSpPr>
          <a:xfrm>
            <a:off x="13696950" y="581025"/>
            <a:ext cx="2000250" cy="4086225"/>
            <a:chOff x="13696950" y="581025"/>
            <a:chExt cx="2000250" cy="4086225"/>
          </a:xfrm>
        </p:grpSpPr>
        <p:sp>
          <p:nvSpPr>
            <p:cNvPr id="151" name="151 rect"/>
            <p:cNvSpPr/>
            <p:nvPr/>
          </p:nvSpPr>
          <p:spPr>
            <a:xfrm>
              <a:off x="13696950" y="581025"/>
              <a:ext cx="2000250" cy="4086225"/>
            </a:xfrm>
            <a:prstGeom prst="roundRect">
              <a:avLst>
                <a:gd name="adj" fmla="val 3333"/>
              </a:avLst>
            </a:prstGeom>
            <a:solidFill>
              <a:srgbClr val="F8FAFC"/>
            </a:solidFill>
            <a:ln w="11430">
              <a:solidFill>
                <a:srgbClr val="A9B8C8"/>
              </a:solidFill>
            </a:ln>
          </p:spPr>
        </p:sp>
        <p:sp>
          <p:nvSpPr>
            <p:cNvPr id="152" name="152 Target Program"/>
            <p:cNvSpPr/>
            <p:nvPr/>
          </p:nvSpPr>
          <p:spPr>
            <a:xfrm>
              <a:off x="13877925" y="685800"/>
              <a:ext cx="1704975" cy="29409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870" b="1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70" b="1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Target Program</a:t>
              </a:r>
              <a:endParaRPr sz="1870" b="1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53" name="153 (repository)"/>
            <p:cNvSpPr/>
            <p:nvPr/>
          </p:nvSpPr>
          <p:spPr>
            <a:xfrm>
              <a:off x="13877925" y="946690"/>
              <a:ext cx="1704975" cy="29409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870" b="1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70" b="1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(repository)</a:t>
              </a:r>
              <a:endParaRPr sz="1870" b="1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grpSp>
          <p:nvGrpSpPr>
            <p:cNvPr id="363" name="icon-java-153"/>
            <p:cNvGrpSpPr/>
            <p:nvPr/>
          </p:nvGrpSpPr>
          <p:grpSpPr>
            <a:xfrm>
              <a:off x="14020800" y="1461069"/>
              <a:ext cx="400050" cy="506862"/>
              <a:chOff x="14020800" y="1461069"/>
              <a:chExt cx="400050" cy="506862"/>
            </a:xfrm>
          </p:grpSpPr>
          <p:sp>
            <p:nvSpPr>
              <p:cNvPr id="154" name="154 java vector path"/>
              <p:cNvSpPr/>
              <p:nvPr/>
            </p:nvSpPr>
            <p:spPr>
              <a:xfrm>
                <a:off x="14020800" y="1461069"/>
                <a:ext cx="400050" cy="506862"/>
              </a:xfrm>
              <a:custGeom>
                <a:avLst/>
                <a:gdLst/>
                <a:ahLst/>
                <a:cxnLst/>
                <a:pathLst>
                  <a:path w="400050" h="506862">
                    <a:moveTo>
                      <a:pt x="315748" y="87129"/>
                    </a:moveTo>
                    <a:lnTo>
                      <a:pt x="310168" y="90952"/>
                    </a:lnTo>
                    <a:lnTo>
                      <a:pt x="304639" y="94733"/>
                    </a:lnTo>
                    <a:lnTo>
                      <a:pt x="299131" y="98517"/>
                    </a:lnTo>
                    <a:lnTo>
                      <a:pt x="293610" y="102346"/>
                    </a:lnTo>
                    <a:lnTo>
                      <a:pt x="288045" y="106265"/>
                    </a:lnTo>
                    <a:lnTo>
                      <a:pt x="282404" y="110317"/>
                    </a:lnTo>
                    <a:lnTo>
                      <a:pt x="276653" y="114547"/>
                    </a:lnTo>
                    <a:lnTo>
                      <a:pt x="270762" y="118998"/>
                    </a:lnTo>
                    <a:lnTo>
                      <a:pt x="265818" y="122720"/>
                    </a:lnTo>
                    <a:lnTo>
                      <a:pt x="260346" y="126862"/>
                    </a:lnTo>
                    <a:lnTo>
                      <a:pt x="254697" y="131403"/>
                    </a:lnTo>
                    <a:lnTo>
                      <a:pt x="249223" y="136318"/>
                    </a:lnTo>
                    <a:lnTo>
                      <a:pt x="244275" y="141585"/>
                    </a:lnTo>
                    <a:lnTo>
                      <a:pt x="240205" y="147180"/>
                    </a:lnTo>
                    <a:lnTo>
                      <a:pt x="237362" y="153080"/>
                    </a:lnTo>
                    <a:lnTo>
                      <a:pt x="236100" y="159262"/>
                    </a:lnTo>
                    <a:lnTo>
                      <a:pt x="236485" y="166028"/>
                    </a:lnTo>
                    <a:lnTo>
                      <a:pt x="238329" y="172752"/>
                    </a:lnTo>
                    <a:lnTo>
                      <a:pt x="241253" y="179475"/>
                    </a:lnTo>
                    <a:lnTo>
                      <a:pt x="244880" y="186236"/>
                    </a:lnTo>
                    <a:lnTo>
                      <a:pt x="248832" y="193073"/>
                    </a:lnTo>
                    <a:lnTo>
                      <a:pt x="252733" y="200027"/>
                    </a:lnTo>
                    <a:lnTo>
                      <a:pt x="256204" y="207136"/>
                    </a:lnTo>
                    <a:lnTo>
                      <a:pt x="258868" y="214440"/>
                    </a:lnTo>
                    <a:lnTo>
                      <a:pt x="260348" y="221978"/>
                    </a:lnTo>
                    <a:lnTo>
                      <a:pt x="260266" y="229790"/>
                    </a:lnTo>
                    <a:lnTo>
                      <a:pt x="258244" y="237914"/>
                    </a:lnTo>
                    <a:lnTo>
                      <a:pt x="253905" y="246390"/>
                    </a:lnTo>
                    <a:lnTo>
                      <a:pt x="250484" y="250979"/>
                    </a:lnTo>
                    <a:lnTo>
                      <a:pt x="246557" y="254988"/>
                    </a:lnTo>
                    <a:lnTo>
                      <a:pt x="242147" y="258538"/>
                    </a:lnTo>
                    <a:lnTo>
                      <a:pt x="237276" y="261747"/>
                    </a:lnTo>
                    <a:lnTo>
                      <a:pt x="231968" y="264737"/>
                    </a:lnTo>
                    <a:lnTo>
                      <a:pt x="226244" y="267627"/>
                    </a:lnTo>
                    <a:lnTo>
                      <a:pt x="220128" y="270538"/>
                    </a:lnTo>
                    <a:lnTo>
                      <a:pt x="213641" y="273588"/>
                    </a:lnTo>
                    <a:lnTo>
                      <a:pt x="213297" y="272184"/>
                    </a:lnTo>
                    <a:lnTo>
                      <a:pt x="213605" y="270778"/>
                    </a:lnTo>
                    <a:lnTo>
                      <a:pt x="214421" y="269370"/>
                    </a:lnTo>
                    <a:lnTo>
                      <a:pt x="215602" y="267961"/>
                    </a:lnTo>
                    <a:lnTo>
                      <a:pt x="217004" y="266552"/>
                    </a:lnTo>
                    <a:lnTo>
                      <a:pt x="218484" y="265144"/>
                    </a:lnTo>
                    <a:lnTo>
                      <a:pt x="219899" y="263738"/>
                    </a:lnTo>
                    <a:lnTo>
                      <a:pt x="221105" y="262333"/>
                    </a:lnTo>
                    <a:lnTo>
                      <a:pt x="225413" y="255081"/>
                    </a:lnTo>
                    <a:lnTo>
                      <a:pt x="227943" y="248371"/>
                    </a:lnTo>
                    <a:lnTo>
                      <a:pt x="228913" y="242113"/>
                    </a:lnTo>
                    <a:lnTo>
                      <a:pt x="228544" y="236211"/>
                    </a:lnTo>
                    <a:lnTo>
                      <a:pt x="227054" y="230573"/>
                    </a:lnTo>
                    <a:lnTo>
                      <a:pt x="224665" y="225105"/>
                    </a:lnTo>
                    <a:lnTo>
                      <a:pt x="221594" y="219714"/>
                    </a:lnTo>
                    <a:lnTo>
                      <a:pt x="218063" y="214307"/>
                    </a:lnTo>
                    <a:lnTo>
                      <a:pt x="214289" y="208791"/>
                    </a:lnTo>
                    <a:lnTo>
                      <a:pt x="210494" y="203071"/>
                    </a:lnTo>
                    <a:lnTo>
                      <a:pt x="206897" y="197055"/>
                    </a:lnTo>
                    <a:lnTo>
                      <a:pt x="203716" y="190649"/>
                    </a:lnTo>
                    <a:lnTo>
                      <a:pt x="201173" y="183760"/>
                    </a:lnTo>
                    <a:lnTo>
                      <a:pt x="199486" y="176295"/>
                    </a:lnTo>
                    <a:lnTo>
                      <a:pt x="198875" y="168160"/>
                    </a:lnTo>
                    <a:lnTo>
                      <a:pt x="199560" y="159262"/>
                    </a:lnTo>
                    <a:lnTo>
                      <a:pt x="201526" y="150343"/>
                    </a:lnTo>
                    <a:lnTo>
                      <a:pt x="204558" y="142179"/>
                    </a:lnTo>
                    <a:lnTo>
                      <a:pt x="208576" y="134733"/>
                    </a:lnTo>
                    <a:lnTo>
                      <a:pt x="213506" y="127970"/>
                    </a:lnTo>
                    <a:lnTo>
                      <a:pt x="219270" y="121855"/>
                    </a:lnTo>
                    <a:lnTo>
                      <a:pt x="225791" y="116351"/>
                    </a:lnTo>
                    <a:lnTo>
                      <a:pt x="232992" y="111423"/>
                    </a:lnTo>
                    <a:lnTo>
                      <a:pt x="240797" y="107036"/>
                    </a:lnTo>
                    <a:lnTo>
                      <a:pt x="249128" y="103154"/>
                    </a:lnTo>
                    <a:lnTo>
                      <a:pt x="257910" y="99742"/>
                    </a:lnTo>
                    <a:lnTo>
                      <a:pt x="267065" y="96763"/>
                    </a:lnTo>
                    <a:lnTo>
                      <a:pt x="276516" y="94182"/>
                    </a:lnTo>
                    <a:lnTo>
                      <a:pt x="286187" y="91964"/>
                    </a:lnTo>
                    <a:lnTo>
                      <a:pt x="296000" y="90073"/>
                    </a:lnTo>
                    <a:lnTo>
                      <a:pt x="305879" y="88473"/>
                    </a:lnTo>
                    <a:lnTo>
                      <a:pt x="315748" y="87129"/>
                    </a:lnTo>
                    <a:close/>
                  </a:path>
                </a:pathLst>
              </a:custGeom>
              <a:solidFill>
                <a:srgbClr val="FF1515"/>
              </a:solidFill>
              <a:ln w="0">
                <a:noFill/>
              </a:ln>
            </p:spPr>
          </p:sp>
          <p:sp>
            <p:nvSpPr>
              <p:cNvPr id="155" name="155 java vector path"/>
              <p:cNvSpPr/>
              <p:nvPr/>
            </p:nvSpPr>
            <p:spPr>
              <a:xfrm>
                <a:off x="14020800" y="1461069"/>
                <a:ext cx="400050" cy="506862"/>
              </a:xfrm>
              <a:custGeom>
                <a:avLst/>
                <a:gdLst/>
                <a:ahLst/>
                <a:cxnLst/>
                <a:pathLst>
                  <a:path w="400050" h="506862">
                    <a:moveTo>
                      <a:pt x="232360" y="0"/>
                    </a:moveTo>
                    <a:lnTo>
                      <a:pt x="235423" y="3498"/>
                    </a:lnTo>
                    <a:lnTo>
                      <a:pt x="238256" y="7613"/>
                    </a:lnTo>
                    <a:lnTo>
                      <a:pt x="240803" y="12255"/>
                    </a:lnTo>
                    <a:lnTo>
                      <a:pt x="243010" y="17337"/>
                    </a:lnTo>
                    <a:lnTo>
                      <a:pt x="244821" y="22771"/>
                    </a:lnTo>
                    <a:lnTo>
                      <a:pt x="246183" y="28468"/>
                    </a:lnTo>
                    <a:lnTo>
                      <a:pt x="247040" y="34339"/>
                    </a:lnTo>
                    <a:lnTo>
                      <a:pt x="247338" y="40298"/>
                    </a:lnTo>
                    <a:lnTo>
                      <a:pt x="246662" y="49950"/>
                    </a:lnTo>
                    <a:lnTo>
                      <a:pt x="244729" y="59073"/>
                    </a:lnTo>
                    <a:lnTo>
                      <a:pt x="241679" y="67715"/>
                    </a:lnTo>
                    <a:lnTo>
                      <a:pt x="237656" y="75922"/>
                    </a:lnTo>
                    <a:lnTo>
                      <a:pt x="232800" y="83740"/>
                    </a:lnTo>
                    <a:lnTo>
                      <a:pt x="227253" y="91218"/>
                    </a:lnTo>
                    <a:lnTo>
                      <a:pt x="221156" y="98400"/>
                    </a:lnTo>
                    <a:lnTo>
                      <a:pt x="214652" y="105334"/>
                    </a:lnTo>
                    <a:lnTo>
                      <a:pt x="207882" y="112067"/>
                    </a:lnTo>
                    <a:lnTo>
                      <a:pt x="200987" y="118646"/>
                    </a:lnTo>
                    <a:lnTo>
                      <a:pt x="194109" y="125116"/>
                    </a:lnTo>
                    <a:lnTo>
                      <a:pt x="187390" y="131525"/>
                    </a:lnTo>
                    <a:lnTo>
                      <a:pt x="180972" y="137919"/>
                    </a:lnTo>
                    <a:lnTo>
                      <a:pt x="174996" y="144345"/>
                    </a:lnTo>
                    <a:lnTo>
                      <a:pt x="169603" y="150850"/>
                    </a:lnTo>
                    <a:lnTo>
                      <a:pt x="167416" y="153831"/>
                    </a:lnTo>
                    <a:lnTo>
                      <a:pt x="165169" y="157129"/>
                    </a:lnTo>
                    <a:lnTo>
                      <a:pt x="162968" y="160711"/>
                    </a:lnTo>
                    <a:lnTo>
                      <a:pt x="160925" y="164547"/>
                    </a:lnTo>
                    <a:lnTo>
                      <a:pt x="159146" y="168602"/>
                    </a:lnTo>
                    <a:lnTo>
                      <a:pt x="157741" y="172847"/>
                    </a:lnTo>
                    <a:lnTo>
                      <a:pt x="156818" y="177247"/>
                    </a:lnTo>
                    <a:lnTo>
                      <a:pt x="156486" y="181772"/>
                    </a:lnTo>
                    <a:lnTo>
                      <a:pt x="157283" y="189990"/>
                    </a:lnTo>
                    <a:lnTo>
                      <a:pt x="159490" y="198313"/>
                    </a:lnTo>
                    <a:lnTo>
                      <a:pt x="162832" y="206671"/>
                    </a:lnTo>
                    <a:lnTo>
                      <a:pt x="167034" y="214997"/>
                    </a:lnTo>
                    <a:lnTo>
                      <a:pt x="171820" y="223222"/>
                    </a:lnTo>
                    <a:lnTo>
                      <a:pt x="176914" y="231280"/>
                    </a:lnTo>
                    <a:lnTo>
                      <a:pt x="182042" y="239102"/>
                    </a:lnTo>
                    <a:lnTo>
                      <a:pt x="186928" y="246620"/>
                    </a:lnTo>
                    <a:lnTo>
                      <a:pt x="191296" y="253766"/>
                    </a:lnTo>
                    <a:lnTo>
                      <a:pt x="194871" y="260472"/>
                    </a:lnTo>
                    <a:lnTo>
                      <a:pt x="188356" y="256037"/>
                    </a:lnTo>
                    <a:lnTo>
                      <a:pt x="181520" y="251195"/>
                    </a:lnTo>
                    <a:lnTo>
                      <a:pt x="174485" y="245979"/>
                    </a:lnTo>
                    <a:lnTo>
                      <a:pt x="167371" y="240422"/>
                    </a:lnTo>
                    <a:lnTo>
                      <a:pt x="160299" y="234557"/>
                    </a:lnTo>
                    <a:lnTo>
                      <a:pt x="153390" y="228415"/>
                    </a:lnTo>
                    <a:lnTo>
                      <a:pt x="146764" y="222030"/>
                    </a:lnTo>
                    <a:lnTo>
                      <a:pt x="140543" y="215435"/>
                    </a:lnTo>
                    <a:lnTo>
                      <a:pt x="135557" y="208841"/>
                    </a:lnTo>
                    <a:lnTo>
                      <a:pt x="130754" y="201586"/>
                    </a:lnTo>
                    <a:lnTo>
                      <a:pt x="126390" y="193781"/>
                    </a:lnTo>
                    <a:lnTo>
                      <a:pt x="122719" y="185533"/>
                    </a:lnTo>
                    <a:lnTo>
                      <a:pt x="119997" y="176951"/>
                    </a:lnTo>
                    <a:lnTo>
                      <a:pt x="118477" y="168143"/>
                    </a:lnTo>
                    <a:lnTo>
                      <a:pt x="118415" y="159220"/>
                    </a:lnTo>
                    <a:lnTo>
                      <a:pt x="120067" y="150288"/>
                    </a:lnTo>
                    <a:lnTo>
                      <a:pt x="123686" y="141457"/>
                    </a:lnTo>
                    <a:lnTo>
                      <a:pt x="128022" y="134427"/>
                    </a:lnTo>
                    <a:lnTo>
                      <a:pt x="133225" y="127700"/>
                    </a:lnTo>
                    <a:lnTo>
                      <a:pt x="139175" y="121227"/>
                    </a:lnTo>
                    <a:lnTo>
                      <a:pt x="145751" y="114961"/>
                    </a:lnTo>
                    <a:lnTo>
                      <a:pt x="152832" y="108854"/>
                    </a:lnTo>
                    <a:lnTo>
                      <a:pt x="160298" y="102857"/>
                    </a:lnTo>
                    <a:lnTo>
                      <a:pt x="168027" y="96922"/>
                    </a:lnTo>
                    <a:lnTo>
                      <a:pt x="175899" y="91002"/>
                    </a:lnTo>
                    <a:lnTo>
                      <a:pt x="183793" y="85049"/>
                    </a:lnTo>
                    <a:lnTo>
                      <a:pt x="191589" y="79014"/>
                    </a:lnTo>
                    <a:lnTo>
                      <a:pt x="199165" y="72849"/>
                    </a:lnTo>
                    <a:lnTo>
                      <a:pt x="206402" y="66507"/>
                    </a:lnTo>
                    <a:lnTo>
                      <a:pt x="213178" y="59939"/>
                    </a:lnTo>
                    <a:lnTo>
                      <a:pt x="219372" y="53098"/>
                    </a:lnTo>
                    <a:lnTo>
                      <a:pt x="224864" y="45935"/>
                    </a:lnTo>
                    <a:lnTo>
                      <a:pt x="229533" y="38402"/>
                    </a:lnTo>
                    <a:lnTo>
                      <a:pt x="231585" y="34292"/>
                    </a:lnTo>
                    <a:lnTo>
                      <a:pt x="233412" y="29765"/>
                    </a:lnTo>
                    <a:lnTo>
                      <a:pt x="234884" y="24931"/>
                    </a:lnTo>
                    <a:lnTo>
                      <a:pt x="235872" y="19899"/>
                    </a:lnTo>
                    <a:lnTo>
                      <a:pt x="236243" y="14781"/>
                    </a:lnTo>
                    <a:lnTo>
                      <a:pt x="235869" y="9685"/>
                    </a:lnTo>
                    <a:lnTo>
                      <a:pt x="234618" y="4721"/>
                    </a:lnTo>
                    <a:lnTo>
                      <a:pt x="232360" y="0"/>
                    </a:lnTo>
                    <a:close/>
                  </a:path>
                </a:pathLst>
              </a:custGeom>
              <a:solidFill>
                <a:srgbClr val="FF1515"/>
              </a:solidFill>
              <a:ln w="0">
                <a:noFill/>
              </a:ln>
            </p:spPr>
          </p:sp>
          <p:sp>
            <p:nvSpPr>
              <p:cNvPr id="156" name="156 java vector path"/>
              <p:cNvSpPr/>
              <p:nvPr/>
            </p:nvSpPr>
            <p:spPr>
              <a:xfrm>
                <a:off x="14020800" y="1461069"/>
                <a:ext cx="400050" cy="506862"/>
              </a:xfrm>
              <a:custGeom>
                <a:avLst/>
                <a:gdLst/>
                <a:ahLst/>
                <a:cxnLst/>
                <a:pathLst>
                  <a:path w="400050" h="506862">
                    <a:moveTo>
                      <a:pt x="124972" y="256461"/>
                    </a:moveTo>
                    <a:lnTo>
                      <a:pt x="126828" y="255935"/>
                    </a:lnTo>
                    <a:lnTo>
                      <a:pt x="128659" y="255411"/>
                    </a:lnTo>
                    <a:lnTo>
                      <a:pt x="130457" y="254883"/>
                    </a:lnTo>
                    <a:lnTo>
                      <a:pt x="132214" y="254347"/>
                    </a:lnTo>
                    <a:lnTo>
                      <a:pt x="133923" y="253799"/>
                    </a:lnTo>
                    <a:lnTo>
                      <a:pt x="135575" y="253236"/>
                    </a:lnTo>
                    <a:lnTo>
                      <a:pt x="137164" y="252652"/>
                    </a:lnTo>
                    <a:lnTo>
                      <a:pt x="138681" y="252043"/>
                    </a:lnTo>
                    <a:lnTo>
                      <a:pt x="136865" y="251911"/>
                    </a:lnTo>
                    <a:lnTo>
                      <a:pt x="135049" y="251833"/>
                    </a:lnTo>
                    <a:lnTo>
                      <a:pt x="133232" y="251808"/>
                    </a:lnTo>
                    <a:lnTo>
                      <a:pt x="131416" y="251836"/>
                    </a:lnTo>
                    <a:lnTo>
                      <a:pt x="129602" y="251916"/>
                    </a:lnTo>
                    <a:lnTo>
                      <a:pt x="127790" y="252048"/>
                    </a:lnTo>
                    <a:lnTo>
                      <a:pt x="125982" y="252232"/>
                    </a:lnTo>
                    <a:lnTo>
                      <a:pt x="124177" y="252466"/>
                    </a:lnTo>
                    <a:lnTo>
                      <a:pt x="123296" y="252560"/>
                    </a:lnTo>
                    <a:lnTo>
                      <a:pt x="122444" y="252650"/>
                    </a:lnTo>
                    <a:lnTo>
                      <a:pt x="121622" y="252733"/>
                    </a:lnTo>
                    <a:lnTo>
                      <a:pt x="120834" y="252807"/>
                    </a:lnTo>
                    <a:lnTo>
                      <a:pt x="120081" y="252869"/>
                    </a:lnTo>
                    <a:lnTo>
                      <a:pt x="119364" y="252916"/>
                    </a:lnTo>
                    <a:lnTo>
                      <a:pt x="118687" y="252946"/>
                    </a:lnTo>
                    <a:lnTo>
                      <a:pt x="118050" y="252957"/>
                    </a:lnTo>
                    <a:lnTo>
                      <a:pt x="112905" y="253346"/>
                    </a:lnTo>
                    <a:lnTo>
                      <a:pt x="104447" y="254007"/>
                    </a:lnTo>
                    <a:lnTo>
                      <a:pt x="94930" y="254872"/>
                    </a:lnTo>
                    <a:lnTo>
                      <a:pt x="84820" y="256033"/>
                    </a:lnTo>
                    <a:lnTo>
                      <a:pt x="74581" y="257581"/>
                    </a:lnTo>
                    <a:lnTo>
                      <a:pt x="64680" y="259609"/>
                    </a:lnTo>
                    <a:lnTo>
                      <a:pt x="55582" y="262207"/>
                    </a:lnTo>
                    <a:lnTo>
                      <a:pt x="47751" y="265467"/>
                    </a:lnTo>
                    <a:lnTo>
                      <a:pt x="41655" y="269481"/>
                    </a:lnTo>
                    <a:lnTo>
                      <a:pt x="37757" y="274341"/>
                    </a:lnTo>
                    <a:lnTo>
                      <a:pt x="36524" y="280138"/>
                    </a:lnTo>
                    <a:lnTo>
                      <a:pt x="38191" y="285874"/>
                    </a:lnTo>
                    <a:lnTo>
                      <a:pt x="42784" y="290662"/>
                    </a:lnTo>
                    <a:lnTo>
                      <a:pt x="49682" y="294596"/>
                    </a:lnTo>
                    <a:lnTo>
                      <a:pt x="58270" y="297767"/>
                    </a:lnTo>
                    <a:lnTo>
                      <a:pt x="67930" y="300269"/>
                    </a:lnTo>
                    <a:lnTo>
                      <a:pt x="78043" y="302193"/>
                    </a:lnTo>
                    <a:lnTo>
                      <a:pt x="87993" y="303632"/>
                    </a:lnTo>
                    <a:lnTo>
                      <a:pt x="97163" y="304678"/>
                    </a:lnTo>
                    <a:lnTo>
                      <a:pt x="104933" y="305424"/>
                    </a:lnTo>
                    <a:lnTo>
                      <a:pt x="114919" y="305940"/>
                    </a:lnTo>
                    <a:lnTo>
                      <a:pt x="125293" y="306295"/>
                    </a:lnTo>
                    <a:lnTo>
                      <a:pt x="135979" y="306481"/>
                    </a:lnTo>
                    <a:lnTo>
                      <a:pt x="146899" y="306494"/>
                    </a:lnTo>
                    <a:lnTo>
                      <a:pt x="157974" y="306327"/>
                    </a:lnTo>
                    <a:lnTo>
                      <a:pt x="169127" y="305976"/>
                    </a:lnTo>
                    <a:lnTo>
                      <a:pt x="180280" y="305434"/>
                    </a:lnTo>
                    <a:lnTo>
                      <a:pt x="191354" y="304696"/>
                    </a:lnTo>
                    <a:lnTo>
                      <a:pt x="202273" y="303756"/>
                    </a:lnTo>
                    <a:lnTo>
                      <a:pt x="212958" y="302609"/>
                    </a:lnTo>
                    <a:lnTo>
                      <a:pt x="223331" y="301248"/>
                    </a:lnTo>
                    <a:lnTo>
                      <a:pt x="233314" y="299669"/>
                    </a:lnTo>
                    <a:lnTo>
                      <a:pt x="242830" y="297866"/>
                    </a:lnTo>
                    <a:lnTo>
                      <a:pt x="251800" y="295832"/>
                    </a:lnTo>
                    <a:lnTo>
                      <a:pt x="260146" y="293563"/>
                    </a:lnTo>
                    <a:lnTo>
                      <a:pt x="267792" y="291053"/>
                    </a:lnTo>
                    <a:lnTo>
                      <a:pt x="274658" y="288295"/>
                    </a:lnTo>
                    <a:lnTo>
                      <a:pt x="280666" y="285285"/>
                    </a:lnTo>
                    <a:lnTo>
                      <a:pt x="285740" y="282017"/>
                    </a:lnTo>
                    <a:lnTo>
                      <a:pt x="287646" y="280836"/>
                    </a:lnTo>
                    <a:lnTo>
                      <a:pt x="289739" y="279449"/>
                    </a:lnTo>
                    <a:lnTo>
                      <a:pt x="291853" y="277911"/>
                    </a:lnTo>
                    <a:lnTo>
                      <a:pt x="293824" y="276275"/>
                    </a:lnTo>
                    <a:lnTo>
                      <a:pt x="295488" y="274597"/>
                    </a:lnTo>
                    <a:lnTo>
                      <a:pt x="296681" y="272930"/>
                    </a:lnTo>
                    <a:lnTo>
                      <a:pt x="297238" y="271329"/>
                    </a:lnTo>
                    <a:lnTo>
                      <a:pt x="296995" y="269848"/>
                    </a:lnTo>
                    <a:lnTo>
                      <a:pt x="288685" y="271296"/>
                    </a:lnTo>
                    <a:lnTo>
                      <a:pt x="279988" y="272661"/>
                    </a:lnTo>
                    <a:lnTo>
                      <a:pt x="270944" y="273940"/>
                    </a:lnTo>
                    <a:lnTo>
                      <a:pt x="261592" y="275127"/>
                    </a:lnTo>
                    <a:lnTo>
                      <a:pt x="251973" y="276218"/>
                    </a:lnTo>
                    <a:lnTo>
                      <a:pt x="242126" y="277209"/>
                    </a:lnTo>
                    <a:lnTo>
                      <a:pt x="232093" y="278094"/>
                    </a:lnTo>
                    <a:lnTo>
                      <a:pt x="221912" y="278869"/>
                    </a:lnTo>
                    <a:lnTo>
                      <a:pt x="211623" y="279529"/>
                    </a:lnTo>
                    <a:lnTo>
                      <a:pt x="201268" y="280071"/>
                    </a:lnTo>
                    <a:lnTo>
                      <a:pt x="190885" y="280489"/>
                    </a:lnTo>
                    <a:lnTo>
                      <a:pt x="180514" y="280778"/>
                    </a:lnTo>
                    <a:lnTo>
                      <a:pt x="170197" y="280934"/>
                    </a:lnTo>
                    <a:lnTo>
                      <a:pt x="159972" y="280953"/>
                    </a:lnTo>
                    <a:lnTo>
                      <a:pt x="149879" y="280830"/>
                    </a:lnTo>
                    <a:lnTo>
                      <a:pt x="139960" y="280560"/>
                    </a:lnTo>
                    <a:lnTo>
                      <a:pt x="130253" y="280138"/>
                    </a:lnTo>
                    <a:lnTo>
                      <a:pt x="125300" y="280124"/>
                    </a:lnTo>
                    <a:lnTo>
                      <a:pt x="120323" y="280021"/>
                    </a:lnTo>
                    <a:lnTo>
                      <a:pt x="115389" y="279742"/>
                    </a:lnTo>
                    <a:lnTo>
                      <a:pt x="110563" y="279199"/>
                    </a:lnTo>
                    <a:lnTo>
                      <a:pt x="105913" y="278304"/>
                    </a:lnTo>
                    <a:lnTo>
                      <a:pt x="101504" y="276968"/>
                    </a:lnTo>
                    <a:lnTo>
                      <a:pt x="97404" y="275104"/>
                    </a:lnTo>
                    <a:lnTo>
                      <a:pt x="93678" y="272624"/>
                    </a:lnTo>
                    <a:lnTo>
                      <a:pt x="96428" y="269431"/>
                    </a:lnTo>
                    <a:lnTo>
                      <a:pt x="99691" y="266695"/>
                    </a:lnTo>
                    <a:lnTo>
                      <a:pt x="103378" y="264353"/>
                    </a:lnTo>
                    <a:lnTo>
                      <a:pt x="107396" y="262346"/>
                    </a:lnTo>
                    <a:lnTo>
                      <a:pt x="111655" y="260614"/>
                    </a:lnTo>
                    <a:lnTo>
                      <a:pt x="116065" y="259096"/>
                    </a:lnTo>
                    <a:lnTo>
                      <a:pt x="120534" y="257731"/>
                    </a:lnTo>
                    <a:lnTo>
                      <a:pt x="124972" y="256461"/>
                    </a:lnTo>
                    <a:close/>
                    <a:moveTo>
                      <a:pt x="111365" y="312464"/>
                    </a:moveTo>
                    <a:lnTo>
                      <a:pt x="111974" y="311891"/>
                    </a:lnTo>
                    <a:lnTo>
                      <a:pt x="112504" y="311354"/>
                    </a:lnTo>
                    <a:lnTo>
                      <a:pt x="112909" y="310860"/>
                    </a:lnTo>
                    <a:lnTo>
                      <a:pt x="113144" y="310412"/>
                    </a:lnTo>
                    <a:lnTo>
                      <a:pt x="113164" y="310017"/>
                    </a:lnTo>
                    <a:lnTo>
                      <a:pt x="112924" y="309680"/>
                    </a:lnTo>
                    <a:lnTo>
                      <a:pt x="112378" y="309405"/>
                    </a:lnTo>
                    <a:lnTo>
                      <a:pt x="111483" y="309198"/>
                    </a:lnTo>
                    <a:lnTo>
                      <a:pt x="106689" y="310424"/>
                    </a:lnTo>
                    <a:lnTo>
                      <a:pt x="101050" y="312049"/>
                    </a:lnTo>
                    <a:lnTo>
                      <a:pt x="95037" y="314115"/>
                    </a:lnTo>
                    <a:lnTo>
                      <a:pt x="89121" y="316668"/>
                    </a:lnTo>
                    <a:lnTo>
                      <a:pt x="83776" y="319750"/>
                    </a:lnTo>
                    <a:lnTo>
                      <a:pt x="79472" y="323404"/>
                    </a:lnTo>
                    <a:lnTo>
                      <a:pt x="76680" y="327675"/>
                    </a:lnTo>
                    <a:lnTo>
                      <a:pt x="75874" y="332605"/>
                    </a:lnTo>
                    <a:lnTo>
                      <a:pt x="77261" y="336646"/>
                    </a:lnTo>
                    <a:lnTo>
                      <a:pt x="80449" y="340322"/>
                    </a:lnTo>
                    <a:lnTo>
                      <a:pt x="85041" y="343623"/>
                    </a:lnTo>
                    <a:lnTo>
                      <a:pt x="90643" y="346538"/>
                    </a:lnTo>
                    <a:lnTo>
                      <a:pt x="96857" y="349059"/>
                    </a:lnTo>
                    <a:lnTo>
                      <a:pt x="103289" y="351174"/>
                    </a:lnTo>
                    <a:lnTo>
                      <a:pt x="109543" y="352874"/>
                    </a:lnTo>
                    <a:lnTo>
                      <a:pt x="115224" y="354150"/>
                    </a:lnTo>
                    <a:lnTo>
                      <a:pt x="124612" y="355845"/>
                    </a:lnTo>
                    <a:lnTo>
                      <a:pt x="134306" y="357187"/>
                    </a:lnTo>
                    <a:lnTo>
                      <a:pt x="144249" y="358185"/>
                    </a:lnTo>
                    <a:lnTo>
                      <a:pt x="154382" y="358850"/>
                    </a:lnTo>
                    <a:lnTo>
                      <a:pt x="164649" y="359194"/>
                    </a:lnTo>
                    <a:lnTo>
                      <a:pt x="174990" y="359226"/>
                    </a:lnTo>
                    <a:lnTo>
                      <a:pt x="185348" y="358957"/>
                    </a:lnTo>
                    <a:lnTo>
                      <a:pt x="195666" y="358397"/>
                    </a:lnTo>
                    <a:lnTo>
                      <a:pt x="205885" y="357558"/>
                    </a:lnTo>
                    <a:lnTo>
                      <a:pt x="215948" y="356450"/>
                    </a:lnTo>
                    <a:lnTo>
                      <a:pt x="225796" y="355084"/>
                    </a:lnTo>
                    <a:lnTo>
                      <a:pt x="235373" y="353469"/>
                    </a:lnTo>
                    <a:lnTo>
                      <a:pt x="244619" y="351618"/>
                    </a:lnTo>
                    <a:lnTo>
                      <a:pt x="253478" y="349539"/>
                    </a:lnTo>
                    <a:lnTo>
                      <a:pt x="261891" y="347245"/>
                    </a:lnTo>
                    <a:lnTo>
                      <a:pt x="269801" y="344745"/>
                    </a:lnTo>
                    <a:lnTo>
                      <a:pt x="277149" y="342051"/>
                    </a:lnTo>
                    <a:lnTo>
                      <a:pt x="283879" y="339172"/>
                    </a:lnTo>
                    <a:lnTo>
                      <a:pt x="281914" y="338704"/>
                    </a:lnTo>
                    <a:lnTo>
                      <a:pt x="279999" y="337994"/>
                    </a:lnTo>
                    <a:lnTo>
                      <a:pt x="278128" y="337077"/>
                    </a:lnTo>
                    <a:lnTo>
                      <a:pt x="276290" y="335986"/>
                    </a:lnTo>
                    <a:lnTo>
                      <a:pt x="274479" y="334753"/>
                    </a:lnTo>
                    <a:lnTo>
                      <a:pt x="272685" y="333412"/>
                    </a:lnTo>
                    <a:lnTo>
                      <a:pt x="270902" y="331997"/>
                    </a:lnTo>
                    <a:lnTo>
                      <a:pt x="269120" y="330540"/>
                    </a:lnTo>
                    <a:lnTo>
                      <a:pt x="267122" y="328932"/>
                    </a:lnTo>
                    <a:lnTo>
                      <a:pt x="265107" y="327362"/>
                    </a:lnTo>
                    <a:lnTo>
                      <a:pt x="263063" y="325877"/>
                    </a:lnTo>
                    <a:lnTo>
                      <a:pt x="260979" y="324523"/>
                    </a:lnTo>
                    <a:lnTo>
                      <a:pt x="258845" y="323347"/>
                    </a:lnTo>
                    <a:lnTo>
                      <a:pt x="256649" y="322396"/>
                    </a:lnTo>
                    <a:lnTo>
                      <a:pt x="254380" y="321714"/>
                    </a:lnTo>
                    <a:lnTo>
                      <a:pt x="252026" y="321350"/>
                    </a:lnTo>
                    <a:lnTo>
                      <a:pt x="250610" y="321214"/>
                    </a:lnTo>
                    <a:lnTo>
                      <a:pt x="249154" y="321248"/>
                    </a:lnTo>
                    <a:lnTo>
                      <a:pt x="247658" y="321429"/>
                    </a:lnTo>
                    <a:lnTo>
                      <a:pt x="246122" y="321737"/>
                    </a:lnTo>
                    <a:lnTo>
                      <a:pt x="244545" y="322149"/>
                    </a:lnTo>
                    <a:lnTo>
                      <a:pt x="242927" y="322642"/>
                    </a:lnTo>
                    <a:lnTo>
                      <a:pt x="241269" y="323196"/>
                    </a:lnTo>
                    <a:lnTo>
                      <a:pt x="239570" y="323787"/>
                    </a:lnTo>
                    <a:lnTo>
                      <a:pt x="238680" y="324105"/>
                    </a:lnTo>
                    <a:lnTo>
                      <a:pt x="237786" y="324413"/>
                    </a:lnTo>
                    <a:lnTo>
                      <a:pt x="236890" y="324710"/>
                    </a:lnTo>
                    <a:lnTo>
                      <a:pt x="235990" y="324997"/>
                    </a:lnTo>
                    <a:lnTo>
                      <a:pt x="235087" y="325275"/>
                    </a:lnTo>
                    <a:lnTo>
                      <a:pt x="234181" y="325544"/>
                    </a:lnTo>
                    <a:lnTo>
                      <a:pt x="233272" y="325803"/>
                    </a:lnTo>
                    <a:lnTo>
                      <a:pt x="232360" y="326055"/>
                    </a:lnTo>
                    <a:lnTo>
                      <a:pt x="224628" y="327449"/>
                    </a:lnTo>
                    <a:lnTo>
                      <a:pt x="216015" y="328781"/>
                    </a:lnTo>
                    <a:lnTo>
                      <a:pt x="206698" y="329991"/>
                    </a:lnTo>
                    <a:lnTo>
                      <a:pt x="196855" y="331017"/>
                    </a:lnTo>
                    <a:lnTo>
                      <a:pt x="186665" y="331798"/>
                    </a:lnTo>
                    <a:lnTo>
                      <a:pt x="176305" y="332271"/>
                    </a:lnTo>
                    <a:lnTo>
                      <a:pt x="165953" y="332376"/>
                    </a:lnTo>
                    <a:lnTo>
                      <a:pt x="155788" y="332051"/>
                    </a:lnTo>
                    <a:lnTo>
                      <a:pt x="145987" y="331235"/>
                    </a:lnTo>
                    <a:lnTo>
                      <a:pt x="136728" y="329865"/>
                    </a:lnTo>
                    <a:lnTo>
                      <a:pt x="128189" y="327881"/>
                    </a:lnTo>
                    <a:lnTo>
                      <a:pt x="120549" y="325221"/>
                    </a:lnTo>
                    <a:lnTo>
                      <a:pt x="113984" y="321823"/>
                    </a:lnTo>
                    <a:lnTo>
                      <a:pt x="108674" y="317627"/>
                    </a:lnTo>
                    <a:lnTo>
                      <a:pt x="108466" y="316938"/>
                    </a:lnTo>
                    <a:lnTo>
                      <a:pt x="108490" y="316256"/>
                    </a:lnTo>
                    <a:lnTo>
                      <a:pt x="108707" y="315584"/>
                    </a:lnTo>
                    <a:lnTo>
                      <a:pt x="109080" y="314925"/>
                    </a:lnTo>
                    <a:lnTo>
                      <a:pt x="109570" y="314281"/>
                    </a:lnTo>
                    <a:lnTo>
                      <a:pt x="110140" y="313654"/>
                    </a:lnTo>
                    <a:lnTo>
                      <a:pt x="110751" y="313048"/>
                    </a:lnTo>
                    <a:lnTo>
                      <a:pt x="111365" y="312464"/>
                    </a:lnTo>
                    <a:close/>
                    <a:moveTo>
                      <a:pt x="128340" y="364643"/>
                    </a:moveTo>
                    <a:lnTo>
                      <a:pt x="128746" y="364208"/>
                    </a:lnTo>
                    <a:lnTo>
                      <a:pt x="129121" y="363771"/>
                    </a:lnTo>
                    <a:lnTo>
                      <a:pt x="129423" y="363342"/>
                    </a:lnTo>
                    <a:lnTo>
                      <a:pt x="129610" y="362932"/>
                    </a:lnTo>
                    <a:lnTo>
                      <a:pt x="129637" y="362549"/>
                    </a:lnTo>
                    <a:lnTo>
                      <a:pt x="129464" y="362204"/>
                    </a:lnTo>
                    <a:lnTo>
                      <a:pt x="129046" y="361906"/>
                    </a:lnTo>
                    <a:lnTo>
                      <a:pt x="128340" y="361665"/>
                    </a:lnTo>
                    <a:lnTo>
                      <a:pt x="122840" y="363103"/>
                    </a:lnTo>
                    <a:lnTo>
                      <a:pt x="117216" y="364585"/>
                    </a:lnTo>
                    <a:lnTo>
                      <a:pt x="111834" y="366258"/>
                    </a:lnTo>
                    <a:lnTo>
                      <a:pt x="106890" y="368324"/>
                    </a:lnTo>
                    <a:lnTo>
                      <a:pt x="102579" y="370986"/>
                    </a:lnTo>
                    <a:lnTo>
                      <a:pt x="99095" y="374446"/>
                    </a:lnTo>
                    <a:lnTo>
                      <a:pt x="96633" y="378907"/>
                    </a:lnTo>
                    <a:lnTo>
                      <a:pt x="95389" y="384570"/>
                    </a:lnTo>
                    <a:lnTo>
                      <a:pt x="95557" y="391638"/>
                    </a:lnTo>
                    <a:lnTo>
                      <a:pt x="102023" y="395971"/>
                    </a:lnTo>
                    <a:lnTo>
                      <a:pt x="109273" y="399704"/>
                    </a:lnTo>
                    <a:lnTo>
                      <a:pt x="117222" y="402860"/>
                    </a:lnTo>
                    <a:lnTo>
                      <a:pt x="125782" y="405458"/>
                    </a:lnTo>
                    <a:lnTo>
                      <a:pt x="134868" y="407519"/>
                    </a:lnTo>
                    <a:lnTo>
                      <a:pt x="144393" y="409064"/>
                    </a:lnTo>
                    <a:lnTo>
                      <a:pt x="154271" y="410112"/>
                    </a:lnTo>
                    <a:lnTo>
                      <a:pt x="164414" y="410684"/>
                    </a:lnTo>
                    <a:lnTo>
                      <a:pt x="174738" y="410802"/>
                    </a:lnTo>
                    <a:lnTo>
                      <a:pt x="185155" y="410484"/>
                    </a:lnTo>
                    <a:lnTo>
                      <a:pt x="195578" y="409752"/>
                    </a:lnTo>
                    <a:lnTo>
                      <a:pt x="205923" y="408627"/>
                    </a:lnTo>
                    <a:lnTo>
                      <a:pt x="216101" y="407128"/>
                    </a:lnTo>
                    <a:lnTo>
                      <a:pt x="226028" y="405276"/>
                    </a:lnTo>
                    <a:lnTo>
                      <a:pt x="235615" y="403091"/>
                    </a:lnTo>
                    <a:lnTo>
                      <a:pt x="244778" y="400595"/>
                    </a:lnTo>
                    <a:lnTo>
                      <a:pt x="253429" y="397807"/>
                    </a:lnTo>
                    <a:lnTo>
                      <a:pt x="261483" y="394748"/>
                    </a:lnTo>
                    <a:lnTo>
                      <a:pt x="268852" y="391438"/>
                    </a:lnTo>
                    <a:lnTo>
                      <a:pt x="275450" y="387898"/>
                    </a:lnTo>
                    <a:lnTo>
                      <a:pt x="273465" y="387300"/>
                    </a:lnTo>
                    <a:lnTo>
                      <a:pt x="271588" y="386488"/>
                    </a:lnTo>
                    <a:lnTo>
                      <a:pt x="269799" y="385492"/>
                    </a:lnTo>
                    <a:lnTo>
                      <a:pt x="268084" y="384337"/>
                    </a:lnTo>
                    <a:lnTo>
                      <a:pt x="266423" y="383054"/>
                    </a:lnTo>
                    <a:lnTo>
                      <a:pt x="264802" y="381669"/>
                    </a:lnTo>
                    <a:lnTo>
                      <a:pt x="263202" y="380211"/>
                    </a:lnTo>
                    <a:lnTo>
                      <a:pt x="261606" y="378708"/>
                    </a:lnTo>
                    <a:lnTo>
                      <a:pt x="259626" y="376868"/>
                    </a:lnTo>
                    <a:lnTo>
                      <a:pt x="257599" y="375067"/>
                    </a:lnTo>
                    <a:lnTo>
                      <a:pt x="255493" y="373360"/>
                    </a:lnTo>
                    <a:lnTo>
                      <a:pt x="253277" y="371805"/>
                    </a:lnTo>
                    <a:lnTo>
                      <a:pt x="250916" y="370456"/>
                    </a:lnTo>
                    <a:lnTo>
                      <a:pt x="248380" y="369371"/>
                    </a:lnTo>
                    <a:lnTo>
                      <a:pt x="245635" y="368605"/>
                    </a:lnTo>
                    <a:lnTo>
                      <a:pt x="242650" y="368215"/>
                    </a:lnTo>
                    <a:lnTo>
                      <a:pt x="241151" y="368073"/>
                    </a:lnTo>
                    <a:lnTo>
                      <a:pt x="239649" y="368127"/>
                    </a:lnTo>
                    <a:lnTo>
                      <a:pt x="238145" y="368347"/>
                    </a:lnTo>
                    <a:lnTo>
                      <a:pt x="236640" y="368705"/>
                    </a:lnTo>
                    <a:lnTo>
                      <a:pt x="235133" y="369175"/>
                    </a:lnTo>
                    <a:lnTo>
                      <a:pt x="233627" y="369728"/>
                    </a:lnTo>
                    <a:lnTo>
                      <a:pt x="232121" y="370337"/>
                    </a:lnTo>
                    <a:lnTo>
                      <a:pt x="230616" y="370973"/>
                    </a:lnTo>
                    <a:lnTo>
                      <a:pt x="230004" y="371232"/>
                    </a:lnTo>
                    <a:lnTo>
                      <a:pt x="229397" y="371488"/>
                    </a:lnTo>
                    <a:lnTo>
                      <a:pt x="228794" y="371740"/>
                    </a:lnTo>
                    <a:lnTo>
                      <a:pt x="228194" y="371985"/>
                    </a:lnTo>
                    <a:lnTo>
                      <a:pt x="227597" y="372222"/>
                    </a:lnTo>
                    <a:lnTo>
                      <a:pt x="227001" y="372449"/>
                    </a:lnTo>
                    <a:lnTo>
                      <a:pt x="226406" y="372665"/>
                    </a:lnTo>
                    <a:lnTo>
                      <a:pt x="225810" y="372869"/>
                    </a:lnTo>
                    <a:lnTo>
                      <a:pt x="217984" y="374513"/>
                    </a:lnTo>
                    <a:lnTo>
                      <a:pt x="209214" y="376095"/>
                    </a:lnTo>
                    <a:lnTo>
                      <a:pt x="199761" y="377515"/>
                    </a:lnTo>
                    <a:lnTo>
                      <a:pt x="189889" y="378670"/>
                    </a:lnTo>
                    <a:lnTo>
                      <a:pt x="179861" y="379461"/>
                    </a:lnTo>
                    <a:lnTo>
                      <a:pt x="169941" y="379787"/>
                    </a:lnTo>
                    <a:lnTo>
                      <a:pt x="160392" y="379546"/>
                    </a:lnTo>
                    <a:lnTo>
                      <a:pt x="151478" y="378638"/>
                    </a:lnTo>
                    <a:lnTo>
                      <a:pt x="143460" y="376963"/>
                    </a:lnTo>
                    <a:lnTo>
                      <a:pt x="136604" y="374418"/>
                    </a:lnTo>
                    <a:lnTo>
                      <a:pt x="131171" y="370904"/>
                    </a:lnTo>
                    <a:lnTo>
                      <a:pt x="127426" y="366319"/>
                    </a:lnTo>
                    <a:lnTo>
                      <a:pt x="127337" y="366178"/>
                    </a:lnTo>
                    <a:lnTo>
                      <a:pt x="127329" y="366011"/>
                    </a:lnTo>
                    <a:lnTo>
                      <a:pt x="127390" y="365821"/>
                    </a:lnTo>
                    <a:lnTo>
                      <a:pt x="127509" y="365610"/>
                    </a:lnTo>
                    <a:lnTo>
                      <a:pt x="127675" y="365381"/>
                    </a:lnTo>
                    <a:lnTo>
                      <a:pt x="127876" y="365136"/>
                    </a:lnTo>
                    <a:lnTo>
                      <a:pt x="128102" y="364878"/>
                    </a:lnTo>
                    <a:lnTo>
                      <a:pt x="128340" y="364610"/>
                    </a:lnTo>
                    <a:lnTo>
                      <a:pt x="128340" y="364643"/>
                    </a:lnTo>
                    <a:close/>
                  </a:path>
                </a:pathLst>
              </a:custGeom>
              <a:solidFill>
                <a:srgbClr val="2365C4"/>
              </a:solidFill>
              <a:ln w="0">
                <a:noFill/>
              </a:ln>
            </p:spPr>
          </p:sp>
          <p:sp>
            <p:nvSpPr>
              <p:cNvPr id="157" name="157 java vector path"/>
              <p:cNvSpPr/>
              <p:nvPr/>
            </p:nvSpPr>
            <p:spPr>
              <a:xfrm>
                <a:off x="14020800" y="1461069"/>
                <a:ext cx="400050" cy="506862"/>
              </a:xfrm>
              <a:custGeom>
                <a:avLst/>
                <a:gdLst/>
                <a:ahLst/>
                <a:cxnLst/>
                <a:pathLst>
                  <a:path w="400050" h="506862">
                    <a:moveTo>
                      <a:pt x="79089" y="401370"/>
                    </a:moveTo>
                    <a:lnTo>
                      <a:pt x="80938" y="401262"/>
                    </a:lnTo>
                    <a:lnTo>
                      <a:pt x="82732" y="401150"/>
                    </a:lnTo>
                    <a:lnTo>
                      <a:pt x="84463" y="401028"/>
                    </a:lnTo>
                    <a:lnTo>
                      <a:pt x="86119" y="400890"/>
                    </a:lnTo>
                    <a:lnTo>
                      <a:pt x="87693" y="400731"/>
                    </a:lnTo>
                    <a:lnTo>
                      <a:pt x="89174" y="400544"/>
                    </a:lnTo>
                    <a:lnTo>
                      <a:pt x="90551" y="400325"/>
                    </a:lnTo>
                    <a:lnTo>
                      <a:pt x="91817" y="400067"/>
                    </a:lnTo>
                    <a:lnTo>
                      <a:pt x="86049" y="396223"/>
                    </a:lnTo>
                    <a:lnTo>
                      <a:pt x="78903" y="393325"/>
                    </a:lnTo>
                    <a:lnTo>
                      <a:pt x="70695" y="391355"/>
                    </a:lnTo>
                    <a:lnTo>
                      <a:pt x="61742" y="390296"/>
                    </a:lnTo>
                    <a:lnTo>
                      <a:pt x="52362" y="390130"/>
                    </a:lnTo>
                    <a:lnTo>
                      <a:pt x="42872" y="390839"/>
                    </a:lnTo>
                    <a:lnTo>
                      <a:pt x="33588" y="392404"/>
                    </a:lnTo>
                    <a:lnTo>
                      <a:pt x="24829" y="394809"/>
                    </a:lnTo>
                    <a:lnTo>
                      <a:pt x="16912" y="398034"/>
                    </a:lnTo>
                    <a:lnTo>
                      <a:pt x="10153" y="402062"/>
                    </a:lnTo>
                    <a:lnTo>
                      <a:pt x="4870" y="406876"/>
                    </a:lnTo>
                    <a:lnTo>
                      <a:pt x="1380" y="412456"/>
                    </a:lnTo>
                    <a:lnTo>
                      <a:pt x="0" y="418786"/>
                    </a:lnTo>
                    <a:lnTo>
                      <a:pt x="659" y="424894"/>
                    </a:lnTo>
                    <a:lnTo>
                      <a:pt x="3116" y="430538"/>
                    </a:lnTo>
                    <a:lnTo>
                      <a:pt x="7065" y="435696"/>
                    </a:lnTo>
                    <a:lnTo>
                      <a:pt x="12199" y="440348"/>
                    </a:lnTo>
                    <a:lnTo>
                      <a:pt x="18209" y="444473"/>
                    </a:lnTo>
                    <a:lnTo>
                      <a:pt x="24791" y="448051"/>
                    </a:lnTo>
                    <a:lnTo>
                      <a:pt x="31635" y="451060"/>
                    </a:lnTo>
                    <a:lnTo>
                      <a:pt x="38436" y="453481"/>
                    </a:lnTo>
                    <a:lnTo>
                      <a:pt x="46168" y="455925"/>
                    </a:lnTo>
                    <a:lnTo>
                      <a:pt x="54279" y="458153"/>
                    </a:lnTo>
                    <a:lnTo>
                      <a:pt x="62741" y="460171"/>
                    </a:lnTo>
                    <a:lnTo>
                      <a:pt x="71526" y="461985"/>
                    </a:lnTo>
                    <a:lnTo>
                      <a:pt x="80606" y="463600"/>
                    </a:lnTo>
                    <a:lnTo>
                      <a:pt x="89953" y="465020"/>
                    </a:lnTo>
                    <a:lnTo>
                      <a:pt x="99540" y="466252"/>
                    </a:lnTo>
                    <a:lnTo>
                      <a:pt x="109337" y="467301"/>
                    </a:lnTo>
                    <a:lnTo>
                      <a:pt x="119317" y="468171"/>
                    </a:lnTo>
                    <a:lnTo>
                      <a:pt x="129453" y="468868"/>
                    </a:lnTo>
                    <a:lnTo>
                      <a:pt x="139716" y="469397"/>
                    </a:lnTo>
                    <a:lnTo>
                      <a:pt x="150078" y="469764"/>
                    </a:lnTo>
                    <a:lnTo>
                      <a:pt x="160511" y="469973"/>
                    </a:lnTo>
                    <a:lnTo>
                      <a:pt x="170987" y="470031"/>
                    </a:lnTo>
                    <a:lnTo>
                      <a:pt x="181478" y="469942"/>
                    </a:lnTo>
                    <a:lnTo>
                      <a:pt x="191957" y="469711"/>
                    </a:lnTo>
                    <a:lnTo>
                      <a:pt x="202394" y="469344"/>
                    </a:lnTo>
                    <a:lnTo>
                      <a:pt x="212763" y="468846"/>
                    </a:lnTo>
                    <a:lnTo>
                      <a:pt x="223035" y="468223"/>
                    </a:lnTo>
                    <a:lnTo>
                      <a:pt x="233183" y="467479"/>
                    </a:lnTo>
                    <a:lnTo>
                      <a:pt x="243177" y="466619"/>
                    </a:lnTo>
                    <a:lnTo>
                      <a:pt x="252991" y="465650"/>
                    </a:lnTo>
                    <a:lnTo>
                      <a:pt x="260146" y="464761"/>
                    </a:lnTo>
                    <a:lnTo>
                      <a:pt x="268340" y="463576"/>
                    </a:lnTo>
                    <a:lnTo>
                      <a:pt x="277339" y="462076"/>
                    </a:lnTo>
                    <a:lnTo>
                      <a:pt x="286908" y="460240"/>
                    </a:lnTo>
                    <a:lnTo>
                      <a:pt x="296812" y="458049"/>
                    </a:lnTo>
                    <a:lnTo>
                      <a:pt x="306815" y="455482"/>
                    </a:lnTo>
                    <a:lnTo>
                      <a:pt x="316684" y="452521"/>
                    </a:lnTo>
                    <a:lnTo>
                      <a:pt x="326182" y="449144"/>
                    </a:lnTo>
                    <a:lnTo>
                      <a:pt x="335076" y="445333"/>
                    </a:lnTo>
                    <a:lnTo>
                      <a:pt x="343130" y="441067"/>
                    </a:lnTo>
                    <a:lnTo>
                      <a:pt x="350109" y="436326"/>
                    </a:lnTo>
                    <a:lnTo>
                      <a:pt x="355778" y="431091"/>
                    </a:lnTo>
                    <a:lnTo>
                      <a:pt x="359903" y="425341"/>
                    </a:lnTo>
                    <a:lnTo>
                      <a:pt x="362248" y="419057"/>
                    </a:lnTo>
                    <a:lnTo>
                      <a:pt x="362579" y="412219"/>
                    </a:lnTo>
                    <a:lnTo>
                      <a:pt x="361578" y="408852"/>
                    </a:lnTo>
                    <a:lnTo>
                      <a:pt x="360029" y="405779"/>
                    </a:lnTo>
                    <a:lnTo>
                      <a:pt x="357997" y="403034"/>
                    </a:lnTo>
                    <a:lnTo>
                      <a:pt x="355549" y="400649"/>
                    </a:lnTo>
                    <a:lnTo>
                      <a:pt x="352748" y="398656"/>
                    </a:lnTo>
                    <a:lnTo>
                      <a:pt x="349662" y="397089"/>
                    </a:lnTo>
                    <a:lnTo>
                      <a:pt x="346356" y="395980"/>
                    </a:lnTo>
                    <a:lnTo>
                      <a:pt x="342895" y="395362"/>
                    </a:lnTo>
                    <a:lnTo>
                      <a:pt x="343475" y="402539"/>
                    </a:lnTo>
                    <a:lnTo>
                      <a:pt x="341919" y="408960"/>
                    </a:lnTo>
                    <a:lnTo>
                      <a:pt x="338490" y="414670"/>
                    </a:lnTo>
                    <a:lnTo>
                      <a:pt x="333447" y="419711"/>
                    </a:lnTo>
                    <a:lnTo>
                      <a:pt x="327054" y="424129"/>
                    </a:lnTo>
                    <a:lnTo>
                      <a:pt x="319570" y="427965"/>
                    </a:lnTo>
                    <a:lnTo>
                      <a:pt x="311256" y="431264"/>
                    </a:lnTo>
                    <a:lnTo>
                      <a:pt x="302375" y="434070"/>
                    </a:lnTo>
                    <a:lnTo>
                      <a:pt x="293188" y="436426"/>
                    </a:lnTo>
                    <a:lnTo>
                      <a:pt x="283954" y="438376"/>
                    </a:lnTo>
                    <a:lnTo>
                      <a:pt x="274937" y="439964"/>
                    </a:lnTo>
                    <a:lnTo>
                      <a:pt x="266396" y="441233"/>
                    </a:lnTo>
                    <a:lnTo>
                      <a:pt x="258593" y="442226"/>
                    </a:lnTo>
                    <a:lnTo>
                      <a:pt x="248096" y="443278"/>
                    </a:lnTo>
                    <a:lnTo>
                      <a:pt x="237430" y="444185"/>
                    </a:lnTo>
                    <a:lnTo>
                      <a:pt x="226638" y="444945"/>
                    </a:lnTo>
                    <a:lnTo>
                      <a:pt x="215761" y="445554"/>
                    </a:lnTo>
                    <a:lnTo>
                      <a:pt x="204842" y="446009"/>
                    </a:lnTo>
                    <a:lnTo>
                      <a:pt x="193923" y="446305"/>
                    </a:lnTo>
                    <a:lnTo>
                      <a:pt x="183046" y="446441"/>
                    </a:lnTo>
                    <a:lnTo>
                      <a:pt x="172253" y="446411"/>
                    </a:lnTo>
                    <a:lnTo>
                      <a:pt x="161587" y="446212"/>
                    </a:lnTo>
                    <a:lnTo>
                      <a:pt x="151089" y="445842"/>
                    </a:lnTo>
                    <a:lnTo>
                      <a:pt x="140802" y="445296"/>
                    </a:lnTo>
                    <a:lnTo>
                      <a:pt x="130769" y="444571"/>
                    </a:lnTo>
                    <a:lnTo>
                      <a:pt x="121030" y="443663"/>
                    </a:lnTo>
                    <a:lnTo>
                      <a:pt x="111629" y="442570"/>
                    </a:lnTo>
                    <a:lnTo>
                      <a:pt x="102608" y="441286"/>
                    </a:lnTo>
                    <a:lnTo>
                      <a:pt x="94008" y="439810"/>
                    </a:lnTo>
                    <a:lnTo>
                      <a:pt x="85872" y="438137"/>
                    </a:lnTo>
                    <a:lnTo>
                      <a:pt x="78242" y="436263"/>
                    </a:lnTo>
                    <a:lnTo>
                      <a:pt x="71160" y="434187"/>
                    </a:lnTo>
                    <a:lnTo>
                      <a:pt x="64669" y="431902"/>
                    </a:lnTo>
                    <a:lnTo>
                      <a:pt x="61707" y="430645"/>
                    </a:lnTo>
                    <a:lnTo>
                      <a:pt x="58582" y="429011"/>
                    </a:lnTo>
                    <a:lnTo>
                      <a:pt x="55479" y="427068"/>
                    </a:lnTo>
                    <a:lnTo>
                      <a:pt x="52587" y="424883"/>
                    </a:lnTo>
                    <a:lnTo>
                      <a:pt x="50093" y="422521"/>
                    </a:lnTo>
                    <a:lnTo>
                      <a:pt x="48183" y="420050"/>
                    </a:lnTo>
                    <a:lnTo>
                      <a:pt x="47044" y="417536"/>
                    </a:lnTo>
                    <a:lnTo>
                      <a:pt x="46865" y="415045"/>
                    </a:lnTo>
                    <a:lnTo>
                      <a:pt x="48078" y="411131"/>
                    </a:lnTo>
                    <a:lnTo>
                      <a:pt x="50541" y="408092"/>
                    </a:lnTo>
                    <a:lnTo>
                      <a:pt x="54031" y="405805"/>
                    </a:lnTo>
                    <a:lnTo>
                      <a:pt x="58325" y="404150"/>
                    </a:lnTo>
                    <a:lnTo>
                      <a:pt x="63200" y="403004"/>
                    </a:lnTo>
                    <a:lnTo>
                      <a:pt x="68435" y="402245"/>
                    </a:lnTo>
                    <a:lnTo>
                      <a:pt x="73805" y="401753"/>
                    </a:lnTo>
                    <a:lnTo>
                      <a:pt x="79089" y="401404"/>
                    </a:lnTo>
                    <a:lnTo>
                      <a:pt x="79089" y="401370"/>
                    </a:lnTo>
                    <a:close/>
                  </a:path>
                </a:pathLst>
              </a:custGeom>
              <a:solidFill>
                <a:srgbClr val="2365C4"/>
              </a:solidFill>
              <a:ln w="0">
                <a:noFill/>
              </a:ln>
            </p:spPr>
          </p:sp>
          <p:sp>
            <p:nvSpPr>
              <p:cNvPr id="158" name="158 java vector path"/>
              <p:cNvSpPr/>
              <p:nvPr/>
            </p:nvSpPr>
            <p:spPr>
              <a:xfrm>
                <a:off x="14020800" y="1461069"/>
                <a:ext cx="400050" cy="506862"/>
              </a:xfrm>
              <a:custGeom>
                <a:avLst/>
                <a:gdLst/>
                <a:ahLst/>
                <a:cxnLst/>
                <a:pathLst>
                  <a:path w="400050" h="506862">
                    <a:moveTo>
                      <a:pt x="199560" y="505948"/>
                    </a:moveTo>
                    <a:lnTo>
                      <a:pt x="189355" y="504720"/>
                    </a:lnTo>
                    <a:lnTo>
                      <a:pt x="179220" y="503443"/>
                    </a:lnTo>
                    <a:lnTo>
                      <a:pt x="169165" y="502098"/>
                    </a:lnTo>
                    <a:lnTo>
                      <a:pt x="159204" y="500664"/>
                    </a:lnTo>
                    <a:lnTo>
                      <a:pt x="149349" y="499120"/>
                    </a:lnTo>
                    <a:lnTo>
                      <a:pt x="139612" y="497445"/>
                    </a:lnTo>
                    <a:lnTo>
                      <a:pt x="130005" y="495620"/>
                    </a:lnTo>
                    <a:lnTo>
                      <a:pt x="120541" y="493623"/>
                    </a:lnTo>
                    <a:lnTo>
                      <a:pt x="111232" y="491434"/>
                    </a:lnTo>
                    <a:lnTo>
                      <a:pt x="102091" y="489032"/>
                    </a:lnTo>
                    <a:lnTo>
                      <a:pt x="93129" y="486398"/>
                    </a:lnTo>
                    <a:lnTo>
                      <a:pt x="84359" y="483509"/>
                    </a:lnTo>
                    <a:lnTo>
                      <a:pt x="75794" y="480346"/>
                    </a:lnTo>
                    <a:lnTo>
                      <a:pt x="67445" y="476888"/>
                    </a:lnTo>
                    <a:lnTo>
                      <a:pt x="76492" y="478970"/>
                    </a:lnTo>
                    <a:lnTo>
                      <a:pt x="85764" y="480912"/>
                    </a:lnTo>
                    <a:lnTo>
                      <a:pt x="95240" y="482710"/>
                    </a:lnTo>
                    <a:lnTo>
                      <a:pt x="104903" y="484362"/>
                    </a:lnTo>
                    <a:lnTo>
                      <a:pt x="114734" y="485863"/>
                    </a:lnTo>
                    <a:lnTo>
                      <a:pt x="124714" y="487210"/>
                    </a:lnTo>
                    <a:lnTo>
                      <a:pt x="134823" y="488399"/>
                    </a:lnTo>
                    <a:lnTo>
                      <a:pt x="145043" y="489427"/>
                    </a:lnTo>
                    <a:lnTo>
                      <a:pt x="155356" y="490290"/>
                    </a:lnTo>
                    <a:lnTo>
                      <a:pt x="165741" y="490984"/>
                    </a:lnTo>
                    <a:lnTo>
                      <a:pt x="176181" y="491507"/>
                    </a:lnTo>
                    <a:lnTo>
                      <a:pt x="186656" y="491854"/>
                    </a:lnTo>
                    <a:lnTo>
                      <a:pt x="197149" y="492022"/>
                    </a:lnTo>
                    <a:lnTo>
                      <a:pt x="207638" y="492007"/>
                    </a:lnTo>
                    <a:lnTo>
                      <a:pt x="218107" y="491806"/>
                    </a:lnTo>
                    <a:lnTo>
                      <a:pt x="228536" y="491415"/>
                    </a:lnTo>
                    <a:lnTo>
                      <a:pt x="238905" y="490830"/>
                    </a:lnTo>
                    <a:lnTo>
                      <a:pt x="249197" y="490048"/>
                    </a:lnTo>
                    <a:lnTo>
                      <a:pt x="259393" y="489066"/>
                    </a:lnTo>
                    <a:lnTo>
                      <a:pt x="269473" y="487880"/>
                    </a:lnTo>
                    <a:lnTo>
                      <a:pt x="279418" y="486486"/>
                    </a:lnTo>
                    <a:lnTo>
                      <a:pt x="289211" y="484880"/>
                    </a:lnTo>
                    <a:lnTo>
                      <a:pt x="298831" y="483060"/>
                    </a:lnTo>
                    <a:lnTo>
                      <a:pt x="308260" y="481021"/>
                    </a:lnTo>
                    <a:lnTo>
                      <a:pt x="317480" y="478760"/>
                    </a:lnTo>
                    <a:lnTo>
                      <a:pt x="326470" y="476273"/>
                    </a:lnTo>
                    <a:lnTo>
                      <a:pt x="335213" y="473558"/>
                    </a:lnTo>
                    <a:lnTo>
                      <a:pt x="343690" y="470609"/>
                    </a:lnTo>
                    <a:lnTo>
                      <a:pt x="351882" y="467424"/>
                    </a:lnTo>
                    <a:lnTo>
                      <a:pt x="359769" y="463999"/>
                    </a:lnTo>
                    <a:lnTo>
                      <a:pt x="367333" y="460331"/>
                    </a:lnTo>
                    <a:lnTo>
                      <a:pt x="374555" y="456415"/>
                    </a:lnTo>
                    <a:lnTo>
                      <a:pt x="381416" y="452249"/>
                    </a:lnTo>
                    <a:lnTo>
                      <a:pt x="387898" y="447829"/>
                    </a:lnTo>
                    <a:lnTo>
                      <a:pt x="388280" y="447539"/>
                    </a:lnTo>
                    <a:lnTo>
                      <a:pt x="388665" y="447229"/>
                    </a:lnTo>
                    <a:lnTo>
                      <a:pt x="389051" y="446902"/>
                    </a:lnTo>
                    <a:lnTo>
                      <a:pt x="389438" y="446559"/>
                    </a:lnTo>
                    <a:lnTo>
                      <a:pt x="389825" y="446204"/>
                    </a:lnTo>
                    <a:lnTo>
                      <a:pt x="390211" y="445839"/>
                    </a:lnTo>
                    <a:lnTo>
                      <a:pt x="390596" y="445466"/>
                    </a:lnTo>
                    <a:lnTo>
                      <a:pt x="390978" y="445087"/>
                    </a:lnTo>
                    <a:lnTo>
                      <a:pt x="392027" y="444102"/>
                    </a:lnTo>
                    <a:lnTo>
                      <a:pt x="393093" y="443145"/>
                    </a:lnTo>
                    <a:lnTo>
                      <a:pt x="394180" y="442257"/>
                    </a:lnTo>
                    <a:lnTo>
                      <a:pt x="395292" y="441482"/>
                    </a:lnTo>
                    <a:lnTo>
                      <a:pt x="396431" y="440862"/>
                    </a:lnTo>
                    <a:lnTo>
                      <a:pt x="397602" y="440441"/>
                    </a:lnTo>
                    <a:lnTo>
                      <a:pt x="398807" y="440261"/>
                    </a:lnTo>
                    <a:lnTo>
                      <a:pt x="400050" y="440365"/>
                    </a:lnTo>
                    <a:lnTo>
                      <a:pt x="396622" y="448827"/>
                    </a:lnTo>
                    <a:lnTo>
                      <a:pt x="392314" y="456424"/>
                    </a:lnTo>
                    <a:lnTo>
                      <a:pt x="387189" y="463214"/>
                    </a:lnTo>
                    <a:lnTo>
                      <a:pt x="381308" y="469252"/>
                    </a:lnTo>
                    <a:lnTo>
                      <a:pt x="374734" y="474596"/>
                    </a:lnTo>
                    <a:lnTo>
                      <a:pt x="367528" y="479304"/>
                    </a:lnTo>
                    <a:lnTo>
                      <a:pt x="359753" y="483432"/>
                    </a:lnTo>
                    <a:lnTo>
                      <a:pt x="351472" y="487037"/>
                    </a:lnTo>
                    <a:lnTo>
                      <a:pt x="342746" y="490177"/>
                    </a:lnTo>
                    <a:lnTo>
                      <a:pt x="333637" y="492908"/>
                    </a:lnTo>
                    <a:lnTo>
                      <a:pt x="324208" y="495288"/>
                    </a:lnTo>
                    <a:lnTo>
                      <a:pt x="314521" y="497374"/>
                    </a:lnTo>
                    <a:lnTo>
                      <a:pt x="304638" y="499223"/>
                    </a:lnTo>
                    <a:lnTo>
                      <a:pt x="294621" y="500891"/>
                    </a:lnTo>
                    <a:lnTo>
                      <a:pt x="284532" y="502437"/>
                    </a:lnTo>
                    <a:lnTo>
                      <a:pt x="274435" y="503917"/>
                    </a:lnTo>
                    <a:lnTo>
                      <a:pt x="271973" y="504284"/>
                    </a:lnTo>
                    <a:lnTo>
                      <a:pt x="269514" y="504649"/>
                    </a:lnTo>
                    <a:lnTo>
                      <a:pt x="267058" y="505013"/>
                    </a:lnTo>
                    <a:lnTo>
                      <a:pt x="264606" y="505377"/>
                    </a:lnTo>
                    <a:lnTo>
                      <a:pt x="262158" y="505743"/>
                    </a:lnTo>
                    <a:lnTo>
                      <a:pt x="259716" y="506112"/>
                    </a:lnTo>
                    <a:lnTo>
                      <a:pt x="257281" y="506484"/>
                    </a:lnTo>
                    <a:lnTo>
                      <a:pt x="254853" y="506862"/>
                    </a:lnTo>
                    <a:lnTo>
                      <a:pt x="252477" y="506560"/>
                    </a:lnTo>
                    <a:lnTo>
                      <a:pt x="246213" y="506334"/>
                    </a:lnTo>
                    <a:lnTo>
                      <a:pt x="237358" y="506171"/>
                    </a:lnTo>
                    <a:lnTo>
                      <a:pt x="227206" y="506062"/>
                    </a:lnTo>
                    <a:lnTo>
                      <a:pt x="217055" y="505996"/>
                    </a:lnTo>
                    <a:lnTo>
                      <a:pt x="208199" y="505962"/>
                    </a:lnTo>
                    <a:lnTo>
                      <a:pt x="201935" y="505950"/>
                    </a:lnTo>
                    <a:lnTo>
                      <a:pt x="199560" y="505948"/>
                    </a:lnTo>
                    <a:close/>
                    <a:moveTo>
                      <a:pt x="380383" y="289515"/>
                    </a:moveTo>
                    <a:lnTo>
                      <a:pt x="379273" y="280531"/>
                    </a:lnTo>
                    <a:lnTo>
                      <a:pt x="376543" y="272801"/>
                    </a:lnTo>
                    <a:lnTo>
                      <a:pt x="372413" y="266328"/>
                    </a:lnTo>
                    <a:lnTo>
                      <a:pt x="367101" y="261115"/>
                    </a:lnTo>
                    <a:lnTo>
                      <a:pt x="360825" y="257166"/>
                    </a:lnTo>
                    <a:lnTo>
                      <a:pt x="353803" y="254482"/>
                    </a:lnTo>
                    <a:lnTo>
                      <a:pt x="346254" y="253069"/>
                    </a:lnTo>
                    <a:lnTo>
                      <a:pt x="338395" y="252928"/>
                    </a:lnTo>
                    <a:lnTo>
                      <a:pt x="330445" y="254064"/>
                    </a:lnTo>
                    <a:lnTo>
                      <a:pt x="322623" y="256479"/>
                    </a:lnTo>
                    <a:lnTo>
                      <a:pt x="315146" y="260176"/>
                    </a:lnTo>
                    <a:lnTo>
                      <a:pt x="308233" y="265160"/>
                    </a:lnTo>
                    <a:lnTo>
                      <a:pt x="315816" y="264043"/>
                    </a:lnTo>
                    <a:lnTo>
                      <a:pt x="323001" y="264134"/>
                    </a:lnTo>
                    <a:lnTo>
                      <a:pt x="329658" y="265323"/>
                    </a:lnTo>
                    <a:lnTo>
                      <a:pt x="335656" y="267500"/>
                    </a:lnTo>
                    <a:lnTo>
                      <a:pt x="340861" y="270554"/>
                    </a:lnTo>
                    <a:lnTo>
                      <a:pt x="345143" y="274375"/>
                    </a:lnTo>
                    <a:lnTo>
                      <a:pt x="348370" y="278854"/>
                    </a:lnTo>
                    <a:lnTo>
                      <a:pt x="350410" y="283879"/>
                    </a:lnTo>
                    <a:lnTo>
                      <a:pt x="351258" y="293558"/>
                    </a:lnTo>
                    <a:lnTo>
                      <a:pt x="349953" y="302686"/>
                    </a:lnTo>
                    <a:lnTo>
                      <a:pt x="346842" y="311265"/>
                    </a:lnTo>
                    <a:lnTo>
                      <a:pt x="342276" y="319300"/>
                    </a:lnTo>
                    <a:lnTo>
                      <a:pt x="336604" y="326795"/>
                    </a:lnTo>
                    <a:lnTo>
                      <a:pt x="330175" y="333754"/>
                    </a:lnTo>
                    <a:lnTo>
                      <a:pt x="323339" y="340182"/>
                    </a:lnTo>
                    <a:lnTo>
                      <a:pt x="316444" y="346082"/>
                    </a:lnTo>
                    <a:lnTo>
                      <a:pt x="309841" y="351459"/>
                    </a:lnTo>
                    <a:lnTo>
                      <a:pt x="308265" y="352735"/>
                    </a:lnTo>
                    <a:lnTo>
                      <a:pt x="306738" y="353974"/>
                    </a:lnTo>
                    <a:lnTo>
                      <a:pt x="305265" y="355177"/>
                    </a:lnTo>
                    <a:lnTo>
                      <a:pt x="303852" y="356346"/>
                    </a:lnTo>
                    <a:lnTo>
                      <a:pt x="302503" y="357482"/>
                    </a:lnTo>
                    <a:lnTo>
                      <a:pt x="301223" y="358585"/>
                    </a:lnTo>
                    <a:lnTo>
                      <a:pt x="300017" y="359657"/>
                    </a:lnTo>
                    <a:lnTo>
                      <a:pt x="298891" y="360700"/>
                    </a:lnTo>
                    <a:lnTo>
                      <a:pt x="306678" y="359944"/>
                    </a:lnTo>
                    <a:lnTo>
                      <a:pt x="314704" y="358480"/>
                    </a:lnTo>
                    <a:lnTo>
                      <a:pt x="322833" y="356319"/>
                    </a:lnTo>
                    <a:lnTo>
                      <a:pt x="330930" y="353471"/>
                    </a:lnTo>
                    <a:lnTo>
                      <a:pt x="338860" y="349947"/>
                    </a:lnTo>
                    <a:lnTo>
                      <a:pt x="346487" y="345756"/>
                    </a:lnTo>
                    <a:lnTo>
                      <a:pt x="353676" y="340911"/>
                    </a:lnTo>
                    <a:lnTo>
                      <a:pt x="360292" y="335420"/>
                    </a:lnTo>
                    <a:lnTo>
                      <a:pt x="366200" y="329295"/>
                    </a:lnTo>
                    <a:lnTo>
                      <a:pt x="371265" y="322545"/>
                    </a:lnTo>
                    <a:lnTo>
                      <a:pt x="375351" y="315182"/>
                    </a:lnTo>
                    <a:lnTo>
                      <a:pt x="378322" y="307216"/>
                    </a:lnTo>
                    <a:lnTo>
                      <a:pt x="380045" y="298656"/>
                    </a:lnTo>
                    <a:lnTo>
                      <a:pt x="380383" y="289515"/>
                    </a:lnTo>
                    <a:close/>
                  </a:path>
                </a:pathLst>
              </a:custGeom>
              <a:solidFill>
                <a:srgbClr val="2365C4"/>
              </a:solidFill>
              <a:ln w="0">
                <a:noFill/>
              </a:ln>
            </p:spPr>
          </p:sp>
        </p:grpSp>
        <p:sp>
          <p:nvSpPr>
            <p:cNvPr id="159" name="159 Java"/>
            <p:cNvSpPr/>
            <p:nvPr/>
          </p:nvSpPr>
          <p:spPr>
            <a:xfrm>
              <a:off x="14592300" y="1581150"/>
              <a:ext cx="990600" cy="24803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75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Java</a:t>
              </a:r>
              <a:endParaRPr sz="1575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grpSp>
          <p:nvGrpSpPr>
            <p:cNvPr id="364" name="icon-mindspore-159"/>
            <p:cNvGrpSpPr/>
            <p:nvPr/>
          </p:nvGrpSpPr>
          <p:grpSpPr>
            <a:xfrm>
              <a:off x="13954125" y="2166645"/>
              <a:ext cx="533400" cy="295859"/>
              <a:chOff x="13954125" y="2166645"/>
              <a:chExt cx="533400" cy="295859"/>
            </a:xfrm>
          </p:grpSpPr>
          <p:sp>
            <p:nvSpPr>
              <p:cNvPr id="160" name="160 mindspore vector path"/>
              <p:cNvSpPr/>
              <p:nvPr/>
            </p:nvSpPr>
            <p:spPr>
              <a:xfrm>
                <a:off x="13954125" y="2166645"/>
                <a:ext cx="533400" cy="295859"/>
              </a:xfrm>
              <a:custGeom>
                <a:avLst/>
                <a:gdLst/>
                <a:ahLst/>
                <a:cxnLst/>
                <a:pathLst>
                  <a:path w="533400" h="295859">
                    <a:moveTo>
                      <a:pt x="503906" y="0"/>
                    </a:moveTo>
                    <a:lnTo>
                      <a:pt x="497836" y="374"/>
                    </a:lnTo>
                    <a:lnTo>
                      <a:pt x="492273" y="1471"/>
                    </a:lnTo>
                    <a:lnTo>
                      <a:pt x="487271" y="3250"/>
                    </a:lnTo>
                    <a:lnTo>
                      <a:pt x="482888" y="5673"/>
                    </a:lnTo>
                    <a:lnTo>
                      <a:pt x="479177" y="8698"/>
                    </a:lnTo>
                    <a:lnTo>
                      <a:pt x="476194" y="12287"/>
                    </a:lnTo>
                    <a:lnTo>
                      <a:pt x="473994" y="16400"/>
                    </a:lnTo>
                    <a:lnTo>
                      <a:pt x="472634" y="20998"/>
                    </a:lnTo>
                    <a:lnTo>
                      <a:pt x="472169" y="26039"/>
                    </a:lnTo>
                    <a:lnTo>
                      <a:pt x="472169" y="26039"/>
                    </a:lnTo>
                    <a:lnTo>
                      <a:pt x="472655" y="30694"/>
                    </a:lnTo>
                    <a:lnTo>
                      <a:pt x="474017" y="34797"/>
                    </a:lnTo>
                    <a:lnTo>
                      <a:pt x="476108" y="38383"/>
                    </a:lnTo>
                    <a:lnTo>
                      <a:pt x="478781" y="41490"/>
                    </a:lnTo>
                    <a:lnTo>
                      <a:pt x="481889" y="44151"/>
                    </a:lnTo>
                    <a:lnTo>
                      <a:pt x="485288" y="46405"/>
                    </a:lnTo>
                    <a:lnTo>
                      <a:pt x="488828" y="48285"/>
                    </a:lnTo>
                    <a:lnTo>
                      <a:pt x="492366" y="49828"/>
                    </a:lnTo>
                    <a:lnTo>
                      <a:pt x="492366" y="49828"/>
                    </a:lnTo>
                    <a:lnTo>
                      <a:pt x="495328" y="50980"/>
                    </a:lnTo>
                    <a:lnTo>
                      <a:pt x="498151" y="52053"/>
                    </a:lnTo>
                    <a:lnTo>
                      <a:pt x="500757" y="53089"/>
                    </a:lnTo>
                    <a:lnTo>
                      <a:pt x="503065" y="54128"/>
                    </a:lnTo>
                    <a:lnTo>
                      <a:pt x="504998" y="55212"/>
                    </a:lnTo>
                    <a:lnTo>
                      <a:pt x="506477" y="56383"/>
                    </a:lnTo>
                    <a:lnTo>
                      <a:pt x="507421" y="57682"/>
                    </a:lnTo>
                    <a:lnTo>
                      <a:pt x="507754" y="59151"/>
                    </a:lnTo>
                    <a:lnTo>
                      <a:pt x="507754" y="59151"/>
                    </a:lnTo>
                    <a:lnTo>
                      <a:pt x="507646" y="60281"/>
                    </a:lnTo>
                    <a:lnTo>
                      <a:pt x="507313" y="61260"/>
                    </a:lnTo>
                    <a:lnTo>
                      <a:pt x="506739" y="62089"/>
                    </a:lnTo>
                    <a:lnTo>
                      <a:pt x="505910" y="62767"/>
                    </a:lnTo>
                    <a:lnTo>
                      <a:pt x="504811" y="63294"/>
                    </a:lnTo>
                    <a:lnTo>
                      <a:pt x="503426" y="63671"/>
                    </a:lnTo>
                    <a:lnTo>
                      <a:pt x="501740" y="63897"/>
                    </a:lnTo>
                    <a:lnTo>
                      <a:pt x="499739" y="63972"/>
                    </a:lnTo>
                    <a:lnTo>
                      <a:pt x="499739" y="63972"/>
                    </a:lnTo>
                    <a:lnTo>
                      <a:pt x="497590" y="63851"/>
                    </a:lnTo>
                    <a:lnTo>
                      <a:pt x="495353" y="63485"/>
                    </a:lnTo>
                    <a:lnTo>
                      <a:pt x="493030" y="62870"/>
                    </a:lnTo>
                    <a:lnTo>
                      <a:pt x="490622" y="62003"/>
                    </a:lnTo>
                    <a:lnTo>
                      <a:pt x="488131" y="60880"/>
                    </a:lnTo>
                    <a:lnTo>
                      <a:pt x="485560" y="59497"/>
                    </a:lnTo>
                    <a:lnTo>
                      <a:pt x="482909" y="57850"/>
                    </a:lnTo>
                    <a:lnTo>
                      <a:pt x="480182" y="55936"/>
                    </a:lnTo>
                    <a:lnTo>
                      <a:pt x="480182" y="55936"/>
                    </a:lnTo>
                    <a:lnTo>
                      <a:pt x="468001" y="72974"/>
                    </a:lnTo>
                    <a:lnTo>
                      <a:pt x="471310" y="75395"/>
                    </a:lnTo>
                    <a:lnTo>
                      <a:pt x="474934" y="77580"/>
                    </a:lnTo>
                    <a:lnTo>
                      <a:pt x="478798" y="79501"/>
                    </a:lnTo>
                    <a:lnTo>
                      <a:pt x="482828" y="81131"/>
                    </a:lnTo>
                    <a:lnTo>
                      <a:pt x="486948" y="82445"/>
                    </a:lnTo>
                    <a:lnTo>
                      <a:pt x="491083" y="83417"/>
                    </a:lnTo>
                    <a:lnTo>
                      <a:pt x="495158" y="84019"/>
                    </a:lnTo>
                    <a:lnTo>
                      <a:pt x="499097" y="84225"/>
                    </a:lnTo>
                    <a:lnTo>
                      <a:pt x="499097" y="84225"/>
                    </a:lnTo>
                    <a:lnTo>
                      <a:pt x="505511" y="83886"/>
                    </a:lnTo>
                    <a:lnTo>
                      <a:pt x="511282" y="82901"/>
                    </a:lnTo>
                    <a:lnTo>
                      <a:pt x="516403" y="81318"/>
                    </a:lnTo>
                    <a:lnTo>
                      <a:pt x="520867" y="79185"/>
                    </a:lnTo>
                    <a:lnTo>
                      <a:pt x="524664" y="76550"/>
                    </a:lnTo>
                    <a:lnTo>
                      <a:pt x="527789" y="73462"/>
                    </a:lnTo>
                    <a:lnTo>
                      <a:pt x="530232" y="69970"/>
                    </a:lnTo>
                    <a:lnTo>
                      <a:pt x="531987" y="66120"/>
                    </a:lnTo>
                    <a:lnTo>
                      <a:pt x="533045" y="61962"/>
                    </a:lnTo>
                    <a:lnTo>
                      <a:pt x="533400" y="57543"/>
                    </a:lnTo>
                    <a:lnTo>
                      <a:pt x="533400" y="57543"/>
                    </a:lnTo>
                    <a:lnTo>
                      <a:pt x="532913" y="52499"/>
                    </a:lnTo>
                    <a:lnTo>
                      <a:pt x="531547" y="48170"/>
                    </a:lnTo>
                    <a:lnTo>
                      <a:pt x="529444" y="44490"/>
                    </a:lnTo>
                    <a:lnTo>
                      <a:pt x="526748" y="41389"/>
                    </a:lnTo>
                    <a:lnTo>
                      <a:pt x="523601" y="38801"/>
                    </a:lnTo>
                    <a:lnTo>
                      <a:pt x="520146" y="36658"/>
                    </a:lnTo>
                    <a:lnTo>
                      <a:pt x="516525" y="34891"/>
                    </a:lnTo>
                    <a:lnTo>
                      <a:pt x="512882" y="33433"/>
                    </a:lnTo>
                    <a:lnTo>
                      <a:pt x="512882" y="33433"/>
                    </a:lnTo>
                    <a:lnTo>
                      <a:pt x="509934" y="32401"/>
                    </a:lnTo>
                    <a:lnTo>
                      <a:pt x="507147" y="31444"/>
                    </a:lnTo>
                    <a:lnTo>
                      <a:pt x="504593" y="30517"/>
                    </a:lnTo>
                    <a:lnTo>
                      <a:pt x="502344" y="29576"/>
                    </a:lnTo>
                    <a:lnTo>
                      <a:pt x="500470" y="28574"/>
                    </a:lnTo>
                    <a:lnTo>
                      <a:pt x="499043" y="27466"/>
                    </a:lnTo>
                    <a:lnTo>
                      <a:pt x="498135" y="26208"/>
                    </a:lnTo>
                    <a:lnTo>
                      <a:pt x="497816" y="24754"/>
                    </a:lnTo>
                    <a:lnTo>
                      <a:pt x="497816" y="24754"/>
                    </a:lnTo>
                    <a:lnTo>
                      <a:pt x="497928" y="23637"/>
                    </a:lnTo>
                    <a:lnTo>
                      <a:pt x="498264" y="22694"/>
                    </a:lnTo>
                    <a:lnTo>
                      <a:pt x="498822" y="21916"/>
                    </a:lnTo>
                    <a:lnTo>
                      <a:pt x="499599" y="21297"/>
                    </a:lnTo>
                    <a:lnTo>
                      <a:pt x="500594" y="20829"/>
                    </a:lnTo>
                    <a:lnTo>
                      <a:pt x="501805" y="20503"/>
                    </a:lnTo>
                    <a:lnTo>
                      <a:pt x="503230" y="20314"/>
                    </a:lnTo>
                    <a:lnTo>
                      <a:pt x="504868" y="20252"/>
                    </a:lnTo>
                    <a:lnTo>
                      <a:pt x="504868" y="20252"/>
                    </a:lnTo>
                    <a:lnTo>
                      <a:pt x="506760" y="20371"/>
                    </a:lnTo>
                    <a:lnTo>
                      <a:pt x="508708" y="20719"/>
                    </a:lnTo>
                    <a:lnTo>
                      <a:pt x="510704" y="21286"/>
                    </a:lnTo>
                    <a:lnTo>
                      <a:pt x="512743" y="22060"/>
                    </a:lnTo>
                    <a:lnTo>
                      <a:pt x="514819" y="23030"/>
                    </a:lnTo>
                    <a:lnTo>
                      <a:pt x="516928" y="24185"/>
                    </a:lnTo>
                    <a:lnTo>
                      <a:pt x="519062" y="25513"/>
                    </a:lnTo>
                    <a:lnTo>
                      <a:pt x="521218" y="27003"/>
                    </a:lnTo>
                    <a:lnTo>
                      <a:pt x="521218" y="27003"/>
                    </a:lnTo>
                    <a:lnTo>
                      <a:pt x="533400" y="10609"/>
                    </a:lnTo>
                    <a:lnTo>
                      <a:pt x="530647" y="8630"/>
                    </a:lnTo>
                    <a:lnTo>
                      <a:pt x="527665" y="6713"/>
                    </a:lnTo>
                    <a:lnTo>
                      <a:pt x="524435" y="4921"/>
                    </a:lnTo>
                    <a:lnTo>
                      <a:pt x="520938" y="3315"/>
                    </a:lnTo>
                    <a:lnTo>
                      <a:pt x="517155" y="1958"/>
                    </a:lnTo>
                    <a:lnTo>
                      <a:pt x="513068" y="912"/>
                    </a:lnTo>
                    <a:lnTo>
                      <a:pt x="508658" y="238"/>
                    </a:lnTo>
                    <a:lnTo>
                      <a:pt x="503906" y="0"/>
                    </a:lnTo>
                    <a:close/>
                    <a:moveTo>
                      <a:pt x="324307" y="53957"/>
                    </a:moveTo>
                    <a:lnTo>
                      <a:pt x="278510" y="53957"/>
                    </a:lnTo>
                    <a:lnTo>
                      <a:pt x="278492" y="53957"/>
                    </a:lnTo>
                    <a:lnTo>
                      <a:pt x="222547" y="196505"/>
                    </a:lnTo>
                    <a:lnTo>
                      <a:pt x="166602" y="53957"/>
                    </a:lnTo>
                    <a:lnTo>
                      <a:pt x="120788" y="53957"/>
                    </a:lnTo>
                    <a:lnTo>
                      <a:pt x="103272" y="248274"/>
                    </a:lnTo>
                    <a:lnTo>
                      <a:pt x="149087" y="248274"/>
                    </a:lnTo>
                    <a:lnTo>
                      <a:pt x="158716" y="141439"/>
                    </a:lnTo>
                    <a:lnTo>
                      <a:pt x="203563" y="244878"/>
                    </a:lnTo>
                    <a:lnTo>
                      <a:pt x="203533" y="244954"/>
                    </a:lnTo>
                    <a:lnTo>
                      <a:pt x="203595" y="244954"/>
                    </a:lnTo>
                    <a:lnTo>
                      <a:pt x="241499" y="244954"/>
                    </a:lnTo>
                    <a:lnTo>
                      <a:pt x="241562" y="244954"/>
                    </a:lnTo>
                    <a:lnTo>
                      <a:pt x="241532" y="244878"/>
                    </a:lnTo>
                    <a:lnTo>
                      <a:pt x="286393" y="141406"/>
                    </a:lnTo>
                    <a:lnTo>
                      <a:pt x="296026" y="248274"/>
                    </a:lnTo>
                    <a:lnTo>
                      <a:pt x="341841" y="248274"/>
                    </a:lnTo>
                    <a:lnTo>
                      <a:pt x="324324" y="53957"/>
                    </a:lnTo>
                    <a:lnTo>
                      <a:pt x="324307" y="53957"/>
                    </a:lnTo>
                    <a:close/>
                    <a:moveTo>
                      <a:pt x="0" y="23265"/>
                    </a:moveTo>
                    <a:lnTo>
                      <a:pt x="0" y="23327"/>
                    </a:lnTo>
                    <a:lnTo>
                      <a:pt x="0" y="53310"/>
                    </a:lnTo>
                    <a:lnTo>
                      <a:pt x="0" y="53608"/>
                    </a:lnTo>
                    <a:lnTo>
                      <a:pt x="0" y="293339"/>
                    </a:lnTo>
                    <a:lnTo>
                      <a:pt x="0" y="295859"/>
                    </a:lnTo>
                    <a:lnTo>
                      <a:pt x="75864" y="295859"/>
                    </a:lnTo>
                    <a:lnTo>
                      <a:pt x="75864" y="265318"/>
                    </a:lnTo>
                    <a:lnTo>
                      <a:pt x="30403" y="265318"/>
                    </a:lnTo>
                    <a:lnTo>
                      <a:pt x="30403" y="53608"/>
                    </a:lnTo>
                    <a:lnTo>
                      <a:pt x="75864" y="53608"/>
                    </a:lnTo>
                    <a:lnTo>
                      <a:pt x="75864" y="53310"/>
                    </a:lnTo>
                    <a:lnTo>
                      <a:pt x="75864" y="50804"/>
                    </a:lnTo>
                    <a:lnTo>
                      <a:pt x="75864" y="23327"/>
                    </a:lnTo>
                    <a:lnTo>
                      <a:pt x="75864" y="23265"/>
                    </a:lnTo>
                    <a:lnTo>
                      <a:pt x="0" y="23265"/>
                    </a:lnTo>
                    <a:close/>
                    <a:moveTo>
                      <a:pt x="369248" y="23265"/>
                    </a:moveTo>
                    <a:lnTo>
                      <a:pt x="369248" y="23327"/>
                    </a:lnTo>
                    <a:lnTo>
                      <a:pt x="369248" y="50804"/>
                    </a:lnTo>
                    <a:lnTo>
                      <a:pt x="369248" y="53310"/>
                    </a:lnTo>
                    <a:lnTo>
                      <a:pt x="369248" y="53608"/>
                    </a:lnTo>
                    <a:lnTo>
                      <a:pt x="414709" y="53608"/>
                    </a:lnTo>
                    <a:lnTo>
                      <a:pt x="414709" y="265318"/>
                    </a:lnTo>
                    <a:lnTo>
                      <a:pt x="369248" y="265318"/>
                    </a:lnTo>
                    <a:lnTo>
                      <a:pt x="369248" y="295859"/>
                    </a:lnTo>
                    <a:lnTo>
                      <a:pt x="445113" y="295859"/>
                    </a:lnTo>
                    <a:lnTo>
                      <a:pt x="445113" y="293339"/>
                    </a:lnTo>
                    <a:lnTo>
                      <a:pt x="445113" y="53608"/>
                    </a:lnTo>
                    <a:lnTo>
                      <a:pt x="445113" y="53310"/>
                    </a:lnTo>
                    <a:lnTo>
                      <a:pt x="445113" y="23327"/>
                    </a:lnTo>
                    <a:lnTo>
                      <a:pt x="445113" y="23265"/>
                    </a:lnTo>
                    <a:lnTo>
                      <a:pt x="369248" y="23265"/>
                    </a:lnTo>
                    <a:close/>
                  </a:path>
                </a:pathLst>
              </a:custGeom>
              <a:solidFill>
                <a:srgbClr val="73B3FF"/>
              </a:solidFill>
              <a:ln w="0">
                <a:noFill/>
              </a:ln>
            </p:spPr>
          </p:sp>
          <p:sp>
            <p:nvSpPr>
              <p:cNvPr id="161" name="161 mindspore vector path"/>
              <p:cNvSpPr/>
              <p:nvPr/>
            </p:nvSpPr>
            <p:spPr>
              <a:xfrm>
                <a:off x="13954125" y="2166645"/>
                <a:ext cx="533400" cy="295859"/>
              </a:xfrm>
              <a:custGeom>
                <a:avLst/>
                <a:gdLst/>
                <a:ahLst/>
                <a:cxnLst/>
                <a:pathLst>
                  <a:path w="533400" h="295859">
                    <a:moveTo>
                      <a:pt x="158716" y="141440"/>
                    </a:moveTo>
                    <a:lnTo>
                      <a:pt x="166602" y="53957"/>
                    </a:lnTo>
                    <a:lnTo>
                      <a:pt x="222547" y="196505"/>
                    </a:lnTo>
                    <a:lnTo>
                      <a:pt x="203562" y="244878"/>
                    </a:lnTo>
                    <a:lnTo>
                      <a:pt x="158716" y="141440"/>
                    </a:lnTo>
                    <a:close/>
                  </a:path>
                </a:pathLst>
              </a:custGeom>
              <a:solidFill>
                <a:srgbClr val="56B0E4"/>
              </a:solidFill>
              <a:ln w="0">
                <a:noFill/>
              </a:ln>
            </p:spPr>
          </p:sp>
          <p:sp>
            <p:nvSpPr>
              <p:cNvPr id="162" name="162 mindspore vector path"/>
              <p:cNvSpPr/>
              <p:nvPr/>
            </p:nvSpPr>
            <p:spPr>
              <a:xfrm>
                <a:off x="13954125" y="2166645"/>
                <a:ext cx="533400" cy="295859"/>
              </a:xfrm>
              <a:custGeom>
                <a:avLst/>
                <a:gdLst/>
                <a:ahLst/>
                <a:cxnLst/>
                <a:pathLst>
                  <a:path w="533400" h="295859">
                    <a:moveTo>
                      <a:pt x="286393" y="141406"/>
                    </a:moveTo>
                    <a:lnTo>
                      <a:pt x="324324" y="53958"/>
                    </a:lnTo>
                    <a:lnTo>
                      <a:pt x="341841" y="248275"/>
                    </a:lnTo>
                    <a:lnTo>
                      <a:pt x="296026" y="248275"/>
                    </a:lnTo>
                    <a:lnTo>
                      <a:pt x="286393" y="141406"/>
                    </a:lnTo>
                    <a:close/>
                  </a:path>
                </a:pathLst>
              </a:custGeom>
              <a:solidFill>
                <a:srgbClr val="509AE6"/>
              </a:solidFill>
              <a:ln w="0">
                <a:noFill/>
              </a:ln>
            </p:spPr>
          </p:sp>
        </p:grpSp>
        <p:sp>
          <p:nvSpPr>
            <p:cNvPr id="163" name="163 MindSpore"/>
            <p:cNvSpPr/>
            <p:nvPr/>
          </p:nvSpPr>
          <p:spPr>
            <a:xfrm>
              <a:off x="14573250" y="2228850"/>
              <a:ext cx="1028700" cy="242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4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4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MindSpore</a:t>
              </a:r>
              <a:endParaRPr sz="1540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64" name="164 …"/>
            <p:cNvSpPr/>
            <p:nvPr/>
          </p:nvSpPr>
          <p:spPr>
            <a:xfrm>
              <a:off x="14601825" y="2571750"/>
              <a:ext cx="428625" cy="30708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9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9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…</a:t>
              </a:r>
              <a:endParaRPr sz="1950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65" name="165 rect"/>
            <p:cNvSpPr/>
            <p:nvPr/>
          </p:nvSpPr>
          <p:spPr>
            <a:xfrm>
              <a:off x="13811250" y="3038475"/>
              <a:ext cx="1781175" cy="1514475"/>
            </a:xfrm>
            <a:prstGeom prst="roundRect">
              <a:avLst>
                <a:gd name="adj" fmla="val 4403"/>
              </a:avLst>
            </a:prstGeom>
            <a:solidFill>
              <a:srgbClr val="FBFCFE"/>
            </a:solidFill>
            <a:ln w="6668">
              <a:solidFill>
                <a:srgbClr val="D2DFEF"/>
              </a:solidFill>
            </a:ln>
          </p:spPr>
        </p:sp>
        <p:sp>
          <p:nvSpPr>
            <p:cNvPr id="166" name="166 folder icon"/>
            <p:cNvSpPr/>
            <p:nvPr/>
          </p:nvSpPr>
          <p:spPr>
            <a:xfrm>
              <a:off x="13944600" y="3238500"/>
              <a:ext cx="171450" cy="126683"/>
            </a:xfrm>
            <a:custGeom>
              <a:avLst/>
              <a:gdLst/>
              <a:ahLst/>
              <a:cxnLst/>
              <a:pathLst>
                <a:path w="171450" h="126683">
                  <a:moveTo>
                    <a:pt x="0" y="0"/>
                  </a:moveTo>
                  <a:lnTo>
                    <a:pt x="65151" y="0"/>
                  </a:lnTo>
                  <a:lnTo>
                    <a:pt x="85725" y="38100"/>
                  </a:lnTo>
                  <a:lnTo>
                    <a:pt x="171450" y="38100"/>
                  </a:lnTo>
                  <a:lnTo>
                    <a:pt x="171450" y="126683"/>
                  </a:lnTo>
                  <a:lnTo>
                    <a:pt x="0" y="126683"/>
                  </a:lnTo>
                  <a:close/>
                </a:path>
              </a:pathLst>
            </a:custGeom>
            <a:solidFill>
              <a:srgbClr val="52A8EF"/>
            </a:solidFill>
            <a:ln w="16193">
              <a:solidFill>
                <a:srgbClr val="386E9A"/>
              </a:solidFill>
            </a:ln>
          </p:spPr>
        </p:sp>
        <p:sp>
          <p:nvSpPr>
            <p:cNvPr id="167" name="167 src/"/>
            <p:cNvSpPr/>
            <p:nvPr/>
          </p:nvSpPr>
          <p:spPr>
            <a:xfrm>
              <a:off x="14220825" y="3190875"/>
              <a:ext cx="1314450" cy="2244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425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425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src/</a:t>
              </a:r>
              <a:endParaRPr sz="1425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68" name="168 path"/>
            <p:cNvSpPr/>
            <p:nvPr/>
          </p:nvSpPr>
          <p:spPr>
            <a:xfrm>
              <a:off x="14039850" y="3467100"/>
              <a:ext cx="95" cy="114300"/>
            </a:xfrm>
            <a:custGeom>
              <a:avLst/>
              <a:gdLst/>
              <a:ahLst/>
              <a:cxnLst/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9525">
              <a:solidFill>
                <a:srgbClr val="7290B3"/>
              </a:solidFill>
            </a:ln>
          </p:spPr>
        </p:sp>
        <p:sp>
          <p:nvSpPr>
            <p:cNvPr id="169" name="169 path"/>
            <p:cNvSpPr/>
            <p:nvPr/>
          </p:nvSpPr>
          <p:spPr>
            <a:xfrm>
              <a:off x="14039850" y="3581400"/>
              <a:ext cx="114300" cy="95"/>
            </a:xfrm>
            <a:custGeom>
              <a:avLst/>
              <a:gdLst/>
              <a:ahLst/>
              <a:cxnLst/>
              <a:pathLst>
                <a:path w="114300" h="9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9525">
              <a:solidFill>
                <a:srgbClr val="7290B3"/>
              </a:solidFill>
            </a:ln>
          </p:spPr>
        </p:sp>
        <p:sp>
          <p:nvSpPr>
            <p:cNvPr id="170" name="170 path"/>
            <p:cNvSpPr/>
            <p:nvPr/>
          </p:nvSpPr>
          <p:spPr>
            <a:xfrm>
              <a:off x="14258925" y="3486150"/>
              <a:ext cx="95" cy="838200"/>
            </a:xfrm>
            <a:custGeom>
              <a:avLst/>
              <a:gdLst/>
              <a:ahLst/>
              <a:cxnLst/>
              <a:pathLst>
                <a:path w="9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12383">
              <a:solidFill>
                <a:srgbClr val="7290B3"/>
              </a:solidFill>
            </a:ln>
          </p:spPr>
        </p:sp>
        <p:sp>
          <p:nvSpPr>
            <p:cNvPr id="171" name="171 path"/>
            <p:cNvSpPr/>
            <p:nvPr/>
          </p:nvSpPr>
          <p:spPr>
            <a:xfrm>
              <a:off x="14258925" y="3581400"/>
              <a:ext cx="133350" cy="95"/>
            </a:xfrm>
            <a:custGeom>
              <a:avLst/>
              <a:gdLst/>
              <a:ahLst/>
              <a:cxnLst/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2383">
              <a:solidFill>
                <a:srgbClr val="7290B3"/>
              </a:solidFill>
            </a:ln>
          </p:spPr>
        </p:sp>
        <p:sp>
          <p:nvSpPr>
            <p:cNvPr id="172" name="172 model.java"/>
            <p:cNvSpPr/>
            <p:nvPr/>
          </p:nvSpPr>
          <p:spPr>
            <a:xfrm>
              <a:off x="14535150" y="3467100"/>
              <a:ext cx="1000125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model.java</a:t>
              </a:r>
              <a:endParaRPr sz="1350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73" name="173 path"/>
            <p:cNvSpPr/>
            <p:nvPr/>
          </p:nvSpPr>
          <p:spPr>
            <a:xfrm>
              <a:off x="14258925" y="3829050"/>
              <a:ext cx="133350" cy="95"/>
            </a:xfrm>
            <a:custGeom>
              <a:avLst/>
              <a:gdLst/>
              <a:ahLst/>
              <a:cxnLst/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2383">
              <a:solidFill>
                <a:srgbClr val="7290B3"/>
              </a:solidFill>
            </a:ln>
          </p:spPr>
        </p:sp>
        <p:sp>
          <p:nvSpPr>
            <p:cNvPr id="174" name="174 train.java"/>
            <p:cNvSpPr/>
            <p:nvPr/>
          </p:nvSpPr>
          <p:spPr>
            <a:xfrm>
              <a:off x="14535150" y="3714750"/>
              <a:ext cx="1000125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train.java</a:t>
              </a:r>
              <a:endParaRPr sz="1350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75" name="175 path"/>
            <p:cNvSpPr/>
            <p:nvPr/>
          </p:nvSpPr>
          <p:spPr>
            <a:xfrm>
              <a:off x="14258925" y="4076700"/>
              <a:ext cx="133350" cy="95"/>
            </a:xfrm>
            <a:custGeom>
              <a:avLst/>
              <a:gdLst/>
              <a:ahLst/>
              <a:cxnLst/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2383">
              <a:solidFill>
                <a:srgbClr val="7290B3"/>
              </a:solidFill>
            </a:ln>
          </p:spPr>
        </p:sp>
        <p:sp>
          <p:nvSpPr>
            <p:cNvPr id="176" name="176 utils.java"/>
            <p:cNvSpPr/>
            <p:nvPr/>
          </p:nvSpPr>
          <p:spPr>
            <a:xfrm>
              <a:off x="14535150" y="3962400"/>
              <a:ext cx="1000125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utils.java</a:t>
              </a:r>
              <a:endParaRPr sz="1350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77" name="177 path"/>
            <p:cNvSpPr/>
            <p:nvPr/>
          </p:nvSpPr>
          <p:spPr>
            <a:xfrm>
              <a:off x="14258925" y="4324350"/>
              <a:ext cx="133350" cy="95"/>
            </a:xfrm>
            <a:custGeom>
              <a:avLst/>
              <a:gdLst/>
              <a:ahLst/>
              <a:cxnLst/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2383">
              <a:solidFill>
                <a:srgbClr val="7290B3"/>
              </a:solidFill>
            </a:ln>
          </p:spPr>
        </p:sp>
        <p:sp>
          <p:nvSpPr>
            <p:cNvPr id="178" name="178 …"/>
            <p:cNvSpPr/>
            <p:nvPr/>
          </p:nvSpPr>
          <p:spPr>
            <a:xfrm>
              <a:off x="14535150" y="4210050"/>
              <a:ext cx="1000125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…</a:t>
              </a:r>
              <a:endParaRPr sz="1350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grpSp>
        <p:nvGrpSpPr>
          <p:cNvPr id="365" name="Main flow arrows"/>
          <p:cNvGrpSpPr/>
          <p:nvPr/>
        </p:nvGrpSpPr>
        <p:grpSpPr>
          <a:xfrm>
            <a:off x="2247900" y="2578227"/>
            <a:ext cx="11449050" cy="2422398"/>
            <a:chOff x="2247900" y="2578227"/>
            <a:chExt cx="11449050" cy="2422398"/>
          </a:xfrm>
        </p:grpSpPr>
        <p:sp>
          <p:nvSpPr>
            <p:cNvPr id="179" name="179 path"/>
            <p:cNvSpPr/>
            <p:nvPr/>
          </p:nvSpPr>
          <p:spPr>
            <a:xfrm>
              <a:off x="2247900" y="2619375"/>
              <a:ext cx="133350" cy="95"/>
            </a:xfrm>
            <a:custGeom>
              <a:avLst/>
              <a:gdLst/>
              <a:ahLst/>
              <a:cxnLst/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22860">
              <a:solidFill>
                <a:srgbClr val="34546B"/>
              </a:solidFill>
            </a:ln>
          </p:spPr>
        </p:sp>
        <p:sp>
          <p:nvSpPr>
            <p:cNvPr id="180" name="180 arrow head"/>
            <p:cNvSpPr/>
            <p:nvPr/>
          </p:nvSpPr>
          <p:spPr>
            <a:xfrm>
              <a:off x="2295525" y="2578227"/>
              <a:ext cx="85725" cy="82296"/>
            </a:xfrm>
            <a:custGeom>
              <a:avLst/>
              <a:gdLst/>
              <a:ahLst/>
              <a:cxnLst/>
              <a:pathLst>
                <a:path w="85725" h="82296">
                  <a:moveTo>
                    <a:pt x="85725" y="41148"/>
                  </a:moveTo>
                  <a:lnTo>
                    <a:pt x="0" y="0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34546B"/>
            </a:solidFill>
            <a:ln w="4763">
              <a:solidFill>
                <a:srgbClr val="34546B"/>
              </a:solidFill>
            </a:ln>
          </p:spPr>
        </p:sp>
        <p:sp>
          <p:nvSpPr>
            <p:cNvPr id="181" name="181 path"/>
            <p:cNvSpPr/>
            <p:nvPr/>
          </p:nvSpPr>
          <p:spPr>
            <a:xfrm>
              <a:off x="4191000" y="2619375"/>
              <a:ext cx="133350" cy="95"/>
            </a:xfrm>
            <a:custGeom>
              <a:avLst/>
              <a:gdLst/>
              <a:ahLst/>
              <a:cxnLst/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22860">
              <a:solidFill>
                <a:srgbClr val="34546B"/>
              </a:solidFill>
            </a:ln>
          </p:spPr>
        </p:sp>
        <p:sp>
          <p:nvSpPr>
            <p:cNvPr id="182" name="182 arrow head"/>
            <p:cNvSpPr/>
            <p:nvPr/>
          </p:nvSpPr>
          <p:spPr>
            <a:xfrm>
              <a:off x="4238625" y="2578227"/>
              <a:ext cx="85725" cy="82296"/>
            </a:xfrm>
            <a:custGeom>
              <a:avLst/>
              <a:gdLst/>
              <a:ahLst/>
              <a:cxnLst/>
              <a:pathLst>
                <a:path w="85725" h="82296">
                  <a:moveTo>
                    <a:pt x="85725" y="41148"/>
                  </a:moveTo>
                  <a:lnTo>
                    <a:pt x="0" y="0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34546B"/>
            </a:solidFill>
            <a:ln w="4763">
              <a:solidFill>
                <a:srgbClr val="34546B"/>
              </a:solidFill>
            </a:ln>
          </p:spPr>
        </p:sp>
        <p:sp>
          <p:nvSpPr>
            <p:cNvPr id="183" name="183 path"/>
            <p:cNvSpPr/>
            <p:nvPr/>
          </p:nvSpPr>
          <p:spPr>
            <a:xfrm>
              <a:off x="9544050" y="2619375"/>
              <a:ext cx="133350" cy="95"/>
            </a:xfrm>
            <a:custGeom>
              <a:avLst/>
              <a:gdLst/>
              <a:ahLst/>
              <a:cxnLst/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22860">
              <a:solidFill>
                <a:srgbClr val="34546B"/>
              </a:solidFill>
            </a:ln>
          </p:spPr>
        </p:sp>
        <p:sp>
          <p:nvSpPr>
            <p:cNvPr id="184" name="184 arrow head"/>
            <p:cNvSpPr/>
            <p:nvPr/>
          </p:nvSpPr>
          <p:spPr>
            <a:xfrm>
              <a:off x="9591675" y="2578227"/>
              <a:ext cx="85725" cy="82296"/>
            </a:xfrm>
            <a:custGeom>
              <a:avLst/>
              <a:gdLst/>
              <a:ahLst/>
              <a:cxnLst/>
              <a:pathLst>
                <a:path w="85725" h="82296">
                  <a:moveTo>
                    <a:pt x="85725" y="41148"/>
                  </a:moveTo>
                  <a:lnTo>
                    <a:pt x="0" y="0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34546B"/>
            </a:solidFill>
            <a:ln w="4763">
              <a:solidFill>
                <a:srgbClr val="34546B"/>
              </a:solidFill>
            </a:ln>
          </p:spPr>
        </p:sp>
        <p:sp>
          <p:nvSpPr>
            <p:cNvPr id="185" name="185 path"/>
            <p:cNvSpPr/>
            <p:nvPr/>
          </p:nvSpPr>
          <p:spPr>
            <a:xfrm>
              <a:off x="11620500" y="2619375"/>
              <a:ext cx="133350" cy="95"/>
            </a:xfrm>
            <a:custGeom>
              <a:avLst/>
              <a:gdLst/>
              <a:ahLst/>
              <a:cxnLst/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22860">
              <a:solidFill>
                <a:srgbClr val="34546B"/>
              </a:solidFill>
            </a:ln>
          </p:spPr>
        </p:sp>
        <p:sp>
          <p:nvSpPr>
            <p:cNvPr id="186" name="186 arrow head"/>
            <p:cNvSpPr/>
            <p:nvPr/>
          </p:nvSpPr>
          <p:spPr>
            <a:xfrm>
              <a:off x="11668125" y="2578227"/>
              <a:ext cx="85725" cy="82296"/>
            </a:xfrm>
            <a:custGeom>
              <a:avLst/>
              <a:gdLst/>
              <a:ahLst/>
              <a:cxnLst/>
              <a:pathLst>
                <a:path w="85725" h="82296">
                  <a:moveTo>
                    <a:pt x="85725" y="41148"/>
                  </a:moveTo>
                  <a:lnTo>
                    <a:pt x="0" y="0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34546B"/>
            </a:solidFill>
            <a:ln w="4763">
              <a:solidFill>
                <a:srgbClr val="34546B"/>
              </a:solidFill>
            </a:ln>
          </p:spPr>
        </p:sp>
        <p:sp>
          <p:nvSpPr>
            <p:cNvPr id="187" name="187 path"/>
            <p:cNvSpPr/>
            <p:nvPr/>
          </p:nvSpPr>
          <p:spPr>
            <a:xfrm>
              <a:off x="13563600" y="2619375"/>
              <a:ext cx="133350" cy="95"/>
            </a:xfrm>
            <a:custGeom>
              <a:avLst/>
              <a:gdLst/>
              <a:ahLst/>
              <a:cxnLst/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22860">
              <a:solidFill>
                <a:srgbClr val="34546B"/>
              </a:solidFill>
            </a:ln>
          </p:spPr>
        </p:sp>
        <p:sp>
          <p:nvSpPr>
            <p:cNvPr id="188" name="188 arrow head"/>
            <p:cNvSpPr/>
            <p:nvPr/>
          </p:nvSpPr>
          <p:spPr>
            <a:xfrm>
              <a:off x="13611225" y="2578227"/>
              <a:ext cx="85725" cy="82296"/>
            </a:xfrm>
            <a:custGeom>
              <a:avLst/>
              <a:gdLst/>
              <a:ahLst/>
              <a:cxnLst/>
              <a:pathLst>
                <a:path w="85725" h="82296">
                  <a:moveTo>
                    <a:pt x="85725" y="41148"/>
                  </a:moveTo>
                  <a:lnTo>
                    <a:pt x="0" y="0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34546B"/>
            </a:solidFill>
            <a:ln w="4763">
              <a:solidFill>
                <a:srgbClr val="34546B"/>
              </a:solidFill>
            </a:ln>
          </p:spPr>
        </p:sp>
        <p:sp>
          <p:nvSpPr>
            <p:cNvPr id="189" name="189 path"/>
            <p:cNvSpPr/>
            <p:nvPr/>
          </p:nvSpPr>
          <p:spPr>
            <a:xfrm>
              <a:off x="3286125" y="4667250"/>
              <a:ext cx="95" cy="333375"/>
            </a:xfrm>
            <a:custGeom>
              <a:avLst/>
              <a:gdLst/>
              <a:ahLst/>
              <a:cxnLst/>
              <a:pathLst>
                <a:path w="95" h="333375">
                  <a:moveTo>
                    <a:pt x="0" y="0"/>
                  </a:moveTo>
                  <a:lnTo>
                    <a:pt x="0" y="333375"/>
                  </a:lnTo>
                </a:path>
              </a:pathLst>
            </a:custGeom>
            <a:noFill/>
            <a:ln w="17145">
              <a:solidFill>
                <a:srgbClr val="526579"/>
              </a:solidFill>
            </a:ln>
          </p:spPr>
        </p:sp>
        <p:sp>
          <p:nvSpPr>
            <p:cNvPr id="190" name="190 arrow head"/>
            <p:cNvSpPr/>
            <p:nvPr/>
          </p:nvSpPr>
          <p:spPr>
            <a:xfrm>
              <a:off x="3244977" y="4914900"/>
              <a:ext cx="82296" cy="85725"/>
            </a:xfrm>
            <a:custGeom>
              <a:avLst/>
              <a:gdLst/>
              <a:ahLst/>
              <a:cxnLst/>
              <a:pathLst>
                <a:path w="82296" h="85725">
                  <a:moveTo>
                    <a:pt x="41148" y="85725"/>
                  </a:moveTo>
                  <a:lnTo>
                    <a:pt x="822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6579"/>
            </a:solidFill>
            <a:ln w="4763">
              <a:solidFill>
                <a:srgbClr val="526579"/>
              </a:solidFill>
            </a:ln>
          </p:spPr>
        </p:sp>
        <p:sp>
          <p:nvSpPr>
            <p:cNvPr id="191" name="191 path"/>
            <p:cNvSpPr/>
            <p:nvPr/>
          </p:nvSpPr>
          <p:spPr>
            <a:xfrm>
              <a:off x="6991350" y="4667250"/>
              <a:ext cx="95" cy="333375"/>
            </a:xfrm>
            <a:custGeom>
              <a:avLst/>
              <a:gdLst/>
              <a:ahLst/>
              <a:cxnLst/>
              <a:pathLst>
                <a:path w="95" h="333375">
                  <a:moveTo>
                    <a:pt x="0" y="0"/>
                  </a:moveTo>
                  <a:lnTo>
                    <a:pt x="0" y="333375"/>
                  </a:lnTo>
                </a:path>
              </a:pathLst>
            </a:custGeom>
            <a:noFill/>
            <a:ln w="20003">
              <a:solidFill>
                <a:srgbClr val="36776F"/>
              </a:solidFill>
            </a:ln>
          </p:spPr>
        </p:sp>
        <p:sp>
          <p:nvSpPr>
            <p:cNvPr id="192" name="192 arrow head"/>
            <p:cNvSpPr/>
            <p:nvPr/>
          </p:nvSpPr>
          <p:spPr>
            <a:xfrm>
              <a:off x="6950202" y="4914900"/>
              <a:ext cx="82296" cy="85725"/>
            </a:xfrm>
            <a:custGeom>
              <a:avLst/>
              <a:gdLst/>
              <a:ahLst/>
              <a:cxnLst/>
              <a:pathLst>
                <a:path w="82296" h="85725">
                  <a:moveTo>
                    <a:pt x="41148" y="85725"/>
                  </a:moveTo>
                  <a:lnTo>
                    <a:pt x="822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6776F"/>
            </a:solidFill>
            <a:ln w="4763">
              <a:solidFill>
                <a:srgbClr val="36776F"/>
              </a:solidFill>
            </a:ln>
          </p:spPr>
        </p:sp>
        <p:sp>
          <p:nvSpPr>
            <p:cNvPr id="193" name="193 arrow head"/>
            <p:cNvSpPr/>
            <p:nvPr/>
          </p:nvSpPr>
          <p:spPr>
            <a:xfrm>
              <a:off x="6950202" y="4667250"/>
              <a:ext cx="82296" cy="85725"/>
            </a:xfrm>
            <a:custGeom>
              <a:avLst/>
              <a:gdLst/>
              <a:ahLst/>
              <a:cxnLst/>
              <a:pathLst>
                <a:path w="82296" h="85725">
                  <a:moveTo>
                    <a:pt x="41148" y="0"/>
                  </a:moveTo>
                  <a:lnTo>
                    <a:pt x="0" y="85725"/>
                  </a:lnTo>
                  <a:lnTo>
                    <a:pt x="82296" y="85725"/>
                  </a:lnTo>
                  <a:close/>
                </a:path>
              </a:pathLst>
            </a:custGeom>
            <a:solidFill>
              <a:srgbClr val="36776F"/>
            </a:solidFill>
            <a:ln w="4763">
              <a:solidFill>
                <a:srgbClr val="36776F"/>
              </a:solidFill>
            </a:ln>
          </p:spPr>
        </p:sp>
        <p:sp>
          <p:nvSpPr>
            <p:cNvPr id="194" name="194 path"/>
            <p:cNvSpPr/>
            <p:nvPr/>
          </p:nvSpPr>
          <p:spPr>
            <a:xfrm>
              <a:off x="12658725" y="4667250"/>
              <a:ext cx="95" cy="333375"/>
            </a:xfrm>
            <a:custGeom>
              <a:avLst/>
              <a:gdLst/>
              <a:ahLst/>
              <a:cxnLst/>
              <a:pathLst>
                <a:path w="95" h="333375">
                  <a:moveTo>
                    <a:pt x="0" y="0"/>
                  </a:moveTo>
                  <a:lnTo>
                    <a:pt x="0" y="333375"/>
                  </a:lnTo>
                </a:path>
              </a:pathLst>
            </a:custGeom>
            <a:noFill/>
            <a:ln w="17145">
              <a:solidFill>
                <a:srgbClr val="526579"/>
              </a:solidFill>
            </a:ln>
          </p:spPr>
        </p:sp>
        <p:sp>
          <p:nvSpPr>
            <p:cNvPr id="195" name="195 arrow head"/>
            <p:cNvSpPr/>
            <p:nvPr/>
          </p:nvSpPr>
          <p:spPr>
            <a:xfrm>
              <a:off x="12617577" y="4914900"/>
              <a:ext cx="82296" cy="85725"/>
            </a:xfrm>
            <a:custGeom>
              <a:avLst/>
              <a:gdLst/>
              <a:ahLst/>
              <a:cxnLst/>
              <a:pathLst>
                <a:path w="82296" h="85725">
                  <a:moveTo>
                    <a:pt x="41148" y="85725"/>
                  </a:moveTo>
                  <a:lnTo>
                    <a:pt x="822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6579"/>
            </a:solidFill>
            <a:ln w="4763">
              <a:solidFill>
                <a:srgbClr val="526579"/>
              </a:solidFill>
            </a:ln>
          </p:spPr>
        </p:sp>
        <p:sp>
          <p:nvSpPr>
            <p:cNvPr id="196" name="196 Checks &amp; tests"/>
            <p:cNvSpPr/>
            <p:nvPr/>
          </p:nvSpPr>
          <p:spPr>
            <a:xfrm>
              <a:off x="5181600" y="4705350"/>
              <a:ext cx="1666875" cy="2007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r">
                <a:defRPr sz="1275" b="0">
                  <a:solidFill>
                    <a:srgbClr val="234C75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275" b="0">
                  <a:solidFill>
                    <a:srgbClr val="234C75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Checks &amp; tests</a:t>
              </a:r>
              <a:endParaRPr sz="1275" b="0">
                <a:solidFill>
                  <a:srgbClr val="234C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97" name="197 Execution information"/>
            <p:cNvSpPr/>
            <p:nvPr/>
          </p:nvSpPr>
          <p:spPr>
            <a:xfrm>
              <a:off x="7181850" y="4695825"/>
              <a:ext cx="2286000" cy="2007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75" b="0">
                  <a:solidFill>
                    <a:srgbClr val="234C75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275" b="0">
                  <a:solidFill>
                    <a:srgbClr val="234C75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Execution information</a:t>
              </a:r>
              <a:endParaRPr sz="1275" b="0">
                <a:solidFill>
                  <a:srgbClr val="234C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grpSp>
        <p:nvGrpSpPr>
          <p:cNvPr id="366" name="Orchestrator"/>
          <p:cNvGrpSpPr/>
          <p:nvPr/>
        </p:nvGrpSpPr>
        <p:grpSpPr>
          <a:xfrm>
            <a:off x="419100" y="5038725"/>
            <a:ext cx="15097125" cy="790575"/>
            <a:chOff x="419100" y="5038725"/>
            <a:chExt cx="15097125" cy="790575"/>
          </a:xfrm>
        </p:grpSpPr>
        <p:sp>
          <p:nvSpPr>
            <p:cNvPr id="198" name="198 rect"/>
            <p:cNvSpPr/>
            <p:nvPr/>
          </p:nvSpPr>
          <p:spPr>
            <a:xfrm>
              <a:off x="419100" y="5038725"/>
              <a:ext cx="15097125" cy="790575"/>
            </a:xfrm>
            <a:prstGeom prst="roundRect">
              <a:avLst>
                <a:gd name="adj" fmla="val 9639"/>
              </a:avLst>
            </a:prstGeom>
            <a:solidFill>
              <a:srgbClr val="F6F8F9"/>
            </a:solidFill>
            <a:ln w="10478">
              <a:solidFill>
                <a:srgbClr val="B9C6CF"/>
              </a:solidFill>
            </a:ln>
          </p:spPr>
        </p:sp>
        <p:sp>
          <p:nvSpPr>
            <p:cNvPr id="199" name="199 orchestrator gear"/>
            <p:cNvSpPr/>
            <p:nvPr/>
          </p:nvSpPr>
          <p:spPr>
            <a:xfrm>
              <a:off x="835491" y="5159841"/>
              <a:ext cx="386419" cy="386419"/>
            </a:xfrm>
            <a:custGeom>
              <a:avLst/>
              <a:gdLst/>
              <a:ahLst/>
              <a:cxnLst/>
              <a:pathLst>
                <a:path w="386419" h="386419">
                  <a:moveTo>
                    <a:pt x="345609" y="193209"/>
                  </a:moveTo>
                  <a:lnTo>
                    <a:pt x="344306" y="213102"/>
                  </a:lnTo>
                  <a:lnTo>
                    <a:pt x="386419" y="244980"/>
                  </a:lnTo>
                  <a:lnTo>
                    <a:pt x="378008" y="269756"/>
                  </a:lnTo>
                  <a:lnTo>
                    <a:pt x="325192" y="269409"/>
                  </a:lnTo>
                  <a:lnTo>
                    <a:pt x="314116" y="285985"/>
                  </a:lnTo>
                  <a:lnTo>
                    <a:pt x="300972" y="300972"/>
                  </a:lnTo>
                  <a:lnTo>
                    <a:pt x="285985" y="314116"/>
                  </a:lnTo>
                  <a:lnTo>
                    <a:pt x="293222" y="366436"/>
                  </a:lnTo>
                  <a:lnTo>
                    <a:pt x="269756" y="378008"/>
                  </a:lnTo>
                  <a:lnTo>
                    <a:pt x="232653" y="340416"/>
                  </a:lnTo>
                  <a:lnTo>
                    <a:pt x="213102" y="344306"/>
                  </a:lnTo>
                  <a:lnTo>
                    <a:pt x="193209" y="345609"/>
                  </a:lnTo>
                  <a:lnTo>
                    <a:pt x="173317" y="344306"/>
                  </a:lnTo>
                  <a:lnTo>
                    <a:pt x="141439" y="386419"/>
                  </a:lnTo>
                  <a:lnTo>
                    <a:pt x="116663" y="378008"/>
                  </a:lnTo>
                  <a:lnTo>
                    <a:pt x="117009" y="325192"/>
                  </a:lnTo>
                  <a:lnTo>
                    <a:pt x="100434" y="314116"/>
                  </a:lnTo>
                  <a:lnTo>
                    <a:pt x="85446" y="300972"/>
                  </a:lnTo>
                  <a:lnTo>
                    <a:pt x="72302" y="285985"/>
                  </a:lnTo>
                  <a:lnTo>
                    <a:pt x="19983" y="293222"/>
                  </a:lnTo>
                  <a:lnTo>
                    <a:pt x="8410" y="269756"/>
                  </a:lnTo>
                  <a:lnTo>
                    <a:pt x="46002" y="232653"/>
                  </a:lnTo>
                  <a:lnTo>
                    <a:pt x="42113" y="213102"/>
                  </a:lnTo>
                  <a:lnTo>
                    <a:pt x="40809" y="193209"/>
                  </a:lnTo>
                  <a:lnTo>
                    <a:pt x="42113" y="173317"/>
                  </a:lnTo>
                  <a:lnTo>
                    <a:pt x="0" y="141439"/>
                  </a:lnTo>
                  <a:lnTo>
                    <a:pt x="8410" y="116663"/>
                  </a:lnTo>
                  <a:lnTo>
                    <a:pt x="61227" y="117009"/>
                  </a:lnTo>
                  <a:lnTo>
                    <a:pt x="72302" y="100434"/>
                  </a:lnTo>
                  <a:lnTo>
                    <a:pt x="85446" y="85446"/>
                  </a:lnTo>
                  <a:lnTo>
                    <a:pt x="100434" y="72302"/>
                  </a:lnTo>
                  <a:lnTo>
                    <a:pt x="93197" y="19983"/>
                  </a:lnTo>
                  <a:lnTo>
                    <a:pt x="116663" y="8410"/>
                  </a:lnTo>
                  <a:lnTo>
                    <a:pt x="153765" y="46002"/>
                  </a:lnTo>
                  <a:lnTo>
                    <a:pt x="173317" y="42113"/>
                  </a:lnTo>
                  <a:lnTo>
                    <a:pt x="193209" y="40809"/>
                  </a:lnTo>
                  <a:lnTo>
                    <a:pt x="213102" y="42113"/>
                  </a:lnTo>
                  <a:lnTo>
                    <a:pt x="244980" y="0"/>
                  </a:lnTo>
                  <a:lnTo>
                    <a:pt x="269756" y="8410"/>
                  </a:lnTo>
                  <a:lnTo>
                    <a:pt x="269409" y="61227"/>
                  </a:lnTo>
                  <a:lnTo>
                    <a:pt x="285985" y="72302"/>
                  </a:lnTo>
                  <a:lnTo>
                    <a:pt x="300972" y="85446"/>
                  </a:lnTo>
                  <a:lnTo>
                    <a:pt x="314116" y="100434"/>
                  </a:lnTo>
                  <a:lnTo>
                    <a:pt x="366436" y="93197"/>
                  </a:lnTo>
                  <a:lnTo>
                    <a:pt x="378008" y="116663"/>
                  </a:lnTo>
                  <a:lnTo>
                    <a:pt x="340416" y="153765"/>
                  </a:lnTo>
                  <a:lnTo>
                    <a:pt x="344306" y="173317"/>
                  </a:lnTo>
                  <a:close/>
                </a:path>
              </a:pathLst>
            </a:custGeom>
            <a:solidFill>
              <a:srgbClr val="6D7F8D"/>
            </a:solidFill>
            <a:ln w="5715">
              <a:solidFill>
                <a:srgbClr val="6D7F8D"/>
              </a:solidFill>
            </a:ln>
          </p:spPr>
        </p:sp>
        <p:sp>
          <p:nvSpPr>
            <p:cNvPr id="200" name="200 ellipse"/>
            <p:cNvSpPr/>
            <p:nvPr/>
          </p:nvSpPr>
          <p:spPr>
            <a:xfrm>
              <a:off x="942975" y="5267325"/>
              <a:ext cx="171450" cy="171450"/>
            </a:xfrm>
            <a:prstGeom prst="ellipse">
              <a:avLst/>
            </a:prstGeom>
            <a:solidFill>
              <a:srgbClr val="F6F8F9"/>
            </a:solidFill>
            <a:ln w="0">
              <a:noFill/>
            </a:ln>
          </p:spPr>
        </p:sp>
        <p:sp>
          <p:nvSpPr>
            <p:cNvPr id="201" name="201 Orchestrator"/>
            <p:cNvSpPr/>
            <p:nvPr/>
          </p:nvSpPr>
          <p:spPr>
            <a:xfrm>
              <a:off x="1419225" y="5276850"/>
              <a:ext cx="2981325" cy="31889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2025" b="1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2025" b="1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Orchestrator</a:t>
              </a:r>
              <a:endParaRPr sz="2025" b="1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02" name="202 rect"/>
            <p:cNvSpPr/>
            <p:nvPr/>
          </p:nvSpPr>
          <p:spPr>
            <a:xfrm>
              <a:off x="4714875" y="5191125"/>
              <a:ext cx="2486025" cy="495300"/>
            </a:xfrm>
            <a:prstGeom prst="roundRect">
              <a:avLst>
                <a:gd name="adj" fmla="val 13462"/>
              </a:avLst>
            </a:prstGeom>
            <a:solidFill>
              <a:srgbClr val="FFFFFF"/>
            </a:solidFill>
            <a:ln w="8573">
              <a:solidFill>
                <a:srgbClr val="CCD8DE"/>
              </a:solidFill>
            </a:ln>
          </p:spPr>
        </p:sp>
        <p:sp>
          <p:nvSpPr>
            <p:cNvPr id="203" name="203 Schedule tasks"/>
            <p:cNvSpPr/>
            <p:nvPr/>
          </p:nvSpPr>
          <p:spPr>
            <a:xfrm>
              <a:off x="4800600" y="5314950"/>
              <a:ext cx="2314575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500" b="1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00" b="1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Schedule tasks</a:t>
              </a:r>
              <a:endParaRPr sz="1500" b="1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04" name="204 rect"/>
            <p:cNvSpPr/>
            <p:nvPr/>
          </p:nvSpPr>
          <p:spPr>
            <a:xfrm>
              <a:off x="7639050" y="5191125"/>
              <a:ext cx="2524125" cy="495300"/>
            </a:xfrm>
            <a:prstGeom prst="roundRect">
              <a:avLst>
                <a:gd name="adj" fmla="val 13462"/>
              </a:avLst>
            </a:prstGeom>
            <a:solidFill>
              <a:srgbClr val="FFFFFF"/>
            </a:solidFill>
            <a:ln w="8573">
              <a:solidFill>
                <a:srgbClr val="CCD8DE"/>
              </a:solidFill>
            </a:ln>
          </p:spPr>
        </p:sp>
        <p:sp>
          <p:nvSpPr>
            <p:cNvPr id="205" name="205 Execute &amp; measure"/>
            <p:cNvSpPr/>
            <p:nvPr/>
          </p:nvSpPr>
          <p:spPr>
            <a:xfrm>
              <a:off x="7724775" y="5314950"/>
              <a:ext cx="2352675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500" b="1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00" b="1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Execute &amp; measure</a:t>
              </a:r>
              <a:endParaRPr sz="1500" b="1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06" name="206 rect"/>
            <p:cNvSpPr/>
            <p:nvPr/>
          </p:nvSpPr>
          <p:spPr>
            <a:xfrm>
              <a:off x="10601325" y="5191125"/>
              <a:ext cx="2743200" cy="495300"/>
            </a:xfrm>
            <a:prstGeom prst="roundRect">
              <a:avLst>
                <a:gd name="adj" fmla="val 13462"/>
              </a:avLst>
            </a:prstGeom>
            <a:solidFill>
              <a:srgbClr val="FFFFFF"/>
            </a:solidFill>
            <a:ln w="8573">
              <a:solidFill>
                <a:srgbClr val="CCD8DE"/>
              </a:solidFill>
            </a:ln>
          </p:spPr>
        </p:sp>
        <p:sp>
          <p:nvSpPr>
            <p:cNvPr id="207" name="207 Return results"/>
            <p:cNvSpPr/>
            <p:nvPr/>
          </p:nvSpPr>
          <p:spPr>
            <a:xfrm>
              <a:off x="10687050" y="5314950"/>
              <a:ext cx="2571750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500" b="1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00" b="1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Return results</a:t>
              </a:r>
              <a:endParaRPr sz="1500" b="1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08" name="208 path"/>
            <p:cNvSpPr/>
            <p:nvPr/>
          </p:nvSpPr>
          <p:spPr>
            <a:xfrm>
              <a:off x="7200900" y="5438775"/>
              <a:ext cx="419100" cy="95"/>
            </a:xfrm>
            <a:custGeom>
              <a:avLst/>
              <a:gdLst/>
              <a:ahLst/>
              <a:cxnLst/>
              <a:pathLst>
                <a:path w="419100" h="9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6193">
              <a:solidFill>
                <a:srgbClr val="8E9DA7"/>
              </a:solidFill>
            </a:ln>
          </p:spPr>
        </p:sp>
        <p:sp>
          <p:nvSpPr>
            <p:cNvPr id="209" name="209 arrow head"/>
            <p:cNvSpPr/>
            <p:nvPr/>
          </p:nvSpPr>
          <p:spPr>
            <a:xfrm>
              <a:off x="7524750" y="5393055"/>
              <a:ext cx="95250" cy="91440"/>
            </a:xfrm>
            <a:custGeom>
              <a:avLst/>
              <a:gdLst/>
              <a:ahLst/>
              <a:cxnLst/>
              <a:pathLst>
                <a:path w="95250" h="91440">
                  <a:moveTo>
                    <a:pt x="95250" y="45720"/>
                  </a:moveTo>
                  <a:lnTo>
                    <a:pt x="0" y="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8E9DA7"/>
            </a:solidFill>
            <a:ln w="4763">
              <a:solidFill>
                <a:srgbClr val="8E9DA7"/>
              </a:solidFill>
            </a:ln>
          </p:spPr>
        </p:sp>
        <p:sp>
          <p:nvSpPr>
            <p:cNvPr id="210" name="210 path"/>
            <p:cNvSpPr/>
            <p:nvPr/>
          </p:nvSpPr>
          <p:spPr>
            <a:xfrm>
              <a:off x="10172700" y="5438775"/>
              <a:ext cx="409575" cy="95"/>
            </a:xfrm>
            <a:custGeom>
              <a:avLst/>
              <a:gdLst/>
              <a:ahLst/>
              <a:cxnLst/>
              <a:pathLst>
                <a:path w="409575" h="95">
                  <a:moveTo>
                    <a:pt x="0" y="0"/>
                  </a:moveTo>
                  <a:lnTo>
                    <a:pt x="409575" y="0"/>
                  </a:lnTo>
                </a:path>
              </a:pathLst>
            </a:custGeom>
            <a:noFill/>
            <a:ln w="16193">
              <a:solidFill>
                <a:srgbClr val="8E9DA7"/>
              </a:solidFill>
            </a:ln>
          </p:spPr>
        </p:sp>
        <p:sp>
          <p:nvSpPr>
            <p:cNvPr id="211" name="211 arrow head"/>
            <p:cNvSpPr/>
            <p:nvPr/>
          </p:nvSpPr>
          <p:spPr>
            <a:xfrm>
              <a:off x="10487025" y="5393055"/>
              <a:ext cx="95250" cy="91440"/>
            </a:xfrm>
            <a:custGeom>
              <a:avLst/>
              <a:gdLst/>
              <a:ahLst/>
              <a:cxnLst/>
              <a:pathLst>
                <a:path w="95250" h="91440">
                  <a:moveTo>
                    <a:pt x="95250" y="45720"/>
                  </a:moveTo>
                  <a:lnTo>
                    <a:pt x="0" y="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8E9DA7"/>
            </a:solidFill>
            <a:ln w="4763">
              <a:solidFill>
                <a:srgbClr val="8E9DA7"/>
              </a:solidFill>
            </a:ln>
          </p:spPr>
        </p:sp>
      </p:grpSp>
      <p:grpSp>
        <p:nvGrpSpPr>
          <p:cNvPr id="367" name="Repository Context Management"/>
          <p:cNvGrpSpPr/>
          <p:nvPr/>
        </p:nvGrpSpPr>
        <p:grpSpPr>
          <a:xfrm>
            <a:off x="314325" y="6115050"/>
            <a:ext cx="15325725" cy="2390775"/>
            <a:chOff x="314325" y="6115050"/>
            <a:chExt cx="15325725" cy="2390775"/>
          </a:xfrm>
        </p:grpSpPr>
        <p:sp>
          <p:nvSpPr>
            <p:cNvPr id="212" name="212 rect"/>
            <p:cNvSpPr/>
            <p:nvPr/>
          </p:nvSpPr>
          <p:spPr>
            <a:xfrm>
              <a:off x="314325" y="6115050"/>
              <a:ext cx="15325725" cy="2390775"/>
            </a:xfrm>
            <a:prstGeom prst="roundRect">
              <a:avLst>
                <a:gd name="adj" fmla="val 2789"/>
              </a:avLst>
            </a:prstGeom>
            <a:solidFill>
              <a:srgbClr val="E3F0E3"/>
            </a:solidFill>
            <a:ln w="19050">
              <a:solidFill>
                <a:srgbClr val="4F8757"/>
              </a:solidFill>
            </a:ln>
          </p:spPr>
        </p:sp>
        <p:grpSp>
          <p:nvGrpSpPr>
            <p:cNvPr id="368" name="database-212"/>
            <p:cNvGrpSpPr/>
            <p:nvPr/>
          </p:nvGrpSpPr>
          <p:grpSpPr>
            <a:xfrm>
              <a:off x="581025" y="6191250"/>
              <a:ext cx="266795" cy="295275"/>
              <a:chOff x="581025" y="6191250"/>
              <a:chExt cx="266795" cy="295275"/>
            </a:xfrm>
          </p:grpSpPr>
          <p:sp>
            <p:nvSpPr>
              <p:cNvPr id="213" name="213 rect"/>
              <p:cNvSpPr/>
              <p:nvPr/>
            </p:nvSpPr>
            <p:spPr>
              <a:xfrm>
                <a:off x="581025" y="6238494"/>
                <a:ext cx="266700" cy="206693"/>
              </a:xfrm>
              <a:prstGeom prst="rect">
                <a:avLst/>
              </a:prstGeom>
              <a:gradFill>
                <a:gsLst>
                  <a:gs pos="0">
                    <a:srgbClr val="B7D4CE"/>
                  </a:gs>
                  <a:gs pos="100000">
                    <a:srgbClr val="5C8B83"/>
                  </a:gs>
                </a:gsLst>
                <a:lin ang="5400000"/>
              </a:gradFill>
              <a:ln w="0">
                <a:noFill/>
              </a:ln>
            </p:spPr>
          </p:sp>
          <p:sp>
            <p:nvSpPr>
              <p:cNvPr id="214" name="214 ellipse"/>
              <p:cNvSpPr/>
              <p:nvPr/>
            </p:nvSpPr>
            <p:spPr>
              <a:xfrm>
                <a:off x="581025" y="6403848"/>
                <a:ext cx="266700" cy="82677"/>
              </a:xfrm>
              <a:prstGeom prst="ellipse">
                <a:avLst/>
              </a:prstGeom>
              <a:solidFill>
                <a:srgbClr val="5C8B83"/>
              </a:solidFill>
              <a:ln w="14288">
                <a:solidFill>
                  <a:srgbClr val="4D817A"/>
                </a:solidFill>
              </a:ln>
            </p:spPr>
          </p:sp>
          <p:sp>
            <p:nvSpPr>
              <p:cNvPr id="215" name="215 path"/>
              <p:cNvSpPr/>
              <p:nvPr/>
            </p:nvSpPr>
            <p:spPr>
              <a:xfrm>
                <a:off x="581025" y="6309360"/>
                <a:ext cx="266700" cy="42077"/>
              </a:xfrm>
              <a:custGeom>
                <a:avLst/>
                <a:gdLst/>
                <a:ahLst/>
                <a:cxnLst/>
                <a:pathLst>
                  <a:path w="266700" h="42077">
                    <a:moveTo>
                      <a:pt x="0" y="0"/>
                    </a:moveTo>
                    <a:lnTo>
                      <a:pt x="4479" y="5423"/>
                    </a:lnTo>
                    <a:lnTo>
                      <a:pt x="9870" y="10472"/>
                    </a:lnTo>
                    <a:lnTo>
                      <a:pt x="16109" y="15148"/>
                    </a:lnTo>
                    <a:lnTo>
                      <a:pt x="23130" y="19449"/>
                    </a:lnTo>
                    <a:lnTo>
                      <a:pt x="30868" y="23376"/>
                    </a:lnTo>
                    <a:lnTo>
                      <a:pt x="39258" y="26929"/>
                    </a:lnTo>
                    <a:lnTo>
                      <a:pt x="48235" y="30108"/>
                    </a:lnTo>
                    <a:lnTo>
                      <a:pt x="57734" y="32913"/>
                    </a:lnTo>
                    <a:lnTo>
                      <a:pt x="67688" y="35344"/>
                    </a:lnTo>
                    <a:lnTo>
                      <a:pt x="78034" y="37401"/>
                    </a:lnTo>
                    <a:lnTo>
                      <a:pt x="88706" y="39085"/>
                    </a:lnTo>
                    <a:lnTo>
                      <a:pt x="99639" y="40394"/>
                    </a:lnTo>
                    <a:lnTo>
                      <a:pt x="110767" y="41329"/>
                    </a:lnTo>
                    <a:lnTo>
                      <a:pt x="122026" y="41890"/>
                    </a:lnTo>
                    <a:lnTo>
                      <a:pt x="133350" y="42077"/>
                    </a:lnTo>
                    <a:lnTo>
                      <a:pt x="144674" y="41890"/>
                    </a:lnTo>
                    <a:lnTo>
                      <a:pt x="155933" y="41329"/>
                    </a:lnTo>
                    <a:lnTo>
                      <a:pt x="167061" y="40394"/>
                    </a:lnTo>
                    <a:lnTo>
                      <a:pt x="177994" y="39085"/>
                    </a:lnTo>
                    <a:lnTo>
                      <a:pt x="188666" y="37401"/>
                    </a:lnTo>
                    <a:lnTo>
                      <a:pt x="199012" y="35344"/>
                    </a:lnTo>
                    <a:lnTo>
                      <a:pt x="208966" y="32913"/>
                    </a:lnTo>
                    <a:lnTo>
                      <a:pt x="218465" y="30108"/>
                    </a:lnTo>
                    <a:lnTo>
                      <a:pt x="227442" y="26929"/>
                    </a:lnTo>
                    <a:lnTo>
                      <a:pt x="235832" y="23376"/>
                    </a:lnTo>
                    <a:lnTo>
                      <a:pt x="243570" y="19449"/>
                    </a:lnTo>
                    <a:lnTo>
                      <a:pt x="250591" y="15148"/>
                    </a:lnTo>
                    <a:lnTo>
                      <a:pt x="256830" y="10472"/>
                    </a:lnTo>
                    <a:lnTo>
                      <a:pt x="262221" y="5423"/>
                    </a:lnTo>
                    <a:lnTo>
                      <a:pt x="266700" y="0"/>
                    </a:lnTo>
                  </a:path>
                </a:pathLst>
              </a:custGeom>
              <a:noFill/>
              <a:ln w="15240">
                <a:solidFill>
                  <a:srgbClr val="FFFFFF"/>
                </a:solidFill>
              </a:ln>
            </p:spPr>
          </p:sp>
          <p:sp>
            <p:nvSpPr>
              <p:cNvPr id="216" name="216 path"/>
              <p:cNvSpPr/>
              <p:nvPr/>
            </p:nvSpPr>
            <p:spPr>
              <a:xfrm>
                <a:off x="581025" y="6380226"/>
                <a:ext cx="266700" cy="42077"/>
              </a:xfrm>
              <a:custGeom>
                <a:avLst/>
                <a:gdLst/>
                <a:ahLst/>
                <a:cxnLst/>
                <a:pathLst>
                  <a:path w="266700" h="42077">
                    <a:moveTo>
                      <a:pt x="0" y="0"/>
                    </a:moveTo>
                    <a:lnTo>
                      <a:pt x="4479" y="5423"/>
                    </a:lnTo>
                    <a:lnTo>
                      <a:pt x="9870" y="10472"/>
                    </a:lnTo>
                    <a:lnTo>
                      <a:pt x="16109" y="15148"/>
                    </a:lnTo>
                    <a:lnTo>
                      <a:pt x="23130" y="19449"/>
                    </a:lnTo>
                    <a:lnTo>
                      <a:pt x="30868" y="23376"/>
                    </a:lnTo>
                    <a:lnTo>
                      <a:pt x="39258" y="26929"/>
                    </a:lnTo>
                    <a:lnTo>
                      <a:pt x="48235" y="30108"/>
                    </a:lnTo>
                    <a:lnTo>
                      <a:pt x="57734" y="32913"/>
                    </a:lnTo>
                    <a:lnTo>
                      <a:pt x="67688" y="35344"/>
                    </a:lnTo>
                    <a:lnTo>
                      <a:pt x="78034" y="37402"/>
                    </a:lnTo>
                    <a:lnTo>
                      <a:pt x="88706" y="39085"/>
                    </a:lnTo>
                    <a:lnTo>
                      <a:pt x="99639" y="40394"/>
                    </a:lnTo>
                    <a:lnTo>
                      <a:pt x="110767" y="41329"/>
                    </a:lnTo>
                    <a:lnTo>
                      <a:pt x="122026" y="41890"/>
                    </a:lnTo>
                    <a:lnTo>
                      <a:pt x="133350" y="42077"/>
                    </a:lnTo>
                    <a:lnTo>
                      <a:pt x="144674" y="41890"/>
                    </a:lnTo>
                    <a:lnTo>
                      <a:pt x="155933" y="41329"/>
                    </a:lnTo>
                    <a:lnTo>
                      <a:pt x="167061" y="40394"/>
                    </a:lnTo>
                    <a:lnTo>
                      <a:pt x="177994" y="39085"/>
                    </a:lnTo>
                    <a:lnTo>
                      <a:pt x="188666" y="37401"/>
                    </a:lnTo>
                    <a:lnTo>
                      <a:pt x="199012" y="35344"/>
                    </a:lnTo>
                    <a:lnTo>
                      <a:pt x="208966" y="32913"/>
                    </a:lnTo>
                    <a:lnTo>
                      <a:pt x="218465" y="30108"/>
                    </a:lnTo>
                    <a:lnTo>
                      <a:pt x="227442" y="26929"/>
                    </a:lnTo>
                    <a:lnTo>
                      <a:pt x="235832" y="23376"/>
                    </a:lnTo>
                    <a:lnTo>
                      <a:pt x="243570" y="19449"/>
                    </a:lnTo>
                    <a:lnTo>
                      <a:pt x="250591" y="15148"/>
                    </a:lnTo>
                    <a:lnTo>
                      <a:pt x="256830" y="10472"/>
                    </a:lnTo>
                    <a:lnTo>
                      <a:pt x="262221" y="5423"/>
                    </a:lnTo>
                    <a:lnTo>
                      <a:pt x="266700" y="0"/>
                    </a:lnTo>
                  </a:path>
                </a:pathLst>
              </a:custGeom>
              <a:noFill/>
              <a:ln w="15240">
                <a:solidFill>
                  <a:srgbClr val="FFFFFF"/>
                </a:solidFill>
              </a:ln>
            </p:spPr>
          </p:sp>
          <p:sp>
            <p:nvSpPr>
              <p:cNvPr id="217" name="217 ellipse"/>
              <p:cNvSpPr/>
              <p:nvPr/>
            </p:nvSpPr>
            <p:spPr>
              <a:xfrm>
                <a:off x="581025" y="6191250"/>
                <a:ext cx="266700" cy="79724"/>
              </a:xfrm>
              <a:prstGeom prst="ellipse">
                <a:avLst/>
              </a:prstGeom>
              <a:solidFill>
                <a:srgbClr val="C5DDD7"/>
              </a:solidFill>
              <a:ln w="14288">
                <a:solidFill>
                  <a:srgbClr val="4D817A"/>
                </a:solidFill>
              </a:ln>
            </p:spPr>
          </p:sp>
          <p:sp>
            <p:nvSpPr>
              <p:cNvPr id="218" name="218 path"/>
              <p:cNvSpPr/>
              <p:nvPr/>
            </p:nvSpPr>
            <p:spPr>
              <a:xfrm>
                <a:off x="581025" y="6232589"/>
                <a:ext cx="95" cy="212598"/>
              </a:xfrm>
              <a:custGeom>
                <a:avLst/>
                <a:gdLst/>
                <a:ahLst/>
                <a:cxnLst/>
                <a:pathLst>
                  <a:path w="95" h="212598">
                    <a:moveTo>
                      <a:pt x="0" y="0"/>
                    </a:moveTo>
                    <a:lnTo>
                      <a:pt x="0" y="212598"/>
                    </a:lnTo>
                  </a:path>
                </a:pathLst>
              </a:custGeom>
              <a:noFill/>
              <a:ln w="12383">
                <a:solidFill>
                  <a:srgbClr val="4D817A"/>
                </a:solidFill>
              </a:ln>
            </p:spPr>
          </p:sp>
          <p:sp>
            <p:nvSpPr>
              <p:cNvPr id="219" name="219 path"/>
              <p:cNvSpPr/>
              <p:nvPr/>
            </p:nvSpPr>
            <p:spPr>
              <a:xfrm>
                <a:off x="847725" y="6232589"/>
                <a:ext cx="95" cy="212598"/>
              </a:xfrm>
              <a:custGeom>
                <a:avLst/>
                <a:gdLst/>
                <a:ahLst/>
                <a:cxnLst/>
                <a:pathLst>
                  <a:path w="95" h="212598">
                    <a:moveTo>
                      <a:pt x="0" y="0"/>
                    </a:moveTo>
                    <a:lnTo>
                      <a:pt x="0" y="212598"/>
                    </a:lnTo>
                  </a:path>
                </a:pathLst>
              </a:custGeom>
              <a:noFill/>
              <a:ln w="12383">
                <a:solidFill>
                  <a:srgbClr val="4D817A"/>
                </a:solidFill>
              </a:ln>
            </p:spPr>
          </p:sp>
        </p:grpSp>
        <p:sp>
          <p:nvSpPr>
            <p:cNvPr id="220" name="220 Repository Context Management"/>
            <p:cNvSpPr/>
            <p:nvPr/>
          </p:nvSpPr>
          <p:spPr>
            <a:xfrm>
              <a:off x="1047750" y="6181725"/>
              <a:ext cx="4619625" cy="2952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875" b="1">
                  <a:solidFill>
                    <a:srgbClr val="244C2B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75" b="1">
                  <a:solidFill>
                    <a:srgbClr val="244C2B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Repository Context Management</a:t>
              </a:r>
              <a:endParaRPr sz="1875" b="1">
                <a:solidFill>
                  <a:srgbClr val="244C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grpSp>
        <p:nvGrpSpPr>
          <p:cNvPr id="369" name="Repository Structural Analysis"/>
          <p:cNvGrpSpPr/>
          <p:nvPr/>
        </p:nvGrpSpPr>
        <p:grpSpPr>
          <a:xfrm>
            <a:off x="504825" y="6562725"/>
            <a:ext cx="5000625" cy="1838325"/>
            <a:chOff x="504825" y="6562725"/>
            <a:chExt cx="5000625" cy="1838325"/>
          </a:xfrm>
        </p:grpSpPr>
        <p:sp>
          <p:nvSpPr>
            <p:cNvPr id="221" name="221 rect"/>
            <p:cNvSpPr/>
            <p:nvPr/>
          </p:nvSpPr>
          <p:spPr>
            <a:xfrm>
              <a:off x="504825" y="6562725"/>
              <a:ext cx="5000625" cy="1838325"/>
            </a:xfrm>
            <a:prstGeom prst="roundRect">
              <a:avLst>
                <a:gd name="adj" fmla="val 3627"/>
              </a:avLst>
            </a:prstGeom>
            <a:solidFill>
              <a:srgbClr val="FFFFFF"/>
            </a:solidFill>
            <a:ln w="9525">
              <a:solidFill>
                <a:srgbClr val="A6C5A8"/>
              </a:solidFill>
            </a:ln>
          </p:spPr>
        </p:sp>
        <p:sp>
          <p:nvSpPr>
            <p:cNvPr id="222" name="222 Repository Structural Analysis"/>
            <p:cNvSpPr/>
            <p:nvPr/>
          </p:nvSpPr>
          <p:spPr>
            <a:xfrm>
              <a:off x="742950" y="6619875"/>
              <a:ext cx="4552950" cy="242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40" b="1">
                  <a:solidFill>
                    <a:srgbClr val="244C2B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40" b="1">
                  <a:solidFill>
                    <a:srgbClr val="244C2B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Repository Structural Analysis</a:t>
              </a:r>
              <a:endParaRPr sz="1540" b="1">
                <a:solidFill>
                  <a:srgbClr val="244C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23" name="223 rect"/>
            <p:cNvSpPr/>
            <p:nvPr/>
          </p:nvSpPr>
          <p:spPr>
            <a:xfrm>
              <a:off x="685800" y="6896100"/>
              <a:ext cx="2400300" cy="1428750"/>
            </a:xfrm>
            <a:prstGeom prst="roundRect">
              <a:avLst>
                <a:gd name="adj" fmla="val 4000"/>
              </a:avLst>
            </a:prstGeom>
            <a:solidFill>
              <a:srgbClr val="FCFEFC"/>
            </a:solidFill>
            <a:ln w="7620">
              <a:solidFill>
                <a:srgbClr val="D4E2D4"/>
              </a:solidFill>
            </a:ln>
          </p:spPr>
        </p:sp>
        <p:sp>
          <p:nvSpPr>
            <p:cNvPr id="224" name="224 rect"/>
            <p:cNvSpPr/>
            <p:nvPr/>
          </p:nvSpPr>
          <p:spPr>
            <a:xfrm>
              <a:off x="3314700" y="6896100"/>
              <a:ext cx="2028825" cy="1428750"/>
            </a:xfrm>
            <a:prstGeom prst="roundRect">
              <a:avLst>
                <a:gd name="adj" fmla="val 4000"/>
              </a:avLst>
            </a:prstGeom>
            <a:solidFill>
              <a:srgbClr val="FCFEFC"/>
            </a:solidFill>
            <a:ln w="7620">
              <a:solidFill>
                <a:srgbClr val="D4E2D4"/>
              </a:solidFill>
            </a:ln>
          </p:spPr>
        </p:sp>
        <p:sp>
          <p:nvSpPr>
            <p:cNvPr id="225" name="225 folder icon"/>
            <p:cNvSpPr/>
            <p:nvPr/>
          </p:nvSpPr>
          <p:spPr>
            <a:xfrm>
              <a:off x="857250" y="7010400"/>
              <a:ext cx="171450" cy="126682"/>
            </a:xfrm>
            <a:custGeom>
              <a:avLst/>
              <a:gdLst/>
              <a:ahLst/>
              <a:cxnLst/>
              <a:pathLst>
                <a:path w="171450" h="126682">
                  <a:moveTo>
                    <a:pt x="0" y="0"/>
                  </a:moveTo>
                  <a:lnTo>
                    <a:pt x="65151" y="0"/>
                  </a:lnTo>
                  <a:lnTo>
                    <a:pt x="85725" y="38100"/>
                  </a:lnTo>
                  <a:lnTo>
                    <a:pt x="171450" y="38100"/>
                  </a:lnTo>
                  <a:lnTo>
                    <a:pt x="171450" y="126682"/>
                  </a:lnTo>
                  <a:lnTo>
                    <a:pt x="0" y="126682"/>
                  </a:lnTo>
                  <a:close/>
                </a:path>
              </a:pathLst>
            </a:custGeom>
            <a:solidFill>
              <a:srgbClr val="52A8EF"/>
            </a:solidFill>
            <a:ln w="16193">
              <a:solidFill>
                <a:srgbClr val="386E9A"/>
              </a:solidFill>
            </a:ln>
          </p:spPr>
        </p:sp>
        <p:sp>
          <p:nvSpPr>
            <p:cNvPr id="226" name="226 src/"/>
            <p:cNvSpPr/>
            <p:nvPr/>
          </p:nvSpPr>
          <p:spPr>
            <a:xfrm>
              <a:off x="1133475" y="6962775"/>
              <a:ext cx="1847850" cy="2244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425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425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src/</a:t>
              </a:r>
              <a:endParaRPr sz="1425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27" name="227 path"/>
            <p:cNvSpPr/>
            <p:nvPr/>
          </p:nvSpPr>
          <p:spPr>
            <a:xfrm>
              <a:off x="942975" y="7229475"/>
              <a:ext cx="95" cy="1028700"/>
            </a:xfrm>
            <a:custGeom>
              <a:avLst/>
              <a:gdLst/>
              <a:ahLst/>
              <a:cxnLst/>
              <a:pathLst>
                <a:path w="95" h="1028700">
                  <a:moveTo>
                    <a:pt x="0" y="0"/>
                  </a:moveTo>
                  <a:lnTo>
                    <a:pt x="0" y="1028700"/>
                  </a:lnTo>
                </a:path>
              </a:pathLst>
            </a:custGeom>
            <a:noFill/>
            <a:ln w="13335">
              <a:solidFill>
                <a:srgbClr val="7290B3"/>
              </a:solidFill>
            </a:ln>
          </p:spPr>
        </p:sp>
        <p:sp>
          <p:nvSpPr>
            <p:cNvPr id="228" name="228 path"/>
            <p:cNvSpPr/>
            <p:nvPr/>
          </p:nvSpPr>
          <p:spPr>
            <a:xfrm>
              <a:off x="942975" y="7296150"/>
              <a:ext cx="123825" cy="95"/>
            </a:xfrm>
            <a:custGeom>
              <a:avLst/>
              <a:gdLst/>
              <a:ahLst/>
              <a:cxnLst/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1430">
              <a:solidFill>
                <a:srgbClr val="7290B3"/>
              </a:solidFill>
            </a:ln>
          </p:spPr>
        </p:sp>
        <p:sp>
          <p:nvSpPr>
            <p:cNvPr id="229" name="229 models/"/>
            <p:cNvSpPr/>
            <p:nvPr/>
          </p:nvSpPr>
          <p:spPr>
            <a:xfrm>
              <a:off x="1438275" y="7162800"/>
              <a:ext cx="1543050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models/</a:t>
              </a:r>
              <a:endParaRPr sz="1350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30" name="230 path"/>
            <p:cNvSpPr/>
            <p:nvPr/>
          </p:nvSpPr>
          <p:spPr>
            <a:xfrm>
              <a:off x="1219200" y="7219950"/>
              <a:ext cx="95" cy="923925"/>
            </a:xfrm>
            <a:custGeom>
              <a:avLst/>
              <a:gdLst/>
              <a:ahLst/>
              <a:cxnLst/>
              <a:pathLst>
                <a:path w="95" h="923925">
                  <a:moveTo>
                    <a:pt x="0" y="0"/>
                  </a:moveTo>
                  <a:lnTo>
                    <a:pt x="0" y="923925"/>
                  </a:lnTo>
                </a:path>
              </a:pathLst>
            </a:custGeom>
            <a:noFill/>
            <a:ln w="12383">
              <a:solidFill>
                <a:srgbClr val="7290B3"/>
              </a:solidFill>
            </a:ln>
          </p:spPr>
        </p:sp>
        <p:sp>
          <p:nvSpPr>
            <p:cNvPr id="231" name="231 path"/>
            <p:cNvSpPr/>
            <p:nvPr/>
          </p:nvSpPr>
          <p:spPr>
            <a:xfrm>
              <a:off x="1219200" y="7296150"/>
              <a:ext cx="114300" cy="95"/>
            </a:xfrm>
            <a:custGeom>
              <a:avLst/>
              <a:gdLst/>
              <a:ahLst/>
              <a:cxnLst/>
              <a:pathLst>
                <a:path w="114300" h="9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1430">
              <a:solidFill>
                <a:srgbClr val="7290B3"/>
              </a:solidFill>
            </a:ln>
          </p:spPr>
        </p:sp>
        <p:sp>
          <p:nvSpPr>
            <p:cNvPr id="232" name="232 path"/>
            <p:cNvSpPr/>
            <p:nvPr/>
          </p:nvSpPr>
          <p:spPr>
            <a:xfrm>
              <a:off x="1476375" y="7391400"/>
              <a:ext cx="95" cy="152400"/>
            </a:xfrm>
            <a:custGeom>
              <a:avLst/>
              <a:gdLst/>
              <a:ahLst/>
              <a:cxnLst/>
              <a:pathLst>
                <a:path w="9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9525">
              <a:solidFill>
                <a:srgbClr val="7290B3"/>
              </a:solidFill>
            </a:ln>
          </p:spPr>
        </p:sp>
        <p:sp>
          <p:nvSpPr>
            <p:cNvPr id="233" name="233 path"/>
            <p:cNvSpPr/>
            <p:nvPr/>
          </p:nvSpPr>
          <p:spPr>
            <a:xfrm>
              <a:off x="1476375" y="7543800"/>
              <a:ext cx="123825" cy="95"/>
            </a:xfrm>
            <a:custGeom>
              <a:avLst/>
              <a:gdLst/>
              <a:ahLst/>
              <a:cxnLst/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9525">
              <a:solidFill>
                <a:srgbClr val="7290B3"/>
              </a:solidFill>
            </a:ln>
          </p:spPr>
        </p:sp>
        <p:sp>
          <p:nvSpPr>
            <p:cNvPr id="234" name="234 model.py"/>
            <p:cNvSpPr/>
            <p:nvPr/>
          </p:nvSpPr>
          <p:spPr>
            <a:xfrm>
              <a:off x="1647825" y="7372350"/>
              <a:ext cx="1333500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model.py</a:t>
              </a:r>
              <a:endParaRPr sz="1350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35" name="235 path"/>
            <p:cNvSpPr/>
            <p:nvPr/>
          </p:nvSpPr>
          <p:spPr>
            <a:xfrm>
              <a:off x="1219200" y="7696200"/>
              <a:ext cx="114300" cy="95"/>
            </a:xfrm>
            <a:custGeom>
              <a:avLst/>
              <a:gdLst/>
              <a:ahLst/>
              <a:cxnLst/>
              <a:pathLst>
                <a:path w="114300" h="9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1430">
              <a:solidFill>
                <a:srgbClr val="7290B3"/>
              </a:solidFill>
            </a:ln>
          </p:spPr>
        </p:sp>
        <p:sp>
          <p:nvSpPr>
            <p:cNvPr id="236" name="236 train.py"/>
            <p:cNvSpPr/>
            <p:nvPr/>
          </p:nvSpPr>
          <p:spPr>
            <a:xfrm>
              <a:off x="1438275" y="7581900"/>
              <a:ext cx="1543050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train.py</a:t>
              </a:r>
              <a:endParaRPr sz="1350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37" name="237 path"/>
            <p:cNvSpPr/>
            <p:nvPr/>
          </p:nvSpPr>
          <p:spPr>
            <a:xfrm>
              <a:off x="1219200" y="7905750"/>
              <a:ext cx="114300" cy="95"/>
            </a:xfrm>
            <a:custGeom>
              <a:avLst/>
              <a:gdLst/>
              <a:ahLst/>
              <a:cxnLst/>
              <a:pathLst>
                <a:path w="114300" h="9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1430">
              <a:solidFill>
                <a:srgbClr val="7290B3"/>
              </a:solidFill>
            </a:ln>
          </p:spPr>
        </p:sp>
        <p:sp>
          <p:nvSpPr>
            <p:cNvPr id="238" name="238 utils.py"/>
            <p:cNvSpPr/>
            <p:nvPr/>
          </p:nvSpPr>
          <p:spPr>
            <a:xfrm>
              <a:off x="1438275" y="7791450"/>
              <a:ext cx="1543050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utils.py</a:t>
              </a:r>
              <a:endParaRPr sz="1350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39" name="239 path"/>
            <p:cNvSpPr/>
            <p:nvPr/>
          </p:nvSpPr>
          <p:spPr>
            <a:xfrm>
              <a:off x="1219200" y="8115300"/>
              <a:ext cx="114300" cy="95"/>
            </a:xfrm>
            <a:custGeom>
              <a:avLst/>
              <a:gdLst/>
              <a:ahLst/>
              <a:cxnLst/>
              <a:pathLst>
                <a:path w="114300" h="9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1430">
              <a:solidFill>
                <a:srgbClr val="7290B3"/>
              </a:solidFill>
            </a:ln>
          </p:spPr>
        </p:sp>
        <p:sp>
          <p:nvSpPr>
            <p:cNvPr id="240" name="240 …"/>
            <p:cNvSpPr/>
            <p:nvPr/>
          </p:nvSpPr>
          <p:spPr>
            <a:xfrm>
              <a:off x="1438275" y="8001000"/>
              <a:ext cx="1543050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…</a:t>
              </a:r>
              <a:endParaRPr sz="1350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41" name="241 path"/>
            <p:cNvSpPr/>
            <p:nvPr/>
          </p:nvSpPr>
          <p:spPr>
            <a:xfrm>
              <a:off x="3095625" y="6981825"/>
              <a:ext cx="95" cy="1266825"/>
            </a:xfrm>
            <a:custGeom>
              <a:avLst/>
              <a:gdLst/>
              <a:ahLst/>
              <a:cxnLst/>
              <a:pathLst>
                <a:path w="95" h="1266825">
                  <a:moveTo>
                    <a:pt x="0" y="0"/>
                  </a:moveTo>
                  <a:lnTo>
                    <a:pt x="0" y="1266825"/>
                  </a:lnTo>
                </a:path>
              </a:pathLst>
            </a:custGeom>
            <a:noFill/>
            <a:ln w="9525">
              <a:solidFill>
                <a:srgbClr val="8EACCE"/>
              </a:solidFill>
            </a:ln>
          </p:spPr>
        </p:sp>
        <p:sp>
          <p:nvSpPr>
            <p:cNvPr id="242" name="242 rect"/>
            <p:cNvSpPr/>
            <p:nvPr/>
          </p:nvSpPr>
          <p:spPr>
            <a:xfrm>
              <a:off x="3371850" y="6972300"/>
              <a:ext cx="466725" cy="333375"/>
            </a:xfrm>
            <a:prstGeom prst="roundRect">
              <a:avLst>
                <a:gd name="adj" fmla="val 17143"/>
              </a:avLst>
            </a:prstGeom>
            <a:solidFill>
              <a:srgbClr val="E4EFE3"/>
            </a:solidFill>
            <a:ln w="0">
              <a:noFill/>
            </a:ln>
          </p:spPr>
        </p:sp>
        <p:sp>
          <p:nvSpPr>
            <p:cNvPr id="243" name="243 ƒx"/>
            <p:cNvSpPr/>
            <p:nvPr/>
          </p:nvSpPr>
          <p:spPr>
            <a:xfrm>
              <a:off x="3495675" y="6981825"/>
              <a:ext cx="285750" cy="28700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825" b="1">
                  <a:solidFill>
                    <a:srgbClr val="0759B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25" b="1">
                  <a:solidFill>
                    <a:srgbClr val="0759B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ƒx</a:t>
              </a:r>
              <a:endParaRPr sz="1825" b="1">
                <a:solidFill>
                  <a:srgbClr val="0759B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44" name="244 Functions"/>
            <p:cNvSpPr/>
            <p:nvPr/>
          </p:nvSpPr>
          <p:spPr>
            <a:xfrm>
              <a:off x="3990975" y="7010400"/>
              <a:ext cx="1200150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Functions</a:t>
              </a:r>
              <a:endParaRPr sz="1350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45" name="245 path"/>
            <p:cNvSpPr/>
            <p:nvPr/>
          </p:nvSpPr>
          <p:spPr>
            <a:xfrm>
              <a:off x="3990975" y="7305675"/>
              <a:ext cx="523875" cy="95"/>
            </a:xfrm>
            <a:custGeom>
              <a:avLst/>
              <a:gdLst/>
              <a:ahLst/>
              <a:cxnLst/>
              <a:pathLst>
                <a:path w="523875" h="9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/>
            <a:ln w="6668">
              <a:solidFill>
                <a:srgbClr val="E4EBF7"/>
              </a:solidFill>
            </a:ln>
          </p:spPr>
        </p:sp>
        <p:sp>
          <p:nvSpPr>
            <p:cNvPr id="246" name="246 rect"/>
            <p:cNvSpPr/>
            <p:nvPr/>
          </p:nvSpPr>
          <p:spPr>
            <a:xfrm>
              <a:off x="3371850" y="7343775"/>
              <a:ext cx="466725" cy="333375"/>
            </a:xfrm>
            <a:prstGeom prst="roundRect">
              <a:avLst>
                <a:gd name="adj" fmla="val 17143"/>
              </a:avLst>
            </a:prstGeom>
            <a:solidFill>
              <a:srgbClr val="E4EFE3"/>
            </a:solidFill>
            <a:ln w="0">
              <a:noFill/>
            </a:ln>
          </p:spPr>
        </p:sp>
        <p:sp>
          <p:nvSpPr>
            <p:cNvPr id="247" name="247 rect"/>
            <p:cNvSpPr/>
            <p:nvPr/>
          </p:nvSpPr>
          <p:spPr>
            <a:xfrm>
              <a:off x="3524250" y="7410450"/>
              <a:ext cx="171450" cy="200025"/>
            </a:xfrm>
            <a:prstGeom prst="roundRect">
              <a:avLst>
                <a:gd name="adj" fmla="val 5556"/>
              </a:avLst>
            </a:prstGeom>
            <a:noFill/>
            <a:ln w="19050">
              <a:solidFill>
                <a:srgbClr val="117553"/>
              </a:solidFill>
            </a:ln>
          </p:spPr>
        </p:sp>
        <p:sp>
          <p:nvSpPr>
            <p:cNvPr id="248" name="248 C"/>
            <p:cNvSpPr/>
            <p:nvPr/>
          </p:nvSpPr>
          <p:spPr>
            <a:xfrm>
              <a:off x="3552825" y="7391400"/>
              <a:ext cx="142875" cy="2007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75" b="1">
                  <a:solidFill>
                    <a:srgbClr val="11755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275" b="1">
                  <a:solidFill>
                    <a:srgbClr val="11755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</a:t>
              </a:r>
              <a:endParaRPr sz="1275" b="1">
                <a:solidFill>
                  <a:srgbClr val="11755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49" name="249 Classes"/>
            <p:cNvSpPr/>
            <p:nvPr/>
          </p:nvSpPr>
          <p:spPr>
            <a:xfrm>
              <a:off x="3990975" y="7381875"/>
              <a:ext cx="1200150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Classes</a:t>
              </a:r>
              <a:endParaRPr sz="1350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50" name="250 path"/>
            <p:cNvSpPr/>
            <p:nvPr/>
          </p:nvSpPr>
          <p:spPr>
            <a:xfrm>
              <a:off x="3990975" y="7677150"/>
              <a:ext cx="523875" cy="95"/>
            </a:xfrm>
            <a:custGeom>
              <a:avLst/>
              <a:gdLst/>
              <a:ahLst/>
              <a:cxnLst/>
              <a:pathLst>
                <a:path w="523875" h="9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/>
            <a:ln w="6668">
              <a:solidFill>
                <a:srgbClr val="E4EBF7"/>
              </a:solidFill>
            </a:ln>
          </p:spPr>
        </p:sp>
        <p:sp>
          <p:nvSpPr>
            <p:cNvPr id="251" name="251 rect"/>
            <p:cNvSpPr/>
            <p:nvPr/>
          </p:nvSpPr>
          <p:spPr>
            <a:xfrm>
              <a:off x="3371850" y="7715250"/>
              <a:ext cx="466725" cy="333375"/>
            </a:xfrm>
            <a:prstGeom prst="roundRect">
              <a:avLst>
                <a:gd name="adj" fmla="val 17143"/>
              </a:avLst>
            </a:prstGeom>
            <a:solidFill>
              <a:srgbClr val="E4EFE3"/>
            </a:solidFill>
            <a:ln w="0">
              <a:noFill/>
            </a:ln>
          </p:spPr>
        </p:sp>
        <p:grpSp>
          <p:nvGrpSpPr>
            <p:cNvPr id="370" name="document-251"/>
            <p:cNvGrpSpPr/>
            <p:nvPr/>
          </p:nvGrpSpPr>
          <p:grpSpPr>
            <a:xfrm>
              <a:off x="3533775" y="7772400"/>
              <a:ext cx="152400" cy="200025"/>
              <a:chOff x="3533775" y="7772400"/>
              <a:chExt cx="152400" cy="200025"/>
            </a:xfrm>
          </p:grpSpPr>
          <p:sp>
            <p:nvSpPr>
              <p:cNvPr id="252" name="252 document"/>
              <p:cNvSpPr/>
              <p:nvPr/>
            </p:nvSpPr>
            <p:spPr>
              <a:xfrm>
                <a:off x="3533775" y="7772400"/>
                <a:ext cx="152400" cy="200025"/>
              </a:xfrm>
              <a:custGeom>
                <a:avLst/>
                <a:gdLst/>
                <a:ahLst/>
                <a:cxnLst/>
                <a:pathLst>
                  <a:path w="152400" h="200025">
                    <a:moveTo>
                      <a:pt x="0" y="0"/>
                    </a:moveTo>
                    <a:lnTo>
                      <a:pt x="94488" y="0"/>
                    </a:lnTo>
                    <a:lnTo>
                      <a:pt x="152400" y="58007"/>
                    </a:lnTo>
                    <a:lnTo>
                      <a:pt x="152400" y="200025"/>
                    </a:lnTo>
                    <a:lnTo>
                      <a:pt x="0" y="200025"/>
                    </a:lnTo>
                    <a:close/>
                  </a:path>
                </a:pathLst>
              </a:custGeom>
              <a:solidFill>
                <a:srgbClr val="F7FAFE"/>
              </a:solidFill>
              <a:ln w="19050">
                <a:solidFill>
                  <a:srgbClr val="45349C"/>
                </a:solidFill>
              </a:ln>
            </p:spPr>
          </p:sp>
          <p:sp>
            <p:nvSpPr>
              <p:cNvPr id="253" name="253 path"/>
              <p:cNvSpPr/>
              <p:nvPr/>
            </p:nvSpPr>
            <p:spPr>
              <a:xfrm>
                <a:off x="3628263" y="7772400"/>
                <a:ext cx="57912" cy="58007"/>
              </a:xfrm>
              <a:custGeom>
                <a:avLst/>
                <a:gdLst/>
                <a:ahLst/>
                <a:cxnLst/>
                <a:pathLst>
                  <a:path w="57912" h="58007">
                    <a:moveTo>
                      <a:pt x="0" y="0"/>
                    </a:moveTo>
                    <a:lnTo>
                      <a:pt x="0" y="58007"/>
                    </a:lnTo>
                    <a:lnTo>
                      <a:pt x="57912" y="58007"/>
                    </a:lnTo>
                  </a:path>
                </a:pathLst>
              </a:custGeom>
              <a:noFill/>
              <a:ln w="16193">
                <a:solidFill>
                  <a:srgbClr val="45349C"/>
                </a:solidFill>
              </a:ln>
            </p:spPr>
          </p:sp>
          <p:sp>
            <p:nvSpPr>
              <p:cNvPr id="254" name="254 path"/>
              <p:cNvSpPr/>
              <p:nvPr/>
            </p:nvSpPr>
            <p:spPr>
              <a:xfrm>
                <a:off x="3570351" y="7868412"/>
                <a:ext cx="74676" cy="95"/>
              </a:xfrm>
              <a:custGeom>
                <a:avLst/>
                <a:gdLst/>
                <a:ahLst/>
                <a:cxnLst/>
                <a:pathLst>
                  <a:path w="74676" h="95">
                    <a:moveTo>
                      <a:pt x="0" y="0"/>
                    </a:moveTo>
                    <a:lnTo>
                      <a:pt x="74676" y="0"/>
                    </a:lnTo>
                  </a:path>
                </a:pathLst>
              </a:custGeom>
              <a:noFill/>
              <a:ln w="17145">
                <a:solidFill>
                  <a:srgbClr val="45349C"/>
                </a:solidFill>
              </a:ln>
            </p:spPr>
          </p:sp>
          <p:sp>
            <p:nvSpPr>
              <p:cNvPr id="255" name="255 path"/>
              <p:cNvSpPr/>
              <p:nvPr/>
            </p:nvSpPr>
            <p:spPr>
              <a:xfrm>
                <a:off x="3570351" y="7906417"/>
                <a:ext cx="51816" cy="95"/>
              </a:xfrm>
              <a:custGeom>
                <a:avLst/>
                <a:gdLst/>
                <a:ahLst/>
                <a:cxnLst/>
                <a:pathLst>
                  <a:path w="51816" h="95">
                    <a:moveTo>
                      <a:pt x="0" y="0"/>
                    </a:moveTo>
                    <a:lnTo>
                      <a:pt x="51816" y="0"/>
                    </a:lnTo>
                  </a:path>
                </a:pathLst>
              </a:custGeom>
              <a:noFill/>
              <a:ln w="17145">
                <a:solidFill>
                  <a:srgbClr val="45349C"/>
                </a:solidFill>
              </a:ln>
            </p:spPr>
          </p:sp>
        </p:grpSp>
        <p:sp>
          <p:nvSpPr>
            <p:cNvPr id="256" name="256 Imports"/>
            <p:cNvSpPr/>
            <p:nvPr/>
          </p:nvSpPr>
          <p:spPr>
            <a:xfrm>
              <a:off x="3990975" y="7753350"/>
              <a:ext cx="1200150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Imports</a:t>
              </a:r>
              <a:endParaRPr sz="1350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57" name="257 path"/>
            <p:cNvSpPr/>
            <p:nvPr/>
          </p:nvSpPr>
          <p:spPr>
            <a:xfrm>
              <a:off x="3990975" y="8048625"/>
              <a:ext cx="523875" cy="95"/>
            </a:xfrm>
            <a:custGeom>
              <a:avLst/>
              <a:gdLst/>
              <a:ahLst/>
              <a:cxnLst/>
              <a:pathLst>
                <a:path w="523875" h="9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/>
            <a:ln w="6668">
              <a:solidFill>
                <a:srgbClr val="E4EBF7"/>
              </a:solidFill>
            </a:ln>
          </p:spPr>
        </p:sp>
        <p:sp>
          <p:nvSpPr>
            <p:cNvPr id="258" name="258 …"/>
            <p:cNvSpPr/>
            <p:nvPr/>
          </p:nvSpPr>
          <p:spPr>
            <a:xfrm>
              <a:off x="3486150" y="8010525"/>
              <a:ext cx="952500" cy="24803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75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…</a:t>
              </a:r>
              <a:endParaRPr sz="1575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grpSp>
        <p:nvGrpSpPr>
          <p:cNvPr id="371" name="Repair Dependency Graph Planning"/>
          <p:cNvGrpSpPr/>
          <p:nvPr/>
        </p:nvGrpSpPr>
        <p:grpSpPr>
          <a:xfrm>
            <a:off x="5619750" y="6562725"/>
            <a:ext cx="4667250" cy="1838325"/>
            <a:chOff x="5619750" y="6562725"/>
            <a:chExt cx="4667250" cy="1838325"/>
          </a:xfrm>
        </p:grpSpPr>
        <p:sp>
          <p:nvSpPr>
            <p:cNvPr id="259" name="259 rect"/>
            <p:cNvSpPr/>
            <p:nvPr/>
          </p:nvSpPr>
          <p:spPr>
            <a:xfrm>
              <a:off x="5619750" y="6562725"/>
              <a:ext cx="4667250" cy="1838325"/>
            </a:xfrm>
            <a:prstGeom prst="roundRect">
              <a:avLst>
                <a:gd name="adj" fmla="val 3627"/>
              </a:avLst>
            </a:prstGeom>
            <a:solidFill>
              <a:srgbClr val="FFFFFF"/>
            </a:solidFill>
            <a:ln w="9525">
              <a:solidFill>
                <a:srgbClr val="A6C5A8"/>
              </a:solidFill>
            </a:ln>
          </p:spPr>
        </p:sp>
        <p:sp>
          <p:nvSpPr>
            <p:cNvPr id="260" name="260 Repair Dependency Graph Planning"/>
            <p:cNvSpPr/>
            <p:nvPr/>
          </p:nvSpPr>
          <p:spPr>
            <a:xfrm>
              <a:off x="5829300" y="6629400"/>
              <a:ext cx="4267200" cy="242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40" b="1">
                  <a:solidFill>
                    <a:srgbClr val="244C2B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40" b="1">
                  <a:solidFill>
                    <a:srgbClr val="244C2B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Repair Dependency Graph Planning</a:t>
              </a:r>
              <a:endParaRPr sz="1540" b="1">
                <a:solidFill>
                  <a:srgbClr val="244C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61" name="261 path"/>
            <p:cNvSpPr/>
            <p:nvPr/>
          </p:nvSpPr>
          <p:spPr>
            <a:xfrm>
              <a:off x="6581775" y="7191375"/>
              <a:ext cx="314325" cy="238125"/>
            </a:xfrm>
            <a:custGeom>
              <a:avLst/>
              <a:gdLst/>
              <a:ahLst/>
              <a:cxnLst/>
              <a:pathLst>
                <a:path w="314325" h="238125">
                  <a:moveTo>
                    <a:pt x="0" y="238125"/>
                  </a:moveTo>
                  <a:lnTo>
                    <a:pt x="314325" y="0"/>
                  </a:lnTo>
                </a:path>
              </a:pathLst>
            </a:custGeom>
            <a:noFill/>
            <a:ln w="13335">
              <a:solidFill>
                <a:srgbClr val="45658D"/>
              </a:solidFill>
            </a:ln>
          </p:spPr>
        </p:sp>
        <p:sp>
          <p:nvSpPr>
            <p:cNvPr id="262" name="262 arrow head"/>
            <p:cNvSpPr/>
            <p:nvPr/>
          </p:nvSpPr>
          <p:spPr>
            <a:xfrm>
              <a:off x="6823628" y="7191375"/>
              <a:ext cx="72472" cy="65772"/>
            </a:xfrm>
            <a:custGeom>
              <a:avLst/>
              <a:gdLst/>
              <a:ahLst/>
              <a:cxnLst/>
              <a:pathLst>
                <a:path w="72472" h="65772">
                  <a:moveTo>
                    <a:pt x="72472" y="0"/>
                  </a:moveTo>
                  <a:lnTo>
                    <a:pt x="0" y="14752"/>
                  </a:lnTo>
                  <a:lnTo>
                    <a:pt x="38652" y="65772"/>
                  </a:lnTo>
                  <a:close/>
                </a:path>
              </a:pathLst>
            </a:custGeom>
            <a:solidFill>
              <a:srgbClr val="45658D"/>
            </a:solidFill>
            <a:ln w="4763">
              <a:solidFill>
                <a:srgbClr val="45658D"/>
              </a:solidFill>
            </a:ln>
          </p:spPr>
        </p:sp>
        <p:sp>
          <p:nvSpPr>
            <p:cNvPr id="263" name="263 arrow head"/>
            <p:cNvSpPr/>
            <p:nvPr/>
          </p:nvSpPr>
          <p:spPr>
            <a:xfrm>
              <a:off x="6581775" y="7363728"/>
              <a:ext cx="72472" cy="65772"/>
            </a:xfrm>
            <a:custGeom>
              <a:avLst/>
              <a:gdLst/>
              <a:ahLst/>
              <a:cxnLst/>
              <a:pathLst>
                <a:path w="72472" h="65772">
                  <a:moveTo>
                    <a:pt x="0" y="65772"/>
                  </a:moveTo>
                  <a:lnTo>
                    <a:pt x="72472" y="51020"/>
                  </a:lnTo>
                  <a:lnTo>
                    <a:pt x="33820" y="0"/>
                  </a:lnTo>
                  <a:close/>
                </a:path>
              </a:pathLst>
            </a:custGeom>
            <a:solidFill>
              <a:srgbClr val="45658D"/>
            </a:solidFill>
            <a:ln w="4763">
              <a:solidFill>
                <a:srgbClr val="45658D"/>
              </a:solidFill>
            </a:ln>
          </p:spPr>
        </p:sp>
        <p:sp>
          <p:nvSpPr>
            <p:cNvPr id="264" name="264 path"/>
            <p:cNvSpPr/>
            <p:nvPr/>
          </p:nvSpPr>
          <p:spPr>
            <a:xfrm>
              <a:off x="6610350" y="7600950"/>
              <a:ext cx="447675" cy="247650"/>
            </a:xfrm>
            <a:custGeom>
              <a:avLst/>
              <a:gdLst/>
              <a:ahLst/>
              <a:cxnLst/>
              <a:pathLst>
                <a:path w="447675" h="247650">
                  <a:moveTo>
                    <a:pt x="0" y="0"/>
                  </a:moveTo>
                  <a:lnTo>
                    <a:pt x="447675" y="247650"/>
                  </a:lnTo>
                </a:path>
              </a:pathLst>
            </a:custGeom>
            <a:noFill/>
            <a:ln w="13335">
              <a:solidFill>
                <a:srgbClr val="45658D"/>
              </a:solidFill>
            </a:ln>
          </p:spPr>
        </p:sp>
        <p:sp>
          <p:nvSpPr>
            <p:cNvPr id="265" name="265 arrow head"/>
            <p:cNvSpPr/>
            <p:nvPr/>
          </p:nvSpPr>
          <p:spPr>
            <a:xfrm>
              <a:off x="6984190" y="7788321"/>
              <a:ext cx="73835" cy="60279"/>
            </a:xfrm>
            <a:custGeom>
              <a:avLst/>
              <a:gdLst/>
              <a:ahLst/>
              <a:cxnLst/>
              <a:pathLst>
                <a:path w="73835" h="60279">
                  <a:moveTo>
                    <a:pt x="73835" y="60279"/>
                  </a:moveTo>
                  <a:lnTo>
                    <a:pt x="30984" y="0"/>
                  </a:lnTo>
                  <a:lnTo>
                    <a:pt x="0" y="56009"/>
                  </a:lnTo>
                  <a:close/>
                </a:path>
              </a:pathLst>
            </a:custGeom>
            <a:solidFill>
              <a:srgbClr val="45658D"/>
            </a:solidFill>
            <a:ln w="4763">
              <a:solidFill>
                <a:srgbClr val="45658D"/>
              </a:solidFill>
            </a:ln>
          </p:spPr>
        </p:sp>
        <p:sp>
          <p:nvSpPr>
            <p:cNvPr id="266" name="266 arrow head"/>
            <p:cNvSpPr/>
            <p:nvPr/>
          </p:nvSpPr>
          <p:spPr>
            <a:xfrm>
              <a:off x="6610350" y="7600950"/>
              <a:ext cx="73835" cy="60279"/>
            </a:xfrm>
            <a:custGeom>
              <a:avLst/>
              <a:gdLst/>
              <a:ahLst/>
              <a:cxnLst/>
              <a:pathLst>
                <a:path w="73835" h="60279">
                  <a:moveTo>
                    <a:pt x="0" y="0"/>
                  </a:moveTo>
                  <a:lnTo>
                    <a:pt x="42851" y="60279"/>
                  </a:lnTo>
                  <a:lnTo>
                    <a:pt x="73835" y="4270"/>
                  </a:lnTo>
                  <a:close/>
                </a:path>
              </a:pathLst>
            </a:custGeom>
            <a:solidFill>
              <a:srgbClr val="45658D"/>
            </a:solidFill>
            <a:ln w="4763">
              <a:solidFill>
                <a:srgbClr val="45658D"/>
              </a:solidFill>
            </a:ln>
          </p:spPr>
        </p:sp>
        <p:sp>
          <p:nvSpPr>
            <p:cNvPr id="267" name="267 path"/>
            <p:cNvSpPr/>
            <p:nvPr/>
          </p:nvSpPr>
          <p:spPr>
            <a:xfrm>
              <a:off x="7429500" y="7581900"/>
              <a:ext cx="352425" cy="247650"/>
            </a:xfrm>
            <a:custGeom>
              <a:avLst/>
              <a:gdLst/>
              <a:ahLst/>
              <a:cxnLst/>
              <a:pathLst>
                <a:path w="352425" h="247650">
                  <a:moveTo>
                    <a:pt x="0" y="247650"/>
                  </a:moveTo>
                  <a:lnTo>
                    <a:pt x="352425" y="0"/>
                  </a:lnTo>
                </a:path>
              </a:pathLst>
            </a:custGeom>
            <a:noFill/>
            <a:ln w="13335">
              <a:solidFill>
                <a:srgbClr val="45658D"/>
              </a:solidFill>
            </a:ln>
          </p:spPr>
        </p:sp>
        <p:sp>
          <p:nvSpPr>
            <p:cNvPr id="268" name="268 arrow head"/>
            <p:cNvSpPr/>
            <p:nvPr/>
          </p:nvSpPr>
          <p:spPr>
            <a:xfrm>
              <a:off x="7708972" y="7581900"/>
              <a:ext cx="72953" cy="64520"/>
            </a:xfrm>
            <a:custGeom>
              <a:avLst/>
              <a:gdLst/>
              <a:ahLst/>
              <a:cxnLst/>
              <a:pathLst>
                <a:path w="72953" h="64520">
                  <a:moveTo>
                    <a:pt x="72953" y="0"/>
                  </a:moveTo>
                  <a:lnTo>
                    <a:pt x="0" y="12149"/>
                  </a:lnTo>
                  <a:lnTo>
                    <a:pt x="36801" y="64520"/>
                  </a:lnTo>
                  <a:close/>
                </a:path>
              </a:pathLst>
            </a:custGeom>
            <a:solidFill>
              <a:srgbClr val="45658D"/>
            </a:solidFill>
            <a:ln w="4763">
              <a:solidFill>
                <a:srgbClr val="45658D"/>
              </a:solidFill>
            </a:ln>
          </p:spPr>
        </p:sp>
        <p:sp>
          <p:nvSpPr>
            <p:cNvPr id="269" name="269 arrow head"/>
            <p:cNvSpPr/>
            <p:nvPr/>
          </p:nvSpPr>
          <p:spPr>
            <a:xfrm>
              <a:off x="7429500" y="7765030"/>
              <a:ext cx="72953" cy="64520"/>
            </a:xfrm>
            <a:custGeom>
              <a:avLst/>
              <a:gdLst/>
              <a:ahLst/>
              <a:cxnLst/>
              <a:pathLst>
                <a:path w="72953" h="64520">
                  <a:moveTo>
                    <a:pt x="0" y="64520"/>
                  </a:moveTo>
                  <a:lnTo>
                    <a:pt x="72953" y="52371"/>
                  </a:lnTo>
                  <a:lnTo>
                    <a:pt x="36152" y="0"/>
                  </a:lnTo>
                  <a:close/>
                </a:path>
              </a:pathLst>
            </a:custGeom>
            <a:solidFill>
              <a:srgbClr val="45658D"/>
            </a:solidFill>
            <a:ln w="4763">
              <a:solidFill>
                <a:srgbClr val="45658D"/>
              </a:solidFill>
            </a:ln>
          </p:spPr>
        </p:sp>
        <p:sp>
          <p:nvSpPr>
            <p:cNvPr id="270" name="270 ellipse"/>
            <p:cNvSpPr/>
            <p:nvPr/>
          </p:nvSpPr>
          <p:spPr>
            <a:xfrm>
              <a:off x="6924675" y="6972300"/>
              <a:ext cx="304800" cy="3048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rgbClr val="CAE0DC"/>
                </a:gs>
              </a:gsLst>
              <a:lin ang="5400000"/>
            </a:gradFill>
            <a:ln w="19050">
              <a:solidFill>
                <a:srgbClr val="548D82"/>
              </a:solidFill>
            </a:ln>
          </p:spPr>
        </p:sp>
        <p:sp>
          <p:nvSpPr>
            <p:cNvPr id="271" name="271 ellipse"/>
            <p:cNvSpPr/>
            <p:nvPr/>
          </p:nvSpPr>
          <p:spPr>
            <a:xfrm>
              <a:off x="6324600" y="7410450"/>
              <a:ext cx="266700" cy="2667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rgbClr val="C9D9E3"/>
                </a:gs>
              </a:gsLst>
              <a:lin ang="5400000"/>
            </a:gradFill>
            <a:ln w="19050">
              <a:solidFill>
                <a:srgbClr val="648198"/>
              </a:solidFill>
            </a:ln>
          </p:spPr>
        </p:sp>
        <p:sp>
          <p:nvSpPr>
            <p:cNvPr id="272" name="272 ellipse"/>
            <p:cNvSpPr/>
            <p:nvPr/>
          </p:nvSpPr>
          <p:spPr>
            <a:xfrm>
              <a:off x="7820025" y="7372350"/>
              <a:ext cx="304800" cy="3048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rgbClr val="CAE0DC"/>
                </a:gs>
              </a:gsLst>
              <a:lin ang="5400000"/>
            </a:gradFill>
            <a:ln w="19050">
              <a:solidFill>
                <a:srgbClr val="548D82"/>
              </a:solidFill>
            </a:ln>
          </p:spPr>
        </p:sp>
        <p:sp>
          <p:nvSpPr>
            <p:cNvPr id="273" name="273 ellipse"/>
            <p:cNvSpPr/>
            <p:nvPr/>
          </p:nvSpPr>
          <p:spPr>
            <a:xfrm>
              <a:off x="7086600" y="7800975"/>
              <a:ext cx="323850" cy="32385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rgbClr val="D7E4DC"/>
                </a:gs>
              </a:gsLst>
              <a:lin ang="5400000"/>
            </a:gradFill>
            <a:ln w="19050">
              <a:solidFill>
                <a:srgbClr val="6D9582"/>
              </a:solidFill>
            </a:ln>
          </p:spPr>
        </p:sp>
        <p:sp>
          <p:nvSpPr>
            <p:cNvPr id="274" name="274 model.py"/>
            <p:cNvSpPr/>
            <p:nvPr/>
          </p:nvSpPr>
          <p:spPr>
            <a:xfrm>
              <a:off x="7324725" y="7019925"/>
              <a:ext cx="1047750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model.py</a:t>
              </a:r>
              <a:endParaRPr sz="1350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75" name="275 train.py"/>
            <p:cNvSpPr/>
            <p:nvPr/>
          </p:nvSpPr>
          <p:spPr>
            <a:xfrm>
              <a:off x="6029325" y="7715250"/>
              <a:ext cx="838200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train.py</a:t>
              </a:r>
              <a:endParaRPr sz="1350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76" name="276 utils.py"/>
            <p:cNvSpPr/>
            <p:nvPr/>
          </p:nvSpPr>
          <p:spPr>
            <a:xfrm>
              <a:off x="8181975" y="7534275"/>
              <a:ext cx="733425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utils.py</a:t>
              </a:r>
              <a:endParaRPr sz="1350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77" name="277 data.py"/>
            <p:cNvSpPr/>
            <p:nvPr/>
          </p:nvSpPr>
          <p:spPr>
            <a:xfrm>
              <a:off x="7553325" y="7934325"/>
              <a:ext cx="857250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data.py</a:t>
              </a:r>
              <a:endParaRPr sz="1350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78" name="278 path"/>
            <p:cNvSpPr/>
            <p:nvPr/>
          </p:nvSpPr>
          <p:spPr>
            <a:xfrm>
              <a:off x="9039225" y="7524750"/>
              <a:ext cx="323850" cy="95"/>
            </a:xfrm>
            <a:custGeom>
              <a:avLst/>
              <a:gdLst/>
              <a:ahLst/>
              <a:cxnLst/>
              <a:pathLst>
                <a:path w="323850" h="9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9050">
              <a:solidFill>
                <a:srgbClr val="427249"/>
              </a:solidFill>
            </a:ln>
          </p:spPr>
        </p:sp>
        <p:sp>
          <p:nvSpPr>
            <p:cNvPr id="279" name="279 arrow head"/>
            <p:cNvSpPr/>
            <p:nvPr/>
          </p:nvSpPr>
          <p:spPr>
            <a:xfrm>
              <a:off x="9277350" y="7483602"/>
              <a:ext cx="85725" cy="82296"/>
            </a:xfrm>
            <a:custGeom>
              <a:avLst/>
              <a:gdLst/>
              <a:ahLst/>
              <a:cxnLst/>
              <a:pathLst>
                <a:path w="85725" h="82296">
                  <a:moveTo>
                    <a:pt x="85725" y="41148"/>
                  </a:moveTo>
                  <a:lnTo>
                    <a:pt x="0" y="0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427249"/>
            </a:solidFill>
            <a:ln w="4763">
              <a:solidFill>
                <a:srgbClr val="427249"/>
              </a:solidFill>
            </a:ln>
          </p:spPr>
        </p:sp>
        <p:grpSp>
          <p:nvGrpSpPr>
            <p:cNvPr id="372" name="document-279"/>
            <p:cNvGrpSpPr/>
            <p:nvPr/>
          </p:nvGrpSpPr>
          <p:grpSpPr>
            <a:xfrm>
              <a:off x="9505950" y="7277100"/>
              <a:ext cx="257175" cy="352425"/>
              <a:chOff x="9505950" y="7277100"/>
              <a:chExt cx="257175" cy="352425"/>
            </a:xfrm>
          </p:grpSpPr>
          <p:sp>
            <p:nvSpPr>
              <p:cNvPr id="280" name="280 document"/>
              <p:cNvSpPr/>
              <p:nvPr/>
            </p:nvSpPr>
            <p:spPr>
              <a:xfrm>
                <a:off x="9505950" y="7277100"/>
                <a:ext cx="257175" cy="352425"/>
              </a:xfrm>
              <a:custGeom>
                <a:avLst/>
                <a:gdLst/>
                <a:ahLst/>
                <a:cxnLst/>
                <a:pathLst>
                  <a:path w="257175" h="352425">
                    <a:moveTo>
                      <a:pt x="0" y="0"/>
                    </a:moveTo>
                    <a:lnTo>
                      <a:pt x="159449" y="0"/>
                    </a:lnTo>
                    <a:lnTo>
                      <a:pt x="257175" y="102203"/>
                    </a:lnTo>
                    <a:lnTo>
                      <a:pt x="257175" y="352425"/>
                    </a:lnTo>
                    <a:lnTo>
                      <a:pt x="0" y="352425"/>
                    </a:lnTo>
                    <a:close/>
                  </a:path>
                </a:pathLst>
              </a:custGeom>
              <a:solidFill>
                <a:srgbClr val="F7FAFE"/>
              </a:solidFill>
              <a:ln w="19050">
                <a:solidFill>
                  <a:srgbClr val="427249"/>
                </a:solidFill>
              </a:ln>
            </p:spPr>
          </p:sp>
          <p:sp>
            <p:nvSpPr>
              <p:cNvPr id="281" name="281 path"/>
              <p:cNvSpPr/>
              <p:nvPr/>
            </p:nvSpPr>
            <p:spPr>
              <a:xfrm>
                <a:off x="9665399" y="7277100"/>
                <a:ext cx="97726" cy="102203"/>
              </a:xfrm>
              <a:custGeom>
                <a:avLst/>
                <a:gdLst/>
                <a:ahLst/>
                <a:cxnLst/>
                <a:pathLst>
                  <a:path w="97726" h="102203">
                    <a:moveTo>
                      <a:pt x="0" y="0"/>
                    </a:moveTo>
                    <a:lnTo>
                      <a:pt x="0" y="102203"/>
                    </a:lnTo>
                    <a:lnTo>
                      <a:pt x="97726" y="102203"/>
                    </a:lnTo>
                  </a:path>
                </a:pathLst>
              </a:custGeom>
              <a:noFill/>
              <a:ln w="16193">
                <a:solidFill>
                  <a:srgbClr val="427249"/>
                </a:solidFill>
              </a:ln>
            </p:spPr>
          </p:sp>
          <p:sp>
            <p:nvSpPr>
              <p:cNvPr id="282" name="282 path"/>
              <p:cNvSpPr/>
              <p:nvPr/>
            </p:nvSpPr>
            <p:spPr>
              <a:xfrm>
                <a:off x="9567672" y="7446264"/>
                <a:ext cx="126016" cy="95"/>
              </a:xfrm>
              <a:custGeom>
                <a:avLst/>
                <a:gdLst/>
                <a:ahLst/>
                <a:cxnLst/>
                <a:pathLst>
                  <a:path w="126016" h="95">
                    <a:moveTo>
                      <a:pt x="0" y="0"/>
                    </a:moveTo>
                    <a:lnTo>
                      <a:pt x="126016" y="0"/>
                    </a:lnTo>
                  </a:path>
                </a:pathLst>
              </a:custGeom>
              <a:noFill/>
              <a:ln w="17145">
                <a:solidFill>
                  <a:srgbClr val="427249"/>
                </a:solidFill>
              </a:ln>
            </p:spPr>
          </p:sp>
          <p:sp>
            <p:nvSpPr>
              <p:cNvPr id="283" name="283 path"/>
              <p:cNvSpPr/>
              <p:nvPr/>
            </p:nvSpPr>
            <p:spPr>
              <a:xfrm>
                <a:off x="9567672" y="7513225"/>
                <a:ext cx="87439" cy="95"/>
              </a:xfrm>
              <a:custGeom>
                <a:avLst/>
                <a:gdLst/>
                <a:ahLst/>
                <a:cxnLst/>
                <a:pathLst>
                  <a:path w="87439" h="95">
                    <a:moveTo>
                      <a:pt x="0" y="0"/>
                    </a:moveTo>
                    <a:lnTo>
                      <a:pt x="87439" y="0"/>
                    </a:lnTo>
                  </a:path>
                </a:pathLst>
              </a:custGeom>
              <a:noFill/>
              <a:ln w="17145">
                <a:solidFill>
                  <a:srgbClr val="427249"/>
                </a:solidFill>
              </a:ln>
            </p:spPr>
          </p:sp>
        </p:grpSp>
        <p:grpSp>
          <p:nvGrpSpPr>
            <p:cNvPr id="373" name="document-283"/>
            <p:cNvGrpSpPr/>
            <p:nvPr/>
          </p:nvGrpSpPr>
          <p:grpSpPr>
            <a:xfrm>
              <a:off x="9629775" y="7381875"/>
              <a:ext cx="257175" cy="352425"/>
              <a:chOff x="9629775" y="7381875"/>
              <a:chExt cx="257175" cy="352425"/>
            </a:xfrm>
          </p:grpSpPr>
          <p:sp>
            <p:nvSpPr>
              <p:cNvPr id="284" name="284 document"/>
              <p:cNvSpPr/>
              <p:nvPr/>
            </p:nvSpPr>
            <p:spPr>
              <a:xfrm>
                <a:off x="9629775" y="7381875"/>
                <a:ext cx="257175" cy="352425"/>
              </a:xfrm>
              <a:custGeom>
                <a:avLst/>
                <a:gdLst/>
                <a:ahLst/>
                <a:cxnLst/>
                <a:pathLst>
                  <a:path w="257175" h="352425">
                    <a:moveTo>
                      <a:pt x="0" y="0"/>
                    </a:moveTo>
                    <a:lnTo>
                      <a:pt x="159449" y="0"/>
                    </a:lnTo>
                    <a:lnTo>
                      <a:pt x="257175" y="102203"/>
                    </a:lnTo>
                    <a:lnTo>
                      <a:pt x="257175" y="352425"/>
                    </a:lnTo>
                    <a:lnTo>
                      <a:pt x="0" y="352425"/>
                    </a:lnTo>
                    <a:close/>
                  </a:path>
                </a:pathLst>
              </a:custGeom>
              <a:solidFill>
                <a:srgbClr val="F7FAFE"/>
              </a:solidFill>
              <a:ln w="19050">
                <a:solidFill>
                  <a:srgbClr val="427249"/>
                </a:solidFill>
              </a:ln>
            </p:spPr>
          </p:sp>
          <p:sp>
            <p:nvSpPr>
              <p:cNvPr id="285" name="285 path"/>
              <p:cNvSpPr/>
              <p:nvPr/>
            </p:nvSpPr>
            <p:spPr>
              <a:xfrm>
                <a:off x="9789224" y="7381875"/>
                <a:ext cx="97726" cy="102203"/>
              </a:xfrm>
              <a:custGeom>
                <a:avLst/>
                <a:gdLst/>
                <a:ahLst/>
                <a:cxnLst/>
                <a:pathLst>
                  <a:path w="97726" h="102203">
                    <a:moveTo>
                      <a:pt x="0" y="0"/>
                    </a:moveTo>
                    <a:lnTo>
                      <a:pt x="0" y="102203"/>
                    </a:lnTo>
                    <a:lnTo>
                      <a:pt x="97726" y="102203"/>
                    </a:lnTo>
                  </a:path>
                </a:pathLst>
              </a:custGeom>
              <a:noFill/>
              <a:ln w="16193">
                <a:solidFill>
                  <a:srgbClr val="427249"/>
                </a:solidFill>
              </a:ln>
            </p:spPr>
          </p:sp>
          <p:sp>
            <p:nvSpPr>
              <p:cNvPr id="286" name="286 path"/>
              <p:cNvSpPr/>
              <p:nvPr/>
            </p:nvSpPr>
            <p:spPr>
              <a:xfrm>
                <a:off x="9691497" y="7551039"/>
                <a:ext cx="126016" cy="95"/>
              </a:xfrm>
              <a:custGeom>
                <a:avLst/>
                <a:gdLst/>
                <a:ahLst/>
                <a:cxnLst/>
                <a:pathLst>
                  <a:path w="126016" h="95">
                    <a:moveTo>
                      <a:pt x="0" y="0"/>
                    </a:moveTo>
                    <a:lnTo>
                      <a:pt x="126016" y="0"/>
                    </a:lnTo>
                  </a:path>
                </a:pathLst>
              </a:custGeom>
              <a:noFill/>
              <a:ln w="17145">
                <a:solidFill>
                  <a:srgbClr val="427249"/>
                </a:solidFill>
              </a:ln>
            </p:spPr>
          </p:sp>
          <p:sp>
            <p:nvSpPr>
              <p:cNvPr id="287" name="287 path"/>
              <p:cNvSpPr/>
              <p:nvPr/>
            </p:nvSpPr>
            <p:spPr>
              <a:xfrm>
                <a:off x="9691497" y="7618000"/>
                <a:ext cx="87440" cy="95"/>
              </a:xfrm>
              <a:custGeom>
                <a:avLst/>
                <a:gdLst/>
                <a:ahLst/>
                <a:cxnLst/>
                <a:pathLst>
                  <a:path w="87440" h="95">
                    <a:moveTo>
                      <a:pt x="0" y="0"/>
                    </a:moveTo>
                    <a:lnTo>
                      <a:pt x="87440" y="0"/>
                    </a:lnTo>
                  </a:path>
                </a:pathLst>
              </a:custGeom>
              <a:noFill/>
              <a:ln w="17145">
                <a:solidFill>
                  <a:srgbClr val="427249"/>
                </a:solidFill>
              </a:ln>
            </p:spPr>
          </p:sp>
        </p:grpSp>
        <p:grpSp>
          <p:nvGrpSpPr>
            <p:cNvPr id="374" name="document-287"/>
            <p:cNvGrpSpPr/>
            <p:nvPr/>
          </p:nvGrpSpPr>
          <p:grpSpPr>
            <a:xfrm>
              <a:off x="9753600" y="7486650"/>
              <a:ext cx="257175" cy="352425"/>
              <a:chOff x="9753600" y="7486650"/>
              <a:chExt cx="257175" cy="352425"/>
            </a:xfrm>
          </p:grpSpPr>
          <p:sp>
            <p:nvSpPr>
              <p:cNvPr id="288" name="288 document"/>
              <p:cNvSpPr/>
              <p:nvPr/>
            </p:nvSpPr>
            <p:spPr>
              <a:xfrm>
                <a:off x="9753600" y="7486650"/>
                <a:ext cx="257175" cy="352425"/>
              </a:xfrm>
              <a:custGeom>
                <a:avLst/>
                <a:gdLst/>
                <a:ahLst/>
                <a:cxnLst/>
                <a:pathLst>
                  <a:path w="257175" h="352425">
                    <a:moveTo>
                      <a:pt x="0" y="0"/>
                    </a:moveTo>
                    <a:lnTo>
                      <a:pt x="159449" y="0"/>
                    </a:lnTo>
                    <a:lnTo>
                      <a:pt x="257175" y="102203"/>
                    </a:lnTo>
                    <a:lnTo>
                      <a:pt x="257175" y="352425"/>
                    </a:lnTo>
                    <a:lnTo>
                      <a:pt x="0" y="352425"/>
                    </a:lnTo>
                    <a:close/>
                  </a:path>
                </a:pathLst>
              </a:custGeom>
              <a:solidFill>
                <a:srgbClr val="F7FAFE"/>
              </a:solidFill>
              <a:ln w="19050">
                <a:solidFill>
                  <a:srgbClr val="427249"/>
                </a:solidFill>
              </a:ln>
            </p:spPr>
          </p:sp>
          <p:sp>
            <p:nvSpPr>
              <p:cNvPr id="289" name="289 path"/>
              <p:cNvSpPr/>
              <p:nvPr/>
            </p:nvSpPr>
            <p:spPr>
              <a:xfrm>
                <a:off x="9913049" y="7486650"/>
                <a:ext cx="97726" cy="102203"/>
              </a:xfrm>
              <a:custGeom>
                <a:avLst/>
                <a:gdLst/>
                <a:ahLst/>
                <a:cxnLst/>
                <a:pathLst>
                  <a:path w="97726" h="102203">
                    <a:moveTo>
                      <a:pt x="0" y="0"/>
                    </a:moveTo>
                    <a:lnTo>
                      <a:pt x="0" y="102203"/>
                    </a:lnTo>
                    <a:lnTo>
                      <a:pt x="97726" y="102203"/>
                    </a:lnTo>
                  </a:path>
                </a:pathLst>
              </a:custGeom>
              <a:noFill/>
              <a:ln w="16193">
                <a:solidFill>
                  <a:srgbClr val="427249"/>
                </a:solidFill>
              </a:ln>
            </p:spPr>
          </p:sp>
          <p:sp>
            <p:nvSpPr>
              <p:cNvPr id="290" name="290 path"/>
              <p:cNvSpPr/>
              <p:nvPr/>
            </p:nvSpPr>
            <p:spPr>
              <a:xfrm>
                <a:off x="9815322" y="7655814"/>
                <a:ext cx="126016" cy="95"/>
              </a:xfrm>
              <a:custGeom>
                <a:avLst/>
                <a:gdLst/>
                <a:ahLst/>
                <a:cxnLst/>
                <a:pathLst>
                  <a:path w="126016" h="95">
                    <a:moveTo>
                      <a:pt x="0" y="0"/>
                    </a:moveTo>
                    <a:lnTo>
                      <a:pt x="126016" y="0"/>
                    </a:lnTo>
                  </a:path>
                </a:pathLst>
              </a:custGeom>
              <a:noFill/>
              <a:ln w="17145">
                <a:solidFill>
                  <a:srgbClr val="427249"/>
                </a:solidFill>
              </a:ln>
            </p:spPr>
          </p:sp>
          <p:sp>
            <p:nvSpPr>
              <p:cNvPr id="291" name="291 path"/>
              <p:cNvSpPr/>
              <p:nvPr/>
            </p:nvSpPr>
            <p:spPr>
              <a:xfrm>
                <a:off x="9815322" y="7722775"/>
                <a:ext cx="87440" cy="95"/>
              </a:xfrm>
              <a:custGeom>
                <a:avLst/>
                <a:gdLst/>
                <a:ahLst/>
                <a:cxnLst/>
                <a:pathLst>
                  <a:path w="87440" h="95">
                    <a:moveTo>
                      <a:pt x="0" y="0"/>
                    </a:moveTo>
                    <a:lnTo>
                      <a:pt x="87440" y="0"/>
                    </a:lnTo>
                  </a:path>
                </a:pathLst>
              </a:custGeom>
              <a:noFill/>
              <a:ln w="17145">
                <a:solidFill>
                  <a:srgbClr val="427249"/>
                </a:solidFill>
              </a:ln>
            </p:spPr>
          </p:sp>
        </p:grpSp>
      </p:grpSp>
      <p:grpSp>
        <p:nvGrpSpPr>
          <p:cNvPr id="375" name="Evidence Retrieval and Context Reconstruction"/>
          <p:cNvGrpSpPr/>
          <p:nvPr/>
        </p:nvGrpSpPr>
        <p:grpSpPr>
          <a:xfrm>
            <a:off x="10391775" y="6562725"/>
            <a:ext cx="5105400" cy="1838325"/>
            <a:chOff x="10391775" y="6562725"/>
            <a:chExt cx="5105400" cy="1838325"/>
          </a:xfrm>
        </p:grpSpPr>
        <p:sp>
          <p:nvSpPr>
            <p:cNvPr id="292" name="292 rect"/>
            <p:cNvSpPr/>
            <p:nvPr/>
          </p:nvSpPr>
          <p:spPr>
            <a:xfrm>
              <a:off x="10391775" y="6562725"/>
              <a:ext cx="5105400" cy="1838325"/>
            </a:xfrm>
            <a:prstGeom prst="roundRect">
              <a:avLst>
                <a:gd name="adj" fmla="val 3627"/>
              </a:avLst>
            </a:prstGeom>
            <a:solidFill>
              <a:srgbClr val="FFFFFF"/>
            </a:solidFill>
            <a:ln w="9525">
              <a:solidFill>
                <a:srgbClr val="A6C5A8"/>
              </a:solidFill>
            </a:ln>
          </p:spPr>
        </p:sp>
        <p:sp>
          <p:nvSpPr>
            <p:cNvPr id="293" name="293 Evidence Retrieval &amp; Context Reconstruction"/>
            <p:cNvSpPr/>
            <p:nvPr/>
          </p:nvSpPr>
          <p:spPr>
            <a:xfrm>
              <a:off x="10610850" y="6619875"/>
              <a:ext cx="4733925" cy="242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40" b="1">
                  <a:solidFill>
                    <a:srgbClr val="244C2B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40" b="1">
                  <a:solidFill>
                    <a:srgbClr val="244C2B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Evidence Retrieval &amp; Context Reconstruction</a:t>
              </a:r>
              <a:endParaRPr sz="1540" b="1">
                <a:solidFill>
                  <a:srgbClr val="244C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94" name="294 rect"/>
            <p:cNvSpPr/>
            <p:nvPr/>
          </p:nvSpPr>
          <p:spPr>
            <a:xfrm>
              <a:off x="10525125" y="6915150"/>
              <a:ext cx="4810125" cy="1343025"/>
            </a:xfrm>
            <a:prstGeom prst="roundRect">
              <a:avLst>
                <a:gd name="adj" fmla="val 4965"/>
              </a:avLst>
            </a:prstGeom>
            <a:solidFill>
              <a:srgbClr val="FCFEFC"/>
            </a:solidFill>
            <a:ln w="7620">
              <a:solidFill>
                <a:srgbClr val="D4E2D4"/>
              </a:solidFill>
            </a:ln>
          </p:spPr>
        </p:sp>
        <p:grpSp>
          <p:nvGrpSpPr>
            <p:cNvPr id="376" name="database-294"/>
            <p:cNvGrpSpPr/>
            <p:nvPr/>
          </p:nvGrpSpPr>
          <p:grpSpPr>
            <a:xfrm>
              <a:off x="10810875" y="7134225"/>
              <a:ext cx="571595" cy="819150"/>
              <a:chOff x="10810875" y="7134225"/>
              <a:chExt cx="571595" cy="819150"/>
            </a:xfrm>
          </p:grpSpPr>
          <p:sp>
            <p:nvSpPr>
              <p:cNvPr id="295" name="295 rect"/>
              <p:cNvSpPr/>
              <p:nvPr/>
            </p:nvSpPr>
            <p:spPr>
              <a:xfrm>
                <a:off x="10810875" y="7265289"/>
                <a:ext cx="571500" cy="573405"/>
              </a:xfrm>
              <a:prstGeom prst="rect">
                <a:avLst/>
              </a:prstGeom>
              <a:gradFill>
                <a:gsLst>
                  <a:gs pos="0">
                    <a:srgbClr val="B7D4CE"/>
                  </a:gs>
                  <a:gs pos="100000">
                    <a:srgbClr val="5C8B83"/>
                  </a:gs>
                </a:gsLst>
                <a:lin ang="5400000"/>
              </a:gradFill>
              <a:ln w="0">
                <a:noFill/>
              </a:ln>
            </p:spPr>
          </p:sp>
          <p:sp>
            <p:nvSpPr>
              <p:cNvPr id="296" name="296 ellipse"/>
              <p:cNvSpPr/>
              <p:nvPr/>
            </p:nvSpPr>
            <p:spPr>
              <a:xfrm>
                <a:off x="10810875" y="7724013"/>
                <a:ext cx="571500" cy="229362"/>
              </a:xfrm>
              <a:prstGeom prst="ellipse">
                <a:avLst/>
              </a:prstGeom>
              <a:solidFill>
                <a:srgbClr val="5C8B83"/>
              </a:solidFill>
              <a:ln w="14288">
                <a:solidFill>
                  <a:srgbClr val="4D817A"/>
                </a:solidFill>
              </a:ln>
            </p:spPr>
          </p:sp>
          <p:sp>
            <p:nvSpPr>
              <p:cNvPr id="297" name="297 path"/>
              <p:cNvSpPr/>
              <p:nvPr/>
            </p:nvSpPr>
            <p:spPr>
              <a:xfrm>
                <a:off x="10810875" y="7461885"/>
                <a:ext cx="571500" cy="116729"/>
              </a:xfrm>
              <a:custGeom>
                <a:avLst/>
                <a:gdLst/>
                <a:ahLst/>
                <a:cxnLst/>
                <a:pathLst>
                  <a:path w="571500" h="116729">
                    <a:moveTo>
                      <a:pt x="0" y="0"/>
                    </a:moveTo>
                    <a:lnTo>
                      <a:pt x="9597" y="15045"/>
                    </a:lnTo>
                    <a:lnTo>
                      <a:pt x="21150" y="29053"/>
                    </a:lnTo>
                    <a:lnTo>
                      <a:pt x="34519" y="42022"/>
                    </a:lnTo>
                    <a:lnTo>
                      <a:pt x="49564" y="53955"/>
                    </a:lnTo>
                    <a:lnTo>
                      <a:pt x="66146" y="64849"/>
                    </a:lnTo>
                    <a:lnTo>
                      <a:pt x="84125" y="74706"/>
                    </a:lnTo>
                    <a:lnTo>
                      <a:pt x="103361" y="83526"/>
                    </a:lnTo>
                    <a:lnTo>
                      <a:pt x="123715" y="91308"/>
                    </a:lnTo>
                    <a:lnTo>
                      <a:pt x="145047" y="98052"/>
                    </a:lnTo>
                    <a:lnTo>
                      <a:pt x="167217" y="103759"/>
                    </a:lnTo>
                    <a:lnTo>
                      <a:pt x="190085" y="108428"/>
                    </a:lnTo>
                    <a:lnTo>
                      <a:pt x="213512" y="112060"/>
                    </a:lnTo>
                    <a:lnTo>
                      <a:pt x="237359" y="114654"/>
                    </a:lnTo>
                    <a:lnTo>
                      <a:pt x="261485" y="116210"/>
                    </a:lnTo>
                    <a:lnTo>
                      <a:pt x="285750" y="116729"/>
                    </a:lnTo>
                    <a:lnTo>
                      <a:pt x="310015" y="116210"/>
                    </a:lnTo>
                    <a:lnTo>
                      <a:pt x="334141" y="114654"/>
                    </a:lnTo>
                    <a:lnTo>
                      <a:pt x="357988" y="112060"/>
                    </a:lnTo>
                    <a:lnTo>
                      <a:pt x="381415" y="108428"/>
                    </a:lnTo>
                    <a:lnTo>
                      <a:pt x="404283" y="103759"/>
                    </a:lnTo>
                    <a:lnTo>
                      <a:pt x="426453" y="98052"/>
                    </a:lnTo>
                    <a:lnTo>
                      <a:pt x="447785" y="91308"/>
                    </a:lnTo>
                    <a:lnTo>
                      <a:pt x="468139" y="83526"/>
                    </a:lnTo>
                    <a:lnTo>
                      <a:pt x="487375" y="74706"/>
                    </a:lnTo>
                    <a:lnTo>
                      <a:pt x="505354" y="64849"/>
                    </a:lnTo>
                    <a:lnTo>
                      <a:pt x="521936" y="53955"/>
                    </a:lnTo>
                    <a:lnTo>
                      <a:pt x="536981" y="42022"/>
                    </a:lnTo>
                    <a:lnTo>
                      <a:pt x="550350" y="29053"/>
                    </a:lnTo>
                    <a:lnTo>
                      <a:pt x="561903" y="15045"/>
                    </a:lnTo>
                    <a:lnTo>
                      <a:pt x="571500" y="0"/>
                    </a:lnTo>
                  </a:path>
                </a:pathLst>
              </a:custGeom>
              <a:noFill/>
              <a:ln w="15240">
                <a:solidFill>
                  <a:srgbClr val="FFFFFF"/>
                </a:solidFill>
              </a:ln>
            </p:spPr>
          </p:sp>
          <p:sp>
            <p:nvSpPr>
              <p:cNvPr id="298" name="298 path"/>
              <p:cNvSpPr/>
              <p:nvPr/>
            </p:nvSpPr>
            <p:spPr>
              <a:xfrm>
                <a:off x="10810875" y="7658481"/>
                <a:ext cx="571500" cy="116729"/>
              </a:xfrm>
              <a:custGeom>
                <a:avLst/>
                <a:gdLst/>
                <a:ahLst/>
                <a:cxnLst/>
                <a:pathLst>
                  <a:path w="571500" h="116729">
                    <a:moveTo>
                      <a:pt x="0" y="0"/>
                    </a:moveTo>
                    <a:lnTo>
                      <a:pt x="9597" y="15045"/>
                    </a:lnTo>
                    <a:lnTo>
                      <a:pt x="21150" y="29053"/>
                    </a:lnTo>
                    <a:lnTo>
                      <a:pt x="34519" y="42022"/>
                    </a:lnTo>
                    <a:lnTo>
                      <a:pt x="49564" y="53955"/>
                    </a:lnTo>
                    <a:lnTo>
                      <a:pt x="66146" y="64849"/>
                    </a:lnTo>
                    <a:lnTo>
                      <a:pt x="84125" y="74706"/>
                    </a:lnTo>
                    <a:lnTo>
                      <a:pt x="103361" y="83526"/>
                    </a:lnTo>
                    <a:lnTo>
                      <a:pt x="123715" y="91308"/>
                    </a:lnTo>
                    <a:lnTo>
                      <a:pt x="145047" y="98052"/>
                    </a:lnTo>
                    <a:lnTo>
                      <a:pt x="167217" y="103759"/>
                    </a:lnTo>
                    <a:lnTo>
                      <a:pt x="190085" y="108428"/>
                    </a:lnTo>
                    <a:lnTo>
                      <a:pt x="213512" y="112060"/>
                    </a:lnTo>
                    <a:lnTo>
                      <a:pt x="237359" y="114654"/>
                    </a:lnTo>
                    <a:lnTo>
                      <a:pt x="261485" y="116210"/>
                    </a:lnTo>
                    <a:lnTo>
                      <a:pt x="285750" y="116729"/>
                    </a:lnTo>
                    <a:lnTo>
                      <a:pt x="310015" y="116210"/>
                    </a:lnTo>
                    <a:lnTo>
                      <a:pt x="334141" y="114654"/>
                    </a:lnTo>
                    <a:lnTo>
                      <a:pt x="357988" y="112060"/>
                    </a:lnTo>
                    <a:lnTo>
                      <a:pt x="381415" y="108428"/>
                    </a:lnTo>
                    <a:lnTo>
                      <a:pt x="404283" y="103759"/>
                    </a:lnTo>
                    <a:lnTo>
                      <a:pt x="426453" y="98052"/>
                    </a:lnTo>
                    <a:lnTo>
                      <a:pt x="447785" y="91308"/>
                    </a:lnTo>
                    <a:lnTo>
                      <a:pt x="468139" y="83526"/>
                    </a:lnTo>
                    <a:lnTo>
                      <a:pt x="487375" y="74706"/>
                    </a:lnTo>
                    <a:lnTo>
                      <a:pt x="505354" y="64849"/>
                    </a:lnTo>
                    <a:lnTo>
                      <a:pt x="521936" y="53955"/>
                    </a:lnTo>
                    <a:lnTo>
                      <a:pt x="536981" y="42022"/>
                    </a:lnTo>
                    <a:lnTo>
                      <a:pt x="550350" y="29053"/>
                    </a:lnTo>
                    <a:lnTo>
                      <a:pt x="561903" y="15045"/>
                    </a:lnTo>
                    <a:lnTo>
                      <a:pt x="571500" y="0"/>
                    </a:lnTo>
                  </a:path>
                </a:pathLst>
              </a:custGeom>
              <a:noFill/>
              <a:ln w="15240">
                <a:solidFill>
                  <a:srgbClr val="FFFFFF"/>
                </a:solidFill>
              </a:ln>
            </p:spPr>
          </p:sp>
          <p:sp>
            <p:nvSpPr>
              <p:cNvPr id="299" name="299 ellipse"/>
              <p:cNvSpPr/>
              <p:nvPr/>
            </p:nvSpPr>
            <p:spPr>
              <a:xfrm>
                <a:off x="10810875" y="7134225"/>
                <a:ext cx="571500" cy="221171"/>
              </a:xfrm>
              <a:prstGeom prst="ellipse">
                <a:avLst/>
              </a:prstGeom>
              <a:solidFill>
                <a:srgbClr val="C5DDD7"/>
              </a:solidFill>
              <a:ln w="14288">
                <a:solidFill>
                  <a:srgbClr val="4D817A"/>
                </a:solidFill>
              </a:ln>
            </p:spPr>
          </p:sp>
          <p:sp>
            <p:nvSpPr>
              <p:cNvPr id="300" name="300 path"/>
              <p:cNvSpPr/>
              <p:nvPr/>
            </p:nvSpPr>
            <p:spPr>
              <a:xfrm>
                <a:off x="10810875" y="7248906"/>
                <a:ext cx="95" cy="589788"/>
              </a:xfrm>
              <a:custGeom>
                <a:avLst/>
                <a:gdLst/>
                <a:ahLst/>
                <a:cxnLst/>
                <a:pathLst>
                  <a:path w="95" h="589788">
                    <a:moveTo>
                      <a:pt x="0" y="0"/>
                    </a:moveTo>
                    <a:lnTo>
                      <a:pt x="0" y="589788"/>
                    </a:lnTo>
                  </a:path>
                </a:pathLst>
              </a:custGeom>
              <a:noFill/>
              <a:ln w="12383">
                <a:solidFill>
                  <a:srgbClr val="4D817A"/>
                </a:solidFill>
              </a:ln>
            </p:spPr>
          </p:sp>
          <p:sp>
            <p:nvSpPr>
              <p:cNvPr id="301" name="301 path"/>
              <p:cNvSpPr/>
              <p:nvPr/>
            </p:nvSpPr>
            <p:spPr>
              <a:xfrm>
                <a:off x="11382375" y="7248906"/>
                <a:ext cx="95" cy="589788"/>
              </a:xfrm>
              <a:custGeom>
                <a:avLst/>
                <a:gdLst/>
                <a:ahLst/>
                <a:cxnLst/>
                <a:pathLst>
                  <a:path w="95" h="589788">
                    <a:moveTo>
                      <a:pt x="0" y="0"/>
                    </a:moveTo>
                    <a:lnTo>
                      <a:pt x="0" y="589788"/>
                    </a:lnTo>
                  </a:path>
                </a:pathLst>
              </a:custGeom>
              <a:noFill/>
              <a:ln w="12383">
                <a:solidFill>
                  <a:srgbClr val="4D817A"/>
                </a:solidFill>
              </a:ln>
            </p:spPr>
          </p:sp>
        </p:grpSp>
        <p:sp>
          <p:nvSpPr>
            <p:cNvPr id="302" name="302 Evidence store"/>
            <p:cNvSpPr/>
            <p:nvPr/>
          </p:nvSpPr>
          <p:spPr>
            <a:xfrm>
              <a:off x="10620375" y="8010525"/>
              <a:ext cx="1057275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50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Evidence store</a:t>
              </a:r>
              <a:endParaRPr sz="1350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03" name="303 path"/>
            <p:cNvSpPr/>
            <p:nvPr/>
          </p:nvSpPr>
          <p:spPr>
            <a:xfrm>
              <a:off x="11487150" y="7591425"/>
              <a:ext cx="266700" cy="95"/>
            </a:xfrm>
            <a:custGeom>
              <a:avLst/>
              <a:gdLst/>
              <a:ahLst/>
              <a:cxnLst/>
              <a:pathLst>
                <a:path w="266700" h="9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15240">
              <a:solidFill>
                <a:srgbClr val="385C8A"/>
              </a:solidFill>
            </a:ln>
          </p:spPr>
        </p:sp>
        <p:sp>
          <p:nvSpPr>
            <p:cNvPr id="304" name="304 arrow head"/>
            <p:cNvSpPr/>
            <p:nvPr/>
          </p:nvSpPr>
          <p:spPr>
            <a:xfrm>
              <a:off x="11677650" y="7554849"/>
              <a:ext cx="76200" cy="73152"/>
            </a:xfrm>
            <a:custGeom>
              <a:avLst/>
              <a:gdLst/>
              <a:ahLst/>
              <a:cxnLst/>
              <a:pathLst>
                <a:path w="76200" h="73152">
                  <a:moveTo>
                    <a:pt x="76200" y="36576"/>
                  </a:moveTo>
                  <a:lnTo>
                    <a:pt x="0" y="0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385C8A"/>
            </a:solidFill>
            <a:ln w="4763">
              <a:solidFill>
                <a:srgbClr val="385C8A"/>
              </a:solidFill>
            </a:ln>
          </p:spPr>
        </p:sp>
        <p:sp>
          <p:nvSpPr>
            <p:cNvPr id="305" name="305 rect"/>
            <p:cNvSpPr/>
            <p:nvPr/>
          </p:nvSpPr>
          <p:spPr>
            <a:xfrm>
              <a:off x="11839575" y="6943725"/>
              <a:ext cx="1609725" cy="247650"/>
            </a:xfrm>
            <a:prstGeom prst="roundRect">
              <a:avLst>
                <a:gd name="adj" fmla="val 15385"/>
              </a:avLst>
            </a:prstGeom>
            <a:solidFill>
              <a:srgbClr val="E9F2E7"/>
            </a:solidFill>
            <a:ln w="6668">
              <a:solidFill>
                <a:srgbClr val="C7DAC6"/>
              </a:solidFill>
            </a:ln>
          </p:spPr>
        </p:sp>
        <p:grpSp>
          <p:nvGrpSpPr>
            <p:cNvPr id="377" name="document-305"/>
            <p:cNvGrpSpPr/>
            <p:nvPr/>
          </p:nvGrpSpPr>
          <p:grpSpPr>
            <a:xfrm>
              <a:off x="12001500" y="7000875"/>
              <a:ext cx="95250" cy="152400"/>
              <a:chOff x="12001500" y="7000875"/>
              <a:chExt cx="95250" cy="152400"/>
            </a:xfrm>
          </p:grpSpPr>
          <p:sp>
            <p:nvSpPr>
              <p:cNvPr id="306" name="306 document"/>
              <p:cNvSpPr/>
              <p:nvPr/>
            </p:nvSpPr>
            <p:spPr>
              <a:xfrm>
                <a:off x="12001500" y="7000875"/>
                <a:ext cx="95250" cy="152400"/>
              </a:xfrm>
              <a:custGeom>
                <a:avLst/>
                <a:gdLst/>
                <a:ahLst/>
                <a:cxnLst/>
                <a:pathLst>
                  <a:path w="95250" h="152400">
                    <a:moveTo>
                      <a:pt x="0" y="0"/>
                    </a:moveTo>
                    <a:lnTo>
                      <a:pt x="59055" y="0"/>
                    </a:lnTo>
                    <a:lnTo>
                      <a:pt x="95250" y="44196"/>
                    </a:lnTo>
                    <a:lnTo>
                      <a:pt x="9525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F7FAFE"/>
              </a:solidFill>
              <a:ln w="19050">
                <a:solidFill>
                  <a:srgbClr val="182B43"/>
                </a:solidFill>
              </a:ln>
            </p:spPr>
          </p:sp>
          <p:sp>
            <p:nvSpPr>
              <p:cNvPr id="307" name="307 path"/>
              <p:cNvSpPr/>
              <p:nvPr/>
            </p:nvSpPr>
            <p:spPr>
              <a:xfrm>
                <a:off x="12060555" y="7000875"/>
                <a:ext cx="36195" cy="44196"/>
              </a:xfrm>
              <a:custGeom>
                <a:avLst/>
                <a:gdLst/>
                <a:ahLst/>
                <a:cxnLst/>
                <a:pathLst>
                  <a:path w="36195" h="44196">
                    <a:moveTo>
                      <a:pt x="0" y="0"/>
                    </a:moveTo>
                    <a:lnTo>
                      <a:pt x="0" y="44196"/>
                    </a:lnTo>
                    <a:lnTo>
                      <a:pt x="36195" y="44196"/>
                    </a:lnTo>
                  </a:path>
                </a:pathLst>
              </a:custGeom>
              <a:noFill/>
              <a:ln w="16193">
                <a:solidFill>
                  <a:srgbClr val="182B43"/>
                </a:solidFill>
              </a:ln>
            </p:spPr>
          </p:sp>
          <p:sp>
            <p:nvSpPr>
              <p:cNvPr id="308" name="308 path"/>
              <p:cNvSpPr/>
              <p:nvPr/>
            </p:nvSpPr>
            <p:spPr>
              <a:xfrm>
                <a:off x="12024360" y="7074027"/>
                <a:ext cx="46672" cy="95"/>
              </a:xfrm>
              <a:custGeom>
                <a:avLst/>
                <a:gdLst/>
                <a:ahLst/>
                <a:cxnLst/>
                <a:pathLst>
                  <a:path w="46672" h="95">
                    <a:moveTo>
                      <a:pt x="0" y="0"/>
                    </a:moveTo>
                    <a:lnTo>
                      <a:pt x="46672" y="0"/>
                    </a:lnTo>
                  </a:path>
                </a:pathLst>
              </a:custGeom>
              <a:noFill/>
              <a:ln w="17145">
                <a:solidFill>
                  <a:srgbClr val="182B43"/>
                </a:solidFill>
              </a:ln>
            </p:spPr>
          </p:sp>
          <p:sp>
            <p:nvSpPr>
              <p:cNvPr id="309" name="309 path"/>
              <p:cNvSpPr/>
              <p:nvPr/>
            </p:nvSpPr>
            <p:spPr>
              <a:xfrm>
                <a:off x="12024360" y="7102983"/>
                <a:ext cx="32385" cy="95"/>
              </a:xfrm>
              <a:custGeom>
                <a:avLst/>
                <a:gdLst/>
                <a:ahLst/>
                <a:cxnLst/>
                <a:pathLst>
                  <a:path w="32385" h="95">
                    <a:moveTo>
                      <a:pt x="0" y="0"/>
                    </a:moveTo>
                    <a:lnTo>
                      <a:pt x="32385" y="0"/>
                    </a:lnTo>
                  </a:path>
                </a:pathLst>
              </a:custGeom>
              <a:noFill/>
              <a:ln w="17145">
                <a:solidFill>
                  <a:srgbClr val="182B43"/>
                </a:solidFill>
              </a:ln>
            </p:spPr>
          </p:sp>
        </p:grpSp>
        <p:sp>
          <p:nvSpPr>
            <p:cNvPr id="310" name="310 Code snippets"/>
            <p:cNvSpPr/>
            <p:nvPr/>
          </p:nvSpPr>
          <p:spPr>
            <a:xfrm>
              <a:off x="12268200" y="6953250"/>
              <a:ext cx="1095375" cy="2066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15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15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Code snippets</a:t>
              </a:r>
              <a:endParaRPr sz="1315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11" name="311 rect"/>
            <p:cNvSpPr/>
            <p:nvPr/>
          </p:nvSpPr>
          <p:spPr>
            <a:xfrm>
              <a:off x="11839575" y="7210425"/>
              <a:ext cx="1609725" cy="247650"/>
            </a:xfrm>
            <a:prstGeom prst="roundRect">
              <a:avLst>
                <a:gd name="adj" fmla="val 15385"/>
              </a:avLst>
            </a:prstGeom>
            <a:solidFill>
              <a:srgbClr val="E9F2E7"/>
            </a:solidFill>
            <a:ln w="6668">
              <a:solidFill>
                <a:srgbClr val="C7DAC6"/>
              </a:solidFill>
            </a:ln>
          </p:spPr>
        </p:sp>
        <p:grpSp>
          <p:nvGrpSpPr>
            <p:cNvPr id="378" name="document-311"/>
            <p:cNvGrpSpPr/>
            <p:nvPr/>
          </p:nvGrpSpPr>
          <p:grpSpPr>
            <a:xfrm>
              <a:off x="12001500" y="7267575"/>
              <a:ext cx="95250" cy="152400"/>
              <a:chOff x="12001500" y="7267575"/>
              <a:chExt cx="95250" cy="152400"/>
            </a:xfrm>
          </p:grpSpPr>
          <p:sp>
            <p:nvSpPr>
              <p:cNvPr id="312" name="312 document"/>
              <p:cNvSpPr/>
              <p:nvPr/>
            </p:nvSpPr>
            <p:spPr>
              <a:xfrm>
                <a:off x="12001500" y="7267575"/>
                <a:ext cx="95250" cy="152400"/>
              </a:xfrm>
              <a:custGeom>
                <a:avLst/>
                <a:gdLst/>
                <a:ahLst/>
                <a:cxnLst/>
                <a:pathLst>
                  <a:path w="95250" h="152400">
                    <a:moveTo>
                      <a:pt x="0" y="0"/>
                    </a:moveTo>
                    <a:lnTo>
                      <a:pt x="59055" y="0"/>
                    </a:lnTo>
                    <a:lnTo>
                      <a:pt x="95250" y="44196"/>
                    </a:lnTo>
                    <a:lnTo>
                      <a:pt x="9525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F7FAFE"/>
              </a:solidFill>
              <a:ln w="19050">
                <a:solidFill>
                  <a:srgbClr val="182B43"/>
                </a:solidFill>
              </a:ln>
            </p:spPr>
          </p:sp>
          <p:sp>
            <p:nvSpPr>
              <p:cNvPr id="313" name="313 path"/>
              <p:cNvSpPr/>
              <p:nvPr/>
            </p:nvSpPr>
            <p:spPr>
              <a:xfrm>
                <a:off x="12060555" y="7267575"/>
                <a:ext cx="36195" cy="44196"/>
              </a:xfrm>
              <a:custGeom>
                <a:avLst/>
                <a:gdLst/>
                <a:ahLst/>
                <a:cxnLst/>
                <a:pathLst>
                  <a:path w="36195" h="44196">
                    <a:moveTo>
                      <a:pt x="0" y="0"/>
                    </a:moveTo>
                    <a:lnTo>
                      <a:pt x="0" y="44196"/>
                    </a:lnTo>
                    <a:lnTo>
                      <a:pt x="36195" y="44196"/>
                    </a:lnTo>
                  </a:path>
                </a:pathLst>
              </a:custGeom>
              <a:noFill/>
              <a:ln w="16193">
                <a:solidFill>
                  <a:srgbClr val="182B43"/>
                </a:solidFill>
              </a:ln>
            </p:spPr>
          </p:sp>
          <p:sp>
            <p:nvSpPr>
              <p:cNvPr id="314" name="314 path"/>
              <p:cNvSpPr/>
              <p:nvPr/>
            </p:nvSpPr>
            <p:spPr>
              <a:xfrm>
                <a:off x="12024360" y="7340727"/>
                <a:ext cx="46672" cy="95"/>
              </a:xfrm>
              <a:custGeom>
                <a:avLst/>
                <a:gdLst/>
                <a:ahLst/>
                <a:cxnLst/>
                <a:pathLst>
                  <a:path w="46672" h="95">
                    <a:moveTo>
                      <a:pt x="0" y="0"/>
                    </a:moveTo>
                    <a:lnTo>
                      <a:pt x="46672" y="0"/>
                    </a:lnTo>
                  </a:path>
                </a:pathLst>
              </a:custGeom>
              <a:noFill/>
              <a:ln w="17145">
                <a:solidFill>
                  <a:srgbClr val="182B43"/>
                </a:solidFill>
              </a:ln>
            </p:spPr>
          </p:sp>
          <p:sp>
            <p:nvSpPr>
              <p:cNvPr id="315" name="315 path"/>
              <p:cNvSpPr/>
              <p:nvPr/>
            </p:nvSpPr>
            <p:spPr>
              <a:xfrm>
                <a:off x="12024360" y="7369683"/>
                <a:ext cx="32385" cy="95"/>
              </a:xfrm>
              <a:custGeom>
                <a:avLst/>
                <a:gdLst/>
                <a:ahLst/>
                <a:cxnLst/>
                <a:pathLst>
                  <a:path w="32385" h="95">
                    <a:moveTo>
                      <a:pt x="0" y="0"/>
                    </a:moveTo>
                    <a:lnTo>
                      <a:pt x="32385" y="0"/>
                    </a:lnTo>
                  </a:path>
                </a:pathLst>
              </a:custGeom>
              <a:noFill/>
              <a:ln w="17145">
                <a:solidFill>
                  <a:srgbClr val="182B43"/>
                </a:solidFill>
              </a:ln>
            </p:spPr>
          </p:sp>
        </p:grpSp>
        <p:sp>
          <p:nvSpPr>
            <p:cNvPr id="316" name="316 Test results"/>
            <p:cNvSpPr/>
            <p:nvPr/>
          </p:nvSpPr>
          <p:spPr>
            <a:xfrm>
              <a:off x="12268200" y="7219950"/>
              <a:ext cx="1095375" cy="2066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15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15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Test results</a:t>
              </a:r>
              <a:endParaRPr sz="1315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17" name="317 rect"/>
            <p:cNvSpPr/>
            <p:nvPr/>
          </p:nvSpPr>
          <p:spPr>
            <a:xfrm>
              <a:off x="11839575" y="7477125"/>
              <a:ext cx="1609725" cy="247650"/>
            </a:xfrm>
            <a:prstGeom prst="roundRect">
              <a:avLst>
                <a:gd name="adj" fmla="val 15385"/>
              </a:avLst>
            </a:prstGeom>
            <a:solidFill>
              <a:srgbClr val="E9F2E7"/>
            </a:solidFill>
            <a:ln w="6668">
              <a:solidFill>
                <a:srgbClr val="C7DAC6"/>
              </a:solidFill>
            </a:ln>
          </p:spPr>
        </p:sp>
        <p:grpSp>
          <p:nvGrpSpPr>
            <p:cNvPr id="379" name="document-317"/>
            <p:cNvGrpSpPr/>
            <p:nvPr/>
          </p:nvGrpSpPr>
          <p:grpSpPr>
            <a:xfrm>
              <a:off x="12001500" y="7534275"/>
              <a:ext cx="95250" cy="152400"/>
              <a:chOff x="12001500" y="7534275"/>
              <a:chExt cx="95250" cy="152400"/>
            </a:xfrm>
          </p:grpSpPr>
          <p:sp>
            <p:nvSpPr>
              <p:cNvPr id="318" name="318 document"/>
              <p:cNvSpPr/>
              <p:nvPr/>
            </p:nvSpPr>
            <p:spPr>
              <a:xfrm>
                <a:off x="12001500" y="7534275"/>
                <a:ext cx="95250" cy="152400"/>
              </a:xfrm>
              <a:custGeom>
                <a:avLst/>
                <a:gdLst/>
                <a:ahLst/>
                <a:cxnLst/>
                <a:pathLst>
                  <a:path w="95250" h="152400">
                    <a:moveTo>
                      <a:pt x="0" y="0"/>
                    </a:moveTo>
                    <a:lnTo>
                      <a:pt x="59055" y="0"/>
                    </a:lnTo>
                    <a:lnTo>
                      <a:pt x="95250" y="44196"/>
                    </a:lnTo>
                    <a:lnTo>
                      <a:pt x="9525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F7FAFE"/>
              </a:solidFill>
              <a:ln w="19050">
                <a:solidFill>
                  <a:srgbClr val="182B43"/>
                </a:solidFill>
              </a:ln>
            </p:spPr>
          </p:sp>
          <p:sp>
            <p:nvSpPr>
              <p:cNvPr id="319" name="319 path"/>
              <p:cNvSpPr/>
              <p:nvPr/>
            </p:nvSpPr>
            <p:spPr>
              <a:xfrm>
                <a:off x="12060555" y="7534275"/>
                <a:ext cx="36195" cy="44196"/>
              </a:xfrm>
              <a:custGeom>
                <a:avLst/>
                <a:gdLst/>
                <a:ahLst/>
                <a:cxnLst/>
                <a:pathLst>
                  <a:path w="36195" h="44196">
                    <a:moveTo>
                      <a:pt x="0" y="0"/>
                    </a:moveTo>
                    <a:lnTo>
                      <a:pt x="0" y="44196"/>
                    </a:lnTo>
                    <a:lnTo>
                      <a:pt x="36195" y="44196"/>
                    </a:lnTo>
                  </a:path>
                </a:pathLst>
              </a:custGeom>
              <a:noFill/>
              <a:ln w="16193">
                <a:solidFill>
                  <a:srgbClr val="182B43"/>
                </a:solidFill>
              </a:ln>
            </p:spPr>
          </p:sp>
          <p:sp>
            <p:nvSpPr>
              <p:cNvPr id="320" name="320 path"/>
              <p:cNvSpPr/>
              <p:nvPr/>
            </p:nvSpPr>
            <p:spPr>
              <a:xfrm>
                <a:off x="12024360" y="7607427"/>
                <a:ext cx="46672" cy="95"/>
              </a:xfrm>
              <a:custGeom>
                <a:avLst/>
                <a:gdLst/>
                <a:ahLst/>
                <a:cxnLst/>
                <a:pathLst>
                  <a:path w="46672" h="95">
                    <a:moveTo>
                      <a:pt x="0" y="0"/>
                    </a:moveTo>
                    <a:lnTo>
                      <a:pt x="46672" y="0"/>
                    </a:lnTo>
                  </a:path>
                </a:pathLst>
              </a:custGeom>
              <a:noFill/>
              <a:ln w="17145">
                <a:solidFill>
                  <a:srgbClr val="182B43"/>
                </a:solidFill>
              </a:ln>
            </p:spPr>
          </p:sp>
          <p:sp>
            <p:nvSpPr>
              <p:cNvPr id="321" name="321 path"/>
              <p:cNvSpPr/>
              <p:nvPr/>
            </p:nvSpPr>
            <p:spPr>
              <a:xfrm>
                <a:off x="12024360" y="7636383"/>
                <a:ext cx="32385" cy="95"/>
              </a:xfrm>
              <a:custGeom>
                <a:avLst/>
                <a:gdLst/>
                <a:ahLst/>
                <a:cxnLst/>
                <a:pathLst>
                  <a:path w="32385" h="95">
                    <a:moveTo>
                      <a:pt x="0" y="0"/>
                    </a:moveTo>
                    <a:lnTo>
                      <a:pt x="32385" y="0"/>
                    </a:lnTo>
                  </a:path>
                </a:pathLst>
              </a:custGeom>
              <a:noFill/>
              <a:ln w="17145">
                <a:solidFill>
                  <a:srgbClr val="182B43"/>
                </a:solidFill>
              </a:ln>
            </p:spPr>
          </p:sp>
        </p:grpSp>
        <p:sp>
          <p:nvSpPr>
            <p:cNvPr id="322" name="322 Error logs"/>
            <p:cNvSpPr/>
            <p:nvPr/>
          </p:nvSpPr>
          <p:spPr>
            <a:xfrm>
              <a:off x="12268200" y="7486650"/>
              <a:ext cx="1095375" cy="2066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15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15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Error logs</a:t>
              </a:r>
              <a:endParaRPr sz="1315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23" name="323 rect"/>
            <p:cNvSpPr/>
            <p:nvPr/>
          </p:nvSpPr>
          <p:spPr>
            <a:xfrm>
              <a:off x="11839575" y="7743825"/>
              <a:ext cx="1609725" cy="247650"/>
            </a:xfrm>
            <a:prstGeom prst="roundRect">
              <a:avLst>
                <a:gd name="adj" fmla="val 15385"/>
              </a:avLst>
            </a:prstGeom>
            <a:solidFill>
              <a:srgbClr val="E9F2E7"/>
            </a:solidFill>
            <a:ln w="6668">
              <a:solidFill>
                <a:srgbClr val="C7DAC6"/>
              </a:solidFill>
            </a:ln>
          </p:spPr>
        </p:sp>
        <p:grpSp>
          <p:nvGrpSpPr>
            <p:cNvPr id="380" name="document-323"/>
            <p:cNvGrpSpPr/>
            <p:nvPr/>
          </p:nvGrpSpPr>
          <p:grpSpPr>
            <a:xfrm>
              <a:off x="12001500" y="7800975"/>
              <a:ext cx="95250" cy="152400"/>
              <a:chOff x="12001500" y="7800975"/>
              <a:chExt cx="95250" cy="152400"/>
            </a:xfrm>
          </p:grpSpPr>
          <p:sp>
            <p:nvSpPr>
              <p:cNvPr id="324" name="324 document"/>
              <p:cNvSpPr/>
              <p:nvPr/>
            </p:nvSpPr>
            <p:spPr>
              <a:xfrm>
                <a:off x="12001500" y="7800975"/>
                <a:ext cx="95250" cy="152400"/>
              </a:xfrm>
              <a:custGeom>
                <a:avLst/>
                <a:gdLst/>
                <a:ahLst/>
                <a:cxnLst/>
                <a:pathLst>
                  <a:path w="95250" h="152400">
                    <a:moveTo>
                      <a:pt x="0" y="0"/>
                    </a:moveTo>
                    <a:lnTo>
                      <a:pt x="59055" y="0"/>
                    </a:lnTo>
                    <a:lnTo>
                      <a:pt x="95250" y="44196"/>
                    </a:lnTo>
                    <a:lnTo>
                      <a:pt x="9525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F7FAFE"/>
              </a:solidFill>
              <a:ln w="19050">
                <a:solidFill>
                  <a:srgbClr val="182B43"/>
                </a:solidFill>
              </a:ln>
            </p:spPr>
          </p:sp>
          <p:sp>
            <p:nvSpPr>
              <p:cNvPr id="325" name="325 path"/>
              <p:cNvSpPr/>
              <p:nvPr/>
            </p:nvSpPr>
            <p:spPr>
              <a:xfrm>
                <a:off x="12060555" y="7800975"/>
                <a:ext cx="36195" cy="44196"/>
              </a:xfrm>
              <a:custGeom>
                <a:avLst/>
                <a:gdLst/>
                <a:ahLst/>
                <a:cxnLst/>
                <a:pathLst>
                  <a:path w="36195" h="44196">
                    <a:moveTo>
                      <a:pt x="0" y="0"/>
                    </a:moveTo>
                    <a:lnTo>
                      <a:pt x="0" y="44196"/>
                    </a:lnTo>
                    <a:lnTo>
                      <a:pt x="36195" y="44196"/>
                    </a:lnTo>
                  </a:path>
                </a:pathLst>
              </a:custGeom>
              <a:noFill/>
              <a:ln w="16193">
                <a:solidFill>
                  <a:srgbClr val="182B43"/>
                </a:solidFill>
              </a:ln>
            </p:spPr>
          </p:sp>
          <p:sp>
            <p:nvSpPr>
              <p:cNvPr id="326" name="326 path"/>
              <p:cNvSpPr/>
              <p:nvPr/>
            </p:nvSpPr>
            <p:spPr>
              <a:xfrm>
                <a:off x="12024360" y="7874127"/>
                <a:ext cx="46672" cy="95"/>
              </a:xfrm>
              <a:custGeom>
                <a:avLst/>
                <a:gdLst/>
                <a:ahLst/>
                <a:cxnLst/>
                <a:pathLst>
                  <a:path w="46672" h="95">
                    <a:moveTo>
                      <a:pt x="0" y="0"/>
                    </a:moveTo>
                    <a:lnTo>
                      <a:pt x="46672" y="0"/>
                    </a:lnTo>
                  </a:path>
                </a:pathLst>
              </a:custGeom>
              <a:noFill/>
              <a:ln w="17145">
                <a:solidFill>
                  <a:srgbClr val="182B43"/>
                </a:solidFill>
              </a:ln>
            </p:spPr>
          </p:sp>
          <p:sp>
            <p:nvSpPr>
              <p:cNvPr id="327" name="327 path"/>
              <p:cNvSpPr/>
              <p:nvPr/>
            </p:nvSpPr>
            <p:spPr>
              <a:xfrm>
                <a:off x="12024360" y="7903083"/>
                <a:ext cx="32385" cy="95"/>
              </a:xfrm>
              <a:custGeom>
                <a:avLst/>
                <a:gdLst/>
                <a:ahLst/>
                <a:cxnLst/>
                <a:pathLst>
                  <a:path w="32385" h="95">
                    <a:moveTo>
                      <a:pt x="0" y="0"/>
                    </a:moveTo>
                    <a:lnTo>
                      <a:pt x="32385" y="0"/>
                    </a:lnTo>
                  </a:path>
                </a:pathLst>
              </a:custGeom>
              <a:noFill/>
              <a:ln w="17145">
                <a:solidFill>
                  <a:srgbClr val="182B43"/>
                </a:solidFill>
              </a:ln>
            </p:spPr>
          </p:sp>
        </p:grpSp>
        <p:sp>
          <p:nvSpPr>
            <p:cNvPr id="328" name="328 Historical fixes"/>
            <p:cNvSpPr/>
            <p:nvPr/>
          </p:nvSpPr>
          <p:spPr>
            <a:xfrm>
              <a:off x="12268200" y="7753350"/>
              <a:ext cx="1095375" cy="2066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15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15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Historical fixes</a:t>
              </a:r>
              <a:endParaRPr sz="1315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29" name="329 rect"/>
            <p:cNvSpPr/>
            <p:nvPr/>
          </p:nvSpPr>
          <p:spPr>
            <a:xfrm>
              <a:off x="11839575" y="8010525"/>
              <a:ext cx="1609725" cy="247650"/>
            </a:xfrm>
            <a:prstGeom prst="roundRect">
              <a:avLst>
                <a:gd name="adj" fmla="val 15385"/>
              </a:avLst>
            </a:prstGeom>
            <a:solidFill>
              <a:srgbClr val="E9F2E7"/>
            </a:solidFill>
            <a:ln w="6668">
              <a:solidFill>
                <a:srgbClr val="C7DAC6"/>
              </a:solidFill>
            </a:ln>
          </p:spPr>
        </p:sp>
        <p:grpSp>
          <p:nvGrpSpPr>
            <p:cNvPr id="381" name="document-329"/>
            <p:cNvGrpSpPr/>
            <p:nvPr/>
          </p:nvGrpSpPr>
          <p:grpSpPr>
            <a:xfrm>
              <a:off x="12001500" y="8067675"/>
              <a:ext cx="95250" cy="152400"/>
              <a:chOff x="12001500" y="8067675"/>
              <a:chExt cx="95250" cy="152400"/>
            </a:xfrm>
          </p:grpSpPr>
          <p:sp>
            <p:nvSpPr>
              <p:cNvPr id="330" name="330 document"/>
              <p:cNvSpPr/>
              <p:nvPr/>
            </p:nvSpPr>
            <p:spPr>
              <a:xfrm>
                <a:off x="12001500" y="8067675"/>
                <a:ext cx="95250" cy="152400"/>
              </a:xfrm>
              <a:custGeom>
                <a:avLst/>
                <a:gdLst/>
                <a:ahLst/>
                <a:cxnLst/>
                <a:pathLst>
                  <a:path w="95250" h="152400">
                    <a:moveTo>
                      <a:pt x="0" y="0"/>
                    </a:moveTo>
                    <a:lnTo>
                      <a:pt x="59055" y="0"/>
                    </a:lnTo>
                    <a:lnTo>
                      <a:pt x="95250" y="44196"/>
                    </a:lnTo>
                    <a:lnTo>
                      <a:pt x="9525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F7FAFE"/>
              </a:solidFill>
              <a:ln w="19050">
                <a:solidFill>
                  <a:srgbClr val="182B43"/>
                </a:solidFill>
              </a:ln>
            </p:spPr>
          </p:sp>
          <p:sp>
            <p:nvSpPr>
              <p:cNvPr id="331" name="331 path"/>
              <p:cNvSpPr/>
              <p:nvPr/>
            </p:nvSpPr>
            <p:spPr>
              <a:xfrm>
                <a:off x="12060555" y="8067675"/>
                <a:ext cx="36195" cy="44196"/>
              </a:xfrm>
              <a:custGeom>
                <a:avLst/>
                <a:gdLst/>
                <a:ahLst/>
                <a:cxnLst/>
                <a:pathLst>
                  <a:path w="36195" h="44196">
                    <a:moveTo>
                      <a:pt x="0" y="0"/>
                    </a:moveTo>
                    <a:lnTo>
                      <a:pt x="0" y="44196"/>
                    </a:lnTo>
                    <a:lnTo>
                      <a:pt x="36195" y="44196"/>
                    </a:lnTo>
                  </a:path>
                </a:pathLst>
              </a:custGeom>
              <a:noFill/>
              <a:ln w="16193">
                <a:solidFill>
                  <a:srgbClr val="182B43"/>
                </a:solidFill>
              </a:ln>
            </p:spPr>
          </p:sp>
          <p:sp>
            <p:nvSpPr>
              <p:cNvPr id="332" name="332 path"/>
              <p:cNvSpPr/>
              <p:nvPr/>
            </p:nvSpPr>
            <p:spPr>
              <a:xfrm>
                <a:off x="12024360" y="8140827"/>
                <a:ext cx="46672" cy="95"/>
              </a:xfrm>
              <a:custGeom>
                <a:avLst/>
                <a:gdLst/>
                <a:ahLst/>
                <a:cxnLst/>
                <a:pathLst>
                  <a:path w="46672" h="95">
                    <a:moveTo>
                      <a:pt x="0" y="0"/>
                    </a:moveTo>
                    <a:lnTo>
                      <a:pt x="46672" y="0"/>
                    </a:lnTo>
                  </a:path>
                </a:pathLst>
              </a:custGeom>
              <a:noFill/>
              <a:ln w="17145">
                <a:solidFill>
                  <a:srgbClr val="182B43"/>
                </a:solidFill>
              </a:ln>
            </p:spPr>
          </p:sp>
          <p:sp>
            <p:nvSpPr>
              <p:cNvPr id="333" name="333 path"/>
              <p:cNvSpPr/>
              <p:nvPr/>
            </p:nvSpPr>
            <p:spPr>
              <a:xfrm>
                <a:off x="12024360" y="8169783"/>
                <a:ext cx="32385" cy="95"/>
              </a:xfrm>
              <a:custGeom>
                <a:avLst/>
                <a:gdLst/>
                <a:ahLst/>
                <a:cxnLst/>
                <a:pathLst>
                  <a:path w="32385" h="95">
                    <a:moveTo>
                      <a:pt x="0" y="0"/>
                    </a:moveTo>
                    <a:lnTo>
                      <a:pt x="32385" y="0"/>
                    </a:lnTo>
                  </a:path>
                </a:pathLst>
              </a:custGeom>
              <a:noFill/>
              <a:ln w="17145">
                <a:solidFill>
                  <a:srgbClr val="182B43"/>
                </a:solidFill>
              </a:ln>
            </p:spPr>
          </p:sp>
        </p:grpSp>
        <p:sp>
          <p:nvSpPr>
            <p:cNvPr id="334" name="334 …"/>
            <p:cNvSpPr/>
            <p:nvPr/>
          </p:nvSpPr>
          <p:spPr>
            <a:xfrm>
              <a:off x="12268200" y="8020050"/>
              <a:ext cx="1095375" cy="2066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15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15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…</a:t>
              </a:r>
              <a:endParaRPr sz="1315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35" name="335 path"/>
            <p:cNvSpPr/>
            <p:nvPr/>
          </p:nvSpPr>
          <p:spPr>
            <a:xfrm>
              <a:off x="13649325" y="7000875"/>
              <a:ext cx="95" cy="1181100"/>
            </a:xfrm>
            <a:custGeom>
              <a:avLst/>
              <a:gdLst/>
              <a:ahLst/>
              <a:cxnLst/>
              <a:pathLst>
                <a:path w="95" h="1181100">
                  <a:moveTo>
                    <a:pt x="0" y="0"/>
                  </a:moveTo>
                  <a:lnTo>
                    <a:pt x="0" y="1181100"/>
                  </a:lnTo>
                </a:path>
              </a:pathLst>
            </a:custGeom>
            <a:noFill/>
            <a:ln w="7620">
              <a:solidFill>
                <a:srgbClr val="D3E0F4"/>
              </a:solidFill>
            </a:ln>
          </p:spPr>
        </p:sp>
        <p:sp>
          <p:nvSpPr>
            <p:cNvPr id="336" name="336 path"/>
            <p:cNvSpPr/>
            <p:nvPr/>
          </p:nvSpPr>
          <p:spPr>
            <a:xfrm>
              <a:off x="13506450" y="7600950"/>
              <a:ext cx="209550" cy="95"/>
            </a:xfrm>
            <a:custGeom>
              <a:avLst/>
              <a:gdLst/>
              <a:ahLst/>
              <a:cxnLst/>
              <a:pathLst>
                <a:path w="209550" h="9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15240">
              <a:solidFill>
                <a:srgbClr val="182B43"/>
              </a:solidFill>
            </a:ln>
          </p:spPr>
        </p:sp>
        <p:sp>
          <p:nvSpPr>
            <p:cNvPr id="337" name="337 arrow head"/>
            <p:cNvSpPr/>
            <p:nvPr/>
          </p:nvSpPr>
          <p:spPr>
            <a:xfrm>
              <a:off x="13639800" y="7564374"/>
              <a:ext cx="76200" cy="73152"/>
            </a:xfrm>
            <a:custGeom>
              <a:avLst/>
              <a:gdLst/>
              <a:ahLst/>
              <a:cxnLst/>
              <a:pathLst>
                <a:path w="76200" h="73152">
                  <a:moveTo>
                    <a:pt x="76200" y="36576"/>
                  </a:moveTo>
                  <a:lnTo>
                    <a:pt x="0" y="0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182B43"/>
            </a:solidFill>
            <a:ln w="4763">
              <a:solidFill>
                <a:srgbClr val="182B43"/>
              </a:solidFill>
            </a:ln>
          </p:spPr>
        </p:sp>
        <p:grpSp>
          <p:nvGrpSpPr>
            <p:cNvPr id="382" name="document-337"/>
            <p:cNvGrpSpPr/>
            <p:nvPr/>
          </p:nvGrpSpPr>
          <p:grpSpPr>
            <a:xfrm>
              <a:off x="13820775" y="7362825"/>
              <a:ext cx="323850" cy="457200"/>
              <a:chOff x="13820775" y="7362825"/>
              <a:chExt cx="323850" cy="457200"/>
            </a:xfrm>
          </p:grpSpPr>
          <p:sp>
            <p:nvSpPr>
              <p:cNvPr id="338" name="338 document"/>
              <p:cNvSpPr/>
              <p:nvPr/>
            </p:nvSpPr>
            <p:spPr>
              <a:xfrm>
                <a:off x="13820775" y="7362825"/>
                <a:ext cx="323850" cy="457200"/>
              </a:xfrm>
              <a:custGeom>
                <a:avLst/>
                <a:gdLst/>
                <a:ahLst/>
                <a:cxnLst/>
                <a:pathLst>
                  <a:path w="323850" h="457200">
                    <a:moveTo>
                      <a:pt x="0" y="0"/>
                    </a:moveTo>
                    <a:lnTo>
                      <a:pt x="200787" y="0"/>
                    </a:lnTo>
                    <a:lnTo>
                      <a:pt x="323850" y="132588"/>
                    </a:lnTo>
                    <a:lnTo>
                      <a:pt x="32385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F7FAFE"/>
              </a:solidFill>
              <a:ln w="19050">
                <a:solidFill>
                  <a:srgbClr val="17477F"/>
                </a:solidFill>
              </a:ln>
            </p:spPr>
          </p:sp>
          <p:sp>
            <p:nvSpPr>
              <p:cNvPr id="339" name="339 path"/>
              <p:cNvSpPr/>
              <p:nvPr/>
            </p:nvSpPr>
            <p:spPr>
              <a:xfrm>
                <a:off x="14021562" y="7362825"/>
                <a:ext cx="123063" cy="132588"/>
              </a:xfrm>
              <a:custGeom>
                <a:avLst/>
                <a:gdLst/>
                <a:ahLst/>
                <a:cxnLst/>
                <a:pathLst>
                  <a:path w="123063" h="132588">
                    <a:moveTo>
                      <a:pt x="0" y="0"/>
                    </a:moveTo>
                    <a:lnTo>
                      <a:pt x="0" y="132588"/>
                    </a:lnTo>
                    <a:lnTo>
                      <a:pt x="123063" y="132588"/>
                    </a:lnTo>
                  </a:path>
                </a:pathLst>
              </a:custGeom>
              <a:noFill/>
              <a:ln w="16193">
                <a:solidFill>
                  <a:srgbClr val="17477F"/>
                </a:solidFill>
              </a:ln>
            </p:spPr>
          </p:sp>
          <p:sp>
            <p:nvSpPr>
              <p:cNvPr id="340" name="340 path"/>
              <p:cNvSpPr/>
              <p:nvPr/>
            </p:nvSpPr>
            <p:spPr>
              <a:xfrm>
                <a:off x="13898499" y="7582281"/>
                <a:ext cx="158686" cy="95"/>
              </a:xfrm>
              <a:custGeom>
                <a:avLst/>
                <a:gdLst/>
                <a:ahLst/>
                <a:cxnLst/>
                <a:pathLst>
                  <a:path w="158686" h="95">
                    <a:moveTo>
                      <a:pt x="0" y="0"/>
                    </a:moveTo>
                    <a:lnTo>
                      <a:pt x="158686" y="0"/>
                    </a:lnTo>
                  </a:path>
                </a:pathLst>
              </a:custGeom>
              <a:noFill/>
              <a:ln w="17145">
                <a:solidFill>
                  <a:srgbClr val="17477F"/>
                </a:solidFill>
              </a:ln>
            </p:spPr>
          </p:sp>
          <p:sp>
            <p:nvSpPr>
              <p:cNvPr id="341" name="341 path"/>
              <p:cNvSpPr/>
              <p:nvPr/>
            </p:nvSpPr>
            <p:spPr>
              <a:xfrm>
                <a:off x="13898499" y="7669149"/>
                <a:ext cx="110109" cy="95"/>
              </a:xfrm>
              <a:custGeom>
                <a:avLst/>
                <a:gdLst/>
                <a:ahLst/>
                <a:cxnLst/>
                <a:pathLst>
                  <a:path w="110109" h="95">
                    <a:moveTo>
                      <a:pt x="0" y="0"/>
                    </a:moveTo>
                    <a:lnTo>
                      <a:pt x="110109" y="0"/>
                    </a:lnTo>
                  </a:path>
                </a:pathLst>
              </a:custGeom>
              <a:noFill/>
              <a:ln w="17145">
                <a:solidFill>
                  <a:srgbClr val="17477F"/>
                </a:solidFill>
              </a:ln>
            </p:spPr>
          </p:sp>
        </p:grpSp>
        <p:sp>
          <p:nvSpPr>
            <p:cNvPr id="342" name="342 Reconstructed"/>
            <p:cNvSpPr/>
            <p:nvPr/>
          </p:nvSpPr>
          <p:spPr>
            <a:xfrm>
              <a:off x="14268450" y="7477125"/>
              <a:ext cx="1028700" cy="20551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05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05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Reconstructed</a:t>
              </a:r>
              <a:endParaRPr sz="1305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43" name="343 context"/>
            <p:cNvSpPr/>
            <p:nvPr/>
          </p:nvSpPr>
          <p:spPr>
            <a:xfrm>
              <a:off x="14268450" y="7659434"/>
              <a:ext cx="1028700" cy="20551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05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05" b="0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context</a:t>
              </a:r>
              <a:endParaRPr sz="1305" b="0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grpSp>
        <p:nvGrpSpPr>
          <p:cNvPr id="383" name="Context supports orchestration"/>
          <p:cNvGrpSpPr/>
          <p:nvPr/>
        </p:nvGrpSpPr>
        <p:grpSpPr>
          <a:xfrm>
            <a:off x="7912608" y="5848350"/>
            <a:ext cx="100584" cy="266700"/>
            <a:chOff x="7912608" y="5848350"/>
            <a:chExt cx="100584" cy="266700"/>
          </a:xfrm>
        </p:grpSpPr>
        <p:sp>
          <p:nvSpPr>
            <p:cNvPr id="344" name="344 path"/>
            <p:cNvSpPr/>
            <p:nvPr/>
          </p:nvSpPr>
          <p:spPr>
            <a:xfrm>
              <a:off x="7962900" y="5848350"/>
              <a:ext cx="95" cy="266700"/>
            </a:xfrm>
            <a:custGeom>
              <a:avLst/>
              <a:gdLst/>
              <a:ahLst/>
              <a:cxnLst/>
              <a:pathLst>
                <a:path w="95" h="266700">
                  <a:moveTo>
                    <a:pt x="0" y="2667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4F8757"/>
              </a:solidFill>
            </a:ln>
          </p:spPr>
        </p:sp>
        <p:sp>
          <p:nvSpPr>
            <p:cNvPr id="345" name="345 arrow head"/>
            <p:cNvSpPr/>
            <p:nvPr/>
          </p:nvSpPr>
          <p:spPr>
            <a:xfrm>
              <a:off x="7912608" y="5848350"/>
              <a:ext cx="100584" cy="104775"/>
            </a:xfrm>
            <a:custGeom>
              <a:avLst/>
              <a:gdLst/>
              <a:ahLst/>
              <a:cxnLst/>
              <a:pathLst>
                <a:path w="100584" h="104775">
                  <a:moveTo>
                    <a:pt x="50292" y="0"/>
                  </a:moveTo>
                  <a:lnTo>
                    <a:pt x="0" y="104775"/>
                  </a:lnTo>
                  <a:lnTo>
                    <a:pt x="100584" y="104775"/>
                  </a:lnTo>
                  <a:close/>
                </a:path>
              </a:pathLst>
            </a:custGeom>
            <a:solidFill>
              <a:srgbClr val="4F8757"/>
            </a:solidFill>
            <a:ln w="4763">
              <a:solidFill>
                <a:srgbClr val="4F8757"/>
              </a:solidFill>
            </a:ln>
          </p:spPr>
        </p:sp>
      </p:grpSp>
      <p:grpSp>
        <p:nvGrpSpPr>
          <p:cNvPr id="384" name="Figure caption"/>
          <p:cNvGrpSpPr/>
          <p:nvPr/>
        </p:nvGrpSpPr>
        <p:grpSpPr>
          <a:xfrm>
            <a:off x="5010150" y="8582025"/>
            <a:ext cx="5905500" cy="283464"/>
            <a:chOff x="5010150" y="8582025"/>
            <a:chExt cx="5905500" cy="283464"/>
          </a:xfrm>
        </p:grpSpPr>
        <p:sp>
          <p:nvSpPr>
            <p:cNvPr id="346" name="346 Overview of LaDiM"/>
            <p:cNvSpPr/>
            <p:nvPr/>
          </p:nvSpPr>
          <p:spPr>
            <a:xfrm>
              <a:off x="5010150" y="8582025"/>
              <a:ext cx="5905500" cy="28346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800" b="1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1">
                  <a:solidFill>
                    <a:srgbClr val="182B4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Overview of LaDiM</a:t>
              </a:r>
              <a:endParaRPr sz="1800" b="1">
                <a:solidFill>
                  <a:srgbClr val="182B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825</Words>
  <Application>WPS 演示</Application>
  <PresentationFormat>Converted Presentation</PresentationFormat>
  <Paragraphs>152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Times New Roman</vt:lpstr>
      <vt:lpstr>微软雅黑</vt:lpstr>
      <vt:lpstr>Arial Unicode MS</vt:lpstr>
      <vt:lpstr>Aptos</vt:lpstr>
      <vt:lpstr>Segoe UI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Desperately</cp:lastModifiedBy>
  <cp:revision>1</cp:revision>
  <dcterms:created xsi:type="dcterms:W3CDTF">2026-09-24T15:48:11Z</dcterms:created>
  <dcterms:modified xsi:type="dcterms:W3CDTF">2026-09-24T15:48:11Z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12F508E41D4F4DCB9E6723319B156FDC_12</vt:lpwstr>
  </property>
</Properties>
</file>