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8145248824136" /><Relationship Type="http://schemas.openxmlformats.org/officeDocument/2006/relationships/extended-properties" Target="/docProps/app.xml" Id="R17729ba8b61e456f" /><Relationship Type="http://schemas.openxmlformats.org/officeDocument/2006/relationships/officeDocument" Target="/ppt/presentation.xml" Id="Rdeef5a44e6ba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cb870956844cac"/>
  </p:sldMasterIdLst>
  <p:notesMasterIdLst>
    <p:notesMasterId xmlns:r="http://schemas.openxmlformats.org/officeDocument/2006/relationships" r:id="R1cba9bf9e41f4645"/>
  </p:notesMasterIdLst>
  <p:sldIdLst>
    <p:sldId xmlns:r="http://schemas.openxmlformats.org/officeDocument/2006/relationships" id="256" r:id="R9108a3aab44c4232"/>
  </p:sldIdLst>
  <p:sldSz cx="10058400" cy="5391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5631137dcf437b" /><Relationship Type="http://schemas.openxmlformats.org/officeDocument/2006/relationships/slideMaster" Target="/ppt/slideMasters/slideMaster1.xml" Id="Raecb870956844cac" /><Relationship Type="http://schemas.openxmlformats.org/officeDocument/2006/relationships/notesMaster" Target="/ppt/notesMasters/notesMaster1.xml" Id="R1cba9bf9e41f4645" /><Relationship Type="http://schemas.openxmlformats.org/officeDocument/2006/relationships/presProps" Target="/ppt/presProps.xml" Id="R2112b0f77c7845a6" /><Relationship Type="http://schemas.openxmlformats.org/officeDocument/2006/relationships/tableStyles" Target="/ppt/tableStyles.xml" Id="R26a07714482a463e" /><Relationship Type="http://schemas.openxmlformats.org/officeDocument/2006/relationships/slide" Target="/ppt/slides/slide1.xml" Id="R9108a3aab44c42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19cd1b2ac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6d0540f72045d1" /><Relationship Type="http://schemas.openxmlformats.org/officeDocument/2006/relationships/notesMaster" Target="/ppt/notesMasters/notesMaster1.xml" Id="Rd7f7d590940c4d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LaDiM method overview. Source: conference_101719.tex, Section 3, and scripts/repository_agent_mode.py. All text, boxes and connectors are editable. MindSpore and JAX are the target frameworks. Repository checkpoints track dependencies and become stale after relevant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8c865df1245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d8f004ee7f43df" /><Relationship Type="http://schemas.openxmlformats.org/officeDocument/2006/relationships/slideLayout" Target="/ppt/slideLayouts/slideLayout1.xml" Id="Rb87ffb87a6e3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7ffb87a6e3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d61c774fb46a2" /><Relationship Type="http://schemas.openxmlformats.org/officeDocument/2006/relationships/notesSlide" Target="/ppt/notesSlides/notesSlide1.xml" Id="R056f8047794e4e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ranslator">
            <a:extLst xmlns:a="http://schemas.openxmlformats.org/drawingml/2006/main">
              <a:ext uri="{FF2B5EF4-FFF2-40B4-BE49-F238E27FC236}">
                <a16:creationId xmlns:a16="http://schemas.microsoft.com/office/drawing/2014/main" id="{8C218847-87BD-4ECC-87AE-968D8490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14350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2" name="Translator">
            <a:extLst xmlns:a="http://schemas.openxmlformats.org/drawingml/2006/main">
              <a:ext uri="{FF2B5EF4-FFF2-40B4-BE49-F238E27FC236}">
                <a16:creationId xmlns:a16="http://schemas.microsoft.com/office/drawing/2014/main" id="{DD3BEBD0-18C0-4488-B0B1-121EAD20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sp>
        <p:nvSpPr>
          <p:cNvPr id="3" name="Source and target framework">
            <a:extLst xmlns:a="http://schemas.openxmlformats.org/drawingml/2006/main">
              <a:ext uri="{FF2B5EF4-FFF2-40B4-BE49-F238E27FC236}">
                <a16:creationId xmlns:a16="http://schemas.microsoft.com/office/drawing/2014/main" id="{CA5F6093-5AD4-4585-BA23-F9E3FEA8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00965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Source and target framework</a:t>
            </a:r>
          </a:p>
        </p:txBody>
      </p:sp>
      <p:sp>
        <p:nvSpPr>
          <p:cNvPr id="4" name="Generate initial candidate">
            <a:extLst xmlns:a="http://schemas.openxmlformats.org/drawingml/2006/main">
              <a:ext uri="{FF2B5EF4-FFF2-40B4-BE49-F238E27FC236}">
                <a16:creationId xmlns:a16="http://schemas.microsoft.com/office/drawing/2014/main" id="{F3101CAD-C08D-48A4-99D8-99B94C34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27635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Generate initial candidate</a:t>
            </a:r>
          </a:p>
        </p:txBody>
      </p:sp>
      <p:sp>
        <p:nvSpPr>
          <p:cNvPr id="5" name="Verifier">
            <a:extLst xmlns:a="http://schemas.openxmlformats.org/drawingml/2006/main">
              <a:ext uri="{FF2B5EF4-FFF2-40B4-BE49-F238E27FC236}">
                <a16:creationId xmlns:a16="http://schemas.microsoft.com/office/drawing/2014/main" id="{C90DD62F-60B9-47BB-BDF0-0AEC98DC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1435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9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6" name="Verifier">
            <a:extLst xmlns:a="http://schemas.openxmlformats.org/drawingml/2006/main">
              <a:ext uri="{FF2B5EF4-FFF2-40B4-BE49-F238E27FC236}">
                <a16:creationId xmlns:a16="http://schemas.microsoft.com/office/drawing/2014/main" id="{23E758C4-F965-4EBF-AB93-753954E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96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Verifier</a:t>
            </a:r>
          </a:p>
        </p:txBody>
      </p:sp>
      <p:sp>
        <p:nvSpPr>
          <p:cNvPr id="7" name="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B7ADD3CA-075C-4201-9244-935C2C5D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96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Independent investigation</a:t>
            </a:r>
          </a:p>
        </p:txBody>
      </p:sp>
      <p:sp>
        <p:nvSpPr>
          <p:cNvPr id="8" name="Inspect code and run tests">
            <a:extLst xmlns:a="http://schemas.openxmlformats.org/drawingml/2006/main">
              <a:ext uri="{FF2B5EF4-FFF2-40B4-BE49-F238E27FC236}">
                <a16:creationId xmlns:a16="http://schemas.microsoft.com/office/drawing/2014/main" id="{820C8746-0A43-4377-8A5A-42F4D7A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276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Inspect code and run tests</a:t>
            </a:r>
          </a:p>
        </p:txBody>
      </p:sp>
      <p:sp>
        <p:nvSpPr>
          <p:cNvPr id="9" name="Record supported hypotheses">
            <a:extLst xmlns:a="http://schemas.openxmlformats.org/drawingml/2006/main">
              <a:ext uri="{FF2B5EF4-FFF2-40B4-BE49-F238E27FC236}">
                <a16:creationId xmlns:a16="http://schemas.microsoft.com/office/drawing/2014/main" id="{4820C998-FB0B-4C21-A5EA-F17ACFE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43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Record supported hypotheses</a:t>
            </a:r>
          </a:p>
        </p:txBody>
      </p:sp>
      <p:sp>
        <p:nvSpPr>
          <p:cNvPr id="10" name="Repair Agent">
            <a:extLst xmlns:a="http://schemas.openxmlformats.org/drawingml/2006/main">
              <a:ext uri="{FF2B5EF4-FFF2-40B4-BE49-F238E27FC236}">
                <a16:creationId xmlns:a16="http://schemas.microsoft.com/office/drawing/2014/main" id="{870427D6-9429-4F7B-8EB5-631278FA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C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11" name="Repair Agent">
            <a:extLst xmlns:a="http://schemas.openxmlformats.org/drawingml/2006/main">
              <a:ext uri="{FF2B5EF4-FFF2-40B4-BE49-F238E27FC236}">
                <a16:creationId xmlns:a16="http://schemas.microsoft.com/office/drawing/2014/main" id="{60EB49FF-48ED-4B3B-BAD1-330873DB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096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Repair Agent</a:t>
            </a:r>
          </a:p>
        </p:txBody>
      </p:sp>
      <p:sp>
        <p:nvSpPr>
          <p:cNvPr id="12" name="Examine the evidence">
            <a:extLst xmlns:a="http://schemas.openxmlformats.org/drawingml/2006/main">
              <a:ext uri="{FF2B5EF4-FFF2-40B4-BE49-F238E27FC236}">
                <a16:creationId xmlns:a16="http://schemas.microsoft.com/office/drawing/2014/main" id="{35531AF4-A625-45DA-A98C-70FC1D4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0096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Examine the evidence</a:t>
            </a:r>
          </a:p>
        </p:txBody>
      </p:sp>
      <p:sp>
        <p:nvSpPr>
          <p:cNvPr id="13" name="Test and edit the candidate">
            <a:extLst xmlns:a="http://schemas.openxmlformats.org/drawingml/2006/main">
              <a:ext uri="{FF2B5EF4-FFF2-40B4-BE49-F238E27FC236}">
                <a16:creationId xmlns:a16="http://schemas.microsoft.com/office/drawing/2014/main" id="{F28F348B-38B9-4296-8222-9A1D34B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2763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Test and edit the candidate</a:t>
            </a:r>
          </a:p>
        </p:txBody>
      </p:sp>
      <p:sp>
        <p:nvSpPr>
          <p:cNvPr id="14" name="Target execution">
            <a:extLst xmlns:a="http://schemas.openxmlformats.org/drawingml/2006/main">
              <a:ext uri="{FF2B5EF4-FFF2-40B4-BE49-F238E27FC236}">
                <a16:creationId xmlns:a16="http://schemas.microsoft.com/office/drawing/2014/main" id="{5A77D5C4-40DD-4B34-9F05-00355C0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705100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15" name="Target execution">
            <a:extLst xmlns:a="http://schemas.openxmlformats.org/drawingml/2006/main">
              <a:ext uri="{FF2B5EF4-FFF2-40B4-BE49-F238E27FC236}">
                <a16:creationId xmlns:a16="http://schemas.microsoft.com/office/drawing/2014/main" id="{DF7D3C62-149F-4D5B-9461-0D9B33B4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80035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Target execution</a:t>
            </a:r>
          </a:p>
        </p:txBody>
      </p:sp>
      <p:sp>
        <p:nvSpPr>
          <p:cNvPr id="16" name="MindSpore or JAX">
            <a:extLst xmlns:a="http://schemas.openxmlformats.org/drawingml/2006/main">
              <a:ext uri="{FF2B5EF4-FFF2-40B4-BE49-F238E27FC236}">
                <a16:creationId xmlns:a16="http://schemas.microsoft.com/office/drawing/2014/main" id="{B61DC811-9B6E-4DE4-8DE9-0C145EA0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20040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MindSpore or JAX</a:t>
            </a:r>
          </a:p>
        </p:txBody>
      </p:sp>
      <p:sp>
        <p:nvSpPr>
          <p:cNvPr id="17" name="Run and measure training">
            <a:extLst xmlns:a="http://schemas.openxmlformats.org/drawingml/2006/main">
              <a:ext uri="{FF2B5EF4-FFF2-40B4-BE49-F238E27FC236}">
                <a16:creationId xmlns:a16="http://schemas.microsoft.com/office/drawing/2014/main" id="{D0258765-CDEF-4AD5-A2B4-BA48604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467100"/>
            <a:ext cx="2466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Run and measure training</a:t>
            </a:r>
          </a:p>
        </p:txBody>
      </p:sp>
      <p:sp>
        <p:nvSpPr>
          <p:cNvPr id="18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A70F0862-1926-4CE4-A28A-1C2FD62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05100"/>
            <a:ext cx="2952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19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F7879074-278E-44D7-B694-92B8131B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20" name="Run acceptance checks">
            <a:extLst xmlns:a="http://schemas.openxmlformats.org/drawingml/2006/main">
              <a:ext uri="{FF2B5EF4-FFF2-40B4-BE49-F238E27FC236}">
                <a16:creationId xmlns:a16="http://schemas.microsoft.com/office/drawing/2014/main" id="{053C1A4F-45F3-4749-8A3E-39222D5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04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Run acceptance checks</a:t>
            </a:r>
          </a:p>
        </p:txBody>
      </p:sp>
      <p:sp>
        <p:nvSpPr>
          <p:cNvPr id="21" name="Return new measurements">
            <a:extLst xmlns:a="http://schemas.openxmlformats.org/drawingml/2006/main">
              <a:ext uri="{FF2B5EF4-FFF2-40B4-BE49-F238E27FC236}">
                <a16:creationId xmlns:a16="http://schemas.microsoft.com/office/drawing/2014/main" id="{F3BD43B0-0115-475E-8D73-34C3518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671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Return new measurements</a:t>
            </a:r>
          </a:p>
        </p:txBody>
      </p:sp>
      <p:sp>
        <p:nvSpPr>
          <p:cNvPr id="22" name="Confirm completed migration">
            <a:extLst xmlns:a="http://schemas.openxmlformats.org/drawingml/2006/main">
              <a:ext uri="{FF2B5EF4-FFF2-40B4-BE49-F238E27FC236}">
                <a16:creationId xmlns:a16="http://schemas.microsoft.com/office/drawing/2014/main" id="{D0B6C5FF-5648-41D4-AFF1-8839072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Confirm completed migration</a:t>
            </a:r>
          </a:p>
        </p:txBody>
      </p:sp>
      <p:sp>
        <p:nvSpPr>
          <p:cNvPr id="23" name="Workspace">
            <a:extLst xmlns:a="http://schemas.openxmlformats.org/drawingml/2006/main">
              <a:ext uri="{FF2B5EF4-FFF2-40B4-BE49-F238E27FC236}">
                <a16:creationId xmlns:a16="http://schemas.microsoft.com/office/drawing/2014/main" id="{70FE2F2F-229C-4152-972D-44D84DD4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266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24" name="Workspace">
            <a:extLst xmlns:a="http://schemas.openxmlformats.org/drawingml/2006/main">
              <a:ext uri="{FF2B5EF4-FFF2-40B4-BE49-F238E27FC236}">
                <a16:creationId xmlns:a16="http://schemas.microsoft.com/office/drawing/2014/main" id="{C66F782B-0DC5-45D3-9097-7CB734E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Workspace</a:t>
            </a:r>
          </a:p>
        </p:txBody>
      </p:sp>
      <p:sp>
        <p:nvSpPr>
          <p:cNvPr id="25" name="Candidate and tests">
            <a:extLst xmlns:a="http://schemas.openxmlformats.org/drawingml/2006/main">
              <a:ext uri="{FF2B5EF4-FFF2-40B4-BE49-F238E27FC236}">
                <a16:creationId xmlns:a16="http://schemas.microsoft.com/office/drawing/2014/main" id="{CB88C827-1834-492C-9093-6939DDF3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004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Candidate and tests</a:t>
            </a:r>
          </a:p>
        </p:txBody>
      </p:sp>
      <p:sp>
        <p:nvSpPr>
          <p:cNvPr id="26" name="Edits and repair history">
            <a:extLst xmlns:a="http://schemas.openxmlformats.org/drawingml/2006/main">
              <a:ext uri="{FF2B5EF4-FFF2-40B4-BE49-F238E27FC236}">
                <a16:creationId xmlns:a16="http://schemas.microsoft.com/office/drawing/2014/main" id="{AAE84259-444B-48E2-8914-430955B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67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Edits and repair history</a:t>
            </a:r>
          </a:p>
        </p:txBody>
      </p:sp>
      <p:sp>
        <p:nvSpPr>
          <p:cNvPr id="27" name="Repository coordination">
            <a:extLst xmlns:a="http://schemas.openxmlformats.org/drawingml/2006/main">
              <a:ext uri="{FF2B5EF4-FFF2-40B4-BE49-F238E27FC236}">
                <a16:creationId xmlns:a16="http://schemas.microsoft.com/office/drawing/2014/main" id="{79034EED-A718-4A54-B690-6967046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975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A8B2BB"/>
            </a:solidFill>
          </a:ln>
        </p:spPr>
      </p:sp>
      <p:sp>
        <p:nvSpPr>
          <p:cNvPr id="28" name="Repository coordination">
            <a:extLst xmlns:a="http://schemas.openxmlformats.org/drawingml/2006/main">
              <a:ext uri="{FF2B5EF4-FFF2-40B4-BE49-F238E27FC236}">
                <a16:creationId xmlns:a16="http://schemas.microsoft.com/office/drawing/2014/main" id="{9EC70802-D4D1-4714-8DB2-34AF1576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43425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Repository coordination</a:t>
            </a:r>
          </a:p>
        </p:txBody>
      </p:sp>
      <p:sp>
        <p:nvSpPr>
          <p:cNvPr id="29" name="Track dependencies     Retrieve archived evidence     Invalidate affected checks">
            <a:extLst xmlns:a="http://schemas.openxmlformats.org/drawingml/2006/main">
              <a:ext uri="{FF2B5EF4-FFF2-40B4-BE49-F238E27FC236}">
                <a16:creationId xmlns:a16="http://schemas.microsoft.com/office/drawing/2014/main" id="{CBC338A0-07AF-4F62-AA46-DDEC7F09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943475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Track dependencies     Retrieve archived evidence     Invalidate affected checks</a:t>
            </a:r>
          </a:p>
        </p:txBody>
      </p:sp>
      <p:sp>
        <p:nvSpPr>
          <p:cNvPr id="30" name="Route start">
            <a:extLst xmlns:a="http://schemas.openxmlformats.org/drawingml/2006/main">
              <a:ext uri="{FF2B5EF4-FFF2-40B4-BE49-F238E27FC236}">
                <a16:creationId xmlns:a16="http://schemas.microsoft.com/office/drawing/2014/main" id="{CCB27170-F4A1-4541-97CD-27E4F89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930" y="11810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 end">
            <a:extLst xmlns:a="http://schemas.openxmlformats.org/drawingml/2006/main">
              <a:ext uri="{FF2B5EF4-FFF2-40B4-BE49-F238E27FC236}">
                <a16:creationId xmlns:a16="http://schemas.microsoft.com/office/drawing/2014/main" id="{89A1EAFD-7C5B-4C2B-BC80-7C881C47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80" y="11810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867121" y="1181101"/>
            <a:ext cx="7046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33" name="Route start">
            <a:extLst xmlns:a="http://schemas.openxmlformats.org/drawingml/2006/main">
              <a:ext uri="{FF2B5EF4-FFF2-40B4-BE49-F238E27FC236}">
                <a16:creationId xmlns:a16="http://schemas.microsoft.com/office/drawing/2014/main" id="{DFC8B378-54D4-4C86-9169-014AC1C3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530" y="11810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 end">
            <a:extLst xmlns:a="http://schemas.openxmlformats.org/drawingml/2006/main">
              <a:ext uri="{FF2B5EF4-FFF2-40B4-BE49-F238E27FC236}">
                <a16:creationId xmlns:a16="http://schemas.microsoft.com/office/drawing/2014/main" id="{1983A6AA-68DB-4662-AE0C-75E41A1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05" y="11810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524721" y="1181101"/>
            <a:ext cx="71418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36" name="Evidence handoff">
            <a:extLst xmlns:a="http://schemas.openxmlformats.org/drawingml/2006/main">
              <a:ext uri="{FF2B5EF4-FFF2-40B4-BE49-F238E27FC236}">
                <a16:creationId xmlns:a16="http://schemas.microsoft.com/office/drawing/2014/main" id="{D71C9648-8823-48BB-88AE-7C0D538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Evidence handoff</a:t>
            </a:r>
          </a:p>
        </p:txBody>
      </p:sp>
      <p:sp>
        <p:nvSpPr>
          <p:cNvPr id="37" name="Route start">
            <a:extLst xmlns:a="http://schemas.openxmlformats.org/drawingml/2006/main">
              <a:ext uri="{FF2B5EF4-FFF2-40B4-BE49-F238E27FC236}">
                <a16:creationId xmlns:a16="http://schemas.microsoft.com/office/drawing/2014/main" id="{A3FF5D37-83DC-4CA6-A6B6-A9B44DF8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05" y="18477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Route end">
            <a:extLst xmlns:a="http://schemas.openxmlformats.org/drawingml/2006/main">
              <a:ext uri="{FF2B5EF4-FFF2-40B4-BE49-F238E27FC236}">
                <a16:creationId xmlns:a16="http://schemas.microsoft.com/office/drawing/2014/main" id="{FD5DC383-4990-44DD-ADCB-967732B1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05" y="27050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572501" y="1847946"/>
            <a:ext cx="0" cy="857059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40" name="Edits">
            <a:extLst xmlns:a="http://schemas.openxmlformats.org/drawingml/2006/main">
              <a:ext uri="{FF2B5EF4-FFF2-40B4-BE49-F238E27FC236}">
                <a16:creationId xmlns:a16="http://schemas.microsoft.com/office/drawing/2014/main" id="{2E27200B-0F98-43E7-8176-BE87B75C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Edits</a:t>
            </a:r>
          </a:p>
        </p:txBody>
      </p:sp>
      <p:sp>
        <p:nvSpPr>
          <p:cNvPr id="41" name="Route start">
            <a:extLst xmlns:a="http://schemas.openxmlformats.org/drawingml/2006/main">
              <a:ext uri="{FF2B5EF4-FFF2-40B4-BE49-F238E27FC236}">
                <a16:creationId xmlns:a16="http://schemas.microsoft.com/office/drawing/2014/main" id="{7DDF5942-9FBF-4632-A964-306C47D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05" y="33717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 end">
            <a:extLst xmlns:a="http://schemas.openxmlformats.org/drawingml/2006/main">
              <a:ext uri="{FF2B5EF4-FFF2-40B4-BE49-F238E27FC236}">
                <a16:creationId xmlns:a16="http://schemas.microsoft.com/office/drawing/2014/main" id="{C202DC50-A38D-4B48-8D04-A4144994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530" y="33717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1" idx="1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6524721" y="3371851"/>
            <a:ext cx="71418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44" name="Route start">
            <a:extLst xmlns:a="http://schemas.openxmlformats.org/drawingml/2006/main">
              <a:ext uri="{FF2B5EF4-FFF2-40B4-BE49-F238E27FC236}">
                <a16:creationId xmlns:a16="http://schemas.microsoft.com/office/drawing/2014/main" id="{1F8EA98F-7334-418F-A984-C377C40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930" y="33717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oute end">
            <a:extLst xmlns:a="http://schemas.openxmlformats.org/drawingml/2006/main">
              <a:ext uri="{FF2B5EF4-FFF2-40B4-BE49-F238E27FC236}">
                <a16:creationId xmlns:a16="http://schemas.microsoft.com/office/drawing/2014/main" id="{15482EBB-4D5B-4DF3-BCC4-C8B3C82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80" y="33717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2867121" y="3371851"/>
            <a:ext cx="7046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47" name="Route start">
            <a:extLst xmlns:a="http://schemas.openxmlformats.org/drawingml/2006/main">
              <a:ext uri="{FF2B5EF4-FFF2-40B4-BE49-F238E27FC236}">
                <a16:creationId xmlns:a16="http://schemas.microsoft.com/office/drawing/2014/main" id="{6091BF16-19E2-4FD8-80F7-D8C16FF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530" y="29526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 end">
            <a:extLst xmlns:a="http://schemas.openxmlformats.org/drawingml/2006/main">
              <a:ext uri="{FF2B5EF4-FFF2-40B4-BE49-F238E27FC236}">
                <a16:creationId xmlns:a16="http://schemas.microsoft.com/office/drawing/2014/main" id="{94A94E31-F13F-4715-A5C3-277E19F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30" y="29526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6524721" y="2952751"/>
            <a:ext cx="34270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none" w="med" len="med"/>
          </a:ln>
        </p:spPr>
      </p:cxnSp>
      <p:sp>
        <p:nvSpPr>
          <p:cNvPr id="50" name="Route start">
            <a:extLst xmlns:a="http://schemas.openxmlformats.org/drawingml/2006/main">
              <a:ext uri="{FF2B5EF4-FFF2-40B4-BE49-F238E27FC236}">
                <a16:creationId xmlns:a16="http://schemas.microsoft.com/office/drawing/2014/main" id="{F8413EF1-D3CB-44BD-B0FC-10F15F4C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30" y="295265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 end">
            <a:extLst xmlns:a="http://schemas.openxmlformats.org/drawingml/2006/main">
              <a:ext uri="{FF2B5EF4-FFF2-40B4-BE49-F238E27FC236}">
                <a16:creationId xmlns:a16="http://schemas.microsoft.com/office/drawing/2014/main" id="{27A48611-5872-4132-90DE-761F4A74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30" y="1590580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50" idx="0"/>
            <a:endCxn xmlns:a="http://schemas.openxmlformats.org/drawingml/2006/main" id="51" idx="2"/>
          </p:cNvCxnSpPr>
          <p:nvPr/>
        </p:nvCxnSpPr>
        <p:spPr>
          <a:xfrm xmlns:a="http://schemas.openxmlformats.org/drawingml/2006/main" flipV="1">
            <a:off x="6867525" y="1590771"/>
            <a:ext cx="0" cy="1361884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none" w="med" len="med"/>
          </a:ln>
        </p:spPr>
      </p:cxnSp>
      <p:sp>
        <p:nvSpPr>
          <p:cNvPr id="53" name="Route start">
            <a:extLst xmlns:a="http://schemas.openxmlformats.org/drawingml/2006/main">
              <a:ext uri="{FF2B5EF4-FFF2-40B4-BE49-F238E27FC236}">
                <a16:creationId xmlns:a16="http://schemas.microsoft.com/office/drawing/2014/main" id="{028C3D18-D6C5-4FCB-85E4-E5A9E0C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30" y="1590580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Route end">
            <a:extLst xmlns:a="http://schemas.openxmlformats.org/drawingml/2006/main">
              <a:ext uri="{FF2B5EF4-FFF2-40B4-BE49-F238E27FC236}">
                <a16:creationId xmlns:a16="http://schemas.microsoft.com/office/drawing/2014/main" id="{A8A7A9B5-8E86-495E-B9B3-02A9324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905" y="1590580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867621" y="1590676"/>
            <a:ext cx="37128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  <p:sp>
        <p:nvSpPr>
          <p:cNvPr id="56" name="Measurements">
            <a:extLst xmlns:a="http://schemas.openxmlformats.org/drawingml/2006/main">
              <a:ext uri="{FF2B5EF4-FFF2-40B4-BE49-F238E27FC236}">
                <a16:creationId xmlns:a16="http://schemas.microsoft.com/office/drawing/2014/main" id="{98F7AF9F-3DD9-4B2F-9415-62DA3931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Measurements</a:t>
            </a:r>
          </a:p>
        </p:txBody>
      </p:sp>
      <p:sp>
        <p:nvSpPr>
          <p:cNvPr id="57" name="Route start">
            <a:extLst xmlns:a="http://schemas.openxmlformats.org/drawingml/2006/main">
              <a:ext uri="{FF2B5EF4-FFF2-40B4-BE49-F238E27FC236}">
                <a16:creationId xmlns:a16="http://schemas.microsoft.com/office/drawing/2014/main" id="{BF5EC5CA-7D34-4C41-AC4E-E4017DB7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05" y="4448080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 end">
            <a:extLst xmlns:a="http://schemas.openxmlformats.org/drawingml/2006/main">
              <a:ext uri="{FF2B5EF4-FFF2-40B4-BE49-F238E27FC236}">
                <a16:creationId xmlns:a16="http://schemas.microsoft.com/office/drawing/2014/main" id="{0E936B90-C333-4220-9C3F-4E5B009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405" y="4038505"/>
            <a:ext cx="191" cy="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8572501" y="4038696"/>
            <a:ext cx="0" cy="409384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6535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47212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2026-09-21T08:45:09.5610000Z</dcterms:created>
  <dcterms:modified xsi:type="dcterms:W3CDTF">2026-09-21T08:45:09.5610000Z</dcterms:modified>
</coreProperties>
</file>