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5f60f137e41b7" /><Relationship Type="http://schemas.openxmlformats.org/officeDocument/2006/relationships/extended-properties" Target="/docProps/app.xml" Id="R1df027782d694fc5" /><Relationship Type="http://schemas.openxmlformats.org/officeDocument/2006/relationships/officeDocument" Target="/ppt/presentation.xml" Id="Raed2c810ddca4c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308c0530f4585"/>
  </p:sldMasterIdLst>
  <p:notesMasterIdLst>
    <p:notesMasterId xmlns:r="http://schemas.openxmlformats.org/officeDocument/2006/relationships" r:id="R9bed6e01d3b34039"/>
  </p:notesMasterIdLst>
  <p:sldIdLst>
    <p:sldId xmlns:r="http://schemas.openxmlformats.org/officeDocument/2006/relationships" id="256" r:id="R0a8f11eb1635489f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82c3ff4304f67" /><Relationship Type="http://schemas.openxmlformats.org/officeDocument/2006/relationships/slideMaster" Target="/ppt/slideMasters/slideMaster1.xml" Id="Rbb3308c0530f4585" /><Relationship Type="http://schemas.openxmlformats.org/officeDocument/2006/relationships/notesMaster" Target="/ppt/notesMasters/notesMaster1.xml" Id="R9bed6e01d3b34039" /><Relationship Type="http://schemas.openxmlformats.org/officeDocument/2006/relationships/presProps" Target="/ppt/presProps.xml" Id="R262d4782e07d4346" /><Relationship Type="http://schemas.openxmlformats.org/officeDocument/2006/relationships/tableStyles" Target="/ppt/tableStyles.xml" Id="R01487b59aeca4f96" /><Relationship Type="http://schemas.openxmlformats.org/officeDocument/2006/relationships/slide" Target="/ppt/slides/slide1.xml" Id="R0a8f11eb1635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9cd0b11ac9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39dd43eb14f8e" /><Relationship Type="http://schemas.openxmlformats.org/officeDocument/2006/relationships/notesMaster" Target="/ppt/notesMasters/notesMaster1.xml" Id="R2e80d137d962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from the user-provided ChatGPT Image Sep 24, 2026, 09_38_25 PM.png. Font: Times New Roman. Supplied SVG contours from figures/icons and figures/editable-method-20260924/icons. Each module and icon is an editable group. Curves reproduce the illustration; they are not experimental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478754062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9288367e24cef" /><Relationship Type="http://schemas.openxmlformats.org/officeDocument/2006/relationships/slideLayout" Target="/ppt/slideLayouts/slideLayout1.xml" Id="R7bcfecb27ab4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fecb27ab4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dbab8879c41b0" /><Relationship Type="http://schemas.openxmlformats.org/officeDocument/2006/relationships/notesSlide" Target="/ppt/notesSlides/notesSlide1.xml" Id="R45c9aebbaeb044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65" name="Migration Setting"/>
          <p:cNvGrpSpPr/>
          <p:nvPr/>
        </p:nvGrpSpPr>
        <p:grpSpPr>
          <ns8:xfrm xmlns:ns8="http://schemas.openxmlformats.org/drawingml/2006/main">
            <ns8:off x="200025" y="361950"/>
            <ns8:ext cx="2533650" cy="5686425"/>
            <ns8:chOff x="200025" y="361950"/>
            <ns8:chExt cx="2533650" cy="5686425"/>
          </ns8:xfrm>
        </p:grpSpPr>
        <p:sp>
          <p:nvSpPr>
            <p:cNvPr id="464" name="1 rect">
              <a:extLst xmlns:a="http://schemas.openxmlformats.org/drawingml/2006/main">
                <a:ext uri="{FF2B5EF4-FFF2-40B4-BE49-F238E27FC236}">
                  <a16:creationId xmlns:a16="http://schemas.microsoft.com/office/drawing/2014/main" id="{17990528-9786-4DF3-BD58-0206040CE5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025" y="361950"/>
              <a:ext cx="2533650" cy="5686425"/>
            </a:xfrm>
            <a:prstGeom xmlns:a="http://schemas.openxmlformats.org/drawingml/2006/main" prst="roundRect">
              <a:avLst>
                <a:gd name="adj" fmla="val 4511"/>
              </a:avLst>
            </a:prstGeom>
            <a:gradFill xmlns:a="http://schemas.openxmlformats.org/drawingml/2006/main">
              <a:gsLst>
                <a:gs pos="0">
                  <a:srgbClr val="FFF2E6"/>
                </a:gs>
                <a:gs pos="100000">
                  <a:srgbClr val="FFFDF9"/>
                </a:gs>
              </a:gsLst>
              <a:lin ang="5400000"/>
            </a:gradFill>
            <a:ln xmlns:a="http://schemas.openxmlformats.org/drawingml/2006/main" w="12383">
              <a:solidFill>
                <a:srgbClr val="FF721F"/>
              </a:solidFill>
            </a:ln>
          </p:spPr>
        </p:sp>
        <p:sp>
          <p:nvSpPr>
            <p:cNvPr id="2" name="2 Migration Setting">
              <a:extLst xmlns:a="http://schemas.openxmlformats.org/drawingml/2006/main">
                <a:ext uri="{FF2B5EF4-FFF2-40B4-BE49-F238E27FC236}">
                  <a16:creationId xmlns:a16="http://schemas.microsoft.com/office/drawing/2014/main" id="{F246C2DA-A836-4E6F-8BC4-1D6C3BCB70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" y="476250"/>
              <a:ext cx="2295525" cy="35433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2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Migration Setting</a:t>
              </a:r>
            </a:p>
          </p:txBody>
        </p:sp>
        <p:sp>
          <p:nvSpPr>
            <p:cNvPr id="3" name="3 rect">
              <a:extLst xmlns:a="http://schemas.openxmlformats.org/drawingml/2006/main">
                <a:ext uri="{FF2B5EF4-FFF2-40B4-BE49-F238E27FC236}">
                  <a16:creationId xmlns:a16="http://schemas.microsoft.com/office/drawing/2014/main" id="{B6074784-BEE1-4915-AFB9-26AE680222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952500"/>
              <a:ext cx="2362200" cy="2819400"/>
            </a:xfrm>
            <a:prstGeom xmlns:a="http://schemas.openxmlformats.org/drawingml/2006/main" prst="roundRect">
              <a:avLst>
                <a:gd name="adj" fmla="val 4839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FFCF7"/>
                </a:gs>
              </a:gsLst>
              <a:lin ang="5400000"/>
            </a:gradFill>
            <a:ln xmlns:a="http://schemas.openxmlformats.org/drawingml/2006/main" w="10478">
              <a:solidFill>
                <a:srgbClr val="FFBB8C"/>
              </a:solidFill>
            </a:ln>
          </p:spPr>
        </p:sp>
        <p:sp>
          <p:nvSpPr>
            <p:cNvPr id="4" name="4 Source Repository">
              <a:extLst xmlns:a="http://schemas.openxmlformats.org/drawingml/2006/main">
                <a:ext uri="{FF2B5EF4-FFF2-40B4-BE49-F238E27FC236}">
                  <a16:creationId xmlns:a16="http://schemas.microsoft.com/office/drawing/2014/main" id="{637BB939-090A-4F27-B2BD-19DC1E898A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038225"/>
              <a:ext cx="209550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Source Repository</a:t>
              </a:r>
            </a:p>
          </p:txBody>
        </p:sp>
        <p:grpSp>
          <p:nvGrpSpPr>
            <p:cNvPr id="466" name="icon-torch-4"/>
            <p:cNvGrpSpPr/>
            <p:nvPr/>
          </p:nvGrpSpPr>
          <p:grpSpPr>
            <ns0:xfrm xmlns:ns0="http://schemas.openxmlformats.org/drawingml/2006/main">
              <ns0:off x="477186" y="1371600"/>
              <ns0:ext cx="293402" cy="361950"/>
              <ns0:chOff x="477186" y="1371600"/>
              <ns0:chExt cx="293402" cy="361950"/>
            </ns0:xfrm>
          </p:grpSpPr>
          <p:sp>
            <p:nvSpPr>
              <p:cNvPr id="5" name="5 torch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5CA3A57A-8F3E-4903-89FB-AB2CDE8030E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77186" y="1371600"/>
                <a:ext cx="293402" cy="361950"/>
              </a:xfrm>
              <a:custGeom xmlns:a="http://schemas.openxmlformats.org/drawingml/2006/main">
                <a:pathLst>
                  <a:path w="293402" h="361950">
                    <a:moveTo>
                      <a:pt x="250533" y="106364"/>
                    </a:moveTo>
                    <a:lnTo>
                      <a:pt x="224898" y="132642"/>
                    </a:lnTo>
                    <a:lnTo>
                      <a:pt x="228269" y="136252"/>
                    </a:lnTo>
                    <a:lnTo>
                      <a:pt x="231452" y="139977"/>
                    </a:lnTo>
                    <a:lnTo>
                      <a:pt x="234448" y="143809"/>
                    </a:lnTo>
                    <a:lnTo>
                      <a:pt x="237257" y="147742"/>
                    </a:lnTo>
                    <a:lnTo>
                      <a:pt x="239878" y="151770"/>
                    </a:lnTo>
                    <a:lnTo>
                      <a:pt x="242313" y="155885"/>
                    </a:lnTo>
                    <a:lnTo>
                      <a:pt x="244560" y="160083"/>
                    </a:lnTo>
                    <a:lnTo>
                      <a:pt x="246619" y="164355"/>
                    </a:lnTo>
                    <a:lnTo>
                      <a:pt x="248492" y="168696"/>
                    </a:lnTo>
                    <a:lnTo>
                      <a:pt x="250177" y="173099"/>
                    </a:lnTo>
                    <a:lnTo>
                      <a:pt x="251675" y="177557"/>
                    </a:lnTo>
                    <a:lnTo>
                      <a:pt x="252986" y="182064"/>
                    </a:lnTo>
                    <a:lnTo>
                      <a:pt x="254110" y="186614"/>
                    </a:lnTo>
                    <a:lnTo>
                      <a:pt x="255046" y="191199"/>
                    </a:lnTo>
                    <a:lnTo>
                      <a:pt x="255795" y="195814"/>
                    </a:lnTo>
                    <a:lnTo>
                      <a:pt x="256357" y="200451"/>
                    </a:lnTo>
                    <a:lnTo>
                      <a:pt x="256731" y="205105"/>
                    </a:lnTo>
                    <a:lnTo>
                      <a:pt x="256918" y="209769"/>
                    </a:lnTo>
                    <a:lnTo>
                      <a:pt x="256918" y="214436"/>
                    </a:lnTo>
                    <a:lnTo>
                      <a:pt x="256731" y="219099"/>
                    </a:lnTo>
                    <a:lnTo>
                      <a:pt x="256357" y="223753"/>
                    </a:lnTo>
                    <a:lnTo>
                      <a:pt x="255795" y="228391"/>
                    </a:lnTo>
                    <a:lnTo>
                      <a:pt x="255046" y="233005"/>
                    </a:lnTo>
                    <a:lnTo>
                      <a:pt x="254110" y="237591"/>
                    </a:lnTo>
                    <a:lnTo>
                      <a:pt x="252986" y="242140"/>
                    </a:lnTo>
                    <a:lnTo>
                      <a:pt x="251675" y="246647"/>
                    </a:lnTo>
                    <a:lnTo>
                      <a:pt x="250177" y="251106"/>
                    </a:lnTo>
                    <a:lnTo>
                      <a:pt x="248492" y="255508"/>
                    </a:lnTo>
                    <a:lnTo>
                      <a:pt x="246619" y="259849"/>
                    </a:lnTo>
                    <a:lnTo>
                      <a:pt x="244560" y="264121"/>
                    </a:lnTo>
                    <a:lnTo>
                      <a:pt x="242313" y="268319"/>
                    </a:lnTo>
                    <a:lnTo>
                      <a:pt x="239878" y="272435"/>
                    </a:lnTo>
                    <a:lnTo>
                      <a:pt x="237257" y="276462"/>
                    </a:lnTo>
                    <a:lnTo>
                      <a:pt x="234448" y="280396"/>
                    </a:lnTo>
                    <a:lnTo>
                      <a:pt x="231452" y="284228"/>
                    </a:lnTo>
                    <a:lnTo>
                      <a:pt x="228269" y="287952"/>
                    </a:lnTo>
                    <a:lnTo>
                      <a:pt x="224898" y="291562"/>
                    </a:lnTo>
                    <a:lnTo>
                      <a:pt x="221277" y="295111"/>
                    </a:lnTo>
                    <a:lnTo>
                      <a:pt x="217538" y="298456"/>
                    </a:lnTo>
                    <a:lnTo>
                      <a:pt x="213688" y="301599"/>
                    </a:lnTo>
                    <a:lnTo>
                      <a:pt x="209735" y="304539"/>
                    </a:lnTo>
                    <a:lnTo>
                      <a:pt x="205686" y="307277"/>
                    </a:lnTo>
                    <a:lnTo>
                      <a:pt x="201546" y="309811"/>
                    </a:lnTo>
                    <a:lnTo>
                      <a:pt x="197324" y="312143"/>
                    </a:lnTo>
                    <a:lnTo>
                      <a:pt x="193026" y="314272"/>
                    </a:lnTo>
                    <a:lnTo>
                      <a:pt x="188658" y="316198"/>
                    </a:lnTo>
                    <a:lnTo>
                      <a:pt x="184229" y="317922"/>
                    </a:lnTo>
                    <a:lnTo>
                      <a:pt x="179744" y="319442"/>
                    </a:lnTo>
                    <a:lnTo>
                      <a:pt x="175211" y="320760"/>
                    </a:lnTo>
                    <a:lnTo>
                      <a:pt x="170636" y="321876"/>
                    </a:lnTo>
                    <a:lnTo>
                      <a:pt x="166027" y="322788"/>
                    </a:lnTo>
                    <a:lnTo>
                      <a:pt x="161390" y="323498"/>
                    </a:lnTo>
                    <a:lnTo>
                      <a:pt x="156733" y="324005"/>
                    </a:lnTo>
                    <a:lnTo>
                      <a:pt x="152061" y="324309"/>
                    </a:lnTo>
                    <a:lnTo>
                      <a:pt x="147383" y="324410"/>
                    </a:lnTo>
                    <a:lnTo>
                      <a:pt x="142705" y="324309"/>
                    </a:lnTo>
                    <a:lnTo>
                      <a:pt x="138034" y="324005"/>
                    </a:lnTo>
                    <a:lnTo>
                      <a:pt x="133376" y="323498"/>
                    </a:lnTo>
                    <a:lnTo>
                      <a:pt x="128739" y="322788"/>
                    </a:lnTo>
                    <a:lnTo>
                      <a:pt x="124130" y="321876"/>
                    </a:lnTo>
                    <a:lnTo>
                      <a:pt x="119556" y="320760"/>
                    </a:lnTo>
                    <a:lnTo>
                      <a:pt x="115022" y="319442"/>
                    </a:lnTo>
                    <a:lnTo>
                      <a:pt x="110538" y="317922"/>
                    </a:lnTo>
                    <a:lnTo>
                      <a:pt x="106108" y="316198"/>
                    </a:lnTo>
                    <a:lnTo>
                      <a:pt x="101741" y="314272"/>
                    </a:lnTo>
                    <a:lnTo>
                      <a:pt x="97442" y="312143"/>
                    </a:lnTo>
                    <a:lnTo>
                      <a:pt x="93220" y="309811"/>
                    </a:lnTo>
                    <a:lnTo>
                      <a:pt x="89080" y="307277"/>
                    </a:lnTo>
                    <a:lnTo>
                      <a:pt x="85031" y="304539"/>
                    </a:lnTo>
                    <a:lnTo>
                      <a:pt x="81078" y="301599"/>
                    </a:lnTo>
                    <a:lnTo>
                      <a:pt x="77228" y="298456"/>
                    </a:lnTo>
                    <a:lnTo>
                      <a:pt x="73490" y="295111"/>
                    </a:lnTo>
                    <a:lnTo>
                      <a:pt x="69868" y="291562"/>
                    </a:lnTo>
                    <a:lnTo>
                      <a:pt x="66498" y="287952"/>
                    </a:lnTo>
                    <a:lnTo>
                      <a:pt x="63314" y="284228"/>
                    </a:lnTo>
                    <a:lnTo>
                      <a:pt x="60318" y="280396"/>
                    </a:lnTo>
                    <a:lnTo>
                      <a:pt x="57509" y="276462"/>
                    </a:lnTo>
                    <a:lnTo>
                      <a:pt x="54888" y="272435"/>
                    </a:lnTo>
                    <a:lnTo>
                      <a:pt x="52453" y="268319"/>
                    </a:lnTo>
                    <a:lnTo>
                      <a:pt x="50206" y="264121"/>
                    </a:lnTo>
                    <a:lnTo>
                      <a:pt x="48146" y="259849"/>
                    </a:lnTo>
                    <a:lnTo>
                      <a:pt x="46274" y="255508"/>
                    </a:lnTo>
                    <a:lnTo>
                      <a:pt x="44588" y="251106"/>
                    </a:lnTo>
                    <a:lnTo>
                      <a:pt x="43090" y="246647"/>
                    </a:lnTo>
                    <a:lnTo>
                      <a:pt x="41780" y="242140"/>
                    </a:lnTo>
                    <a:lnTo>
                      <a:pt x="40656" y="237591"/>
                    </a:lnTo>
                    <a:lnTo>
                      <a:pt x="39720" y="233005"/>
                    </a:lnTo>
                    <a:lnTo>
                      <a:pt x="38971" y="228391"/>
                    </a:lnTo>
                    <a:lnTo>
                      <a:pt x="38409" y="223753"/>
                    </a:lnTo>
                    <a:lnTo>
                      <a:pt x="38034" y="219099"/>
                    </a:lnTo>
                    <a:lnTo>
                      <a:pt x="37847" y="214436"/>
                    </a:lnTo>
                    <a:lnTo>
                      <a:pt x="37847" y="209769"/>
                    </a:lnTo>
                    <a:lnTo>
                      <a:pt x="38034" y="205105"/>
                    </a:lnTo>
                    <a:lnTo>
                      <a:pt x="38409" y="200451"/>
                    </a:lnTo>
                    <a:lnTo>
                      <a:pt x="38971" y="195814"/>
                    </a:lnTo>
                    <a:lnTo>
                      <a:pt x="39720" y="191199"/>
                    </a:lnTo>
                    <a:lnTo>
                      <a:pt x="40656" y="186614"/>
                    </a:lnTo>
                    <a:lnTo>
                      <a:pt x="41780" y="182064"/>
                    </a:lnTo>
                    <a:lnTo>
                      <a:pt x="43090" y="177557"/>
                    </a:lnTo>
                    <a:lnTo>
                      <a:pt x="44588" y="173099"/>
                    </a:lnTo>
                    <a:lnTo>
                      <a:pt x="46274" y="168696"/>
                    </a:lnTo>
                    <a:lnTo>
                      <a:pt x="48146" y="164355"/>
                    </a:lnTo>
                    <a:lnTo>
                      <a:pt x="50206" y="160083"/>
                    </a:lnTo>
                    <a:lnTo>
                      <a:pt x="52453" y="155885"/>
                    </a:lnTo>
                    <a:lnTo>
                      <a:pt x="54888" y="151770"/>
                    </a:lnTo>
                    <a:lnTo>
                      <a:pt x="57509" y="147742"/>
                    </a:lnTo>
                    <a:lnTo>
                      <a:pt x="60318" y="143809"/>
                    </a:lnTo>
                    <a:lnTo>
                      <a:pt x="63314" y="139977"/>
                    </a:lnTo>
                    <a:lnTo>
                      <a:pt x="66498" y="136252"/>
                    </a:lnTo>
                    <a:lnTo>
                      <a:pt x="69868" y="132642"/>
                    </a:lnTo>
                    <a:lnTo>
                      <a:pt x="69868" y="132642"/>
                    </a:lnTo>
                    <a:lnTo>
                      <a:pt x="138228" y="62567"/>
                    </a:lnTo>
                    <a:lnTo>
                      <a:pt x="146772" y="52556"/>
                    </a:lnTo>
                    <a:lnTo>
                      <a:pt x="146772" y="52556"/>
                    </a:lnTo>
                    <a:lnTo>
                      <a:pt x="146772" y="0"/>
                    </a:lnTo>
                    <a:lnTo>
                      <a:pt x="43012" y="106364"/>
                    </a:lnTo>
                    <a:lnTo>
                      <a:pt x="39571" y="110008"/>
                    </a:lnTo>
                    <a:lnTo>
                      <a:pt x="36274" y="113736"/>
                    </a:lnTo>
                    <a:lnTo>
                      <a:pt x="33119" y="117544"/>
                    </a:lnTo>
                    <a:lnTo>
                      <a:pt x="30108" y="121429"/>
                    </a:lnTo>
                    <a:lnTo>
                      <a:pt x="27241" y="125388"/>
                    </a:lnTo>
                    <a:lnTo>
                      <a:pt x="24517" y="129416"/>
                    </a:lnTo>
                    <a:lnTo>
                      <a:pt x="21936" y="133510"/>
                    </a:lnTo>
                    <a:lnTo>
                      <a:pt x="19499" y="137667"/>
                    </a:lnTo>
                    <a:lnTo>
                      <a:pt x="17205" y="141883"/>
                    </a:lnTo>
                    <a:lnTo>
                      <a:pt x="15054" y="146154"/>
                    </a:lnTo>
                    <a:lnTo>
                      <a:pt x="13047" y="150477"/>
                    </a:lnTo>
                    <a:lnTo>
                      <a:pt x="11183" y="154848"/>
                    </a:lnTo>
                    <a:lnTo>
                      <a:pt x="9463" y="159264"/>
                    </a:lnTo>
                    <a:lnTo>
                      <a:pt x="7886" y="163721"/>
                    </a:lnTo>
                    <a:lnTo>
                      <a:pt x="6452" y="168216"/>
                    </a:lnTo>
                    <a:lnTo>
                      <a:pt x="5161" y="172744"/>
                    </a:lnTo>
                    <a:lnTo>
                      <a:pt x="4014" y="177303"/>
                    </a:lnTo>
                    <a:lnTo>
                      <a:pt x="3011" y="181889"/>
                    </a:lnTo>
                    <a:lnTo>
                      <a:pt x="2151" y="186498"/>
                    </a:lnTo>
                    <a:lnTo>
                      <a:pt x="1434" y="191126"/>
                    </a:lnTo>
                    <a:lnTo>
                      <a:pt x="860" y="195771"/>
                    </a:lnTo>
                    <a:lnTo>
                      <a:pt x="430" y="200428"/>
                    </a:lnTo>
                    <a:lnTo>
                      <a:pt x="143" y="205094"/>
                    </a:lnTo>
                    <a:lnTo>
                      <a:pt x="0" y="209766"/>
                    </a:lnTo>
                    <a:lnTo>
                      <a:pt x="0" y="214439"/>
                    </a:lnTo>
                    <a:lnTo>
                      <a:pt x="143" y="219110"/>
                    </a:lnTo>
                    <a:lnTo>
                      <a:pt x="430" y="223776"/>
                    </a:lnTo>
                    <a:lnTo>
                      <a:pt x="860" y="228433"/>
                    </a:lnTo>
                    <a:lnTo>
                      <a:pt x="1434" y="233078"/>
                    </a:lnTo>
                    <a:lnTo>
                      <a:pt x="2151" y="237707"/>
                    </a:lnTo>
                    <a:lnTo>
                      <a:pt x="3011" y="242315"/>
                    </a:lnTo>
                    <a:lnTo>
                      <a:pt x="4014" y="246901"/>
                    </a:lnTo>
                    <a:lnTo>
                      <a:pt x="5161" y="251460"/>
                    </a:lnTo>
                    <a:lnTo>
                      <a:pt x="6452" y="255989"/>
                    </a:lnTo>
                    <a:lnTo>
                      <a:pt x="7886" y="260483"/>
                    </a:lnTo>
                    <a:lnTo>
                      <a:pt x="9463" y="264940"/>
                    </a:lnTo>
                    <a:lnTo>
                      <a:pt x="11183" y="269356"/>
                    </a:lnTo>
                    <a:lnTo>
                      <a:pt x="13047" y="273727"/>
                    </a:lnTo>
                    <a:lnTo>
                      <a:pt x="15054" y="278050"/>
                    </a:lnTo>
                    <a:lnTo>
                      <a:pt x="17205" y="282321"/>
                    </a:lnTo>
                    <a:lnTo>
                      <a:pt x="19499" y="286537"/>
                    </a:lnTo>
                    <a:lnTo>
                      <a:pt x="21936" y="290694"/>
                    </a:lnTo>
                    <a:lnTo>
                      <a:pt x="24517" y="294788"/>
                    </a:lnTo>
                    <a:lnTo>
                      <a:pt x="27241" y="298816"/>
                    </a:lnTo>
                    <a:lnTo>
                      <a:pt x="30108" y="302775"/>
                    </a:lnTo>
                    <a:lnTo>
                      <a:pt x="33119" y="306660"/>
                    </a:lnTo>
                    <a:lnTo>
                      <a:pt x="36274" y="310468"/>
                    </a:lnTo>
                    <a:lnTo>
                      <a:pt x="39571" y="314196"/>
                    </a:lnTo>
                    <a:lnTo>
                      <a:pt x="43012" y="317840"/>
                    </a:lnTo>
                    <a:lnTo>
                      <a:pt x="46642" y="321440"/>
                    </a:lnTo>
                    <a:lnTo>
                      <a:pt x="50357" y="324886"/>
                    </a:lnTo>
                    <a:lnTo>
                      <a:pt x="54153" y="328179"/>
                    </a:lnTo>
                    <a:lnTo>
                      <a:pt x="58028" y="331318"/>
                    </a:lnTo>
                    <a:lnTo>
                      <a:pt x="61977" y="334305"/>
                    </a:lnTo>
                    <a:lnTo>
                      <a:pt x="65996" y="337138"/>
                    </a:lnTo>
                    <a:lnTo>
                      <a:pt x="70082" y="339819"/>
                    </a:lnTo>
                    <a:lnTo>
                      <a:pt x="74231" y="342346"/>
                    </a:lnTo>
                    <a:lnTo>
                      <a:pt x="78439" y="344720"/>
                    </a:lnTo>
                    <a:lnTo>
                      <a:pt x="82703" y="346940"/>
                    </a:lnTo>
                    <a:lnTo>
                      <a:pt x="87019" y="349008"/>
                    </a:lnTo>
                    <a:lnTo>
                      <a:pt x="91383" y="350923"/>
                    </a:lnTo>
                    <a:lnTo>
                      <a:pt x="95791" y="352684"/>
                    </a:lnTo>
                    <a:lnTo>
                      <a:pt x="100241" y="354292"/>
                    </a:lnTo>
                    <a:lnTo>
                      <a:pt x="104727" y="355747"/>
                    </a:lnTo>
                    <a:lnTo>
                      <a:pt x="109247" y="357049"/>
                    </a:lnTo>
                    <a:lnTo>
                      <a:pt x="113797" y="358198"/>
                    </a:lnTo>
                    <a:lnTo>
                      <a:pt x="118372" y="359193"/>
                    </a:lnTo>
                    <a:lnTo>
                      <a:pt x="122970" y="360036"/>
                    </a:lnTo>
                    <a:lnTo>
                      <a:pt x="127586" y="360725"/>
                    </a:lnTo>
                    <a:lnTo>
                      <a:pt x="132217" y="361261"/>
                    </a:lnTo>
                    <a:lnTo>
                      <a:pt x="136859" y="361644"/>
                    </a:lnTo>
                    <a:lnTo>
                      <a:pt x="141509" y="361873"/>
                    </a:lnTo>
                    <a:lnTo>
                      <a:pt x="146162" y="361950"/>
                    </a:lnTo>
                    <a:lnTo>
                      <a:pt x="150816" y="361873"/>
                    </a:lnTo>
                    <a:lnTo>
                      <a:pt x="155465" y="361644"/>
                    </a:lnTo>
                    <a:lnTo>
                      <a:pt x="160107" y="361261"/>
                    </a:lnTo>
                    <a:lnTo>
                      <a:pt x="164739" y="360725"/>
                    </a:lnTo>
                    <a:lnTo>
                      <a:pt x="169355" y="360036"/>
                    </a:lnTo>
                    <a:lnTo>
                      <a:pt x="173953" y="359193"/>
                    </a:lnTo>
                    <a:lnTo>
                      <a:pt x="178528" y="358198"/>
                    </a:lnTo>
                    <a:lnTo>
                      <a:pt x="183078" y="357049"/>
                    </a:lnTo>
                    <a:lnTo>
                      <a:pt x="187597" y="355747"/>
                    </a:lnTo>
                    <a:lnTo>
                      <a:pt x="192084" y="354292"/>
                    </a:lnTo>
                    <a:lnTo>
                      <a:pt x="196533" y="352684"/>
                    </a:lnTo>
                    <a:lnTo>
                      <a:pt x="200942" y="350923"/>
                    </a:lnTo>
                    <a:lnTo>
                      <a:pt x="205306" y="349008"/>
                    </a:lnTo>
                    <a:lnTo>
                      <a:pt x="209622" y="346940"/>
                    </a:lnTo>
                    <a:lnTo>
                      <a:pt x="213886" y="344720"/>
                    </a:lnTo>
                    <a:lnTo>
                      <a:pt x="218094" y="342346"/>
                    </a:lnTo>
                    <a:lnTo>
                      <a:pt x="222243" y="339819"/>
                    </a:lnTo>
                    <a:lnTo>
                      <a:pt x="226329" y="337138"/>
                    </a:lnTo>
                    <a:lnTo>
                      <a:pt x="230348" y="334305"/>
                    </a:lnTo>
                    <a:lnTo>
                      <a:pt x="234297" y="331318"/>
                    </a:lnTo>
                    <a:lnTo>
                      <a:pt x="238171" y="328179"/>
                    </a:lnTo>
                    <a:lnTo>
                      <a:pt x="241968" y="324886"/>
                    </a:lnTo>
                    <a:lnTo>
                      <a:pt x="245683" y="321440"/>
                    </a:lnTo>
                    <a:lnTo>
                      <a:pt x="249312" y="317840"/>
                    </a:lnTo>
                    <a:lnTo>
                      <a:pt x="252827" y="314195"/>
                    </a:lnTo>
                    <a:lnTo>
                      <a:pt x="256195" y="310462"/>
                    </a:lnTo>
                    <a:lnTo>
                      <a:pt x="259416" y="306647"/>
                    </a:lnTo>
                    <a:lnTo>
                      <a:pt x="262491" y="302752"/>
                    </a:lnTo>
                    <a:lnTo>
                      <a:pt x="265421" y="298781"/>
                    </a:lnTo>
                    <a:lnTo>
                      <a:pt x="268204" y="294739"/>
                    </a:lnTo>
                    <a:lnTo>
                      <a:pt x="270841" y="290628"/>
                    </a:lnTo>
                    <a:lnTo>
                      <a:pt x="273332" y="286453"/>
                    </a:lnTo>
                    <a:lnTo>
                      <a:pt x="275677" y="282218"/>
                    </a:lnTo>
                    <a:lnTo>
                      <a:pt x="277876" y="277926"/>
                    </a:lnTo>
                    <a:lnTo>
                      <a:pt x="279929" y="273581"/>
                    </a:lnTo>
                    <a:lnTo>
                      <a:pt x="281837" y="269186"/>
                    </a:lnTo>
                    <a:lnTo>
                      <a:pt x="283599" y="264746"/>
                    </a:lnTo>
                    <a:lnTo>
                      <a:pt x="285215" y="260264"/>
                    </a:lnTo>
                    <a:lnTo>
                      <a:pt x="286686" y="255744"/>
                    </a:lnTo>
                    <a:lnTo>
                      <a:pt x="288011" y="251191"/>
                    </a:lnTo>
                    <a:lnTo>
                      <a:pt x="289191" y="246606"/>
                    </a:lnTo>
                    <a:lnTo>
                      <a:pt x="290226" y="241995"/>
                    </a:lnTo>
                    <a:lnTo>
                      <a:pt x="291115" y="237361"/>
                    </a:lnTo>
                    <a:lnTo>
                      <a:pt x="291859" y="232708"/>
                    </a:lnTo>
                    <a:lnTo>
                      <a:pt x="292458" y="228040"/>
                    </a:lnTo>
                    <a:lnTo>
                      <a:pt x="292911" y="223359"/>
                    </a:lnTo>
                    <a:lnTo>
                      <a:pt x="293220" y="218671"/>
                    </a:lnTo>
                    <a:lnTo>
                      <a:pt x="293384" y="213979"/>
                    </a:lnTo>
                    <a:lnTo>
                      <a:pt x="293402" y="209287"/>
                    </a:lnTo>
                    <a:lnTo>
                      <a:pt x="293276" y="204598"/>
                    </a:lnTo>
                    <a:lnTo>
                      <a:pt x="293005" y="199916"/>
                    </a:lnTo>
                    <a:lnTo>
                      <a:pt x="292589" y="195246"/>
                    </a:lnTo>
                    <a:lnTo>
                      <a:pt x="292029" y="190590"/>
                    </a:lnTo>
                    <a:lnTo>
                      <a:pt x="291324" y="185952"/>
                    </a:lnTo>
                    <a:lnTo>
                      <a:pt x="290474" y="181337"/>
                    </a:lnTo>
                    <a:lnTo>
                      <a:pt x="289480" y="176748"/>
                    </a:lnTo>
                    <a:lnTo>
                      <a:pt x="288342" y="172188"/>
                    </a:lnTo>
                    <a:lnTo>
                      <a:pt x="287059" y="167663"/>
                    </a:lnTo>
                    <a:lnTo>
                      <a:pt x="285631" y="163174"/>
                    </a:lnTo>
                    <a:lnTo>
                      <a:pt x="284060" y="158727"/>
                    </a:lnTo>
                    <a:lnTo>
                      <a:pt x="282344" y="154324"/>
                    </a:lnTo>
                    <a:lnTo>
                      <a:pt x="280485" y="149970"/>
                    </a:lnTo>
                    <a:lnTo>
                      <a:pt x="278481" y="145669"/>
                    </a:lnTo>
                    <a:lnTo>
                      <a:pt x="276333" y="141424"/>
                    </a:lnTo>
                    <a:lnTo>
                      <a:pt x="274041" y="137238"/>
                    </a:lnTo>
                    <a:lnTo>
                      <a:pt x="271606" y="133116"/>
                    </a:lnTo>
                    <a:lnTo>
                      <a:pt x="269026" y="129062"/>
                    </a:lnTo>
                    <a:lnTo>
                      <a:pt x="266303" y="125079"/>
                    </a:lnTo>
                    <a:lnTo>
                      <a:pt x="263436" y="121171"/>
                    </a:lnTo>
                    <a:lnTo>
                      <a:pt x="260426" y="117342"/>
                    </a:lnTo>
                    <a:lnTo>
                      <a:pt x="257271" y="113595"/>
                    </a:lnTo>
                    <a:lnTo>
                      <a:pt x="253974" y="109934"/>
                    </a:lnTo>
                    <a:lnTo>
                      <a:pt x="250533" y="106364"/>
                    </a:lnTo>
                    <a:close/>
                  </a:path>
                </a:pathLst>
              </a:custGeom>
              <a:solidFill xmlns:a="http://schemas.openxmlformats.org/drawingml/2006/main">
                <a:srgbClr val="EE4C2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" name="6 torch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B996C274-B3A4-4A5A-AAAD-136C4BD9748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77186" y="1371600"/>
                <a:ext cx="293402" cy="361950"/>
              </a:xfrm>
              <a:custGeom xmlns:a="http://schemas.openxmlformats.org/drawingml/2006/main">
                <a:pathLst>
                  <a:path w="293402" h="361950">
                    <a:moveTo>
                      <a:pt x="218795" y="78834"/>
                    </a:moveTo>
                    <a:lnTo>
                      <a:pt x="218398" y="82869"/>
                    </a:lnTo>
                    <a:lnTo>
                      <a:pt x="217260" y="86628"/>
                    </a:lnTo>
                    <a:lnTo>
                      <a:pt x="215459" y="90028"/>
                    </a:lnTo>
                    <a:lnTo>
                      <a:pt x="213074" y="92992"/>
                    </a:lnTo>
                    <a:lnTo>
                      <a:pt x="210184" y="95436"/>
                    </a:lnTo>
                    <a:lnTo>
                      <a:pt x="206866" y="97282"/>
                    </a:lnTo>
                    <a:lnTo>
                      <a:pt x="203200" y="98449"/>
                    </a:lnTo>
                    <a:lnTo>
                      <a:pt x="199263" y="98856"/>
                    </a:lnTo>
                    <a:lnTo>
                      <a:pt x="195327" y="98449"/>
                    </a:lnTo>
                    <a:lnTo>
                      <a:pt x="191661" y="97282"/>
                    </a:lnTo>
                    <a:lnTo>
                      <a:pt x="188343" y="95436"/>
                    </a:lnTo>
                    <a:lnTo>
                      <a:pt x="185453" y="92992"/>
                    </a:lnTo>
                    <a:lnTo>
                      <a:pt x="183068" y="90028"/>
                    </a:lnTo>
                    <a:lnTo>
                      <a:pt x="181267" y="86628"/>
                    </a:lnTo>
                    <a:lnTo>
                      <a:pt x="180129" y="82869"/>
                    </a:lnTo>
                    <a:lnTo>
                      <a:pt x="179732" y="78834"/>
                    </a:lnTo>
                    <a:lnTo>
                      <a:pt x="180129" y="74799"/>
                    </a:lnTo>
                    <a:lnTo>
                      <a:pt x="181267" y="71041"/>
                    </a:lnTo>
                    <a:lnTo>
                      <a:pt x="183068" y="67640"/>
                    </a:lnTo>
                    <a:lnTo>
                      <a:pt x="185453" y="64677"/>
                    </a:lnTo>
                    <a:lnTo>
                      <a:pt x="188343" y="62232"/>
                    </a:lnTo>
                    <a:lnTo>
                      <a:pt x="191661" y="60386"/>
                    </a:lnTo>
                    <a:lnTo>
                      <a:pt x="195327" y="59220"/>
                    </a:lnTo>
                    <a:lnTo>
                      <a:pt x="199263" y="58813"/>
                    </a:lnTo>
                    <a:lnTo>
                      <a:pt x="203200" y="59220"/>
                    </a:lnTo>
                    <a:lnTo>
                      <a:pt x="206866" y="60386"/>
                    </a:lnTo>
                    <a:lnTo>
                      <a:pt x="210184" y="62232"/>
                    </a:lnTo>
                    <a:lnTo>
                      <a:pt x="213074" y="64677"/>
                    </a:lnTo>
                    <a:lnTo>
                      <a:pt x="215459" y="67640"/>
                    </a:lnTo>
                    <a:lnTo>
                      <a:pt x="217260" y="71041"/>
                    </a:lnTo>
                    <a:lnTo>
                      <a:pt x="218398" y="74799"/>
                    </a:lnTo>
                    <a:lnTo>
                      <a:pt x="218795" y="78834"/>
                    </a:lnTo>
                    <a:close/>
                  </a:path>
                </a:pathLst>
              </a:custGeom>
              <a:solidFill xmlns:a="http://schemas.openxmlformats.org/drawingml/2006/main">
                <a:srgbClr val="EE4C2C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7" name="7 PyTorch (Python)">
              <a:extLst xmlns:a="http://schemas.openxmlformats.org/drawingml/2006/main">
                <a:ext uri="{FF2B5EF4-FFF2-40B4-BE49-F238E27FC236}">
                  <a16:creationId xmlns:a16="http://schemas.microsoft.com/office/drawing/2014/main" id="{F76D820A-7ED1-4793-BA4C-88235293BF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1419225"/>
              <a:ext cx="1685925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PyTorch (Python)</a:t>
              </a:r>
            </a:p>
          </p:txBody>
        </p:sp>
        <p:grpSp>
          <p:nvGrpSpPr>
            <p:cNvPr id="467" name="folder-7"/>
            <p:cNvGrpSpPr/>
            <p:nvPr/>
          </p:nvGrpSpPr>
          <p:grpSpPr>
            <ns1:xfrm xmlns:ns1="http://schemas.openxmlformats.org/drawingml/2006/main">
              <ns1:off x="533400" y="2006175"/>
              <ns1:ext cx="219075" cy="141522"/>
              <ns1:chOff x="533400" y="2006175"/>
              <ns1:chExt cx="219075" cy="141522"/>
            </ns1:xfrm>
          </p:grpSpPr>
          <p:sp>
            <p:nvSpPr>
              <p:cNvPr id="8" name="8 folder">
                <a:extLst xmlns:a="http://schemas.openxmlformats.org/drawingml/2006/main">
                  <a:ext uri="{FF2B5EF4-FFF2-40B4-BE49-F238E27FC236}">
                    <a16:creationId xmlns:a16="http://schemas.microsoft.com/office/drawing/2014/main" id="{70BE6505-443B-45AC-BB01-9812A1EBF1A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3400" y="2006175"/>
                <a:ext cx="219075" cy="141522"/>
              </a:xfrm>
              <a:custGeom xmlns:a="http://schemas.openxmlformats.org/drawingml/2006/main">
                <a:pathLst>
                  <a:path w="219075" h="141522">
                    <a:moveTo>
                      <a:pt x="0" y="0"/>
                    </a:moveTo>
                    <a:lnTo>
                      <a:pt x="87630" y="0"/>
                    </a:lnTo>
                    <a:lnTo>
                      <a:pt x="113919" y="23310"/>
                    </a:lnTo>
                    <a:lnTo>
                      <a:pt x="219075" y="23310"/>
                    </a:lnTo>
                    <a:lnTo>
                      <a:pt x="219075" y="141522"/>
                    </a:lnTo>
                    <a:lnTo>
                      <a:pt x="0" y="141522"/>
                    </a:lnTo>
                    <a:close/>
                  </a:path>
                </a:pathLst>
              </a:custGeom>
              <a:solidFill xmlns:a="http://schemas.openxmlformats.org/drawingml/2006/main">
                <a:srgbClr val="B5E4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9" name="9 path">
                <a:extLst xmlns:a="http://schemas.openxmlformats.org/drawingml/2006/main">
                  <a:ext uri="{FF2B5EF4-FFF2-40B4-BE49-F238E27FC236}">
                    <a16:creationId xmlns:a16="http://schemas.microsoft.com/office/drawing/2014/main" id="{BB9A3289-57E2-4F19-983C-E259417AB22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925" y="2042804"/>
                <a:ext cx="200025" cy="95"/>
              </a:xfrm>
              <a:custGeom xmlns:a="http://schemas.openxmlformats.org/drawingml/2006/main">
                <a:pathLst>
                  <a:path w="200025" h="9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10" name="10 my_project/">
              <a:extLst xmlns:a="http://schemas.openxmlformats.org/drawingml/2006/main">
                <a:ext uri="{FF2B5EF4-FFF2-40B4-BE49-F238E27FC236}">
                  <a16:creationId xmlns:a16="http://schemas.microsoft.com/office/drawing/2014/main" id="{36607D9F-0259-4F91-A652-13875DA26A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875" y="1933575"/>
              <a:ext cx="14954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my_project/</a:t>
              </a:r>
            </a:p>
          </p:txBody>
        </p:sp>
        <p:sp>
          <p:nvSpPr>
            <p:cNvPr id="11" name="11 path">
              <a:extLst xmlns:a="http://schemas.openxmlformats.org/drawingml/2006/main">
                <a:ext uri="{FF2B5EF4-FFF2-40B4-BE49-F238E27FC236}">
                  <a16:creationId xmlns:a16="http://schemas.microsoft.com/office/drawing/2014/main" id="{3FF930BC-2CB0-41E2-BD68-D25ED06DF3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209800"/>
              <a:ext cx="95" cy="1381125"/>
            </a:xfrm>
            <a:custGeom xmlns:a="http://schemas.openxmlformats.org/drawingml/2006/main">
              <a:pathLst>
                <a:path w="95" h="1381125">
                  <a:moveTo>
                    <a:pt x="0" y="0"/>
                  </a:moveTo>
                  <a:lnTo>
                    <a:pt x="0" y="1381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sp>
          <p:nvSpPr>
            <p:cNvPr id="12" name="12 path">
              <a:extLst xmlns:a="http://schemas.openxmlformats.org/drawingml/2006/main">
                <a:ext uri="{FF2B5EF4-FFF2-40B4-BE49-F238E27FC236}">
                  <a16:creationId xmlns:a16="http://schemas.microsoft.com/office/drawing/2014/main" id="{41AB298F-5825-41CF-BFE8-A907572870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447925"/>
              <a:ext cx="142875" cy="95"/>
            </a:xfrm>
            <a:custGeom xmlns:a="http://schemas.openxmlformats.org/drawingml/2006/main">
              <a:pathLst>
                <a:path w="142875" h="9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sp>
          <p:nvSpPr>
            <p:cNvPr id="13" name="13 rect">
              <a:extLst xmlns:a="http://schemas.openxmlformats.org/drawingml/2006/main">
                <a:ext uri="{FF2B5EF4-FFF2-40B4-BE49-F238E27FC236}">
                  <a16:creationId xmlns:a16="http://schemas.microsoft.com/office/drawing/2014/main" id="{8609638A-9C82-4FA1-98D6-0FE6B6D588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2276475"/>
              <a:ext cx="1190625" cy="333375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2F5F9"/>
            </a:solidFill>
            <a:ln xmlns:a="http://schemas.openxmlformats.org/drawingml/2006/main" w="0">
              <a:noFill/>
            </a:ln>
          </p:spPr>
        </p:sp>
        <p:grpSp>
          <p:nvGrpSpPr>
            <p:cNvPr id="468" name="icon-python-13"/>
            <p:cNvGrpSpPr/>
            <p:nvPr/>
          </p:nvGrpSpPr>
          <p:grpSpPr>
            <ns2:xfrm xmlns:ns2="http://schemas.openxmlformats.org/drawingml/2006/main">
              <ns2:off x="923925" y="2315670"/>
              <ns2:ext cx="228600" cy="235935"/>
              <ns2:chOff x="923925" y="2315670"/>
              <ns2:chExt cx="228600" cy="235935"/>
            </ns2:xfrm>
          </p:grpSpPr>
          <p:sp>
            <p:nvSpPr>
              <p:cNvPr id="14" name="14 python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AD9968E-CA82-4DAA-97EB-409672DE811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3925" y="2315670"/>
                <a:ext cx="228600" cy="235935"/>
              </a:xfrm>
              <a:custGeom xmlns:a="http://schemas.openxmlformats.org/drawingml/2006/main">
                <a:pathLst>
                  <a:path w="228600" h="235935">
                    <a:moveTo>
                      <a:pt x="112940" y="0"/>
                    </a:moveTo>
                    <a:lnTo>
                      <a:pt x="109425" y="53"/>
                    </a:lnTo>
                    <a:lnTo>
                      <a:pt x="105959" y="176"/>
                    </a:lnTo>
                    <a:lnTo>
                      <a:pt x="102547" y="369"/>
                    </a:lnTo>
                    <a:lnTo>
                      <a:pt x="99198" y="628"/>
                    </a:lnTo>
                    <a:lnTo>
                      <a:pt x="95920" y="953"/>
                    </a:lnTo>
                    <a:lnTo>
                      <a:pt x="92720" y="1340"/>
                    </a:lnTo>
                    <a:lnTo>
                      <a:pt x="89607" y="1789"/>
                    </a:lnTo>
                    <a:lnTo>
                      <a:pt x="86586" y="2296"/>
                    </a:lnTo>
                    <a:lnTo>
                      <a:pt x="80684" y="3560"/>
                    </a:lnTo>
                    <a:lnTo>
                      <a:pt x="75662" y="5065"/>
                    </a:lnTo>
                    <a:lnTo>
                      <a:pt x="71453" y="6823"/>
                    </a:lnTo>
                    <a:lnTo>
                      <a:pt x="67990" y="8848"/>
                    </a:lnTo>
                    <a:lnTo>
                      <a:pt x="65207" y="11152"/>
                    </a:lnTo>
                    <a:lnTo>
                      <a:pt x="63035" y="13748"/>
                    </a:lnTo>
                    <a:lnTo>
                      <a:pt x="61408" y="16649"/>
                    </a:lnTo>
                    <a:lnTo>
                      <a:pt x="60260" y="19867"/>
                    </a:lnTo>
                    <a:lnTo>
                      <a:pt x="59522" y="23416"/>
                    </a:lnTo>
                    <a:lnTo>
                      <a:pt x="59129" y="27308"/>
                    </a:lnTo>
                    <a:lnTo>
                      <a:pt x="59013" y="31556"/>
                    </a:lnTo>
                    <a:lnTo>
                      <a:pt x="59013" y="53008"/>
                    </a:lnTo>
                    <a:lnTo>
                      <a:pt x="114161" y="53008"/>
                    </a:lnTo>
                    <a:lnTo>
                      <a:pt x="114161" y="60159"/>
                    </a:lnTo>
                    <a:lnTo>
                      <a:pt x="59013" y="60159"/>
                    </a:lnTo>
                    <a:lnTo>
                      <a:pt x="38316" y="60159"/>
                    </a:lnTo>
                    <a:lnTo>
                      <a:pt x="34356" y="60364"/>
                    </a:lnTo>
                    <a:lnTo>
                      <a:pt x="30504" y="60974"/>
                    </a:lnTo>
                    <a:lnTo>
                      <a:pt x="26789" y="61988"/>
                    </a:lnTo>
                    <a:lnTo>
                      <a:pt x="23237" y="63401"/>
                    </a:lnTo>
                    <a:lnTo>
                      <a:pt x="19874" y="65211"/>
                    </a:lnTo>
                    <a:lnTo>
                      <a:pt x="16727" y="67414"/>
                    </a:lnTo>
                    <a:lnTo>
                      <a:pt x="13822" y="70006"/>
                    </a:lnTo>
                    <a:lnTo>
                      <a:pt x="11186" y="72985"/>
                    </a:lnTo>
                    <a:lnTo>
                      <a:pt x="8846" y="76347"/>
                    </a:lnTo>
                    <a:lnTo>
                      <a:pt x="6828" y="80088"/>
                    </a:lnTo>
                    <a:lnTo>
                      <a:pt x="5159" y="84206"/>
                    </a:lnTo>
                    <a:lnTo>
                      <a:pt x="3865" y="88697"/>
                    </a:lnTo>
                    <a:lnTo>
                      <a:pt x="2783" y="93510"/>
                    </a:lnTo>
                    <a:lnTo>
                      <a:pt x="1874" y="98083"/>
                    </a:lnTo>
                    <a:lnTo>
                      <a:pt x="1141" y="102463"/>
                    </a:lnTo>
                    <a:lnTo>
                      <a:pt x="585" y="106696"/>
                    </a:lnTo>
                    <a:lnTo>
                      <a:pt x="209" y="110830"/>
                    </a:lnTo>
                    <a:lnTo>
                      <a:pt x="13" y="114911"/>
                    </a:lnTo>
                    <a:lnTo>
                      <a:pt x="0" y="118985"/>
                    </a:lnTo>
                    <a:lnTo>
                      <a:pt x="172" y="123099"/>
                    </a:lnTo>
                    <a:lnTo>
                      <a:pt x="530" y="127300"/>
                    </a:lnTo>
                    <a:lnTo>
                      <a:pt x="1077" y="131635"/>
                    </a:lnTo>
                    <a:lnTo>
                      <a:pt x="1814" y="136149"/>
                    </a:lnTo>
                    <a:lnTo>
                      <a:pt x="2743" y="140890"/>
                    </a:lnTo>
                    <a:lnTo>
                      <a:pt x="3865" y="145904"/>
                    </a:lnTo>
                    <a:lnTo>
                      <a:pt x="5070" y="150325"/>
                    </a:lnTo>
                    <a:lnTo>
                      <a:pt x="6551" y="154476"/>
                    </a:lnTo>
                    <a:lnTo>
                      <a:pt x="8312" y="158326"/>
                    </a:lnTo>
                    <a:lnTo>
                      <a:pt x="10359" y="161843"/>
                    </a:lnTo>
                    <a:lnTo>
                      <a:pt x="12699" y="164994"/>
                    </a:lnTo>
                    <a:lnTo>
                      <a:pt x="15336" y="167748"/>
                    </a:lnTo>
                    <a:lnTo>
                      <a:pt x="18275" y="170073"/>
                    </a:lnTo>
                    <a:lnTo>
                      <a:pt x="21524" y="171937"/>
                    </a:lnTo>
                    <a:lnTo>
                      <a:pt x="25086" y="173307"/>
                    </a:lnTo>
                    <a:lnTo>
                      <a:pt x="28968" y="174153"/>
                    </a:lnTo>
                    <a:lnTo>
                      <a:pt x="33174" y="174442"/>
                    </a:lnTo>
                    <a:lnTo>
                      <a:pt x="52136" y="174442"/>
                    </a:lnTo>
                    <a:lnTo>
                      <a:pt x="52136" y="148726"/>
                    </a:lnTo>
                    <a:lnTo>
                      <a:pt x="52409" y="144483"/>
                    </a:lnTo>
                    <a:lnTo>
                      <a:pt x="53207" y="140358"/>
                    </a:lnTo>
                    <a:lnTo>
                      <a:pt x="54494" y="136387"/>
                    </a:lnTo>
                    <a:lnTo>
                      <a:pt x="56236" y="132611"/>
                    </a:lnTo>
                    <a:lnTo>
                      <a:pt x="58397" y="129068"/>
                    </a:lnTo>
                    <a:lnTo>
                      <a:pt x="60942" y="125796"/>
                    </a:lnTo>
                    <a:lnTo>
                      <a:pt x="63837" y="122835"/>
                    </a:lnTo>
                    <a:lnTo>
                      <a:pt x="67046" y="120223"/>
                    </a:lnTo>
                    <a:lnTo>
                      <a:pt x="70535" y="117999"/>
                    </a:lnTo>
                    <a:lnTo>
                      <a:pt x="74268" y="116202"/>
                    </a:lnTo>
                    <a:lnTo>
                      <a:pt x="78211" y="114870"/>
                    </a:lnTo>
                    <a:lnTo>
                      <a:pt x="82329" y="114042"/>
                    </a:lnTo>
                    <a:lnTo>
                      <a:pt x="86586" y="113758"/>
                    </a:lnTo>
                    <a:lnTo>
                      <a:pt x="141670" y="113758"/>
                    </a:lnTo>
                    <a:lnTo>
                      <a:pt x="145768" y="113446"/>
                    </a:lnTo>
                    <a:lnTo>
                      <a:pt x="149672" y="112540"/>
                    </a:lnTo>
                    <a:lnTo>
                      <a:pt x="153340" y="111087"/>
                    </a:lnTo>
                    <a:lnTo>
                      <a:pt x="156730" y="109130"/>
                    </a:lnTo>
                    <a:lnTo>
                      <a:pt x="159803" y="106715"/>
                    </a:lnTo>
                    <a:lnTo>
                      <a:pt x="162516" y="103888"/>
                    </a:lnTo>
                    <a:lnTo>
                      <a:pt x="164828" y="100694"/>
                    </a:lnTo>
                    <a:lnTo>
                      <a:pt x="166698" y="97179"/>
                    </a:lnTo>
                    <a:lnTo>
                      <a:pt x="168085" y="93386"/>
                    </a:lnTo>
                    <a:lnTo>
                      <a:pt x="168948" y="89363"/>
                    </a:lnTo>
                    <a:lnTo>
                      <a:pt x="169244" y="85154"/>
                    </a:lnTo>
                    <a:lnTo>
                      <a:pt x="169244" y="31556"/>
                    </a:lnTo>
                    <a:lnTo>
                      <a:pt x="168939" y="27493"/>
                    </a:lnTo>
                    <a:lnTo>
                      <a:pt x="168055" y="23642"/>
                    </a:lnTo>
                    <a:lnTo>
                      <a:pt x="166639" y="20026"/>
                    </a:lnTo>
                    <a:lnTo>
                      <a:pt x="164736" y="16666"/>
                    </a:lnTo>
                    <a:lnTo>
                      <a:pt x="162392" y="13587"/>
                    </a:lnTo>
                    <a:lnTo>
                      <a:pt x="159654" y="10812"/>
                    </a:lnTo>
                    <a:lnTo>
                      <a:pt x="156568" y="8363"/>
                    </a:lnTo>
                    <a:lnTo>
                      <a:pt x="153181" y="6264"/>
                    </a:lnTo>
                    <a:lnTo>
                      <a:pt x="149538" y="4538"/>
                    </a:lnTo>
                    <a:lnTo>
                      <a:pt x="145685" y="3208"/>
                    </a:lnTo>
                    <a:lnTo>
                      <a:pt x="141670" y="2296"/>
                    </a:lnTo>
                    <a:lnTo>
                      <a:pt x="138102" y="1734"/>
                    </a:lnTo>
                    <a:lnTo>
                      <a:pt x="134510" y="1252"/>
                    </a:lnTo>
                    <a:lnTo>
                      <a:pt x="130902" y="850"/>
                    </a:lnTo>
                    <a:lnTo>
                      <a:pt x="127288" y="528"/>
                    </a:lnTo>
                    <a:lnTo>
                      <a:pt x="123675" y="282"/>
                    </a:lnTo>
                    <a:lnTo>
                      <a:pt x="120074" y="114"/>
                    </a:lnTo>
                    <a:lnTo>
                      <a:pt x="116492" y="20"/>
                    </a:lnTo>
                    <a:lnTo>
                      <a:pt x="112940" y="0"/>
                    </a:lnTo>
                    <a:close/>
                    <a:moveTo>
                      <a:pt x="83116" y="17254"/>
                    </a:moveTo>
                    <a:lnTo>
                      <a:pt x="85196" y="17473"/>
                    </a:lnTo>
                    <a:lnTo>
                      <a:pt x="87136" y="18101"/>
                    </a:lnTo>
                    <a:lnTo>
                      <a:pt x="88893" y="19094"/>
                    </a:lnTo>
                    <a:lnTo>
                      <a:pt x="90426" y="20408"/>
                    </a:lnTo>
                    <a:lnTo>
                      <a:pt x="91692" y="22001"/>
                    </a:lnTo>
                    <a:lnTo>
                      <a:pt x="92648" y="23829"/>
                    </a:lnTo>
                    <a:lnTo>
                      <a:pt x="93253" y="25847"/>
                    </a:lnTo>
                    <a:lnTo>
                      <a:pt x="93464" y="28013"/>
                    </a:lnTo>
                    <a:lnTo>
                      <a:pt x="93253" y="30170"/>
                    </a:lnTo>
                    <a:lnTo>
                      <a:pt x="92648" y="32178"/>
                    </a:lnTo>
                    <a:lnTo>
                      <a:pt x="91692" y="33995"/>
                    </a:lnTo>
                    <a:lnTo>
                      <a:pt x="90426" y="35577"/>
                    </a:lnTo>
                    <a:lnTo>
                      <a:pt x="88893" y="36882"/>
                    </a:lnTo>
                    <a:lnTo>
                      <a:pt x="87136" y="37867"/>
                    </a:lnTo>
                    <a:lnTo>
                      <a:pt x="85196" y="38490"/>
                    </a:lnTo>
                    <a:lnTo>
                      <a:pt x="83116" y="38707"/>
                    </a:lnTo>
                    <a:lnTo>
                      <a:pt x="81030" y="38490"/>
                    </a:lnTo>
                    <a:lnTo>
                      <a:pt x="79087" y="37867"/>
                    </a:lnTo>
                    <a:lnTo>
                      <a:pt x="77329" y="36882"/>
                    </a:lnTo>
                    <a:lnTo>
                      <a:pt x="75798" y="35577"/>
                    </a:lnTo>
                    <a:lnTo>
                      <a:pt x="74535" y="33995"/>
                    </a:lnTo>
                    <a:lnTo>
                      <a:pt x="73581" y="32178"/>
                    </a:lnTo>
                    <a:lnTo>
                      <a:pt x="72978" y="30170"/>
                    </a:lnTo>
                    <a:lnTo>
                      <a:pt x="72768" y="28013"/>
                    </a:lnTo>
                    <a:lnTo>
                      <a:pt x="72978" y="25847"/>
                    </a:lnTo>
                    <a:lnTo>
                      <a:pt x="73581" y="23829"/>
                    </a:lnTo>
                    <a:lnTo>
                      <a:pt x="74535" y="22001"/>
                    </a:lnTo>
                    <a:lnTo>
                      <a:pt x="75798" y="20408"/>
                    </a:lnTo>
                    <a:lnTo>
                      <a:pt x="77329" y="19094"/>
                    </a:lnTo>
                    <a:lnTo>
                      <a:pt x="79087" y="18101"/>
                    </a:lnTo>
                    <a:lnTo>
                      <a:pt x="81030" y="17473"/>
                    </a:lnTo>
                    <a:lnTo>
                      <a:pt x="83116" y="17254"/>
                    </a:lnTo>
                    <a:close/>
                  </a:path>
                </a:pathLst>
              </a:custGeom>
              <a:solidFill xmlns:a="http://schemas.openxmlformats.org/drawingml/2006/main">
                <a:srgbClr val="306998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5" name="15 python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42B12C5E-C394-4E5D-8E2E-EE8F3440B8E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3925" y="2315670"/>
                <a:ext cx="228600" cy="235935"/>
              </a:xfrm>
              <a:custGeom xmlns:a="http://schemas.openxmlformats.org/drawingml/2006/main">
                <a:pathLst>
                  <a:path w="228600" h="235935">
                    <a:moveTo>
                      <a:pt x="176122" y="60159"/>
                    </a:moveTo>
                    <a:lnTo>
                      <a:pt x="176122" y="85154"/>
                    </a:lnTo>
                    <a:lnTo>
                      <a:pt x="175842" y="89566"/>
                    </a:lnTo>
                    <a:lnTo>
                      <a:pt x="175029" y="93832"/>
                    </a:lnTo>
                    <a:lnTo>
                      <a:pt x="173720" y="97917"/>
                    </a:lnTo>
                    <a:lnTo>
                      <a:pt x="171953" y="101785"/>
                    </a:lnTo>
                    <a:lnTo>
                      <a:pt x="169766" y="105399"/>
                    </a:lnTo>
                    <a:lnTo>
                      <a:pt x="167196" y="108724"/>
                    </a:lnTo>
                    <a:lnTo>
                      <a:pt x="164281" y="111722"/>
                    </a:lnTo>
                    <a:lnTo>
                      <a:pt x="161059" y="114359"/>
                    </a:lnTo>
                    <a:lnTo>
                      <a:pt x="157569" y="116597"/>
                    </a:lnTo>
                    <a:lnTo>
                      <a:pt x="153847" y="118401"/>
                    </a:lnTo>
                    <a:lnTo>
                      <a:pt x="149931" y="119734"/>
                    </a:lnTo>
                    <a:lnTo>
                      <a:pt x="145859" y="120560"/>
                    </a:lnTo>
                    <a:lnTo>
                      <a:pt x="141670" y="120844"/>
                    </a:lnTo>
                    <a:lnTo>
                      <a:pt x="86586" y="120844"/>
                    </a:lnTo>
                    <a:lnTo>
                      <a:pt x="82544" y="121162"/>
                    </a:lnTo>
                    <a:lnTo>
                      <a:pt x="78674" y="122085"/>
                    </a:lnTo>
                    <a:lnTo>
                      <a:pt x="75023" y="123563"/>
                    </a:lnTo>
                    <a:lnTo>
                      <a:pt x="71634" y="125546"/>
                    </a:lnTo>
                    <a:lnTo>
                      <a:pt x="68553" y="127986"/>
                    </a:lnTo>
                    <a:lnTo>
                      <a:pt x="65824" y="130833"/>
                    </a:lnTo>
                    <a:lnTo>
                      <a:pt x="63491" y="134038"/>
                    </a:lnTo>
                    <a:lnTo>
                      <a:pt x="61598" y="137551"/>
                    </a:lnTo>
                    <a:lnTo>
                      <a:pt x="60192" y="141323"/>
                    </a:lnTo>
                    <a:lnTo>
                      <a:pt x="59315" y="145305"/>
                    </a:lnTo>
                    <a:lnTo>
                      <a:pt x="59013" y="149447"/>
                    </a:lnTo>
                    <a:lnTo>
                      <a:pt x="59013" y="203046"/>
                    </a:lnTo>
                    <a:lnTo>
                      <a:pt x="59391" y="207435"/>
                    </a:lnTo>
                    <a:lnTo>
                      <a:pt x="60481" y="211458"/>
                    </a:lnTo>
                    <a:lnTo>
                      <a:pt x="62214" y="215124"/>
                    </a:lnTo>
                    <a:lnTo>
                      <a:pt x="64520" y="218444"/>
                    </a:lnTo>
                    <a:lnTo>
                      <a:pt x="67333" y="221427"/>
                    </a:lnTo>
                    <a:lnTo>
                      <a:pt x="70583" y="224084"/>
                    </a:lnTo>
                    <a:lnTo>
                      <a:pt x="74202" y="226424"/>
                    </a:lnTo>
                    <a:lnTo>
                      <a:pt x="78121" y="228459"/>
                    </a:lnTo>
                    <a:lnTo>
                      <a:pt x="82272" y="230198"/>
                    </a:lnTo>
                    <a:lnTo>
                      <a:pt x="86586" y="231650"/>
                    </a:lnTo>
                    <a:lnTo>
                      <a:pt x="90604" y="232782"/>
                    </a:lnTo>
                    <a:lnTo>
                      <a:pt x="94610" y="233753"/>
                    </a:lnTo>
                    <a:lnTo>
                      <a:pt x="98617" y="234556"/>
                    </a:lnTo>
                    <a:lnTo>
                      <a:pt x="102638" y="235184"/>
                    </a:lnTo>
                    <a:lnTo>
                      <a:pt x="106687" y="235628"/>
                    </a:lnTo>
                    <a:lnTo>
                      <a:pt x="110777" y="235881"/>
                    </a:lnTo>
                    <a:lnTo>
                      <a:pt x="114922" y="235935"/>
                    </a:lnTo>
                    <a:lnTo>
                      <a:pt x="119133" y="235783"/>
                    </a:lnTo>
                    <a:lnTo>
                      <a:pt x="123426" y="235416"/>
                    </a:lnTo>
                    <a:lnTo>
                      <a:pt x="127813" y="234827"/>
                    </a:lnTo>
                    <a:lnTo>
                      <a:pt x="132307" y="234009"/>
                    </a:lnTo>
                    <a:lnTo>
                      <a:pt x="136921" y="232952"/>
                    </a:lnTo>
                    <a:lnTo>
                      <a:pt x="141670" y="231650"/>
                    </a:lnTo>
                    <a:lnTo>
                      <a:pt x="145816" y="230291"/>
                    </a:lnTo>
                    <a:lnTo>
                      <a:pt x="149869" y="228659"/>
                    </a:lnTo>
                    <a:lnTo>
                      <a:pt x="153749" y="226732"/>
                    </a:lnTo>
                    <a:lnTo>
                      <a:pt x="157374" y="224487"/>
                    </a:lnTo>
                    <a:lnTo>
                      <a:pt x="160663" y="221900"/>
                    </a:lnTo>
                    <a:lnTo>
                      <a:pt x="163537" y="218950"/>
                    </a:lnTo>
                    <a:lnTo>
                      <a:pt x="165912" y="215612"/>
                    </a:lnTo>
                    <a:lnTo>
                      <a:pt x="167709" y="211864"/>
                    </a:lnTo>
                    <a:lnTo>
                      <a:pt x="168847" y="207683"/>
                    </a:lnTo>
                    <a:lnTo>
                      <a:pt x="169244" y="203046"/>
                    </a:lnTo>
                    <a:lnTo>
                      <a:pt x="169244" y="181593"/>
                    </a:lnTo>
                    <a:lnTo>
                      <a:pt x="114161" y="181593"/>
                    </a:lnTo>
                    <a:lnTo>
                      <a:pt x="114161" y="174442"/>
                    </a:lnTo>
                    <a:lnTo>
                      <a:pt x="169244" y="174442"/>
                    </a:lnTo>
                    <a:lnTo>
                      <a:pt x="196818" y="174442"/>
                    </a:lnTo>
                    <a:lnTo>
                      <a:pt x="201334" y="174106"/>
                    </a:lnTo>
                    <a:lnTo>
                      <a:pt x="205305" y="173119"/>
                    </a:lnTo>
                    <a:lnTo>
                      <a:pt x="208789" y="171515"/>
                    </a:lnTo>
                    <a:lnTo>
                      <a:pt x="211843" y="169330"/>
                    </a:lnTo>
                    <a:lnTo>
                      <a:pt x="214525" y="166596"/>
                    </a:lnTo>
                    <a:lnTo>
                      <a:pt x="216894" y="163349"/>
                    </a:lnTo>
                    <a:lnTo>
                      <a:pt x="219007" y="159622"/>
                    </a:lnTo>
                    <a:lnTo>
                      <a:pt x="220922" y="155449"/>
                    </a:lnTo>
                    <a:lnTo>
                      <a:pt x="222698" y="150865"/>
                    </a:lnTo>
                    <a:lnTo>
                      <a:pt x="224391" y="145904"/>
                    </a:lnTo>
                    <a:lnTo>
                      <a:pt x="225614" y="141845"/>
                    </a:lnTo>
                    <a:lnTo>
                      <a:pt x="226625" y="137791"/>
                    </a:lnTo>
                    <a:lnTo>
                      <a:pt x="227428" y="133728"/>
                    </a:lnTo>
                    <a:lnTo>
                      <a:pt x="228023" y="129636"/>
                    </a:lnTo>
                    <a:lnTo>
                      <a:pt x="228413" y="125499"/>
                    </a:lnTo>
                    <a:lnTo>
                      <a:pt x="228600" y="121299"/>
                    </a:lnTo>
                    <a:lnTo>
                      <a:pt x="228586" y="117020"/>
                    </a:lnTo>
                    <a:lnTo>
                      <a:pt x="228373" y="112643"/>
                    </a:lnTo>
                    <a:lnTo>
                      <a:pt x="227962" y="108152"/>
                    </a:lnTo>
                    <a:lnTo>
                      <a:pt x="227357" y="103530"/>
                    </a:lnTo>
                    <a:lnTo>
                      <a:pt x="226559" y="98758"/>
                    </a:lnTo>
                    <a:lnTo>
                      <a:pt x="225570" y="93819"/>
                    </a:lnTo>
                    <a:lnTo>
                      <a:pt x="224391" y="88697"/>
                    </a:lnTo>
                    <a:lnTo>
                      <a:pt x="223090" y="83941"/>
                    </a:lnTo>
                    <a:lnTo>
                      <a:pt x="221543" y="79476"/>
                    </a:lnTo>
                    <a:lnTo>
                      <a:pt x="219721" y="75351"/>
                    </a:lnTo>
                    <a:lnTo>
                      <a:pt x="217596" y="71617"/>
                    </a:lnTo>
                    <a:lnTo>
                      <a:pt x="215137" y="68321"/>
                    </a:lnTo>
                    <a:lnTo>
                      <a:pt x="212315" y="65515"/>
                    </a:lnTo>
                    <a:lnTo>
                      <a:pt x="209102" y="63246"/>
                    </a:lnTo>
                    <a:lnTo>
                      <a:pt x="205467" y="61564"/>
                    </a:lnTo>
                    <a:lnTo>
                      <a:pt x="201382" y="60519"/>
                    </a:lnTo>
                    <a:lnTo>
                      <a:pt x="196818" y="60159"/>
                    </a:lnTo>
                    <a:lnTo>
                      <a:pt x="176122" y="60159"/>
                    </a:lnTo>
                    <a:close/>
                    <a:moveTo>
                      <a:pt x="145141" y="195895"/>
                    </a:moveTo>
                    <a:lnTo>
                      <a:pt x="147227" y="196112"/>
                    </a:lnTo>
                    <a:lnTo>
                      <a:pt x="149170" y="196735"/>
                    </a:lnTo>
                    <a:lnTo>
                      <a:pt x="150927" y="197720"/>
                    </a:lnTo>
                    <a:lnTo>
                      <a:pt x="152459" y="199025"/>
                    </a:lnTo>
                    <a:lnTo>
                      <a:pt x="153722" y="200607"/>
                    </a:lnTo>
                    <a:lnTo>
                      <a:pt x="154676" y="202424"/>
                    </a:lnTo>
                    <a:lnTo>
                      <a:pt x="155279" y="204432"/>
                    </a:lnTo>
                    <a:lnTo>
                      <a:pt x="155489" y="206589"/>
                    </a:lnTo>
                    <a:lnTo>
                      <a:pt x="155279" y="208755"/>
                    </a:lnTo>
                    <a:lnTo>
                      <a:pt x="154676" y="210773"/>
                    </a:lnTo>
                    <a:lnTo>
                      <a:pt x="153722" y="212601"/>
                    </a:lnTo>
                    <a:lnTo>
                      <a:pt x="152459" y="214193"/>
                    </a:lnTo>
                    <a:lnTo>
                      <a:pt x="150927" y="215508"/>
                    </a:lnTo>
                    <a:lnTo>
                      <a:pt x="149170" y="216501"/>
                    </a:lnTo>
                    <a:lnTo>
                      <a:pt x="147227" y="217128"/>
                    </a:lnTo>
                    <a:lnTo>
                      <a:pt x="145141" y="217347"/>
                    </a:lnTo>
                    <a:lnTo>
                      <a:pt x="143061" y="217128"/>
                    </a:lnTo>
                    <a:lnTo>
                      <a:pt x="141121" y="216501"/>
                    </a:lnTo>
                    <a:lnTo>
                      <a:pt x="139363" y="215508"/>
                    </a:lnTo>
                    <a:lnTo>
                      <a:pt x="137831" y="214193"/>
                    </a:lnTo>
                    <a:lnTo>
                      <a:pt x="136565" y="212601"/>
                    </a:lnTo>
                    <a:lnTo>
                      <a:pt x="135609" y="210773"/>
                    </a:lnTo>
                    <a:lnTo>
                      <a:pt x="135004" y="208755"/>
                    </a:lnTo>
                    <a:lnTo>
                      <a:pt x="134793" y="206589"/>
                    </a:lnTo>
                    <a:lnTo>
                      <a:pt x="135004" y="204432"/>
                    </a:lnTo>
                    <a:lnTo>
                      <a:pt x="135609" y="202424"/>
                    </a:lnTo>
                    <a:lnTo>
                      <a:pt x="136565" y="200607"/>
                    </a:lnTo>
                    <a:lnTo>
                      <a:pt x="137831" y="199025"/>
                    </a:lnTo>
                    <a:lnTo>
                      <a:pt x="139363" y="197720"/>
                    </a:lnTo>
                    <a:lnTo>
                      <a:pt x="141121" y="196735"/>
                    </a:lnTo>
                    <a:lnTo>
                      <a:pt x="143061" y="196112"/>
                    </a:lnTo>
                    <a:lnTo>
                      <a:pt x="145141" y="195895"/>
                    </a:lnTo>
                    <a:close/>
                  </a:path>
                </a:pathLst>
              </a:custGeom>
              <a:solidFill xmlns:a="http://schemas.openxmlformats.org/drawingml/2006/main">
                <a:srgbClr val="FFE873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6" name="16 train.py">
              <a:extLst xmlns:a="http://schemas.openxmlformats.org/drawingml/2006/main">
                <a:ext uri="{FF2B5EF4-FFF2-40B4-BE49-F238E27FC236}">
                  <a16:creationId xmlns:a16="http://schemas.microsoft.com/office/drawing/2014/main" id="{AD6859D0-DBA1-4CDD-8843-B54B0EBBDB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4450" y="2314575"/>
              <a:ext cx="10763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7" name="17 path">
              <a:extLst xmlns:a="http://schemas.openxmlformats.org/drawingml/2006/main">
                <a:ext uri="{FF2B5EF4-FFF2-40B4-BE49-F238E27FC236}">
                  <a16:creationId xmlns:a16="http://schemas.microsoft.com/office/drawing/2014/main" id="{CA257362-CDB0-4468-95AA-AEC9316AD2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828925"/>
              <a:ext cx="142875" cy="95"/>
            </a:xfrm>
            <a:custGeom xmlns:a="http://schemas.openxmlformats.org/drawingml/2006/main">
              <a:pathLst>
                <a:path w="142875" h="9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sp>
          <p:nvSpPr>
            <p:cNvPr id="18" name="18 rect">
              <a:extLst xmlns:a="http://schemas.openxmlformats.org/drawingml/2006/main">
                <a:ext uri="{FF2B5EF4-FFF2-40B4-BE49-F238E27FC236}">
                  <a16:creationId xmlns:a16="http://schemas.microsoft.com/office/drawing/2014/main" id="{149B3F13-1F0C-43C8-8A48-8C7235EB28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2657475"/>
              <a:ext cx="1190625" cy="333375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2F5F9"/>
            </a:solidFill>
            <a:ln xmlns:a="http://schemas.openxmlformats.org/drawingml/2006/main" w="0">
              <a:noFill/>
            </a:ln>
          </p:spPr>
        </p:sp>
        <p:grpSp>
          <p:nvGrpSpPr>
            <p:cNvPr id="469" name="icon-document-18"/>
            <p:cNvGrpSpPr/>
            <p:nvPr/>
          </p:nvGrpSpPr>
          <p:grpSpPr>
            <ns3:xfrm xmlns:ns3="http://schemas.openxmlformats.org/drawingml/2006/main">
              <ns3:off x="948690" y="2681764"/>
              <ns3:ext cx="173355" cy="265747"/>
              <ns3:chOff x="948690" y="2681764"/>
              <ns3:chExt cx="173355" cy="265747"/>
            </ns3:xfrm>
          </p:grpSpPr>
          <p:sp>
            <p:nvSpPr>
              <p:cNvPr id="19" name="19 path">
                <a:extLst xmlns:a="http://schemas.openxmlformats.org/drawingml/2006/main">
                  <a:ext uri="{FF2B5EF4-FFF2-40B4-BE49-F238E27FC236}">
                    <a16:creationId xmlns:a16="http://schemas.microsoft.com/office/drawing/2014/main" id="{A587C4B8-C775-42EF-B00D-0C74B6EF842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8690" y="2681764"/>
                <a:ext cx="173355" cy="265747"/>
              </a:xfrm>
              <a:custGeom xmlns:a="http://schemas.openxmlformats.org/drawingml/2006/main">
                <a:pathLst>
                  <a:path w="173355" h="265747">
                    <a:moveTo>
                      <a:pt x="0" y="0"/>
                    </a:moveTo>
                    <a:lnTo>
                      <a:pt x="113348" y="0"/>
                    </a:lnTo>
                    <a:lnTo>
                      <a:pt x="173355" y="66437"/>
                    </a:lnTo>
                    <a:lnTo>
                      <a:pt x="173355" y="265747"/>
                    </a:lnTo>
                    <a:lnTo>
                      <a:pt x="0" y="26574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3335">
                <a:solidFill>
                  <a:srgbClr val="003496"/>
                </a:solidFill>
              </a:ln>
            </p:spPr>
          </p:sp>
          <p:sp>
            <p:nvSpPr>
              <p:cNvPr id="20" name="20 path">
                <a:extLst xmlns:a="http://schemas.openxmlformats.org/drawingml/2006/main">
                  <a:ext uri="{FF2B5EF4-FFF2-40B4-BE49-F238E27FC236}">
                    <a16:creationId xmlns:a16="http://schemas.microsoft.com/office/drawing/2014/main" id="{EF1B23C9-9943-4D87-939C-75A8E40C273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62038" y="2681764"/>
                <a:ext cx="60007" cy="73819"/>
              </a:xfrm>
              <a:custGeom xmlns:a="http://schemas.openxmlformats.org/drawingml/2006/main">
                <a:pathLst>
                  <a:path w="60007" h="73819">
                    <a:moveTo>
                      <a:pt x="0" y="0"/>
                    </a:moveTo>
                    <a:lnTo>
                      <a:pt x="0" y="73819"/>
                    </a:lnTo>
                    <a:lnTo>
                      <a:pt x="60007" y="7381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21" name="21 path">
                <a:extLst xmlns:a="http://schemas.openxmlformats.org/drawingml/2006/main">
                  <a:ext uri="{FF2B5EF4-FFF2-40B4-BE49-F238E27FC236}">
                    <a16:creationId xmlns:a16="http://schemas.microsoft.com/office/drawing/2014/main" id="{BD386A78-2201-497F-9ADB-069E34771E2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2799874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22" name="22 path">
                <a:extLst xmlns:a="http://schemas.openxmlformats.org/drawingml/2006/main">
                  <a:ext uri="{FF2B5EF4-FFF2-40B4-BE49-F238E27FC236}">
                    <a16:creationId xmlns:a16="http://schemas.microsoft.com/office/drawing/2014/main" id="{DA6ED155-DF5C-4DAB-822D-A5E8E43F9C9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2836783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23" name="23 path">
                <a:extLst xmlns:a="http://schemas.openxmlformats.org/drawingml/2006/main">
                  <a:ext uri="{FF2B5EF4-FFF2-40B4-BE49-F238E27FC236}">
                    <a16:creationId xmlns:a16="http://schemas.microsoft.com/office/drawing/2014/main" id="{857E1BD9-B17F-4245-A566-D1C9F1BD7BD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2873693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24" name="24 path">
                <a:extLst xmlns:a="http://schemas.openxmlformats.org/drawingml/2006/main">
                  <a:ext uri="{FF2B5EF4-FFF2-40B4-BE49-F238E27FC236}">
                    <a16:creationId xmlns:a16="http://schemas.microsoft.com/office/drawing/2014/main" id="{F0D3C654-8E43-4FB6-98E6-2CCDB5BB492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2910602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</p:grpSp>
        <p:sp>
          <p:nvSpPr>
            <p:cNvPr id="25" name="25 model.py">
              <a:extLst xmlns:a="http://schemas.openxmlformats.org/drawingml/2006/main">
                <a:ext uri="{FF2B5EF4-FFF2-40B4-BE49-F238E27FC236}">
                  <a16:creationId xmlns:a16="http://schemas.microsoft.com/office/drawing/2014/main" id="{3ED09EE5-B86B-4624-9620-5A857459F4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4450" y="2695575"/>
              <a:ext cx="10763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26" name="26 path">
              <a:extLst xmlns:a="http://schemas.openxmlformats.org/drawingml/2006/main">
                <a:ext uri="{FF2B5EF4-FFF2-40B4-BE49-F238E27FC236}">
                  <a16:creationId xmlns:a16="http://schemas.microsoft.com/office/drawing/2014/main" id="{020A3594-15F9-489A-A594-5C4669D1C4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3209925"/>
              <a:ext cx="142875" cy="95"/>
            </a:xfrm>
            <a:custGeom xmlns:a="http://schemas.openxmlformats.org/drawingml/2006/main">
              <a:pathLst>
                <a:path w="142875" h="9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sp>
          <p:nvSpPr>
            <p:cNvPr id="27" name="27 rect">
              <a:extLst xmlns:a="http://schemas.openxmlformats.org/drawingml/2006/main">
                <a:ext uri="{FF2B5EF4-FFF2-40B4-BE49-F238E27FC236}">
                  <a16:creationId xmlns:a16="http://schemas.microsoft.com/office/drawing/2014/main" id="{045BCB2A-D450-4B21-9CD4-41872667AD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3038475"/>
              <a:ext cx="1190625" cy="333375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2F5F9"/>
            </a:solidFill>
            <a:ln xmlns:a="http://schemas.openxmlformats.org/drawingml/2006/main" w="0">
              <a:noFill/>
            </a:ln>
          </p:spPr>
        </p:sp>
        <p:grpSp>
          <p:nvGrpSpPr>
            <p:cNvPr id="470" name="icon-document-27"/>
            <p:cNvGrpSpPr/>
            <p:nvPr/>
          </p:nvGrpSpPr>
          <p:grpSpPr>
            <ns4:xfrm xmlns:ns4="http://schemas.openxmlformats.org/drawingml/2006/main">
              <ns4:off x="948690" y="3062764"/>
              <ns4:ext cx="173355" cy="265747"/>
              <ns4:chOff x="948690" y="3062764"/>
              <ns4:chExt cx="173355" cy="265747"/>
            </ns4:xfrm>
          </p:grpSpPr>
          <p:sp>
            <p:nvSpPr>
              <p:cNvPr id="28" name="28 path">
                <a:extLst xmlns:a="http://schemas.openxmlformats.org/drawingml/2006/main">
                  <a:ext uri="{FF2B5EF4-FFF2-40B4-BE49-F238E27FC236}">
                    <a16:creationId xmlns:a16="http://schemas.microsoft.com/office/drawing/2014/main" id="{D94F8E7F-9487-4186-B7F8-CA9A288A81E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8690" y="3062764"/>
                <a:ext cx="173355" cy="265747"/>
              </a:xfrm>
              <a:custGeom xmlns:a="http://schemas.openxmlformats.org/drawingml/2006/main">
                <a:pathLst>
                  <a:path w="173355" h="265747">
                    <a:moveTo>
                      <a:pt x="0" y="0"/>
                    </a:moveTo>
                    <a:lnTo>
                      <a:pt x="113348" y="0"/>
                    </a:lnTo>
                    <a:lnTo>
                      <a:pt x="173355" y="66437"/>
                    </a:lnTo>
                    <a:lnTo>
                      <a:pt x="173355" y="265747"/>
                    </a:lnTo>
                    <a:lnTo>
                      <a:pt x="0" y="265747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3335">
                <a:solidFill>
                  <a:srgbClr val="003496"/>
                </a:solidFill>
              </a:ln>
            </p:spPr>
          </p:sp>
          <p:sp>
            <p:nvSpPr>
              <p:cNvPr id="29" name="29 path">
                <a:extLst xmlns:a="http://schemas.openxmlformats.org/drawingml/2006/main">
                  <a:ext uri="{FF2B5EF4-FFF2-40B4-BE49-F238E27FC236}">
                    <a16:creationId xmlns:a16="http://schemas.microsoft.com/office/drawing/2014/main" id="{477233A8-CF2A-4DD8-91C9-0C29A1FB38C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62038" y="3062764"/>
                <a:ext cx="60007" cy="73819"/>
              </a:xfrm>
              <a:custGeom xmlns:a="http://schemas.openxmlformats.org/drawingml/2006/main">
                <a:pathLst>
                  <a:path w="60007" h="73819">
                    <a:moveTo>
                      <a:pt x="0" y="0"/>
                    </a:moveTo>
                    <a:lnTo>
                      <a:pt x="0" y="73819"/>
                    </a:lnTo>
                    <a:lnTo>
                      <a:pt x="60007" y="7381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30" name="30 path">
                <a:extLst xmlns:a="http://schemas.openxmlformats.org/drawingml/2006/main">
                  <a:ext uri="{FF2B5EF4-FFF2-40B4-BE49-F238E27FC236}">
                    <a16:creationId xmlns:a16="http://schemas.microsoft.com/office/drawing/2014/main" id="{80C63D06-5811-4B26-B26E-685154867F3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3180874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31" name="31 path">
                <a:extLst xmlns:a="http://schemas.openxmlformats.org/drawingml/2006/main">
                  <a:ext uri="{FF2B5EF4-FFF2-40B4-BE49-F238E27FC236}">
                    <a16:creationId xmlns:a16="http://schemas.microsoft.com/office/drawing/2014/main" id="{EC298D42-4B17-4E5A-A842-3D550289A46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3217783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32" name="32 path">
                <a:extLst xmlns:a="http://schemas.openxmlformats.org/drawingml/2006/main">
                  <a:ext uri="{FF2B5EF4-FFF2-40B4-BE49-F238E27FC236}">
                    <a16:creationId xmlns:a16="http://schemas.microsoft.com/office/drawing/2014/main" id="{63D8886C-D5B2-49BF-8A64-01DA5501E6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3254693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  <p:sp>
            <p:nvSpPr>
              <p:cNvPr id="33" name="33 path">
                <a:extLst xmlns:a="http://schemas.openxmlformats.org/drawingml/2006/main">
                  <a:ext uri="{FF2B5EF4-FFF2-40B4-BE49-F238E27FC236}">
                    <a16:creationId xmlns:a16="http://schemas.microsoft.com/office/drawing/2014/main" id="{5DBD1722-BBD8-4EC1-9852-3A96FB5F20B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028" y="3291602"/>
                <a:ext cx="93345" cy="95"/>
              </a:xfrm>
              <a:custGeom xmlns:a="http://schemas.openxmlformats.org/drawingml/2006/main"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001">
                <a:solidFill>
                  <a:srgbClr val="003496"/>
                </a:solidFill>
              </a:ln>
            </p:spPr>
          </p:sp>
        </p:grpSp>
        <p:sp>
          <p:nvSpPr>
            <p:cNvPr id="34" name="34 data.py">
              <a:extLst xmlns:a="http://schemas.openxmlformats.org/drawingml/2006/main">
                <a:ext uri="{FF2B5EF4-FFF2-40B4-BE49-F238E27FC236}">
                  <a16:creationId xmlns:a16="http://schemas.microsoft.com/office/drawing/2014/main" id="{9C18F0CD-7A08-438F-B99C-044441EC32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4450" y="3076575"/>
              <a:ext cx="10763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35" name="35 path">
              <a:extLst xmlns:a="http://schemas.openxmlformats.org/drawingml/2006/main">
                <a:ext uri="{FF2B5EF4-FFF2-40B4-BE49-F238E27FC236}">
                  <a16:creationId xmlns:a16="http://schemas.microsoft.com/office/drawing/2014/main" id="{7B747A50-07E0-4D49-B36A-EEC69C9CE9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3505200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sp>
          <p:nvSpPr>
            <p:cNvPr id="36" name="36 …  …">
              <a:extLst xmlns:a="http://schemas.openxmlformats.org/drawingml/2006/main">
                <a:ext uri="{FF2B5EF4-FFF2-40B4-BE49-F238E27FC236}">
                  <a16:creationId xmlns:a16="http://schemas.microsoft.com/office/drawing/2014/main" id="{D4786F2D-7BA0-40A7-B0EA-F09008C1DE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4400" y="3381375"/>
              <a:ext cx="1304925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  …</a:t>
              </a:r>
            </a:p>
          </p:txBody>
        </p:sp>
        <p:sp>
          <p:nvSpPr>
            <p:cNvPr id="37" name="37 Target Frameworks">
              <a:extLst xmlns:a="http://schemas.openxmlformats.org/drawingml/2006/main">
                <a:ext uri="{FF2B5EF4-FFF2-40B4-BE49-F238E27FC236}">
                  <a16:creationId xmlns:a16="http://schemas.microsoft.com/office/drawing/2014/main" id="{22D967A5-2CF6-4E37-A8D4-24C5414E91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" y="3857625"/>
              <a:ext cx="219075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Target Frameworks</a:t>
              </a:r>
            </a:p>
          </p:txBody>
        </p:sp>
        <p:sp>
          <p:nvSpPr>
            <p:cNvPr id="38" name="38 &amp; Languages">
              <a:extLst xmlns:a="http://schemas.openxmlformats.org/drawingml/2006/main">
                <a:ext uri="{FF2B5EF4-FFF2-40B4-BE49-F238E27FC236}">
                  <a16:creationId xmlns:a16="http://schemas.microsoft.com/office/drawing/2014/main" id="{8D158E29-B0C7-4E13-8616-1A22964B35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" y="4077653"/>
              <a:ext cx="219075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&amp; Languages</a:t>
              </a:r>
            </a:p>
          </p:txBody>
        </p:sp>
        <p:sp>
          <p:nvSpPr>
            <p:cNvPr id="39" name="39 rect">
              <a:extLst xmlns:a="http://schemas.openxmlformats.org/drawingml/2006/main">
                <a:ext uri="{FF2B5EF4-FFF2-40B4-BE49-F238E27FC236}">
                  <a16:creationId xmlns:a16="http://schemas.microsoft.com/office/drawing/2014/main" id="{3CBD1E81-C479-4A8F-AA40-18FCD72846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" y="4419600"/>
              <a:ext cx="1028700" cy="723900"/>
            </a:xfrm>
            <a:prstGeom xmlns:a="http://schemas.openxmlformats.org/drawingml/2006/main" prst="roundRect">
              <a:avLst>
                <a:gd name="adj" fmla="val 11842"/>
              </a:avLst>
            </a:prstGeom>
            <a:gradFill xmlns:a="http://schemas.openxmlformats.org/drawingml/2006/main"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xmlns:a="http://schemas.openxmlformats.org/drawingml/2006/main" w="9525">
              <a:solidFill>
                <a:srgbClr val="DEE4EC"/>
              </a:solidFill>
            </a:ln>
          </p:spPr>
        </p:sp>
        <p:sp>
          <p:nvSpPr>
            <p:cNvPr id="40" name="40 rect">
              <a:extLst xmlns:a="http://schemas.openxmlformats.org/drawingml/2006/main">
                <a:ext uri="{FF2B5EF4-FFF2-40B4-BE49-F238E27FC236}">
                  <a16:creationId xmlns:a16="http://schemas.microsoft.com/office/drawing/2014/main" id="{D1AD48DB-2059-49C9-AFE3-5E26DEB60C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950" y="4419600"/>
              <a:ext cx="1028700" cy="723900"/>
            </a:xfrm>
            <a:prstGeom xmlns:a="http://schemas.openxmlformats.org/drawingml/2006/main" prst="roundRect">
              <a:avLst>
                <a:gd name="adj" fmla="val 11842"/>
              </a:avLst>
            </a:prstGeom>
            <a:gradFill xmlns:a="http://schemas.openxmlformats.org/drawingml/2006/main"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xmlns:a="http://schemas.openxmlformats.org/drawingml/2006/main" w="9525">
              <a:solidFill>
                <a:srgbClr val="DEE4EC"/>
              </a:solidFill>
            </a:ln>
          </p:spPr>
        </p:sp>
        <p:sp>
          <p:nvSpPr>
            <p:cNvPr id="41" name="41 rect">
              <a:extLst xmlns:a="http://schemas.openxmlformats.org/drawingml/2006/main">
                <a:ext uri="{FF2B5EF4-FFF2-40B4-BE49-F238E27FC236}">
                  <a16:creationId xmlns:a16="http://schemas.microsoft.com/office/drawing/2014/main" id="{B764D08D-78AC-4803-B1B4-4CFE6F2CBF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" y="5229225"/>
              <a:ext cx="1028700" cy="723900"/>
            </a:xfrm>
            <a:prstGeom xmlns:a="http://schemas.openxmlformats.org/drawingml/2006/main" prst="roundRect">
              <a:avLst>
                <a:gd name="adj" fmla="val 11842"/>
              </a:avLst>
            </a:prstGeom>
            <a:gradFill xmlns:a="http://schemas.openxmlformats.org/drawingml/2006/main"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xmlns:a="http://schemas.openxmlformats.org/drawingml/2006/main" w="9525">
              <a:solidFill>
                <a:srgbClr val="DEE4EC"/>
              </a:solidFill>
            </a:ln>
          </p:spPr>
        </p:sp>
        <p:sp>
          <p:nvSpPr>
            <p:cNvPr id="42" name="42 rect">
              <a:extLst xmlns:a="http://schemas.openxmlformats.org/drawingml/2006/main">
                <a:ext uri="{FF2B5EF4-FFF2-40B4-BE49-F238E27FC236}">
                  <a16:creationId xmlns:a16="http://schemas.microsoft.com/office/drawing/2014/main" id="{7C2994EF-A8B2-4920-BE45-EEEAA9704B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950" y="5229225"/>
              <a:ext cx="1028700" cy="723900"/>
            </a:xfrm>
            <a:prstGeom xmlns:a="http://schemas.openxmlformats.org/drawingml/2006/main" prst="roundRect">
              <a:avLst>
                <a:gd name="adj" fmla="val 11842"/>
              </a:avLst>
            </a:prstGeom>
            <a:gradFill xmlns:a="http://schemas.openxmlformats.org/drawingml/2006/main"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xmlns:a="http://schemas.openxmlformats.org/drawingml/2006/main" w="9525">
              <a:solidFill>
                <a:srgbClr val="DEE4EC"/>
              </a:solidFill>
            </a:ln>
          </p:spPr>
        </p:sp>
        <p:grpSp>
          <p:nvGrpSpPr>
            <p:cNvPr id="471" name="icon-mindspore-42"/>
            <p:cNvGrpSpPr/>
            <p:nvPr/>
          </p:nvGrpSpPr>
          <p:grpSpPr>
            <ns5:xfrm xmlns:ns5="http://schemas.openxmlformats.org/drawingml/2006/main">
              <ns5:off x="657225" y="4526725"/>
              <ns5:ext cx="523875" cy="290576"/>
              <ns5:chOff x="657225" y="4526725"/>
              <ns5:chExt cx="523875" cy="290576"/>
            </ns5:xfrm>
          </p:grpSpPr>
          <p:sp>
            <p:nvSpPr>
              <p:cNvPr id="43" name="43 mindspore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0ACEDF7D-DCE8-4E6E-88D9-879380DC11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57225" y="4526725"/>
                <a:ext cx="523875" cy="290576"/>
              </a:xfrm>
              <a:custGeom xmlns:a="http://schemas.openxmlformats.org/drawingml/2006/main">
                <a:pathLst>
                  <a:path w="523875" h="290576">
                    <a:moveTo>
                      <a:pt x="494908" y="0"/>
                    </a:moveTo>
                    <a:lnTo>
                      <a:pt x="488946" y="368"/>
                    </a:lnTo>
                    <a:lnTo>
                      <a:pt x="483482" y="1445"/>
                    </a:lnTo>
                    <a:lnTo>
                      <a:pt x="478570" y="3192"/>
                    </a:lnTo>
                    <a:lnTo>
                      <a:pt x="474265" y="5571"/>
                    </a:lnTo>
                    <a:lnTo>
                      <a:pt x="470620" y="8543"/>
                    </a:lnTo>
                    <a:lnTo>
                      <a:pt x="467690" y="12068"/>
                    </a:lnTo>
                    <a:lnTo>
                      <a:pt x="465530" y="16108"/>
                    </a:lnTo>
                    <a:lnTo>
                      <a:pt x="464194" y="20623"/>
                    </a:lnTo>
                    <a:lnTo>
                      <a:pt x="463737" y="25574"/>
                    </a:lnTo>
                    <a:lnTo>
                      <a:pt x="463737" y="25574"/>
                    </a:lnTo>
                    <a:lnTo>
                      <a:pt x="464215" y="30146"/>
                    </a:lnTo>
                    <a:lnTo>
                      <a:pt x="465552" y="34175"/>
                    </a:lnTo>
                    <a:lnTo>
                      <a:pt x="467606" y="37698"/>
                    </a:lnTo>
                    <a:lnTo>
                      <a:pt x="470231" y="40749"/>
                    </a:lnTo>
                    <a:lnTo>
                      <a:pt x="473284" y="43363"/>
                    </a:lnTo>
                    <a:lnTo>
                      <a:pt x="476622" y="45576"/>
                    </a:lnTo>
                    <a:lnTo>
                      <a:pt x="480099" y="47422"/>
                    </a:lnTo>
                    <a:lnTo>
                      <a:pt x="483573" y="48938"/>
                    </a:lnTo>
                    <a:lnTo>
                      <a:pt x="483573" y="48938"/>
                    </a:lnTo>
                    <a:lnTo>
                      <a:pt x="486483" y="50070"/>
                    </a:lnTo>
                    <a:lnTo>
                      <a:pt x="489256" y="51124"/>
                    </a:lnTo>
                    <a:lnTo>
                      <a:pt x="491815" y="52141"/>
                    </a:lnTo>
                    <a:lnTo>
                      <a:pt x="494082" y="53161"/>
                    </a:lnTo>
                    <a:lnTo>
                      <a:pt x="495981" y="54226"/>
                    </a:lnTo>
                    <a:lnTo>
                      <a:pt x="497432" y="55376"/>
                    </a:lnTo>
                    <a:lnTo>
                      <a:pt x="498360" y="56652"/>
                    </a:lnTo>
                    <a:lnTo>
                      <a:pt x="498687" y="58094"/>
                    </a:lnTo>
                    <a:lnTo>
                      <a:pt x="498687" y="58094"/>
                    </a:lnTo>
                    <a:lnTo>
                      <a:pt x="498581" y="59204"/>
                    </a:lnTo>
                    <a:lnTo>
                      <a:pt x="498254" y="60166"/>
                    </a:lnTo>
                    <a:lnTo>
                      <a:pt x="497690" y="60980"/>
                    </a:lnTo>
                    <a:lnTo>
                      <a:pt x="496876" y="61646"/>
                    </a:lnTo>
                    <a:lnTo>
                      <a:pt x="495796" y="62164"/>
                    </a:lnTo>
                    <a:lnTo>
                      <a:pt x="494436" y="62534"/>
                    </a:lnTo>
                    <a:lnTo>
                      <a:pt x="492781" y="62756"/>
                    </a:lnTo>
                    <a:lnTo>
                      <a:pt x="490815" y="62830"/>
                    </a:lnTo>
                    <a:lnTo>
                      <a:pt x="490815" y="62830"/>
                    </a:lnTo>
                    <a:lnTo>
                      <a:pt x="488705" y="62711"/>
                    </a:lnTo>
                    <a:lnTo>
                      <a:pt x="486508" y="62351"/>
                    </a:lnTo>
                    <a:lnTo>
                      <a:pt x="484226" y="61748"/>
                    </a:lnTo>
                    <a:lnTo>
                      <a:pt x="481861" y="60896"/>
                    </a:lnTo>
                    <a:lnTo>
                      <a:pt x="479415" y="59793"/>
                    </a:lnTo>
                    <a:lnTo>
                      <a:pt x="476889" y="58434"/>
                    </a:lnTo>
                    <a:lnTo>
                      <a:pt x="474286" y="56817"/>
                    </a:lnTo>
                    <a:lnTo>
                      <a:pt x="471608" y="54937"/>
                    </a:lnTo>
                    <a:lnTo>
                      <a:pt x="471608" y="54937"/>
                    </a:lnTo>
                    <a:lnTo>
                      <a:pt x="459644" y="71670"/>
                    </a:lnTo>
                    <a:lnTo>
                      <a:pt x="462893" y="74049"/>
                    </a:lnTo>
                    <a:lnTo>
                      <a:pt x="466453" y="76195"/>
                    </a:lnTo>
                    <a:lnTo>
                      <a:pt x="470248" y="78081"/>
                    </a:lnTo>
                    <a:lnTo>
                      <a:pt x="474206" y="79682"/>
                    </a:lnTo>
                    <a:lnTo>
                      <a:pt x="478252" y="80973"/>
                    </a:lnTo>
                    <a:lnTo>
                      <a:pt x="482313" y="81927"/>
                    </a:lnTo>
                    <a:lnTo>
                      <a:pt x="486316" y="82518"/>
                    </a:lnTo>
                    <a:lnTo>
                      <a:pt x="490185" y="82721"/>
                    </a:lnTo>
                    <a:lnTo>
                      <a:pt x="490185" y="82721"/>
                    </a:lnTo>
                    <a:lnTo>
                      <a:pt x="496484" y="82388"/>
                    </a:lnTo>
                    <a:lnTo>
                      <a:pt x="502152" y="81421"/>
                    </a:lnTo>
                    <a:lnTo>
                      <a:pt x="507182" y="79866"/>
                    </a:lnTo>
                    <a:lnTo>
                      <a:pt x="511565" y="77771"/>
                    </a:lnTo>
                    <a:lnTo>
                      <a:pt x="515295" y="75183"/>
                    </a:lnTo>
                    <a:lnTo>
                      <a:pt x="518364" y="72151"/>
                    </a:lnTo>
                    <a:lnTo>
                      <a:pt x="520764" y="68720"/>
                    </a:lnTo>
                    <a:lnTo>
                      <a:pt x="522487" y="64939"/>
                    </a:lnTo>
                    <a:lnTo>
                      <a:pt x="523527" y="60855"/>
                    </a:lnTo>
                    <a:lnTo>
                      <a:pt x="523875" y="56516"/>
                    </a:lnTo>
                    <a:lnTo>
                      <a:pt x="523875" y="56516"/>
                    </a:lnTo>
                    <a:lnTo>
                      <a:pt x="523397" y="51561"/>
                    </a:lnTo>
                    <a:lnTo>
                      <a:pt x="522055" y="47310"/>
                    </a:lnTo>
                    <a:lnTo>
                      <a:pt x="519990" y="43695"/>
                    </a:lnTo>
                    <a:lnTo>
                      <a:pt x="517342" y="40650"/>
                    </a:lnTo>
                    <a:lnTo>
                      <a:pt x="514251" y="38108"/>
                    </a:lnTo>
                    <a:lnTo>
                      <a:pt x="510857" y="36003"/>
                    </a:lnTo>
                    <a:lnTo>
                      <a:pt x="507302" y="34268"/>
                    </a:lnTo>
                    <a:lnTo>
                      <a:pt x="503724" y="32836"/>
                    </a:lnTo>
                    <a:lnTo>
                      <a:pt x="503724" y="32836"/>
                    </a:lnTo>
                    <a:lnTo>
                      <a:pt x="500828" y="31822"/>
                    </a:lnTo>
                    <a:lnTo>
                      <a:pt x="498091" y="30882"/>
                    </a:lnTo>
                    <a:lnTo>
                      <a:pt x="495583" y="29972"/>
                    </a:lnTo>
                    <a:lnTo>
                      <a:pt x="493373" y="29047"/>
                    </a:lnTo>
                    <a:lnTo>
                      <a:pt x="491533" y="28063"/>
                    </a:lnTo>
                    <a:lnTo>
                      <a:pt x="490131" y="26976"/>
                    </a:lnTo>
                    <a:lnTo>
                      <a:pt x="489239" y="25740"/>
                    </a:lnTo>
                    <a:lnTo>
                      <a:pt x="488926" y="24312"/>
                    </a:lnTo>
                    <a:lnTo>
                      <a:pt x="488926" y="24312"/>
                    </a:lnTo>
                    <a:lnTo>
                      <a:pt x="489037" y="23215"/>
                    </a:lnTo>
                    <a:lnTo>
                      <a:pt x="489366" y="22289"/>
                    </a:lnTo>
                    <a:lnTo>
                      <a:pt x="489914" y="21525"/>
                    </a:lnTo>
                    <a:lnTo>
                      <a:pt x="490677" y="20917"/>
                    </a:lnTo>
                    <a:lnTo>
                      <a:pt x="491655" y="20457"/>
                    </a:lnTo>
                    <a:lnTo>
                      <a:pt x="492844" y="20137"/>
                    </a:lnTo>
                    <a:lnTo>
                      <a:pt x="494244" y="19951"/>
                    </a:lnTo>
                    <a:lnTo>
                      <a:pt x="495852" y="19890"/>
                    </a:lnTo>
                    <a:lnTo>
                      <a:pt x="495852" y="19890"/>
                    </a:lnTo>
                    <a:lnTo>
                      <a:pt x="497711" y="20007"/>
                    </a:lnTo>
                    <a:lnTo>
                      <a:pt x="499624" y="20349"/>
                    </a:lnTo>
                    <a:lnTo>
                      <a:pt x="501584" y="20906"/>
                    </a:lnTo>
                    <a:lnTo>
                      <a:pt x="503586" y="21666"/>
                    </a:lnTo>
                    <a:lnTo>
                      <a:pt x="505626" y="22619"/>
                    </a:lnTo>
                    <a:lnTo>
                      <a:pt x="507697" y="23753"/>
                    </a:lnTo>
                    <a:lnTo>
                      <a:pt x="509793" y="25058"/>
                    </a:lnTo>
                    <a:lnTo>
                      <a:pt x="511910" y="26521"/>
                    </a:lnTo>
                    <a:lnTo>
                      <a:pt x="511910" y="26521"/>
                    </a:lnTo>
                    <a:lnTo>
                      <a:pt x="523875" y="10419"/>
                    </a:lnTo>
                    <a:lnTo>
                      <a:pt x="521171" y="8476"/>
                    </a:lnTo>
                    <a:lnTo>
                      <a:pt x="518242" y="6594"/>
                    </a:lnTo>
                    <a:lnTo>
                      <a:pt x="515070" y="4833"/>
                    </a:lnTo>
                    <a:lnTo>
                      <a:pt x="511635" y="3256"/>
                    </a:lnTo>
                    <a:lnTo>
                      <a:pt x="507920" y="1923"/>
                    </a:lnTo>
                    <a:lnTo>
                      <a:pt x="503906" y="895"/>
                    </a:lnTo>
                    <a:lnTo>
                      <a:pt x="499575" y="234"/>
                    </a:lnTo>
                    <a:lnTo>
                      <a:pt x="494908" y="0"/>
                    </a:lnTo>
                    <a:close/>
                    <a:moveTo>
                      <a:pt x="318516" y="52994"/>
                    </a:moveTo>
                    <a:lnTo>
                      <a:pt x="273537" y="52994"/>
                    </a:lnTo>
                    <a:lnTo>
                      <a:pt x="273519" y="52994"/>
                    </a:lnTo>
                    <a:lnTo>
                      <a:pt x="218573" y="192996"/>
                    </a:lnTo>
                    <a:lnTo>
                      <a:pt x="163627" y="52994"/>
                    </a:lnTo>
                    <a:lnTo>
                      <a:pt x="118631" y="52994"/>
                    </a:lnTo>
                    <a:lnTo>
                      <a:pt x="101428" y="243841"/>
                    </a:lnTo>
                    <a:lnTo>
                      <a:pt x="146424" y="243841"/>
                    </a:lnTo>
                    <a:lnTo>
                      <a:pt x="155882" y="138914"/>
                    </a:lnTo>
                    <a:lnTo>
                      <a:pt x="199928" y="240505"/>
                    </a:lnTo>
                    <a:lnTo>
                      <a:pt x="199898" y="240579"/>
                    </a:lnTo>
                    <a:lnTo>
                      <a:pt x="199960" y="240579"/>
                    </a:lnTo>
                    <a:lnTo>
                      <a:pt x="237187" y="240579"/>
                    </a:lnTo>
                    <a:lnTo>
                      <a:pt x="237248" y="240579"/>
                    </a:lnTo>
                    <a:lnTo>
                      <a:pt x="237219" y="240505"/>
                    </a:lnTo>
                    <a:lnTo>
                      <a:pt x="281279" y="138881"/>
                    </a:lnTo>
                    <a:lnTo>
                      <a:pt x="290740" y="243841"/>
                    </a:lnTo>
                    <a:lnTo>
                      <a:pt x="335736" y="243841"/>
                    </a:lnTo>
                    <a:lnTo>
                      <a:pt x="318533" y="52994"/>
                    </a:lnTo>
                    <a:lnTo>
                      <a:pt x="318516" y="52994"/>
                    </a:lnTo>
                    <a:close/>
                    <a:moveTo>
                      <a:pt x="0" y="22850"/>
                    </a:moveTo>
                    <a:lnTo>
                      <a:pt x="0" y="22910"/>
                    </a:lnTo>
                    <a:lnTo>
                      <a:pt x="0" y="52358"/>
                    </a:lnTo>
                    <a:lnTo>
                      <a:pt x="0" y="52651"/>
                    </a:lnTo>
                    <a:lnTo>
                      <a:pt x="0" y="288101"/>
                    </a:lnTo>
                    <a:lnTo>
                      <a:pt x="0" y="290576"/>
                    </a:lnTo>
                    <a:lnTo>
                      <a:pt x="74509" y="290576"/>
                    </a:lnTo>
                    <a:lnTo>
                      <a:pt x="74509" y="260580"/>
                    </a:lnTo>
                    <a:lnTo>
                      <a:pt x="29860" y="260580"/>
                    </a:lnTo>
                    <a:lnTo>
                      <a:pt x="29860" y="52651"/>
                    </a:lnTo>
                    <a:lnTo>
                      <a:pt x="74509" y="52651"/>
                    </a:lnTo>
                    <a:lnTo>
                      <a:pt x="74509" y="52358"/>
                    </a:lnTo>
                    <a:lnTo>
                      <a:pt x="74509" y="49896"/>
                    </a:lnTo>
                    <a:lnTo>
                      <a:pt x="74509" y="22910"/>
                    </a:lnTo>
                    <a:lnTo>
                      <a:pt x="74509" y="22850"/>
                    </a:lnTo>
                    <a:lnTo>
                      <a:pt x="0" y="22850"/>
                    </a:lnTo>
                    <a:close/>
                    <a:moveTo>
                      <a:pt x="362654" y="22850"/>
                    </a:moveTo>
                    <a:lnTo>
                      <a:pt x="362654" y="22910"/>
                    </a:lnTo>
                    <a:lnTo>
                      <a:pt x="362654" y="49896"/>
                    </a:lnTo>
                    <a:lnTo>
                      <a:pt x="362654" y="52358"/>
                    </a:lnTo>
                    <a:lnTo>
                      <a:pt x="362654" y="52651"/>
                    </a:lnTo>
                    <a:lnTo>
                      <a:pt x="407304" y="52651"/>
                    </a:lnTo>
                    <a:lnTo>
                      <a:pt x="407304" y="260580"/>
                    </a:lnTo>
                    <a:lnTo>
                      <a:pt x="362654" y="260580"/>
                    </a:lnTo>
                    <a:lnTo>
                      <a:pt x="362654" y="290576"/>
                    </a:lnTo>
                    <a:lnTo>
                      <a:pt x="437164" y="290576"/>
                    </a:lnTo>
                    <a:lnTo>
                      <a:pt x="437164" y="288101"/>
                    </a:lnTo>
                    <a:lnTo>
                      <a:pt x="437164" y="52651"/>
                    </a:lnTo>
                    <a:lnTo>
                      <a:pt x="437164" y="52358"/>
                    </a:lnTo>
                    <a:lnTo>
                      <a:pt x="437164" y="22910"/>
                    </a:lnTo>
                    <a:lnTo>
                      <a:pt x="437164" y="22850"/>
                    </a:lnTo>
                    <a:lnTo>
                      <a:pt x="362654" y="22850"/>
                    </a:lnTo>
                    <a:close/>
                  </a:path>
                </a:pathLst>
              </a:custGeom>
              <a:solidFill xmlns:a="http://schemas.openxmlformats.org/drawingml/2006/main">
                <a:srgbClr val="73B3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4" name="44 mindspore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AE67DA4E-FBBC-4CE2-8071-580A8B69FB6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57225" y="4526725"/>
                <a:ext cx="523875" cy="290576"/>
              </a:xfrm>
              <a:custGeom xmlns:a="http://schemas.openxmlformats.org/drawingml/2006/main">
                <a:pathLst>
                  <a:path w="523875" h="290576">
                    <a:moveTo>
                      <a:pt x="155882" y="138915"/>
                    </a:moveTo>
                    <a:lnTo>
                      <a:pt x="163627" y="52994"/>
                    </a:lnTo>
                    <a:lnTo>
                      <a:pt x="218573" y="192996"/>
                    </a:lnTo>
                    <a:lnTo>
                      <a:pt x="199927" y="240505"/>
                    </a:lnTo>
                    <a:lnTo>
                      <a:pt x="155882" y="138915"/>
                    </a:lnTo>
                    <a:close/>
                  </a:path>
                </a:pathLst>
              </a:custGeom>
              <a:solidFill xmlns:a="http://schemas.openxmlformats.org/drawingml/2006/main">
                <a:srgbClr val="56B0E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5" name="45 mindspore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AC0343B-6B62-44BF-A440-2111A2D6C9A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57225" y="4526725"/>
                <a:ext cx="523875" cy="290576"/>
              </a:xfrm>
              <a:custGeom xmlns:a="http://schemas.openxmlformats.org/drawingml/2006/main">
                <a:pathLst>
                  <a:path w="523875" h="290576">
                    <a:moveTo>
                      <a:pt x="281279" y="138881"/>
                    </a:moveTo>
                    <a:lnTo>
                      <a:pt x="318533" y="52994"/>
                    </a:lnTo>
                    <a:lnTo>
                      <a:pt x="335736" y="243842"/>
                    </a:lnTo>
                    <a:lnTo>
                      <a:pt x="290740" y="243842"/>
                    </a:lnTo>
                    <a:lnTo>
                      <a:pt x="281279" y="138881"/>
                    </a:lnTo>
                    <a:close/>
                  </a:path>
                </a:pathLst>
              </a:custGeom>
              <a:solidFill xmlns:a="http://schemas.openxmlformats.org/drawingml/2006/main">
                <a:srgbClr val="509AE6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46" name="46 MindSpore">
              <a:extLst xmlns:a="http://schemas.openxmlformats.org/drawingml/2006/main">
                <a:ext uri="{FF2B5EF4-FFF2-40B4-BE49-F238E27FC236}">
                  <a16:creationId xmlns:a16="http://schemas.microsoft.com/office/drawing/2014/main" id="{EEE6DCB0-69B1-47D6-98E2-9ADE2CB727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4876800"/>
              <a:ext cx="9239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MindSpore</a:t>
              </a:r>
            </a:p>
          </p:txBody>
        </p:sp>
        <p:grpSp>
          <p:nvGrpSpPr>
            <p:cNvPr id="472" name="icon-jax-46"/>
            <p:cNvGrpSpPr/>
            <p:nvPr/>
          </p:nvGrpSpPr>
          <p:grpSpPr>
            <ns6:xfrm xmlns:ns6="http://schemas.openxmlformats.org/drawingml/2006/main">
              <ns6:off x="1752600" y="4519227"/>
              <ns6:ext cx="514350" cy="296045"/>
              <ns6:chOff x="1752600" y="4519227"/>
              <ns6:chExt cx="514350" cy="296045"/>
            </ns6:xfrm>
          </p:grpSpPr>
          <p:sp>
            <p:nvSpPr>
              <p:cNvPr id="47" name="47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3FB4EB0D-79E3-4185-92D7-D083C5B71F6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57150" y="148017"/>
                    </a:moveTo>
                    <a:lnTo>
                      <a:pt x="28575" y="197368"/>
                    </a:lnTo>
                    <a:lnTo>
                      <a:pt x="85725" y="197368"/>
                    </a:lnTo>
                    <a:lnTo>
                      <a:pt x="114300" y="148017"/>
                    </a:lnTo>
                    <a:lnTo>
                      <a:pt x="57150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8" name="48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BB41FCE-EA0A-4F51-AC18-FBAF59F79E1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0" y="246706"/>
                    </a:moveTo>
                    <a:lnTo>
                      <a:pt x="28575" y="197368"/>
                    </a:lnTo>
                    <a:lnTo>
                      <a:pt x="85725" y="197368"/>
                    </a:lnTo>
                    <a:lnTo>
                      <a:pt x="57150" y="246706"/>
                    </a:lnTo>
                    <a:lnTo>
                      <a:pt x="0" y="246706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9" name="49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562970D2-E46B-42E2-97FA-4CECE4FC206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142875" y="197368"/>
                    </a:moveTo>
                    <a:lnTo>
                      <a:pt x="85725" y="197368"/>
                    </a:lnTo>
                    <a:lnTo>
                      <a:pt x="57150" y="246706"/>
                    </a:lnTo>
                    <a:lnTo>
                      <a:pt x="114300" y="246706"/>
                    </a:lnTo>
                    <a:lnTo>
                      <a:pt x="14287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0" name="50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15E3D7BB-EAEF-467C-AB9D-8A36DFC7237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00025" y="197368"/>
                    </a:moveTo>
                    <a:lnTo>
                      <a:pt x="142875" y="197368"/>
                    </a:lnTo>
                    <a:lnTo>
                      <a:pt x="114300" y="246706"/>
                    </a:lnTo>
                    <a:lnTo>
                      <a:pt x="171451" y="246706"/>
                    </a:lnTo>
                    <a:lnTo>
                      <a:pt x="20002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1" name="51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5B7BE73F-A7E5-4BEE-B83F-5742AF61601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171451" y="148017"/>
                    </a:moveTo>
                    <a:lnTo>
                      <a:pt x="142875" y="197368"/>
                    </a:lnTo>
                    <a:lnTo>
                      <a:pt x="200025" y="197368"/>
                    </a:lnTo>
                    <a:lnTo>
                      <a:pt x="228600" y="148017"/>
                    </a:lnTo>
                    <a:lnTo>
                      <a:pt x="171451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2" name="52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9EA5B173-DAE2-4546-A826-66D14576B32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00025" y="98678"/>
                    </a:moveTo>
                    <a:lnTo>
                      <a:pt x="171451" y="148017"/>
                    </a:lnTo>
                    <a:lnTo>
                      <a:pt x="228600" y="148017"/>
                    </a:lnTo>
                    <a:lnTo>
                      <a:pt x="257175" y="98678"/>
                    </a:lnTo>
                    <a:lnTo>
                      <a:pt x="200025" y="98678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3" name="53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30AAFB1B-72F7-4EA4-8D65-8344A6C6162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28600" y="49339"/>
                    </a:moveTo>
                    <a:lnTo>
                      <a:pt x="200025" y="98678"/>
                    </a:lnTo>
                    <a:lnTo>
                      <a:pt x="257175" y="98678"/>
                    </a:lnTo>
                    <a:lnTo>
                      <a:pt x="285750" y="49339"/>
                    </a:lnTo>
                    <a:lnTo>
                      <a:pt x="228600" y="49339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4" name="54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6E43AE33-2F65-40FD-8559-96534CCC18E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57175" y="0"/>
                    </a:moveTo>
                    <a:lnTo>
                      <a:pt x="228600" y="49339"/>
                    </a:lnTo>
                    <a:lnTo>
                      <a:pt x="285750" y="49339"/>
                    </a:lnTo>
                    <a:lnTo>
                      <a:pt x="314325" y="0"/>
                    </a:lnTo>
                    <a:lnTo>
                      <a:pt x="257175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5E97F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5" name="55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A79C9112-29EB-4112-BE4B-66EE4984277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0" y="246706"/>
                    </a:moveTo>
                    <a:lnTo>
                      <a:pt x="28575" y="296045"/>
                    </a:lnTo>
                    <a:lnTo>
                      <a:pt x="85725" y="296045"/>
                    </a:lnTo>
                    <a:lnTo>
                      <a:pt x="57150" y="246706"/>
                    </a:lnTo>
                    <a:lnTo>
                      <a:pt x="0" y="246706"/>
                    </a:lnTo>
                    <a:close/>
                  </a:path>
                </a:pathLst>
              </a:custGeom>
              <a:solidFill xmlns:a="http://schemas.openxmlformats.org/drawingml/2006/main">
                <a:srgbClr val="2A56C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6" name="56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3B1ACBE4-FEFB-4E97-8251-D4C50B918A6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142875" y="296045"/>
                    </a:moveTo>
                    <a:lnTo>
                      <a:pt x="85725" y="296045"/>
                    </a:lnTo>
                    <a:lnTo>
                      <a:pt x="57150" y="246706"/>
                    </a:lnTo>
                    <a:lnTo>
                      <a:pt x="114300" y="246706"/>
                    </a:lnTo>
                    <a:lnTo>
                      <a:pt x="142875" y="296045"/>
                    </a:lnTo>
                    <a:close/>
                  </a:path>
                </a:pathLst>
              </a:custGeom>
              <a:solidFill xmlns:a="http://schemas.openxmlformats.org/drawingml/2006/main">
                <a:srgbClr val="2A56C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7" name="57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6DF2B680-6BB6-4FCD-973A-198D96BCB04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00025" y="296045"/>
                    </a:moveTo>
                    <a:lnTo>
                      <a:pt x="142875" y="296045"/>
                    </a:lnTo>
                    <a:lnTo>
                      <a:pt x="114300" y="246706"/>
                    </a:lnTo>
                    <a:lnTo>
                      <a:pt x="171451" y="246706"/>
                    </a:lnTo>
                    <a:lnTo>
                      <a:pt x="200025" y="296045"/>
                    </a:lnTo>
                    <a:close/>
                  </a:path>
                </a:pathLst>
              </a:custGeom>
              <a:solidFill xmlns:a="http://schemas.openxmlformats.org/drawingml/2006/main">
                <a:srgbClr val="2A56C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8" name="58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8ACECDD0-235D-4951-BDE2-FBAF0FCA7EA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28600" y="246706"/>
                    </a:moveTo>
                    <a:lnTo>
                      <a:pt x="200025" y="197368"/>
                    </a:lnTo>
                    <a:lnTo>
                      <a:pt x="171451" y="246706"/>
                    </a:lnTo>
                    <a:lnTo>
                      <a:pt x="200025" y="296045"/>
                    </a:lnTo>
                    <a:lnTo>
                      <a:pt x="228600" y="246706"/>
                    </a:lnTo>
                    <a:close/>
                  </a:path>
                </a:pathLst>
              </a:custGeom>
              <a:solidFill xmlns:a="http://schemas.openxmlformats.org/drawingml/2006/main">
                <a:srgbClr val="00796B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9" name="59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B09C2EB5-55D3-4C34-BDC3-B38BDC6AD2A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85750" y="148017"/>
                    </a:moveTo>
                    <a:lnTo>
                      <a:pt x="257175" y="98678"/>
                    </a:lnTo>
                    <a:lnTo>
                      <a:pt x="228600" y="148017"/>
                    </a:lnTo>
                    <a:lnTo>
                      <a:pt x="285750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00796B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0" name="60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54942D2-9959-49F7-B28C-7E9DAC055FD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85750" y="49339"/>
                    </a:moveTo>
                    <a:lnTo>
                      <a:pt x="257175" y="98678"/>
                    </a:lnTo>
                    <a:lnTo>
                      <a:pt x="285750" y="148017"/>
                    </a:lnTo>
                    <a:lnTo>
                      <a:pt x="314325" y="98678"/>
                    </a:lnTo>
                    <a:lnTo>
                      <a:pt x="285750" y="49339"/>
                    </a:lnTo>
                    <a:close/>
                  </a:path>
                </a:pathLst>
              </a:custGeom>
              <a:solidFill xmlns:a="http://schemas.openxmlformats.org/drawingml/2006/main">
                <a:srgbClr val="00796B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1" name="61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19864C39-8F90-4224-916B-74EAD1DE916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142875" y="197368"/>
                    </a:moveTo>
                    <a:lnTo>
                      <a:pt x="114300" y="148017"/>
                    </a:lnTo>
                    <a:lnTo>
                      <a:pt x="85725" y="197368"/>
                    </a:lnTo>
                    <a:lnTo>
                      <a:pt x="14287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3367D6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2" name="62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6132913C-A0B1-4FB5-9A45-805D8647368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85750" y="148017"/>
                    </a:moveTo>
                    <a:lnTo>
                      <a:pt x="228600" y="148017"/>
                    </a:lnTo>
                    <a:lnTo>
                      <a:pt x="200025" y="197368"/>
                    </a:lnTo>
                    <a:lnTo>
                      <a:pt x="257175" y="197368"/>
                    </a:lnTo>
                    <a:lnTo>
                      <a:pt x="285750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26A69A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3" name="63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52BDF68-7127-4176-A4A1-641D706294F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42900" y="148017"/>
                    </a:moveTo>
                    <a:lnTo>
                      <a:pt x="285750" y="148017"/>
                    </a:lnTo>
                    <a:lnTo>
                      <a:pt x="257175" y="197368"/>
                    </a:lnTo>
                    <a:lnTo>
                      <a:pt x="314325" y="197368"/>
                    </a:lnTo>
                    <a:lnTo>
                      <a:pt x="342900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26A69A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4" name="64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43316549-8876-42BC-8998-879877F0C06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00051" y="49339"/>
                    </a:moveTo>
                    <a:lnTo>
                      <a:pt x="371475" y="0"/>
                    </a:lnTo>
                    <a:lnTo>
                      <a:pt x="342900" y="49339"/>
                    </a:lnTo>
                    <a:lnTo>
                      <a:pt x="371475" y="98678"/>
                    </a:lnTo>
                    <a:lnTo>
                      <a:pt x="400051" y="49339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5" name="65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16608549-F948-4019-8CC0-47B30E1D3C4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28625" y="98678"/>
                    </a:moveTo>
                    <a:lnTo>
                      <a:pt x="400051" y="49339"/>
                    </a:lnTo>
                    <a:lnTo>
                      <a:pt x="371475" y="98678"/>
                    </a:lnTo>
                    <a:lnTo>
                      <a:pt x="400051" y="148017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6" name="66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D9331EFC-83E7-4E17-A2BE-E4DD6E33885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57200" y="148017"/>
                    </a:moveTo>
                    <a:lnTo>
                      <a:pt x="428625" y="98678"/>
                    </a:lnTo>
                    <a:lnTo>
                      <a:pt x="400051" y="148017"/>
                    </a:lnTo>
                    <a:lnTo>
                      <a:pt x="428625" y="197368"/>
                    </a:lnTo>
                    <a:lnTo>
                      <a:pt x="457200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7" name="67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890A9361-3A3C-4C61-B8CA-B7AE12233E0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85775" y="197368"/>
                    </a:moveTo>
                    <a:lnTo>
                      <a:pt x="457200" y="148017"/>
                    </a:lnTo>
                    <a:lnTo>
                      <a:pt x="428625" y="197368"/>
                    </a:lnTo>
                    <a:lnTo>
                      <a:pt x="457200" y="246706"/>
                    </a:lnTo>
                    <a:lnTo>
                      <a:pt x="48577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8" name="68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00EFB519-AAE0-41ED-BCF2-94473C354A6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514350" y="246706"/>
                    </a:moveTo>
                    <a:lnTo>
                      <a:pt x="485775" y="197368"/>
                    </a:lnTo>
                    <a:lnTo>
                      <a:pt x="457200" y="246706"/>
                    </a:lnTo>
                    <a:lnTo>
                      <a:pt x="485775" y="296045"/>
                    </a:lnTo>
                    <a:lnTo>
                      <a:pt x="514350" y="246706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69" name="69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F9196DC-C72B-42C2-9017-454B2386369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85775" y="0"/>
                    </a:moveTo>
                    <a:lnTo>
                      <a:pt x="457200" y="49339"/>
                    </a:lnTo>
                    <a:lnTo>
                      <a:pt x="485775" y="98678"/>
                    </a:lnTo>
                    <a:lnTo>
                      <a:pt x="514350" y="49339"/>
                    </a:lnTo>
                    <a:lnTo>
                      <a:pt x="485775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0" name="70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2955AB2-EB2B-48AC-BBC7-F1FE3F4961B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28625" y="98678"/>
                    </a:moveTo>
                    <a:lnTo>
                      <a:pt x="457200" y="49339"/>
                    </a:lnTo>
                    <a:lnTo>
                      <a:pt x="485775" y="98678"/>
                    </a:lnTo>
                    <a:lnTo>
                      <a:pt x="457200" y="148017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1" name="71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3FC3963F-B5E6-4A88-BD2F-8E237FEEB9D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00051" y="148017"/>
                    </a:moveTo>
                    <a:lnTo>
                      <a:pt x="371475" y="197368"/>
                    </a:lnTo>
                    <a:lnTo>
                      <a:pt x="400051" y="246706"/>
                    </a:lnTo>
                    <a:lnTo>
                      <a:pt x="428625" y="197368"/>
                    </a:lnTo>
                    <a:lnTo>
                      <a:pt x="400051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2" name="72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10C456F0-C30F-4A7E-B550-C712BFBE0CA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71475" y="296045"/>
                    </a:moveTo>
                    <a:lnTo>
                      <a:pt x="342900" y="246706"/>
                    </a:lnTo>
                    <a:lnTo>
                      <a:pt x="371475" y="197368"/>
                    </a:lnTo>
                    <a:lnTo>
                      <a:pt x="400051" y="246706"/>
                    </a:lnTo>
                    <a:lnTo>
                      <a:pt x="371475" y="296045"/>
                    </a:lnTo>
                    <a:close/>
                  </a:path>
                </a:pathLst>
              </a:custGeom>
              <a:solidFill xmlns:a="http://schemas.openxmlformats.org/drawingml/2006/main">
                <a:srgbClr val="9C27B0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3" name="73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2686696E-93F9-4EBA-887F-DF5AE6950B3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14325" y="296045"/>
                    </a:moveTo>
                    <a:lnTo>
                      <a:pt x="285750" y="246706"/>
                    </a:lnTo>
                    <a:lnTo>
                      <a:pt x="342900" y="246706"/>
                    </a:lnTo>
                    <a:lnTo>
                      <a:pt x="371475" y="296045"/>
                    </a:lnTo>
                    <a:lnTo>
                      <a:pt x="314325" y="296045"/>
                    </a:lnTo>
                    <a:close/>
                  </a:path>
                </a:pathLst>
              </a:custGeom>
              <a:solidFill xmlns:a="http://schemas.openxmlformats.org/drawingml/2006/main">
                <a:srgbClr val="6A1B9A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4" name="74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1F0B0EC7-A145-4EDA-A6FA-4B6A63822CF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257175" y="197368"/>
                    </a:moveTo>
                    <a:lnTo>
                      <a:pt x="200025" y="197368"/>
                    </a:lnTo>
                    <a:lnTo>
                      <a:pt x="228600" y="246706"/>
                    </a:lnTo>
                    <a:lnTo>
                      <a:pt x="285750" y="246706"/>
                    </a:lnTo>
                    <a:lnTo>
                      <a:pt x="25717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00695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5" name="75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9A1983E8-AC25-468D-A554-5D3409B5F15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14325" y="197368"/>
                    </a:moveTo>
                    <a:lnTo>
                      <a:pt x="257175" y="197368"/>
                    </a:lnTo>
                    <a:lnTo>
                      <a:pt x="285750" y="246706"/>
                    </a:lnTo>
                    <a:lnTo>
                      <a:pt x="31432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00695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6" name="76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47B61F71-7DE5-41F5-8429-3A2D6D1436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14325" y="98678"/>
                    </a:moveTo>
                    <a:lnTo>
                      <a:pt x="342900" y="148017"/>
                    </a:lnTo>
                    <a:lnTo>
                      <a:pt x="400051" y="148017"/>
                    </a:lnTo>
                    <a:lnTo>
                      <a:pt x="371475" y="98678"/>
                    </a:lnTo>
                    <a:lnTo>
                      <a:pt x="314325" y="98678"/>
                    </a:lnTo>
                    <a:close/>
                  </a:path>
                </a:pathLst>
              </a:custGeom>
              <a:solidFill xmlns:a="http://schemas.openxmlformats.org/drawingml/2006/main">
                <a:srgbClr val="00695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7" name="77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9563CA4-D87E-4217-8DE0-BC46891575A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42900" y="49339"/>
                    </a:moveTo>
                    <a:lnTo>
                      <a:pt x="285750" y="49339"/>
                    </a:lnTo>
                    <a:lnTo>
                      <a:pt x="314325" y="98678"/>
                    </a:lnTo>
                    <a:lnTo>
                      <a:pt x="371475" y="98678"/>
                    </a:lnTo>
                    <a:lnTo>
                      <a:pt x="342900" y="49339"/>
                    </a:lnTo>
                    <a:close/>
                  </a:path>
                </a:pathLst>
              </a:custGeom>
              <a:solidFill xmlns:a="http://schemas.openxmlformats.org/drawingml/2006/main">
                <a:srgbClr val="00695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8" name="78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CADC339-5CDF-472D-8C83-3217CE7D8B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85775" y="296045"/>
                    </a:moveTo>
                    <a:lnTo>
                      <a:pt x="457200" y="246706"/>
                    </a:lnTo>
                    <a:lnTo>
                      <a:pt x="400051" y="246706"/>
                    </a:lnTo>
                    <a:lnTo>
                      <a:pt x="428625" y="296045"/>
                    </a:lnTo>
                    <a:lnTo>
                      <a:pt x="485775" y="296045"/>
                    </a:lnTo>
                    <a:close/>
                  </a:path>
                </a:pathLst>
              </a:custGeom>
              <a:solidFill xmlns:a="http://schemas.openxmlformats.org/drawingml/2006/main">
                <a:srgbClr val="00695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79" name="79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65ECB53-D70A-4C1A-815B-26130B9B43D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28625" y="197368"/>
                    </a:moveTo>
                    <a:lnTo>
                      <a:pt x="400051" y="246706"/>
                    </a:lnTo>
                    <a:lnTo>
                      <a:pt x="457200" y="246706"/>
                    </a:lnTo>
                    <a:lnTo>
                      <a:pt x="42862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00695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0" name="80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AB47CF95-C4B5-4EDF-8E0E-F3F7FC2C1E7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71475" y="0"/>
                    </a:moveTo>
                    <a:lnTo>
                      <a:pt x="314325" y="0"/>
                    </a:lnTo>
                    <a:lnTo>
                      <a:pt x="285750" y="49339"/>
                    </a:lnTo>
                    <a:lnTo>
                      <a:pt x="342900" y="49339"/>
                    </a:lnTo>
                    <a:lnTo>
                      <a:pt x="371475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EA80F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1" name="81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90977FD4-777F-467D-9D9D-308B95B87B6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371475" y="197368"/>
                    </a:moveTo>
                    <a:lnTo>
                      <a:pt x="314325" y="197368"/>
                    </a:lnTo>
                    <a:lnTo>
                      <a:pt x="285750" y="246706"/>
                    </a:lnTo>
                    <a:lnTo>
                      <a:pt x="342900" y="246706"/>
                    </a:lnTo>
                    <a:lnTo>
                      <a:pt x="371475" y="197368"/>
                    </a:lnTo>
                    <a:close/>
                  </a:path>
                </a:pathLst>
              </a:custGeom>
              <a:solidFill xmlns:a="http://schemas.openxmlformats.org/drawingml/2006/main">
                <a:srgbClr val="EA80F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2" name="82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A9E07941-A67E-4743-8BE2-495CE58CBA7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00051" y="148017"/>
                    </a:moveTo>
                    <a:lnTo>
                      <a:pt x="342900" y="148017"/>
                    </a:lnTo>
                    <a:lnTo>
                      <a:pt x="314325" y="197368"/>
                    </a:lnTo>
                    <a:lnTo>
                      <a:pt x="371475" y="197368"/>
                    </a:lnTo>
                    <a:lnTo>
                      <a:pt x="400051" y="148017"/>
                    </a:lnTo>
                    <a:close/>
                  </a:path>
                </a:pathLst>
              </a:custGeom>
              <a:solidFill xmlns:a="http://schemas.openxmlformats.org/drawingml/2006/main">
                <a:srgbClr val="EA80F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3" name="83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020C9A1D-DC11-46C4-875C-EA31776678C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85775" y="0"/>
                    </a:moveTo>
                    <a:lnTo>
                      <a:pt x="428625" y="0"/>
                    </a:lnTo>
                    <a:lnTo>
                      <a:pt x="400051" y="49339"/>
                    </a:lnTo>
                    <a:lnTo>
                      <a:pt x="457200" y="49339"/>
                    </a:lnTo>
                    <a:lnTo>
                      <a:pt x="485775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EA80F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4" name="84 jax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5F8477DA-5D91-4BE8-8FD5-CEECAC771ED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52600" y="4519227"/>
                <a:ext cx="514350" cy="296045"/>
              </a:xfrm>
              <a:custGeom xmlns:a="http://schemas.openxmlformats.org/drawingml/2006/main">
                <a:pathLst>
                  <a:path w="514350" h="296045">
                    <a:moveTo>
                      <a:pt x="428625" y="98678"/>
                    </a:moveTo>
                    <a:lnTo>
                      <a:pt x="400051" y="49339"/>
                    </a:lnTo>
                    <a:lnTo>
                      <a:pt x="457200" y="49339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 xmlns:a="http://schemas.openxmlformats.org/drawingml/2006/main">
                <a:srgbClr val="EA80FC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85" name="85 JAX">
              <a:extLst xmlns:a="http://schemas.openxmlformats.org/drawingml/2006/main">
                <a:ext uri="{FF2B5EF4-FFF2-40B4-BE49-F238E27FC236}">
                  <a16:creationId xmlns:a16="http://schemas.microsoft.com/office/drawing/2014/main" id="{5B644B23-E92F-4D10-9F39-C8D18731E2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4876800"/>
              <a:ext cx="87630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JAX</a:t>
              </a:r>
            </a:p>
          </p:txBody>
        </p:sp>
        <p:grpSp>
          <p:nvGrpSpPr>
            <p:cNvPr id="473" name="icon-java-85"/>
            <p:cNvGrpSpPr/>
            <p:nvPr/>
          </p:nvGrpSpPr>
          <p:grpSpPr>
            <ns7:xfrm xmlns:ns7="http://schemas.openxmlformats.org/drawingml/2006/main">
              <ns7:off x="771525" y="5319665"/>
              <ns7:ext cx="285750" cy="362044"/>
              <ns7:chOff x="771525" y="5319665"/>
              <ns7:chExt cx="285750" cy="362044"/>
            </ns7:xfrm>
          </p:grpSpPr>
          <p:sp>
            <p:nvSpPr>
              <p:cNvPr id="86" name="86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DA18DC7-679D-43F0-99F9-F7955F0B94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319665"/>
                <a:ext cx="285750" cy="362044"/>
              </a:xfrm>
              <a:custGeom xmlns:a="http://schemas.openxmlformats.org/drawingml/2006/main">
                <a:pathLst>
                  <a:path w="285750" h="362044">
                    <a:moveTo>
                      <a:pt x="225534" y="62235"/>
                    </a:moveTo>
                    <a:lnTo>
                      <a:pt x="221548" y="64966"/>
                    </a:lnTo>
                    <a:lnTo>
                      <a:pt x="217600" y="67667"/>
                    </a:lnTo>
                    <a:lnTo>
                      <a:pt x="213665" y="70369"/>
                    </a:lnTo>
                    <a:lnTo>
                      <a:pt x="209722" y="73104"/>
                    </a:lnTo>
                    <a:lnTo>
                      <a:pt x="205747" y="75904"/>
                    </a:lnTo>
                    <a:lnTo>
                      <a:pt x="201717" y="78798"/>
                    </a:lnTo>
                    <a:lnTo>
                      <a:pt x="197609" y="81819"/>
                    </a:lnTo>
                    <a:lnTo>
                      <a:pt x="193401" y="84998"/>
                    </a:lnTo>
                    <a:lnTo>
                      <a:pt x="189870" y="87657"/>
                    </a:lnTo>
                    <a:lnTo>
                      <a:pt x="185961" y="90616"/>
                    </a:lnTo>
                    <a:lnTo>
                      <a:pt x="181926" y="93859"/>
                    </a:lnTo>
                    <a:lnTo>
                      <a:pt x="178016" y="97370"/>
                    </a:lnTo>
                    <a:lnTo>
                      <a:pt x="174482" y="101132"/>
                    </a:lnTo>
                    <a:lnTo>
                      <a:pt x="171575" y="105128"/>
                    </a:lnTo>
                    <a:lnTo>
                      <a:pt x="169545" y="109343"/>
                    </a:lnTo>
                    <a:lnTo>
                      <a:pt x="168643" y="113758"/>
                    </a:lnTo>
                    <a:lnTo>
                      <a:pt x="168918" y="118591"/>
                    </a:lnTo>
                    <a:lnTo>
                      <a:pt x="170235" y="123395"/>
                    </a:lnTo>
                    <a:lnTo>
                      <a:pt x="172323" y="128197"/>
                    </a:lnTo>
                    <a:lnTo>
                      <a:pt x="174914" y="133026"/>
                    </a:lnTo>
                    <a:lnTo>
                      <a:pt x="177737" y="137910"/>
                    </a:lnTo>
                    <a:lnTo>
                      <a:pt x="180523" y="142877"/>
                    </a:lnTo>
                    <a:lnTo>
                      <a:pt x="183003" y="147954"/>
                    </a:lnTo>
                    <a:lnTo>
                      <a:pt x="184906" y="153172"/>
                    </a:lnTo>
                    <a:lnTo>
                      <a:pt x="185963" y="158556"/>
                    </a:lnTo>
                    <a:lnTo>
                      <a:pt x="185904" y="164136"/>
                    </a:lnTo>
                    <a:lnTo>
                      <a:pt x="184460" y="169939"/>
                    </a:lnTo>
                    <a:lnTo>
                      <a:pt x="181361" y="175993"/>
                    </a:lnTo>
                    <a:lnTo>
                      <a:pt x="178917" y="179271"/>
                    </a:lnTo>
                    <a:lnTo>
                      <a:pt x="176112" y="182135"/>
                    </a:lnTo>
                    <a:lnTo>
                      <a:pt x="172962" y="184670"/>
                    </a:lnTo>
                    <a:lnTo>
                      <a:pt x="169483" y="186962"/>
                    </a:lnTo>
                    <a:lnTo>
                      <a:pt x="165691" y="189098"/>
                    </a:lnTo>
                    <a:lnTo>
                      <a:pt x="161603" y="191162"/>
                    </a:lnTo>
                    <a:lnTo>
                      <a:pt x="157234" y="193241"/>
                    </a:lnTo>
                    <a:lnTo>
                      <a:pt x="152601" y="195420"/>
                    </a:lnTo>
                    <a:lnTo>
                      <a:pt x="152355" y="194417"/>
                    </a:lnTo>
                    <a:lnTo>
                      <a:pt x="152575" y="193413"/>
                    </a:lnTo>
                    <a:lnTo>
                      <a:pt x="153158" y="192407"/>
                    </a:lnTo>
                    <a:lnTo>
                      <a:pt x="154002" y="191401"/>
                    </a:lnTo>
                    <a:lnTo>
                      <a:pt x="155003" y="190394"/>
                    </a:lnTo>
                    <a:lnTo>
                      <a:pt x="156060" y="189389"/>
                    </a:lnTo>
                    <a:lnTo>
                      <a:pt x="157071" y="188384"/>
                    </a:lnTo>
                    <a:lnTo>
                      <a:pt x="157932" y="187381"/>
                    </a:lnTo>
                    <a:lnTo>
                      <a:pt x="161009" y="182200"/>
                    </a:lnTo>
                    <a:lnTo>
                      <a:pt x="162816" y="177408"/>
                    </a:lnTo>
                    <a:lnTo>
                      <a:pt x="163509" y="172938"/>
                    </a:lnTo>
                    <a:lnTo>
                      <a:pt x="163246" y="168722"/>
                    </a:lnTo>
                    <a:lnTo>
                      <a:pt x="162182" y="164695"/>
                    </a:lnTo>
                    <a:lnTo>
                      <a:pt x="160475" y="160789"/>
                    </a:lnTo>
                    <a:lnTo>
                      <a:pt x="158282" y="156939"/>
                    </a:lnTo>
                    <a:lnTo>
                      <a:pt x="155759" y="153077"/>
                    </a:lnTo>
                    <a:lnTo>
                      <a:pt x="153064" y="149136"/>
                    </a:lnTo>
                    <a:lnTo>
                      <a:pt x="150353" y="145051"/>
                    </a:lnTo>
                    <a:lnTo>
                      <a:pt x="147783" y="140753"/>
                    </a:lnTo>
                    <a:lnTo>
                      <a:pt x="145512" y="136178"/>
                    </a:lnTo>
                    <a:lnTo>
                      <a:pt x="143695" y="131257"/>
                    </a:lnTo>
                    <a:lnTo>
                      <a:pt x="142490" y="125925"/>
                    </a:lnTo>
                    <a:lnTo>
                      <a:pt x="142053" y="120114"/>
                    </a:lnTo>
                    <a:lnTo>
                      <a:pt x="142543" y="113758"/>
                    </a:lnTo>
                    <a:lnTo>
                      <a:pt x="143947" y="107388"/>
                    </a:lnTo>
                    <a:lnTo>
                      <a:pt x="146113" y="101556"/>
                    </a:lnTo>
                    <a:lnTo>
                      <a:pt x="148983" y="96238"/>
                    </a:lnTo>
                    <a:lnTo>
                      <a:pt x="152504" y="91407"/>
                    </a:lnTo>
                    <a:lnTo>
                      <a:pt x="156621" y="87039"/>
                    </a:lnTo>
                    <a:lnTo>
                      <a:pt x="161279" y="83108"/>
                    </a:lnTo>
                    <a:lnTo>
                      <a:pt x="166423" y="79588"/>
                    </a:lnTo>
                    <a:lnTo>
                      <a:pt x="171998" y="76454"/>
                    </a:lnTo>
                    <a:lnTo>
                      <a:pt x="177949" y="73682"/>
                    </a:lnTo>
                    <a:lnTo>
                      <a:pt x="184221" y="71244"/>
                    </a:lnTo>
                    <a:lnTo>
                      <a:pt x="190760" y="69116"/>
                    </a:lnTo>
                    <a:lnTo>
                      <a:pt x="197511" y="67273"/>
                    </a:lnTo>
                    <a:lnTo>
                      <a:pt x="204419" y="65688"/>
                    </a:lnTo>
                    <a:lnTo>
                      <a:pt x="211429" y="64338"/>
                    </a:lnTo>
                    <a:lnTo>
                      <a:pt x="218485" y="63195"/>
                    </a:lnTo>
                    <a:lnTo>
                      <a:pt x="225534" y="62235"/>
                    </a:lnTo>
                    <a:close/>
                  </a:path>
                </a:pathLst>
              </a:custGeom>
              <a:solidFill xmlns:a="http://schemas.openxmlformats.org/drawingml/2006/main">
                <a:srgbClr val="FF1515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7" name="87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DE2A539F-0482-4F43-823E-352416708E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319665"/>
                <a:ext cx="285750" cy="362044"/>
              </a:xfrm>
              <a:custGeom xmlns:a="http://schemas.openxmlformats.org/drawingml/2006/main">
                <a:pathLst>
                  <a:path w="285750" h="362044">
                    <a:moveTo>
                      <a:pt x="165971" y="0"/>
                    </a:moveTo>
                    <a:lnTo>
                      <a:pt x="168159" y="2499"/>
                    </a:lnTo>
                    <a:lnTo>
                      <a:pt x="170183" y="5438"/>
                    </a:lnTo>
                    <a:lnTo>
                      <a:pt x="172002" y="8754"/>
                    </a:lnTo>
                    <a:lnTo>
                      <a:pt x="173578" y="12384"/>
                    </a:lnTo>
                    <a:lnTo>
                      <a:pt x="174872" y="16265"/>
                    </a:lnTo>
                    <a:lnTo>
                      <a:pt x="175845" y="20334"/>
                    </a:lnTo>
                    <a:lnTo>
                      <a:pt x="176457" y="24528"/>
                    </a:lnTo>
                    <a:lnTo>
                      <a:pt x="176670" y="28784"/>
                    </a:lnTo>
                    <a:lnTo>
                      <a:pt x="176187" y="35678"/>
                    </a:lnTo>
                    <a:lnTo>
                      <a:pt x="174806" y="42195"/>
                    </a:lnTo>
                    <a:lnTo>
                      <a:pt x="172628" y="48368"/>
                    </a:lnTo>
                    <a:lnTo>
                      <a:pt x="169754" y="54230"/>
                    </a:lnTo>
                    <a:lnTo>
                      <a:pt x="166286" y="59815"/>
                    </a:lnTo>
                    <a:lnTo>
                      <a:pt x="162323" y="65155"/>
                    </a:lnTo>
                    <a:lnTo>
                      <a:pt x="157969" y="70286"/>
                    </a:lnTo>
                    <a:lnTo>
                      <a:pt x="153323" y="75239"/>
                    </a:lnTo>
                    <a:lnTo>
                      <a:pt x="148487" y="80048"/>
                    </a:lnTo>
                    <a:lnTo>
                      <a:pt x="143562" y="84747"/>
                    </a:lnTo>
                    <a:lnTo>
                      <a:pt x="138649" y="89368"/>
                    </a:lnTo>
                    <a:lnTo>
                      <a:pt x="133850" y="93946"/>
                    </a:lnTo>
                    <a:lnTo>
                      <a:pt x="129266" y="98513"/>
                    </a:lnTo>
                    <a:lnTo>
                      <a:pt x="124997" y="103104"/>
                    </a:lnTo>
                    <a:lnTo>
                      <a:pt x="121145" y="107750"/>
                    </a:lnTo>
                    <a:lnTo>
                      <a:pt x="119583" y="109879"/>
                    </a:lnTo>
                    <a:lnTo>
                      <a:pt x="117978" y="112235"/>
                    </a:lnTo>
                    <a:lnTo>
                      <a:pt x="116406" y="114794"/>
                    </a:lnTo>
                    <a:lnTo>
                      <a:pt x="114946" y="117533"/>
                    </a:lnTo>
                    <a:lnTo>
                      <a:pt x="113676" y="120430"/>
                    </a:lnTo>
                    <a:lnTo>
                      <a:pt x="112672" y="123462"/>
                    </a:lnTo>
                    <a:lnTo>
                      <a:pt x="112013" y="126605"/>
                    </a:lnTo>
                    <a:lnTo>
                      <a:pt x="111776" y="129837"/>
                    </a:lnTo>
                    <a:lnTo>
                      <a:pt x="112345" y="135707"/>
                    </a:lnTo>
                    <a:lnTo>
                      <a:pt x="113922" y="141652"/>
                    </a:lnTo>
                    <a:lnTo>
                      <a:pt x="116309" y="147622"/>
                    </a:lnTo>
                    <a:lnTo>
                      <a:pt x="119310" y="153569"/>
                    </a:lnTo>
                    <a:lnTo>
                      <a:pt x="122729" y="159445"/>
                    </a:lnTo>
                    <a:lnTo>
                      <a:pt x="126367" y="165200"/>
                    </a:lnTo>
                    <a:lnTo>
                      <a:pt x="130030" y="170787"/>
                    </a:lnTo>
                    <a:lnTo>
                      <a:pt x="133520" y="176157"/>
                    </a:lnTo>
                    <a:lnTo>
                      <a:pt x="136640" y="181261"/>
                    </a:lnTo>
                    <a:lnTo>
                      <a:pt x="139194" y="186051"/>
                    </a:lnTo>
                    <a:lnTo>
                      <a:pt x="134540" y="182883"/>
                    </a:lnTo>
                    <a:lnTo>
                      <a:pt x="129657" y="179425"/>
                    </a:lnTo>
                    <a:lnTo>
                      <a:pt x="124632" y="175700"/>
                    </a:lnTo>
                    <a:lnTo>
                      <a:pt x="119551" y="171730"/>
                    </a:lnTo>
                    <a:lnTo>
                      <a:pt x="114499" y="167540"/>
                    </a:lnTo>
                    <a:lnTo>
                      <a:pt x="109564" y="163154"/>
                    </a:lnTo>
                    <a:lnTo>
                      <a:pt x="104832" y="158593"/>
                    </a:lnTo>
                    <a:lnTo>
                      <a:pt x="100388" y="153882"/>
                    </a:lnTo>
                    <a:lnTo>
                      <a:pt x="96826" y="149172"/>
                    </a:lnTo>
                    <a:lnTo>
                      <a:pt x="93396" y="143990"/>
                    </a:lnTo>
                    <a:lnTo>
                      <a:pt x="90279" y="138415"/>
                    </a:lnTo>
                    <a:lnTo>
                      <a:pt x="87657" y="132523"/>
                    </a:lnTo>
                    <a:lnTo>
                      <a:pt x="85712" y="126393"/>
                    </a:lnTo>
                    <a:lnTo>
                      <a:pt x="84626" y="120102"/>
                    </a:lnTo>
                    <a:lnTo>
                      <a:pt x="84582" y="113728"/>
                    </a:lnTo>
                    <a:lnTo>
                      <a:pt x="85762" y="107349"/>
                    </a:lnTo>
                    <a:lnTo>
                      <a:pt x="88347" y="101041"/>
                    </a:lnTo>
                    <a:lnTo>
                      <a:pt x="91444" y="96019"/>
                    </a:lnTo>
                    <a:lnTo>
                      <a:pt x="95161" y="91214"/>
                    </a:lnTo>
                    <a:lnTo>
                      <a:pt x="99411" y="86591"/>
                    </a:lnTo>
                    <a:lnTo>
                      <a:pt x="104108" y="82115"/>
                    </a:lnTo>
                    <a:lnTo>
                      <a:pt x="109166" y="77753"/>
                    </a:lnTo>
                    <a:lnTo>
                      <a:pt x="114498" y="73469"/>
                    </a:lnTo>
                    <a:lnTo>
                      <a:pt x="120019" y="69230"/>
                    </a:lnTo>
                    <a:lnTo>
                      <a:pt x="125642" y="65002"/>
                    </a:lnTo>
                    <a:lnTo>
                      <a:pt x="131281" y="60749"/>
                    </a:lnTo>
                    <a:lnTo>
                      <a:pt x="136849" y="56438"/>
                    </a:lnTo>
                    <a:lnTo>
                      <a:pt x="142261" y="52035"/>
                    </a:lnTo>
                    <a:lnTo>
                      <a:pt x="147430" y="47505"/>
                    </a:lnTo>
                    <a:lnTo>
                      <a:pt x="152270" y="42814"/>
                    </a:lnTo>
                    <a:lnTo>
                      <a:pt x="156694" y="37927"/>
                    </a:lnTo>
                    <a:lnTo>
                      <a:pt x="160617" y="32811"/>
                    </a:lnTo>
                    <a:lnTo>
                      <a:pt x="163952" y="27430"/>
                    </a:lnTo>
                    <a:lnTo>
                      <a:pt x="165418" y="24494"/>
                    </a:lnTo>
                    <a:lnTo>
                      <a:pt x="166723" y="21261"/>
                    </a:lnTo>
                    <a:lnTo>
                      <a:pt x="167774" y="17808"/>
                    </a:lnTo>
                    <a:lnTo>
                      <a:pt x="168480" y="14214"/>
                    </a:lnTo>
                    <a:lnTo>
                      <a:pt x="168745" y="10558"/>
                    </a:lnTo>
                    <a:lnTo>
                      <a:pt x="168478" y="6918"/>
                    </a:lnTo>
                    <a:lnTo>
                      <a:pt x="167584" y="3372"/>
                    </a:lnTo>
                    <a:lnTo>
                      <a:pt x="165971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FF1515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8" name="88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0ADD6A69-481D-4BD9-8620-AAFBA42A682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319665"/>
                <a:ext cx="285750" cy="362044"/>
              </a:xfrm>
              <a:custGeom xmlns:a="http://schemas.openxmlformats.org/drawingml/2006/main">
                <a:pathLst>
                  <a:path w="285750" h="362044">
                    <a:moveTo>
                      <a:pt x="89266" y="183186"/>
                    </a:moveTo>
                    <a:lnTo>
                      <a:pt x="90592" y="182811"/>
                    </a:lnTo>
                    <a:lnTo>
                      <a:pt x="91899" y="182436"/>
                    </a:lnTo>
                    <a:lnTo>
                      <a:pt x="93183" y="182059"/>
                    </a:lnTo>
                    <a:lnTo>
                      <a:pt x="94439" y="181676"/>
                    </a:lnTo>
                    <a:lnTo>
                      <a:pt x="95659" y="181285"/>
                    </a:lnTo>
                    <a:lnTo>
                      <a:pt x="96840" y="180883"/>
                    </a:lnTo>
                    <a:lnTo>
                      <a:pt x="97974" y="180465"/>
                    </a:lnTo>
                    <a:lnTo>
                      <a:pt x="99058" y="180031"/>
                    </a:lnTo>
                    <a:lnTo>
                      <a:pt x="97761" y="179937"/>
                    </a:lnTo>
                    <a:lnTo>
                      <a:pt x="96463" y="179881"/>
                    </a:lnTo>
                    <a:lnTo>
                      <a:pt x="95166" y="179863"/>
                    </a:lnTo>
                    <a:lnTo>
                      <a:pt x="93869" y="179883"/>
                    </a:lnTo>
                    <a:lnTo>
                      <a:pt x="92573" y="179940"/>
                    </a:lnTo>
                    <a:lnTo>
                      <a:pt x="91279" y="180034"/>
                    </a:lnTo>
                    <a:lnTo>
                      <a:pt x="89987" y="180165"/>
                    </a:lnTo>
                    <a:lnTo>
                      <a:pt x="88698" y="180333"/>
                    </a:lnTo>
                    <a:lnTo>
                      <a:pt x="88068" y="180400"/>
                    </a:lnTo>
                    <a:lnTo>
                      <a:pt x="87460" y="180464"/>
                    </a:lnTo>
                    <a:lnTo>
                      <a:pt x="86873" y="180524"/>
                    </a:lnTo>
                    <a:lnTo>
                      <a:pt x="86310" y="180576"/>
                    </a:lnTo>
                    <a:lnTo>
                      <a:pt x="85772" y="180621"/>
                    </a:lnTo>
                    <a:lnTo>
                      <a:pt x="85260" y="180654"/>
                    </a:lnTo>
                    <a:lnTo>
                      <a:pt x="84776" y="180676"/>
                    </a:lnTo>
                    <a:lnTo>
                      <a:pt x="84321" y="180684"/>
                    </a:lnTo>
                    <a:lnTo>
                      <a:pt x="80646" y="180962"/>
                    </a:lnTo>
                    <a:lnTo>
                      <a:pt x="74605" y="181434"/>
                    </a:lnTo>
                    <a:lnTo>
                      <a:pt x="67807" y="182051"/>
                    </a:lnTo>
                    <a:lnTo>
                      <a:pt x="60585" y="182881"/>
                    </a:lnTo>
                    <a:lnTo>
                      <a:pt x="53272" y="183986"/>
                    </a:lnTo>
                    <a:lnTo>
                      <a:pt x="46200" y="185435"/>
                    </a:lnTo>
                    <a:lnTo>
                      <a:pt x="39701" y="187290"/>
                    </a:lnTo>
                    <a:lnTo>
                      <a:pt x="34108" y="189619"/>
                    </a:lnTo>
                    <a:lnTo>
                      <a:pt x="29753" y="192487"/>
                    </a:lnTo>
                    <a:lnTo>
                      <a:pt x="26969" y="195958"/>
                    </a:lnTo>
                    <a:lnTo>
                      <a:pt x="26088" y="200099"/>
                    </a:lnTo>
                    <a:lnTo>
                      <a:pt x="27280" y="204195"/>
                    </a:lnTo>
                    <a:lnTo>
                      <a:pt x="30560" y="207616"/>
                    </a:lnTo>
                    <a:lnTo>
                      <a:pt x="35487" y="210426"/>
                    </a:lnTo>
                    <a:lnTo>
                      <a:pt x="41621" y="212691"/>
                    </a:lnTo>
                    <a:lnTo>
                      <a:pt x="48521" y="214478"/>
                    </a:lnTo>
                    <a:lnTo>
                      <a:pt x="55745" y="215852"/>
                    </a:lnTo>
                    <a:lnTo>
                      <a:pt x="62852" y="216880"/>
                    </a:lnTo>
                    <a:lnTo>
                      <a:pt x="69402" y="217627"/>
                    </a:lnTo>
                    <a:lnTo>
                      <a:pt x="74952" y="218160"/>
                    </a:lnTo>
                    <a:lnTo>
                      <a:pt x="82085" y="218529"/>
                    </a:lnTo>
                    <a:lnTo>
                      <a:pt x="89495" y="218782"/>
                    </a:lnTo>
                    <a:lnTo>
                      <a:pt x="97128" y="218915"/>
                    </a:lnTo>
                    <a:lnTo>
                      <a:pt x="104928" y="218924"/>
                    </a:lnTo>
                    <a:lnTo>
                      <a:pt x="112839" y="218805"/>
                    </a:lnTo>
                    <a:lnTo>
                      <a:pt x="120805" y="218554"/>
                    </a:lnTo>
                    <a:lnTo>
                      <a:pt x="128771" y="218167"/>
                    </a:lnTo>
                    <a:lnTo>
                      <a:pt x="136682" y="217640"/>
                    </a:lnTo>
                    <a:lnTo>
                      <a:pt x="144481" y="216969"/>
                    </a:lnTo>
                    <a:lnTo>
                      <a:pt x="152113" y="216149"/>
                    </a:lnTo>
                    <a:lnTo>
                      <a:pt x="159522" y="215177"/>
                    </a:lnTo>
                    <a:lnTo>
                      <a:pt x="166653" y="214049"/>
                    </a:lnTo>
                    <a:lnTo>
                      <a:pt x="173450" y="212761"/>
                    </a:lnTo>
                    <a:lnTo>
                      <a:pt x="179857" y="211309"/>
                    </a:lnTo>
                    <a:lnTo>
                      <a:pt x="185819" y="209688"/>
                    </a:lnTo>
                    <a:lnTo>
                      <a:pt x="191280" y="207895"/>
                    </a:lnTo>
                    <a:lnTo>
                      <a:pt x="196184" y="205925"/>
                    </a:lnTo>
                    <a:lnTo>
                      <a:pt x="200476" y="203775"/>
                    </a:lnTo>
                    <a:lnTo>
                      <a:pt x="204100" y="201441"/>
                    </a:lnTo>
                    <a:lnTo>
                      <a:pt x="205462" y="200597"/>
                    </a:lnTo>
                    <a:lnTo>
                      <a:pt x="206956" y="199606"/>
                    </a:lnTo>
                    <a:lnTo>
                      <a:pt x="208466" y="198508"/>
                    </a:lnTo>
                    <a:lnTo>
                      <a:pt x="209874" y="197339"/>
                    </a:lnTo>
                    <a:lnTo>
                      <a:pt x="211063" y="196141"/>
                    </a:lnTo>
                    <a:lnTo>
                      <a:pt x="211915" y="194950"/>
                    </a:lnTo>
                    <a:lnTo>
                      <a:pt x="212313" y="193806"/>
                    </a:lnTo>
                    <a:lnTo>
                      <a:pt x="212139" y="192749"/>
                    </a:lnTo>
                    <a:lnTo>
                      <a:pt x="206204" y="193783"/>
                    </a:lnTo>
                    <a:lnTo>
                      <a:pt x="199992" y="194758"/>
                    </a:lnTo>
                    <a:lnTo>
                      <a:pt x="193531" y="195671"/>
                    </a:lnTo>
                    <a:lnTo>
                      <a:pt x="186851" y="196519"/>
                    </a:lnTo>
                    <a:lnTo>
                      <a:pt x="179981" y="197299"/>
                    </a:lnTo>
                    <a:lnTo>
                      <a:pt x="172947" y="198006"/>
                    </a:lnTo>
                    <a:lnTo>
                      <a:pt x="165780" y="198638"/>
                    </a:lnTo>
                    <a:lnTo>
                      <a:pt x="158508" y="199192"/>
                    </a:lnTo>
                    <a:lnTo>
                      <a:pt x="151159" y="199664"/>
                    </a:lnTo>
                    <a:lnTo>
                      <a:pt x="143763" y="200051"/>
                    </a:lnTo>
                    <a:lnTo>
                      <a:pt x="136346" y="200349"/>
                    </a:lnTo>
                    <a:lnTo>
                      <a:pt x="128939" y="200556"/>
                    </a:lnTo>
                    <a:lnTo>
                      <a:pt x="121569" y="200667"/>
                    </a:lnTo>
                    <a:lnTo>
                      <a:pt x="114266" y="200681"/>
                    </a:lnTo>
                    <a:lnTo>
                      <a:pt x="107057" y="200593"/>
                    </a:lnTo>
                    <a:lnTo>
                      <a:pt x="99971" y="200400"/>
                    </a:lnTo>
                    <a:lnTo>
                      <a:pt x="93038" y="200099"/>
                    </a:lnTo>
                    <a:lnTo>
                      <a:pt x="89500" y="200088"/>
                    </a:lnTo>
                    <a:lnTo>
                      <a:pt x="85945" y="200015"/>
                    </a:lnTo>
                    <a:lnTo>
                      <a:pt x="82420" y="199816"/>
                    </a:lnTo>
                    <a:lnTo>
                      <a:pt x="78974" y="199428"/>
                    </a:lnTo>
                    <a:lnTo>
                      <a:pt x="75652" y="198788"/>
                    </a:lnTo>
                    <a:lnTo>
                      <a:pt x="72503" y="197834"/>
                    </a:lnTo>
                    <a:lnTo>
                      <a:pt x="69574" y="196503"/>
                    </a:lnTo>
                    <a:lnTo>
                      <a:pt x="66913" y="194731"/>
                    </a:lnTo>
                    <a:lnTo>
                      <a:pt x="68877" y="192451"/>
                    </a:lnTo>
                    <a:lnTo>
                      <a:pt x="71208" y="190496"/>
                    </a:lnTo>
                    <a:lnTo>
                      <a:pt x="73841" y="188824"/>
                    </a:lnTo>
                    <a:lnTo>
                      <a:pt x="76711" y="187390"/>
                    </a:lnTo>
                    <a:lnTo>
                      <a:pt x="79754" y="186153"/>
                    </a:lnTo>
                    <a:lnTo>
                      <a:pt x="82904" y="185068"/>
                    </a:lnTo>
                    <a:lnTo>
                      <a:pt x="86096" y="184094"/>
                    </a:lnTo>
                    <a:lnTo>
                      <a:pt x="89266" y="183186"/>
                    </a:lnTo>
                    <a:close/>
                    <a:moveTo>
                      <a:pt x="79546" y="223189"/>
                    </a:moveTo>
                    <a:lnTo>
                      <a:pt x="79982" y="222779"/>
                    </a:lnTo>
                    <a:lnTo>
                      <a:pt x="80360" y="222396"/>
                    </a:lnTo>
                    <a:lnTo>
                      <a:pt x="80649" y="222043"/>
                    </a:lnTo>
                    <a:lnTo>
                      <a:pt x="80817" y="221723"/>
                    </a:lnTo>
                    <a:lnTo>
                      <a:pt x="80831" y="221441"/>
                    </a:lnTo>
                    <a:lnTo>
                      <a:pt x="80660" y="221200"/>
                    </a:lnTo>
                    <a:lnTo>
                      <a:pt x="80270" y="221004"/>
                    </a:lnTo>
                    <a:lnTo>
                      <a:pt x="79631" y="220856"/>
                    </a:lnTo>
                    <a:lnTo>
                      <a:pt x="76207" y="221731"/>
                    </a:lnTo>
                    <a:lnTo>
                      <a:pt x="72178" y="222892"/>
                    </a:lnTo>
                    <a:lnTo>
                      <a:pt x="67883" y="224368"/>
                    </a:lnTo>
                    <a:lnTo>
                      <a:pt x="63658" y="226192"/>
                    </a:lnTo>
                    <a:lnTo>
                      <a:pt x="59840" y="228393"/>
                    </a:lnTo>
                    <a:lnTo>
                      <a:pt x="56765" y="231003"/>
                    </a:lnTo>
                    <a:lnTo>
                      <a:pt x="54772" y="234054"/>
                    </a:lnTo>
                    <a:lnTo>
                      <a:pt x="54195" y="237575"/>
                    </a:lnTo>
                    <a:lnTo>
                      <a:pt x="55186" y="240462"/>
                    </a:lnTo>
                    <a:lnTo>
                      <a:pt x="57463" y="243087"/>
                    </a:lnTo>
                    <a:lnTo>
                      <a:pt x="60744" y="245445"/>
                    </a:lnTo>
                    <a:lnTo>
                      <a:pt x="64745" y="247527"/>
                    </a:lnTo>
                    <a:lnTo>
                      <a:pt x="69184" y="249328"/>
                    </a:lnTo>
                    <a:lnTo>
                      <a:pt x="73778" y="250839"/>
                    </a:lnTo>
                    <a:lnTo>
                      <a:pt x="78245" y="252053"/>
                    </a:lnTo>
                    <a:lnTo>
                      <a:pt x="82303" y="252964"/>
                    </a:lnTo>
                    <a:lnTo>
                      <a:pt x="89008" y="254175"/>
                    </a:lnTo>
                    <a:lnTo>
                      <a:pt x="95933" y="255133"/>
                    </a:lnTo>
                    <a:lnTo>
                      <a:pt x="103035" y="255846"/>
                    </a:lnTo>
                    <a:lnTo>
                      <a:pt x="110273" y="256322"/>
                    </a:lnTo>
                    <a:lnTo>
                      <a:pt x="117606" y="256567"/>
                    </a:lnTo>
                    <a:lnTo>
                      <a:pt x="124993" y="256590"/>
                    </a:lnTo>
                    <a:lnTo>
                      <a:pt x="132392" y="256398"/>
                    </a:lnTo>
                    <a:lnTo>
                      <a:pt x="139761" y="255998"/>
                    </a:lnTo>
                    <a:lnTo>
                      <a:pt x="147061" y="255399"/>
                    </a:lnTo>
                    <a:lnTo>
                      <a:pt x="154249" y="254607"/>
                    </a:lnTo>
                    <a:lnTo>
                      <a:pt x="161283" y="253631"/>
                    </a:lnTo>
                    <a:lnTo>
                      <a:pt x="168124" y="252478"/>
                    </a:lnTo>
                    <a:lnTo>
                      <a:pt x="174728" y="251156"/>
                    </a:lnTo>
                    <a:lnTo>
                      <a:pt x="181056" y="249671"/>
                    </a:lnTo>
                    <a:lnTo>
                      <a:pt x="187065" y="248032"/>
                    </a:lnTo>
                    <a:lnTo>
                      <a:pt x="192715" y="246247"/>
                    </a:lnTo>
                    <a:lnTo>
                      <a:pt x="197964" y="244322"/>
                    </a:lnTo>
                    <a:lnTo>
                      <a:pt x="202770" y="242266"/>
                    </a:lnTo>
                    <a:lnTo>
                      <a:pt x="201367" y="241931"/>
                    </a:lnTo>
                    <a:lnTo>
                      <a:pt x="200000" y="241425"/>
                    </a:lnTo>
                    <a:lnTo>
                      <a:pt x="198663" y="240769"/>
                    </a:lnTo>
                    <a:lnTo>
                      <a:pt x="197350" y="239990"/>
                    </a:lnTo>
                    <a:lnTo>
                      <a:pt x="196056" y="239109"/>
                    </a:lnTo>
                    <a:lnTo>
                      <a:pt x="194775" y="238151"/>
                    </a:lnTo>
                    <a:lnTo>
                      <a:pt x="193501" y="237140"/>
                    </a:lnTo>
                    <a:lnTo>
                      <a:pt x="192229" y="236100"/>
                    </a:lnTo>
                    <a:lnTo>
                      <a:pt x="190802" y="234951"/>
                    </a:lnTo>
                    <a:lnTo>
                      <a:pt x="189362" y="233830"/>
                    </a:lnTo>
                    <a:lnTo>
                      <a:pt x="187902" y="232769"/>
                    </a:lnTo>
                    <a:lnTo>
                      <a:pt x="186414" y="231802"/>
                    </a:lnTo>
                    <a:lnTo>
                      <a:pt x="184889" y="230962"/>
                    </a:lnTo>
                    <a:lnTo>
                      <a:pt x="183321" y="230283"/>
                    </a:lnTo>
                    <a:lnTo>
                      <a:pt x="181700" y="229796"/>
                    </a:lnTo>
                    <a:lnTo>
                      <a:pt x="180019" y="229536"/>
                    </a:lnTo>
                    <a:lnTo>
                      <a:pt x="179007" y="229438"/>
                    </a:lnTo>
                    <a:lnTo>
                      <a:pt x="177967" y="229463"/>
                    </a:lnTo>
                    <a:lnTo>
                      <a:pt x="176899" y="229592"/>
                    </a:lnTo>
                    <a:lnTo>
                      <a:pt x="175801" y="229812"/>
                    </a:lnTo>
                    <a:lnTo>
                      <a:pt x="174675" y="230106"/>
                    </a:lnTo>
                    <a:lnTo>
                      <a:pt x="173520" y="230459"/>
                    </a:lnTo>
                    <a:lnTo>
                      <a:pt x="172335" y="230854"/>
                    </a:lnTo>
                    <a:lnTo>
                      <a:pt x="171121" y="231277"/>
                    </a:lnTo>
                    <a:lnTo>
                      <a:pt x="170485" y="231504"/>
                    </a:lnTo>
                    <a:lnTo>
                      <a:pt x="169847" y="231723"/>
                    </a:lnTo>
                    <a:lnTo>
                      <a:pt x="169207" y="231936"/>
                    </a:lnTo>
                    <a:lnTo>
                      <a:pt x="168564" y="232141"/>
                    </a:lnTo>
                    <a:lnTo>
                      <a:pt x="167919" y="232339"/>
                    </a:lnTo>
                    <a:lnTo>
                      <a:pt x="167272" y="232531"/>
                    </a:lnTo>
                    <a:lnTo>
                      <a:pt x="166623" y="232717"/>
                    </a:lnTo>
                    <a:lnTo>
                      <a:pt x="165971" y="232896"/>
                    </a:lnTo>
                    <a:lnTo>
                      <a:pt x="160449" y="233892"/>
                    </a:lnTo>
                    <a:lnTo>
                      <a:pt x="154296" y="234844"/>
                    </a:lnTo>
                    <a:lnTo>
                      <a:pt x="147641" y="235708"/>
                    </a:lnTo>
                    <a:lnTo>
                      <a:pt x="140611" y="236441"/>
                    </a:lnTo>
                    <a:lnTo>
                      <a:pt x="133332" y="236998"/>
                    </a:lnTo>
                    <a:lnTo>
                      <a:pt x="125932" y="237337"/>
                    </a:lnTo>
                    <a:lnTo>
                      <a:pt x="118538" y="237412"/>
                    </a:lnTo>
                    <a:lnTo>
                      <a:pt x="111277" y="237180"/>
                    </a:lnTo>
                    <a:lnTo>
                      <a:pt x="104276" y="236596"/>
                    </a:lnTo>
                    <a:lnTo>
                      <a:pt x="97663" y="235618"/>
                    </a:lnTo>
                    <a:lnTo>
                      <a:pt x="91564" y="234201"/>
                    </a:lnTo>
                    <a:lnTo>
                      <a:pt x="86106" y="232301"/>
                    </a:lnTo>
                    <a:lnTo>
                      <a:pt x="81417" y="229874"/>
                    </a:lnTo>
                    <a:lnTo>
                      <a:pt x="77624" y="226876"/>
                    </a:lnTo>
                    <a:lnTo>
                      <a:pt x="77476" y="226384"/>
                    </a:lnTo>
                    <a:lnTo>
                      <a:pt x="77493" y="225897"/>
                    </a:lnTo>
                    <a:lnTo>
                      <a:pt x="77648" y="225417"/>
                    </a:lnTo>
                    <a:lnTo>
                      <a:pt x="77914" y="224946"/>
                    </a:lnTo>
                    <a:lnTo>
                      <a:pt x="78264" y="224486"/>
                    </a:lnTo>
                    <a:lnTo>
                      <a:pt x="78671" y="224039"/>
                    </a:lnTo>
                    <a:lnTo>
                      <a:pt x="79108" y="223606"/>
                    </a:lnTo>
                    <a:lnTo>
                      <a:pt x="79546" y="223189"/>
                    </a:lnTo>
                    <a:close/>
                    <a:moveTo>
                      <a:pt x="91672" y="260460"/>
                    </a:moveTo>
                    <a:lnTo>
                      <a:pt x="91961" y="260149"/>
                    </a:lnTo>
                    <a:lnTo>
                      <a:pt x="92229" y="259836"/>
                    </a:lnTo>
                    <a:lnTo>
                      <a:pt x="92445" y="259530"/>
                    </a:lnTo>
                    <a:lnTo>
                      <a:pt x="92578" y="259237"/>
                    </a:lnTo>
                    <a:lnTo>
                      <a:pt x="92598" y="258964"/>
                    </a:lnTo>
                    <a:lnTo>
                      <a:pt x="92474" y="258717"/>
                    </a:lnTo>
                    <a:lnTo>
                      <a:pt x="92175" y="258504"/>
                    </a:lnTo>
                    <a:lnTo>
                      <a:pt x="91672" y="258332"/>
                    </a:lnTo>
                    <a:lnTo>
                      <a:pt x="87743" y="259359"/>
                    </a:lnTo>
                    <a:lnTo>
                      <a:pt x="83725" y="260418"/>
                    </a:lnTo>
                    <a:lnTo>
                      <a:pt x="79882" y="261613"/>
                    </a:lnTo>
                    <a:lnTo>
                      <a:pt x="76350" y="263089"/>
                    </a:lnTo>
                    <a:lnTo>
                      <a:pt x="73271" y="264990"/>
                    </a:lnTo>
                    <a:lnTo>
                      <a:pt x="70782" y="267462"/>
                    </a:lnTo>
                    <a:lnTo>
                      <a:pt x="69024" y="270648"/>
                    </a:lnTo>
                    <a:lnTo>
                      <a:pt x="68135" y="274693"/>
                    </a:lnTo>
                    <a:lnTo>
                      <a:pt x="68255" y="279742"/>
                    </a:lnTo>
                    <a:lnTo>
                      <a:pt x="72873" y="282836"/>
                    </a:lnTo>
                    <a:lnTo>
                      <a:pt x="78052" y="285503"/>
                    </a:lnTo>
                    <a:lnTo>
                      <a:pt x="83730" y="287757"/>
                    </a:lnTo>
                    <a:lnTo>
                      <a:pt x="89845" y="289613"/>
                    </a:lnTo>
                    <a:lnTo>
                      <a:pt x="96334" y="291085"/>
                    </a:lnTo>
                    <a:lnTo>
                      <a:pt x="103138" y="292188"/>
                    </a:lnTo>
                    <a:lnTo>
                      <a:pt x="110193" y="292937"/>
                    </a:lnTo>
                    <a:lnTo>
                      <a:pt x="117439" y="293346"/>
                    </a:lnTo>
                    <a:lnTo>
                      <a:pt x="124813" y="293430"/>
                    </a:lnTo>
                    <a:lnTo>
                      <a:pt x="132253" y="293203"/>
                    </a:lnTo>
                    <a:lnTo>
                      <a:pt x="139699" y="292680"/>
                    </a:lnTo>
                    <a:lnTo>
                      <a:pt x="147088" y="291876"/>
                    </a:lnTo>
                    <a:lnTo>
                      <a:pt x="154358" y="290805"/>
                    </a:lnTo>
                    <a:lnTo>
                      <a:pt x="161448" y="289483"/>
                    </a:lnTo>
                    <a:lnTo>
                      <a:pt x="168297" y="287922"/>
                    </a:lnTo>
                    <a:lnTo>
                      <a:pt x="174841" y="286139"/>
                    </a:lnTo>
                    <a:lnTo>
                      <a:pt x="181021" y="284148"/>
                    </a:lnTo>
                    <a:lnTo>
                      <a:pt x="186773" y="281963"/>
                    </a:lnTo>
                    <a:lnTo>
                      <a:pt x="192037" y="279599"/>
                    </a:lnTo>
                    <a:lnTo>
                      <a:pt x="196750" y="277070"/>
                    </a:lnTo>
                    <a:lnTo>
                      <a:pt x="195332" y="276643"/>
                    </a:lnTo>
                    <a:lnTo>
                      <a:pt x="193991" y="276063"/>
                    </a:lnTo>
                    <a:lnTo>
                      <a:pt x="192714" y="275351"/>
                    </a:lnTo>
                    <a:lnTo>
                      <a:pt x="191488" y="274527"/>
                    </a:lnTo>
                    <a:lnTo>
                      <a:pt x="190302" y="273610"/>
                    </a:lnTo>
                    <a:lnTo>
                      <a:pt x="189144" y="272621"/>
                    </a:lnTo>
                    <a:lnTo>
                      <a:pt x="188001" y="271580"/>
                    </a:lnTo>
                    <a:lnTo>
                      <a:pt x="186861" y="270506"/>
                    </a:lnTo>
                    <a:lnTo>
                      <a:pt x="185447" y="269191"/>
                    </a:lnTo>
                    <a:lnTo>
                      <a:pt x="183999" y="267905"/>
                    </a:lnTo>
                    <a:lnTo>
                      <a:pt x="182495" y="266686"/>
                    </a:lnTo>
                    <a:lnTo>
                      <a:pt x="180912" y="265575"/>
                    </a:lnTo>
                    <a:lnTo>
                      <a:pt x="179226" y="264612"/>
                    </a:lnTo>
                    <a:lnTo>
                      <a:pt x="177414" y="263836"/>
                    </a:lnTo>
                    <a:lnTo>
                      <a:pt x="175454" y="263289"/>
                    </a:lnTo>
                    <a:lnTo>
                      <a:pt x="173321" y="263010"/>
                    </a:lnTo>
                    <a:lnTo>
                      <a:pt x="172250" y="262910"/>
                    </a:lnTo>
                    <a:lnTo>
                      <a:pt x="171178" y="262948"/>
                    </a:lnTo>
                    <a:lnTo>
                      <a:pt x="170103" y="263105"/>
                    </a:lnTo>
                    <a:lnTo>
                      <a:pt x="169028" y="263361"/>
                    </a:lnTo>
                    <a:lnTo>
                      <a:pt x="167952" y="263697"/>
                    </a:lnTo>
                    <a:lnTo>
                      <a:pt x="166877" y="264092"/>
                    </a:lnTo>
                    <a:lnTo>
                      <a:pt x="165801" y="264526"/>
                    </a:lnTo>
                    <a:lnTo>
                      <a:pt x="164726" y="264981"/>
                    </a:lnTo>
                    <a:lnTo>
                      <a:pt x="164288" y="265166"/>
                    </a:lnTo>
                    <a:lnTo>
                      <a:pt x="163855" y="265349"/>
                    </a:lnTo>
                    <a:lnTo>
                      <a:pt x="163424" y="265528"/>
                    </a:lnTo>
                    <a:lnTo>
                      <a:pt x="162996" y="265703"/>
                    </a:lnTo>
                    <a:lnTo>
                      <a:pt x="162569" y="265873"/>
                    </a:lnTo>
                    <a:lnTo>
                      <a:pt x="162144" y="266035"/>
                    </a:lnTo>
                    <a:lnTo>
                      <a:pt x="161718" y="266189"/>
                    </a:lnTo>
                    <a:lnTo>
                      <a:pt x="161293" y="266335"/>
                    </a:lnTo>
                    <a:lnTo>
                      <a:pt x="155703" y="267509"/>
                    </a:lnTo>
                    <a:lnTo>
                      <a:pt x="149438" y="268640"/>
                    </a:lnTo>
                    <a:lnTo>
                      <a:pt x="142686" y="269653"/>
                    </a:lnTo>
                    <a:lnTo>
                      <a:pt x="135635" y="270479"/>
                    </a:lnTo>
                    <a:lnTo>
                      <a:pt x="128472" y="271044"/>
                    </a:lnTo>
                    <a:lnTo>
                      <a:pt x="121387" y="271276"/>
                    </a:lnTo>
                    <a:lnTo>
                      <a:pt x="114566" y="271104"/>
                    </a:lnTo>
                    <a:lnTo>
                      <a:pt x="108198" y="270456"/>
                    </a:lnTo>
                    <a:lnTo>
                      <a:pt x="102472" y="269259"/>
                    </a:lnTo>
                    <a:lnTo>
                      <a:pt x="97574" y="267441"/>
                    </a:lnTo>
                    <a:lnTo>
                      <a:pt x="93694" y="264931"/>
                    </a:lnTo>
                    <a:lnTo>
                      <a:pt x="91019" y="261656"/>
                    </a:lnTo>
                    <a:lnTo>
                      <a:pt x="90955" y="261556"/>
                    </a:lnTo>
                    <a:lnTo>
                      <a:pt x="90949" y="261437"/>
                    </a:lnTo>
                    <a:lnTo>
                      <a:pt x="90993" y="261301"/>
                    </a:lnTo>
                    <a:lnTo>
                      <a:pt x="91078" y="261150"/>
                    </a:lnTo>
                    <a:lnTo>
                      <a:pt x="91196" y="260986"/>
                    </a:lnTo>
                    <a:lnTo>
                      <a:pt x="91340" y="260812"/>
                    </a:lnTo>
                    <a:lnTo>
                      <a:pt x="91501" y="260627"/>
                    </a:lnTo>
                    <a:lnTo>
                      <a:pt x="91672" y="260435"/>
                    </a:lnTo>
                    <a:lnTo>
                      <a:pt x="91672" y="260460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9" name="89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88D82A5C-A754-462A-9549-BDFE971FC8E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319665"/>
                <a:ext cx="285750" cy="362044"/>
              </a:xfrm>
              <a:custGeom xmlns:a="http://schemas.openxmlformats.org/drawingml/2006/main">
                <a:pathLst>
                  <a:path w="285750" h="362044">
                    <a:moveTo>
                      <a:pt x="56492" y="286693"/>
                    </a:moveTo>
                    <a:lnTo>
                      <a:pt x="57813" y="286616"/>
                    </a:lnTo>
                    <a:lnTo>
                      <a:pt x="59094" y="286536"/>
                    </a:lnTo>
                    <a:lnTo>
                      <a:pt x="60330" y="286448"/>
                    </a:lnTo>
                    <a:lnTo>
                      <a:pt x="61514" y="286350"/>
                    </a:lnTo>
                    <a:lnTo>
                      <a:pt x="62638" y="286236"/>
                    </a:lnTo>
                    <a:lnTo>
                      <a:pt x="63695" y="286103"/>
                    </a:lnTo>
                    <a:lnTo>
                      <a:pt x="64680" y="285946"/>
                    </a:lnTo>
                    <a:lnTo>
                      <a:pt x="65583" y="285762"/>
                    </a:lnTo>
                    <a:lnTo>
                      <a:pt x="61464" y="283016"/>
                    </a:lnTo>
                    <a:lnTo>
                      <a:pt x="56359" y="280946"/>
                    </a:lnTo>
                    <a:lnTo>
                      <a:pt x="50496" y="279539"/>
                    </a:lnTo>
                    <a:lnTo>
                      <a:pt x="44102" y="278783"/>
                    </a:lnTo>
                    <a:lnTo>
                      <a:pt x="37401" y="278665"/>
                    </a:lnTo>
                    <a:lnTo>
                      <a:pt x="30623" y="279171"/>
                    </a:lnTo>
                    <a:lnTo>
                      <a:pt x="23992" y="280289"/>
                    </a:lnTo>
                    <a:lnTo>
                      <a:pt x="17735" y="282006"/>
                    </a:lnTo>
                    <a:lnTo>
                      <a:pt x="12080" y="284310"/>
                    </a:lnTo>
                    <a:lnTo>
                      <a:pt x="7252" y="287187"/>
                    </a:lnTo>
                    <a:lnTo>
                      <a:pt x="3478" y="290625"/>
                    </a:lnTo>
                    <a:lnTo>
                      <a:pt x="985" y="294611"/>
                    </a:lnTo>
                    <a:lnTo>
                      <a:pt x="0" y="299133"/>
                    </a:lnTo>
                    <a:lnTo>
                      <a:pt x="471" y="303496"/>
                    </a:lnTo>
                    <a:lnTo>
                      <a:pt x="2226" y="307527"/>
                    </a:lnTo>
                    <a:lnTo>
                      <a:pt x="5047" y="311211"/>
                    </a:lnTo>
                    <a:lnTo>
                      <a:pt x="8713" y="314534"/>
                    </a:lnTo>
                    <a:lnTo>
                      <a:pt x="13007" y="317481"/>
                    </a:lnTo>
                    <a:lnTo>
                      <a:pt x="17708" y="320036"/>
                    </a:lnTo>
                    <a:lnTo>
                      <a:pt x="22597" y="322186"/>
                    </a:lnTo>
                    <a:lnTo>
                      <a:pt x="27454" y="323915"/>
                    </a:lnTo>
                    <a:lnTo>
                      <a:pt x="32977" y="325660"/>
                    </a:lnTo>
                    <a:lnTo>
                      <a:pt x="38771" y="327252"/>
                    </a:lnTo>
                    <a:lnTo>
                      <a:pt x="44815" y="328694"/>
                    </a:lnTo>
                    <a:lnTo>
                      <a:pt x="51090" y="329989"/>
                    </a:lnTo>
                    <a:lnTo>
                      <a:pt x="57576" y="331143"/>
                    </a:lnTo>
                    <a:lnTo>
                      <a:pt x="64252" y="332157"/>
                    </a:lnTo>
                    <a:lnTo>
                      <a:pt x="71100" y="333037"/>
                    </a:lnTo>
                    <a:lnTo>
                      <a:pt x="78098" y="333786"/>
                    </a:lnTo>
                    <a:lnTo>
                      <a:pt x="85227" y="334408"/>
                    </a:lnTo>
                    <a:lnTo>
                      <a:pt x="92466" y="334906"/>
                    </a:lnTo>
                    <a:lnTo>
                      <a:pt x="99797" y="335284"/>
                    </a:lnTo>
                    <a:lnTo>
                      <a:pt x="107198" y="335546"/>
                    </a:lnTo>
                    <a:lnTo>
                      <a:pt x="114651" y="335695"/>
                    </a:lnTo>
                    <a:lnTo>
                      <a:pt x="122133" y="335736"/>
                    </a:lnTo>
                    <a:lnTo>
                      <a:pt x="129627" y="335673"/>
                    </a:lnTo>
                    <a:lnTo>
                      <a:pt x="137112" y="335508"/>
                    </a:lnTo>
                    <a:lnTo>
                      <a:pt x="144567" y="335246"/>
                    </a:lnTo>
                    <a:lnTo>
                      <a:pt x="151974" y="334890"/>
                    </a:lnTo>
                    <a:lnTo>
                      <a:pt x="159311" y="334445"/>
                    </a:lnTo>
                    <a:lnTo>
                      <a:pt x="166559" y="333913"/>
                    </a:lnTo>
                    <a:lnTo>
                      <a:pt x="173698" y="333300"/>
                    </a:lnTo>
                    <a:lnTo>
                      <a:pt x="180708" y="332607"/>
                    </a:lnTo>
                    <a:lnTo>
                      <a:pt x="185818" y="331972"/>
                    </a:lnTo>
                    <a:lnTo>
                      <a:pt x="191671" y="331126"/>
                    </a:lnTo>
                    <a:lnTo>
                      <a:pt x="198099" y="330054"/>
                    </a:lnTo>
                    <a:lnTo>
                      <a:pt x="204934" y="328743"/>
                    </a:lnTo>
                    <a:lnTo>
                      <a:pt x="212008" y="327178"/>
                    </a:lnTo>
                    <a:lnTo>
                      <a:pt x="219154" y="325344"/>
                    </a:lnTo>
                    <a:lnTo>
                      <a:pt x="226203" y="323229"/>
                    </a:lnTo>
                    <a:lnTo>
                      <a:pt x="232987" y="320817"/>
                    </a:lnTo>
                    <a:lnTo>
                      <a:pt x="239340" y="318095"/>
                    </a:lnTo>
                    <a:lnTo>
                      <a:pt x="245093" y="315048"/>
                    </a:lnTo>
                    <a:lnTo>
                      <a:pt x="250078" y="311661"/>
                    </a:lnTo>
                    <a:lnTo>
                      <a:pt x="254127" y="307922"/>
                    </a:lnTo>
                    <a:lnTo>
                      <a:pt x="257073" y="303815"/>
                    </a:lnTo>
                    <a:lnTo>
                      <a:pt x="258749" y="299326"/>
                    </a:lnTo>
                    <a:lnTo>
                      <a:pt x="258985" y="294442"/>
                    </a:lnTo>
                    <a:lnTo>
                      <a:pt x="258270" y="292037"/>
                    </a:lnTo>
                    <a:lnTo>
                      <a:pt x="257164" y="289842"/>
                    </a:lnTo>
                    <a:lnTo>
                      <a:pt x="255712" y="287881"/>
                    </a:lnTo>
                    <a:lnTo>
                      <a:pt x="253963" y="286178"/>
                    </a:lnTo>
                    <a:lnTo>
                      <a:pt x="251963" y="284754"/>
                    </a:lnTo>
                    <a:lnTo>
                      <a:pt x="249759" y="283635"/>
                    </a:lnTo>
                    <a:lnTo>
                      <a:pt x="247397" y="282843"/>
                    </a:lnTo>
                    <a:lnTo>
                      <a:pt x="244925" y="282401"/>
                    </a:lnTo>
                    <a:lnTo>
                      <a:pt x="245339" y="287528"/>
                    </a:lnTo>
                    <a:lnTo>
                      <a:pt x="244228" y="292114"/>
                    </a:lnTo>
                    <a:lnTo>
                      <a:pt x="241778" y="296193"/>
                    </a:lnTo>
                    <a:lnTo>
                      <a:pt x="238177" y="299794"/>
                    </a:lnTo>
                    <a:lnTo>
                      <a:pt x="233610" y="302949"/>
                    </a:lnTo>
                    <a:lnTo>
                      <a:pt x="228264" y="305689"/>
                    </a:lnTo>
                    <a:lnTo>
                      <a:pt x="222326" y="308046"/>
                    </a:lnTo>
                    <a:lnTo>
                      <a:pt x="215982" y="310050"/>
                    </a:lnTo>
                    <a:lnTo>
                      <a:pt x="209420" y="311733"/>
                    </a:lnTo>
                    <a:lnTo>
                      <a:pt x="202824" y="313126"/>
                    </a:lnTo>
                    <a:lnTo>
                      <a:pt x="196383" y="314260"/>
                    </a:lnTo>
                    <a:lnTo>
                      <a:pt x="190283" y="315166"/>
                    </a:lnTo>
                    <a:lnTo>
                      <a:pt x="184709" y="315876"/>
                    </a:lnTo>
                    <a:lnTo>
                      <a:pt x="177211" y="316627"/>
                    </a:lnTo>
                    <a:lnTo>
                      <a:pt x="169593" y="317275"/>
                    </a:lnTo>
                    <a:lnTo>
                      <a:pt x="161884" y="317818"/>
                    </a:lnTo>
                    <a:lnTo>
                      <a:pt x="154115" y="318253"/>
                    </a:lnTo>
                    <a:lnTo>
                      <a:pt x="146316" y="318578"/>
                    </a:lnTo>
                    <a:lnTo>
                      <a:pt x="138516" y="318790"/>
                    </a:lnTo>
                    <a:lnTo>
                      <a:pt x="130747" y="318886"/>
                    </a:lnTo>
                    <a:lnTo>
                      <a:pt x="123038" y="318865"/>
                    </a:lnTo>
                    <a:lnTo>
                      <a:pt x="115419" y="318723"/>
                    </a:lnTo>
                    <a:lnTo>
                      <a:pt x="107921" y="318459"/>
                    </a:lnTo>
                    <a:lnTo>
                      <a:pt x="100573" y="318069"/>
                    </a:lnTo>
                    <a:lnTo>
                      <a:pt x="93406" y="317551"/>
                    </a:lnTo>
                    <a:lnTo>
                      <a:pt x="86450" y="316902"/>
                    </a:lnTo>
                    <a:lnTo>
                      <a:pt x="79735" y="316121"/>
                    </a:lnTo>
                    <a:lnTo>
                      <a:pt x="73291" y="315205"/>
                    </a:lnTo>
                    <a:lnTo>
                      <a:pt x="67148" y="314150"/>
                    </a:lnTo>
                    <a:lnTo>
                      <a:pt x="61337" y="312955"/>
                    </a:lnTo>
                    <a:lnTo>
                      <a:pt x="55887" y="311617"/>
                    </a:lnTo>
                    <a:lnTo>
                      <a:pt x="50829" y="310133"/>
                    </a:lnTo>
                    <a:lnTo>
                      <a:pt x="46192" y="308502"/>
                    </a:lnTo>
                    <a:lnTo>
                      <a:pt x="44077" y="307603"/>
                    </a:lnTo>
                    <a:lnTo>
                      <a:pt x="41844" y="306437"/>
                    </a:lnTo>
                    <a:lnTo>
                      <a:pt x="39628" y="305049"/>
                    </a:lnTo>
                    <a:lnTo>
                      <a:pt x="37562" y="303488"/>
                    </a:lnTo>
                    <a:lnTo>
                      <a:pt x="35781" y="301801"/>
                    </a:lnTo>
                    <a:lnTo>
                      <a:pt x="34416" y="300036"/>
                    </a:lnTo>
                    <a:lnTo>
                      <a:pt x="33603" y="298240"/>
                    </a:lnTo>
                    <a:lnTo>
                      <a:pt x="33475" y="296461"/>
                    </a:lnTo>
                    <a:lnTo>
                      <a:pt x="34341" y="293665"/>
                    </a:lnTo>
                    <a:lnTo>
                      <a:pt x="36101" y="291494"/>
                    </a:lnTo>
                    <a:lnTo>
                      <a:pt x="38593" y="289861"/>
                    </a:lnTo>
                    <a:lnTo>
                      <a:pt x="41661" y="288679"/>
                    </a:lnTo>
                    <a:lnTo>
                      <a:pt x="45143" y="287860"/>
                    </a:lnTo>
                    <a:lnTo>
                      <a:pt x="48882" y="287318"/>
                    </a:lnTo>
                    <a:lnTo>
                      <a:pt x="52718" y="286966"/>
                    </a:lnTo>
                    <a:lnTo>
                      <a:pt x="56492" y="286717"/>
                    </a:lnTo>
                    <a:lnTo>
                      <a:pt x="56492" y="286693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90" name="90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FD3B1BF3-25B5-4412-B92B-490BC0D8A70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71525" y="5319665"/>
                <a:ext cx="285750" cy="362044"/>
              </a:xfrm>
              <a:custGeom xmlns:a="http://schemas.openxmlformats.org/drawingml/2006/main">
                <a:pathLst>
                  <a:path w="285750" h="362044">
                    <a:moveTo>
                      <a:pt x="142543" y="361391"/>
                    </a:moveTo>
                    <a:lnTo>
                      <a:pt x="135254" y="360514"/>
                    </a:lnTo>
                    <a:lnTo>
                      <a:pt x="128014" y="359602"/>
                    </a:lnTo>
                    <a:lnTo>
                      <a:pt x="120832" y="358641"/>
                    </a:lnTo>
                    <a:lnTo>
                      <a:pt x="113717" y="357617"/>
                    </a:lnTo>
                    <a:lnTo>
                      <a:pt x="106678" y="356514"/>
                    </a:lnTo>
                    <a:lnTo>
                      <a:pt x="99723" y="355318"/>
                    </a:lnTo>
                    <a:lnTo>
                      <a:pt x="92861" y="354014"/>
                    </a:lnTo>
                    <a:lnTo>
                      <a:pt x="86101" y="352588"/>
                    </a:lnTo>
                    <a:lnTo>
                      <a:pt x="79452" y="351024"/>
                    </a:lnTo>
                    <a:lnTo>
                      <a:pt x="72922" y="349309"/>
                    </a:lnTo>
                    <a:lnTo>
                      <a:pt x="66521" y="347427"/>
                    </a:lnTo>
                    <a:lnTo>
                      <a:pt x="60257" y="345364"/>
                    </a:lnTo>
                    <a:lnTo>
                      <a:pt x="54138" y="343104"/>
                    </a:lnTo>
                    <a:lnTo>
                      <a:pt x="48175" y="340635"/>
                    </a:lnTo>
                    <a:lnTo>
                      <a:pt x="54637" y="342121"/>
                    </a:lnTo>
                    <a:lnTo>
                      <a:pt x="61260" y="343509"/>
                    </a:lnTo>
                    <a:lnTo>
                      <a:pt x="68029" y="344793"/>
                    </a:lnTo>
                    <a:lnTo>
                      <a:pt x="74931" y="345973"/>
                    </a:lnTo>
                    <a:lnTo>
                      <a:pt x="81953" y="347045"/>
                    </a:lnTo>
                    <a:lnTo>
                      <a:pt x="89081" y="348007"/>
                    </a:lnTo>
                    <a:lnTo>
                      <a:pt x="96302" y="348856"/>
                    </a:lnTo>
                    <a:lnTo>
                      <a:pt x="103602" y="349591"/>
                    </a:lnTo>
                    <a:lnTo>
                      <a:pt x="110968" y="350207"/>
                    </a:lnTo>
                    <a:lnTo>
                      <a:pt x="118387" y="350703"/>
                    </a:lnTo>
                    <a:lnTo>
                      <a:pt x="125844" y="351076"/>
                    </a:lnTo>
                    <a:lnTo>
                      <a:pt x="133326" y="351324"/>
                    </a:lnTo>
                    <a:lnTo>
                      <a:pt x="140820" y="351444"/>
                    </a:lnTo>
                    <a:lnTo>
                      <a:pt x="148313" y="351433"/>
                    </a:lnTo>
                    <a:lnTo>
                      <a:pt x="155791" y="351290"/>
                    </a:lnTo>
                    <a:lnTo>
                      <a:pt x="163240" y="351010"/>
                    </a:lnTo>
                    <a:lnTo>
                      <a:pt x="170647" y="350593"/>
                    </a:lnTo>
                    <a:lnTo>
                      <a:pt x="177998" y="350035"/>
                    </a:lnTo>
                    <a:lnTo>
                      <a:pt x="185281" y="349333"/>
                    </a:lnTo>
                    <a:lnTo>
                      <a:pt x="192481" y="348486"/>
                    </a:lnTo>
                    <a:lnTo>
                      <a:pt x="199584" y="347490"/>
                    </a:lnTo>
                    <a:lnTo>
                      <a:pt x="206579" y="346343"/>
                    </a:lnTo>
                    <a:lnTo>
                      <a:pt x="213451" y="345043"/>
                    </a:lnTo>
                    <a:lnTo>
                      <a:pt x="220186" y="343586"/>
                    </a:lnTo>
                    <a:lnTo>
                      <a:pt x="226771" y="341971"/>
                    </a:lnTo>
                    <a:lnTo>
                      <a:pt x="233193" y="340195"/>
                    </a:lnTo>
                    <a:lnTo>
                      <a:pt x="239438" y="338255"/>
                    </a:lnTo>
                    <a:lnTo>
                      <a:pt x="245493" y="336149"/>
                    </a:lnTo>
                    <a:lnTo>
                      <a:pt x="251344" y="333874"/>
                    </a:lnTo>
                    <a:lnTo>
                      <a:pt x="256978" y="331428"/>
                    </a:lnTo>
                    <a:lnTo>
                      <a:pt x="262381" y="328808"/>
                    </a:lnTo>
                    <a:lnTo>
                      <a:pt x="267539" y="326011"/>
                    </a:lnTo>
                    <a:lnTo>
                      <a:pt x="272440" y="323035"/>
                    </a:lnTo>
                    <a:lnTo>
                      <a:pt x="277070" y="319878"/>
                    </a:lnTo>
                    <a:lnTo>
                      <a:pt x="277343" y="319670"/>
                    </a:lnTo>
                    <a:lnTo>
                      <a:pt x="277618" y="319449"/>
                    </a:lnTo>
                    <a:lnTo>
                      <a:pt x="277894" y="319215"/>
                    </a:lnTo>
                    <a:lnTo>
                      <a:pt x="278170" y="318971"/>
                    </a:lnTo>
                    <a:lnTo>
                      <a:pt x="278447" y="318717"/>
                    </a:lnTo>
                    <a:lnTo>
                      <a:pt x="278722" y="318456"/>
                    </a:lnTo>
                    <a:lnTo>
                      <a:pt x="278997" y="318190"/>
                    </a:lnTo>
                    <a:lnTo>
                      <a:pt x="279270" y="317919"/>
                    </a:lnTo>
                    <a:lnTo>
                      <a:pt x="280019" y="317216"/>
                    </a:lnTo>
                    <a:lnTo>
                      <a:pt x="280781" y="316532"/>
                    </a:lnTo>
                    <a:lnTo>
                      <a:pt x="281557" y="315898"/>
                    </a:lnTo>
                    <a:lnTo>
                      <a:pt x="282351" y="315344"/>
                    </a:lnTo>
                    <a:lnTo>
                      <a:pt x="283165" y="314902"/>
                    </a:lnTo>
                    <a:lnTo>
                      <a:pt x="284001" y="314601"/>
                    </a:lnTo>
                    <a:lnTo>
                      <a:pt x="284862" y="314472"/>
                    </a:lnTo>
                    <a:lnTo>
                      <a:pt x="285750" y="314546"/>
                    </a:lnTo>
                    <a:lnTo>
                      <a:pt x="283302" y="320591"/>
                    </a:lnTo>
                    <a:lnTo>
                      <a:pt x="280225" y="326017"/>
                    </a:lnTo>
                    <a:lnTo>
                      <a:pt x="276564" y="330867"/>
                    </a:lnTo>
                    <a:lnTo>
                      <a:pt x="272363" y="335180"/>
                    </a:lnTo>
                    <a:lnTo>
                      <a:pt x="267667" y="338997"/>
                    </a:lnTo>
                    <a:lnTo>
                      <a:pt x="262520" y="342360"/>
                    </a:lnTo>
                    <a:lnTo>
                      <a:pt x="256967" y="345308"/>
                    </a:lnTo>
                    <a:lnTo>
                      <a:pt x="251051" y="347883"/>
                    </a:lnTo>
                    <a:lnTo>
                      <a:pt x="244818" y="350126"/>
                    </a:lnTo>
                    <a:lnTo>
                      <a:pt x="238312" y="352077"/>
                    </a:lnTo>
                    <a:lnTo>
                      <a:pt x="231577" y="353777"/>
                    </a:lnTo>
                    <a:lnTo>
                      <a:pt x="224658" y="355267"/>
                    </a:lnTo>
                    <a:lnTo>
                      <a:pt x="217598" y="356588"/>
                    </a:lnTo>
                    <a:lnTo>
                      <a:pt x="210444" y="357780"/>
                    </a:lnTo>
                    <a:lnTo>
                      <a:pt x="203237" y="358884"/>
                    </a:lnTo>
                    <a:lnTo>
                      <a:pt x="196025" y="359941"/>
                    </a:lnTo>
                    <a:lnTo>
                      <a:pt x="194266" y="360203"/>
                    </a:lnTo>
                    <a:lnTo>
                      <a:pt x="192510" y="360463"/>
                    </a:lnTo>
                    <a:lnTo>
                      <a:pt x="190755" y="360723"/>
                    </a:lnTo>
                    <a:lnTo>
                      <a:pt x="189004" y="360983"/>
                    </a:lnTo>
                    <a:lnTo>
                      <a:pt x="187256" y="361245"/>
                    </a:lnTo>
                    <a:lnTo>
                      <a:pt x="185512" y="361508"/>
                    </a:lnTo>
                    <a:lnTo>
                      <a:pt x="183772" y="361774"/>
                    </a:lnTo>
                    <a:lnTo>
                      <a:pt x="182038" y="362044"/>
                    </a:lnTo>
                    <a:lnTo>
                      <a:pt x="180341" y="361829"/>
                    </a:lnTo>
                    <a:lnTo>
                      <a:pt x="175867" y="361667"/>
                    </a:lnTo>
                    <a:lnTo>
                      <a:pt x="169541" y="361551"/>
                    </a:lnTo>
                    <a:lnTo>
                      <a:pt x="162290" y="361473"/>
                    </a:lnTo>
                    <a:lnTo>
                      <a:pt x="155039" y="361426"/>
                    </a:lnTo>
                    <a:lnTo>
                      <a:pt x="148714" y="361402"/>
                    </a:lnTo>
                    <a:lnTo>
                      <a:pt x="144240" y="361393"/>
                    </a:lnTo>
                    <a:lnTo>
                      <a:pt x="142543" y="361391"/>
                    </a:lnTo>
                    <a:close/>
                    <a:moveTo>
                      <a:pt x="271702" y="206796"/>
                    </a:moveTo>
                    <a:lnTo>
                      <a:pt x="270909" y="200379"/>
                    </a:lnTo>
                    <a:lnTo>
                      <a:pt x="268960" y="194858"/>
                    </a:lnTo>
                    <a:lnTo>
                      <a:pt x="266010" y="190235"/>
                    </a:lnTo>
                    <a:lnTo>
                      <a:pt x="262215" y="186511"/>
                    </a:lnTo>
                    <a:lnTo>
                      <a:pt x="257732" y="183690"/>
                    </a:lnTo>
                    <a:lnTo>
                      <a:pt x="252717" y="181773"/>
                    </a:lnTo>
                    <a:lnTo>
                      <a:pt x="247324" y="180763"/>
                    </a:lnTo>
                    <a:lnTo>
                      <a:pt x="241711" y="180663"/>
                    </a:lnTo>
                    <a:lnTo>
                      <a:pt x="236032" y="181474"/>
                    </a:lnTo>
                    <a:lnTo>
                      <a:pt x="230445" y="183199"/>
                    </a:lnTo>
                    <a:lnTo>
                      <a:pt x="225104" y="185840"/>
                    </a:lnTo>
                    <a:lnTo>
                      <a:pt x="220167" y="189400"/>
                    </a:lnTo>
                    <a:lnTo>
                      <a:pt x="225583" y="188602"/>
                    </a:lnTo>
                    <a:lnTo>
                      <a:pt x="230715" y="188667"/>
                    </a:lnTo>
                    <a:lnTo>
                      <a:pt x="235470" y="189516"/>
                    </a:lnTo>
                    <a:lnTo>
                      <a:pt x="239754" y="191071"/>
                    </a:lnTo>
                    <a:lnTo>
                      <a:pt x="243472" y="193253"/>
                    </a:lnTo>
                    <a:lnTo>
                      <a:pt x="246531" y="195982"/>
                    </a:lnTo>
                    <a:lnTo>
                      <a:pt x="248836" y="199181"/>
                    </a:lnTo>
                    <a:lnTo>
                      <a:pt x="250293" y="202770"/>
                    </a:lnTo>
                    <a:lnTo>
                      <a:pt x="250899" y="209685"/>
                    </a:lnTo>
                    <a:lnTo>
                      <a:pt x="249966" y="216204"/>
                    </a:lnTo>
                    <a:lnTo>
                      <a:pt x="247745" y="222332"/>
                    </a:lnTo>
                    <a:lnTo>
                      <a:pt x="244483" y="228071"/>
                    </a:lnTo>
                    <a:lnTo>
                      <a:pt x="240432" y="233425"/>
                    </a:lnTo>
                    <a:lnTo>
                      <a:pt x="235839" y="238396"/>
                    </a:lnTo>
                    <a:lnTo>
                      <a:pt x="230956" y="242987"/>
                    </a:lnTo>
                    <a:lnTo>
                      <a:pt x="226032" y="247201"/>
                    </a:lnTo>
                    <a:lnTo>
                      <a:pt x="221315" y="251042"/>
                    </a:lnTo>
                    <a:lnTo>
                      <a:pt x="220189" y="251954"/>
                    </a:lnTo>
                    <a:lnTo>
                      <a:pt x="219098" y="252839"/>
                    </a:lnTo>
                    <a:lnTo>
                      <a:pt x="218047" y="253698"/>
                    </a:lnTo>
                    <a:lnTo>
                      <a:pt x="217037" y="254533"/>
                    </a:lnTo>
                    <a:lnTo>
                      <a:pt x="216073" y="255344"/>
                    </a:lnTo>
                    <a:lnTo>
                      <a:pt x="215159" y="256132"/>
                    </a:lnTo>
                    <a:lnTo>
                      <a:pt x="214298" y="256898"/>
                    </a:lnTo>
                    <a:lnTo>
                      <a:pt x="213493" y="257643"/>
                    </a:lnTo>
                    <a:lnTo>
                      <a:pt x="219056" y="257103"/>
                    </a:lnTo>
                    <a:lnTo>
                      <a:pt x="224789" y="256057"/>
                    </a:lnTo>
                    <a:lnTo>
                      <a:pt x="230595" y="254513"/>
                    </a:lnTo>
                    <a:lnTo>
                      <a:pt x="236379" y="252479"/>
                    </a:lnTo>
                    <a:lnTo>
                      <a:pt x="242043" y="249962"/>
                    </a:lnTo>
                    <a:lnTo>
                      <a:pt x="247491" y="246969"/>
                    </a:lnTo>
                    <a:lnTo>
                      <a:pt x="252626" y="243508"/>
                    </a:lnTo>
                    <a:lnTo>
                      <a:pt x="257352" y="239586"/>
                    </a:lnTo>
                    <a:lnTo>
                      <a:pt x="261572" y="235211"/>
                    </a:lnTo>
                    <a:lnTo>
                      <a:pt x="265189" y="230390"/>
                    </a:lnTo>
                    <a:lnTo>
                      <a:pt x="268108" y="225130"/>
                    </a:lnTo>
                    <a:lnTo>
                      <a:pt x="270230" y="219440"/>
                    </a:lnTo>
                    <a:lnTo>
                      <a:pt x="271461" y="213326"/>
                    </a:lnTo>
                    <a:lnTo>
                      <a:pt x="271702" y="206796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91" name="91 Java">
              <a:extLst xmlns:a="http://schemas.openxmlformats.org/drawingml/2006/main">
                <a:ext uri="{FF2B5EF4-FFF2-40B4-BE49-F238E27FC236}">
                  <a16:creationId xmlns:a16="http://schemas.microsoft.com/office/drawing/2014/main" id="{2069E631-3978-4943-89EA-0EAEA884D1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5695950"/>
              <a:ext cx="91440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Java</a:t>
              </a:r>
            </a:p>
          </p:txBody>
        </p:sp>
        <p:sp>
          <p:nvSpPr>
            <p:cNvPr id="92" name="92 …">
              <a:extLst xmlns:a="http://schemas.openxmlformats.org/drawingml/2006/main">
                <a:ext uri="{FF2B5EF4-FFF2-40B4-BE49-F238E27FC236}">
                  <a16:creationId xmlns:a16="http://schemas.microsoft.com/office/drawing/2014/main" id="{04EF1D08-C04F-4411-9C53-3C59229A80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5381625"/>
              <a:ext cx="800100" cy="377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40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474" name="Translator Agent"/>
          <p:cNvGrpSpPr/>
          <p:nvPr/>
        </p:nvGrpSpPr>
        <p:grpSpPr>
          <ns10:xfrm xmlns:ns10="http://schemas.openxmlformats.org/drawingml/2006/main">
            <ns10:off x="3028950" y="466725"/>
            <ns10:ext cx="1428750" cy="5467350"/>
            <ns10:chOff x="3028950" y="466725"/>
            <ns10:chExt cx="1428750" cy="5467350"/>
          </ns10:xfrm>
        </p:grpSpPr>
        <p:sp>
          <p:nvSpPr>
            <p:cNvPr id="93" name="93 rect">
              <a:extLst xmlns:a="http://schemas.openxmlformats.org/drawingml/2006/main">
                <a:ext uri="{FF2B5EF4-FFF2-40B4-BE49-F238E27FC236}">
                  <a16:creationId xmlns:a16="http://schemas.microsoft.com/office/drawing/2014/main" id="{227C66BF-CEF8-4E11-803F-F5A8093374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8950" y="466725"/>
              <a:ext cx="1428750" cy="5467350"/>
            </a:xfrm>
            <a:prstGeom xmlns:a="http://schemas.openxmlformats.org/drawingml/2006/main" prst="roundRect">
              <a:avLst>
                <a:gd name="adj" fmla="val 10000"/>
              </a:avLst>
            </a:prstGeom>
            <a:gradFill xmlns:a="http://schemas.openxmlformats.org/drawingml/2006/main">
              <a:gsLst>
                <a:gs pos="0">
                  <a:srgbClr val="DDF3FF"/>
                </a:gs>
                <a:gs pos="100000">
                  <a:srgbClr val="EDF9FE"/>
                </a:gs>
              </a:gsLst>
              <a:lin ang="5400000"/>
            </a:gradFill>
            <a:ln xmlns:a="http://schemas.openxmlformats.org/drawingml/2006/main" w="14288">
              <a:solidFill>
                <a:srgbClr val="0085F7"/>
              </a:solidFill>
            </a:ln>
          </p:spPr>
        </p:sp>
        <p:sp>
          <p:nvSpPr>
            <p:cNvPr id="94" name="94 Translator">
              <a:extLst xmlns:a="http://schemas.openxmlformats.org/drawingml/2006/main">
                <a:ext uri="{FF2B5EF4-FFF2-40B4-BE49-F238E27FC236}">
                  <a16:creationId xmlns:a16="http://schemas.microsoft.com/office/drawing/2014/main" id="{8EA82B7D-F639-4C66-AB85-46E1EA40F8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33725" y="771525"/>
              <a:ext cx="1219200" cy="31771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18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18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Translator</a:t>
              </a:r>
            </a:p>
          </p:txBody>
        </p:sp>
        <p:sp>
          <p:nvSpPr>
            <p:cNvPr id="95" name="95 Agent">
              <a:extLst xmlns:a="http://schemas.openxmlformats.org/drawingml/2006/main">
                <a:ext uri="{FF2B5EF4-FFF2-40B4-BE49-F238E27FC236}">
                  <a16:creationId xmlns:a16="http://schemas.microsoft.com/office/drawing/2014/main" id="{C467E11B-FF5F-4103-96A3-2EE3BAA4B8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33725" y="1053370"/>
              <a:ext cx="1219200" cy="31771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018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18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Agent</a:t>
              </a:r>
            </a:p>
          </p:txBody>
        </p:sp>
        <p:grpSp>
          <p:nvGrpSpPr>
            <p:cNvPr id="475" name="icon-robot-95"/>
            <p:cNvGrpSpPr/>
            <p:nvPr/>
          </p:nvGrpSpPr>
          <p:grpSpPr>
            <ns9:xfrm xmlns:ns9="http://schemas.openxmlformats.org/drawingml/2006/main">
              <ns9:off x="3448050" y="1671638"/>
              <ns9:ext cx="600075" cy="514350"/>
              <ns9:chOff x="3448050" y="1671638"/>
              <ns9:chExt cx="600075" cy="514350"/>
            </ns9:xfrm>
          </p:grpSpPr>
          <p:sp>
            <p:nvSpPr>
              <p:cNvPr id="96" name="96 path">
                <a:extLst xmlns:a="http://schemas.openxmlformats.org/drawingml/2006/main">
                  <a:ext uri="{FF2B5EF4-FFF2-40B4-BE49-F238E27FC236}">
                    <a16:creationId xmlns:a16="http://schemas.microsoft.com/office/drawing/2014/main" id="{D211BE5D-8C60-4FD0-8B2C-F3F32F3E6E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48088" y="1728788"/>
                <a:ext cx="95" cy="114300"/>
              </a:xfrm>
              <a:custGeom xmlns:a="http://schemas.openxmlformats.org/drawingml/2006/main">
                <a:pathLst>
                  <a:path w="9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32861">
                <a:solidFill>
                  <a:srgbClr val="071A47"/>
                </a:solidFill>
              </a:ln>
            </p:spPr>
          </p:sp>
          <p:sp>
            <p:nvSpPr>
              <p:cNvPr id="97" name="9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F864CB7-E52B-4827-A756-7DC0F02657D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10583" y="1671638"/>
                <a:ext cx="75009" cy="71438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25718">
                <a:solidFill>
                  <a:srgbClr val="071A47"/>
                </a:solidFill>
              </a:ln>
            </p:spPr>
          </p:sp>
          <p:sp>
            <p:nvSpPr>
              <p:cNvPr id="98" name="98 rect">
                <a:extLst xmlns:a="http://schemas.openxmlformats.org/drawingml/2006/main">
                  <a:ext uri="{FF2B5EF4-FFF2-40B4-BE49-F238E27FC236}">
                    <a16:creationId xmlns:a16="http://schemas.microsoft.com/office/drawing/2014/main" id="{2668F84F-A593-44C9-8AC3-45C2D4804BD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448050" y="1943100"/>
                <a:ext cx="75009" cy="157163"/>
              </a:xfrm>
              <a:prstGeom xmlns:a="http://schemas.openxmlformats.org/drawingml/2006/main" prst="roundRect">
                <a:avLst>
                  <a:gd name="adj" fmla="val 38095"/>
                </a:avLst>
              </a:prstGeom>
              <a:solidFill xmlns:a="http://schemas.openxmlformats.org/drawingml/2006/main">
                <a:srgbClr val="8ADAAB"/>
              </a:solidFill>
              <a:ln xmlns:a="http://schemas.openxmlformats.org/drawingml/2006/main" w="28575">
                <a:solidFill>
                  <a:srgbClr val="071A47"/>
                </a:solidFill>
              </a:ln>
            </p:spPr>
          </p:sp>
          <p:sp>
            <p:nvSpPr>
              <p:cNvPr id="99" name="99 rect">
                <a:extLst xmlns:a="http://schemas.openxmlformats.org/drawingml/2006/main">
                  <a:ext uri="{FF2B5EF4-FFF2-40B4-BE49-F238E27FC236}">
                    <a16:creationId xmlns:a16="http://schemas.microsoft.com/office/drawing/2014/main" id="{9B040762-48B2-48B3-A555-BE23A297F6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973116" y="1943100"/>
                <a:ext cx="75009" cy="157163"/>
              </a:xfrm>
              <a:prstGeom xmlns:a="http://schemas.openxmlformats.org/drawingml/2006/main" prst="roundRect">
                <a:avLst>
                  <a:gd name="adj" fmla="val 38095"/>
                </a:avLst>
              </a:prstGeom>
              <a:solidFill xmlns:a="http://schemas.openxmlformats.org/drawingml/2006/main">
                <a:srgbClr val="8ADAAB"/>
              </a:solidFill>
              <a:ln xmlns:a="http://schemas.openxmlformats.org/drawingml/2006/main" w="28575">
                <a:solidFill>
                  <a:srgbClr val="071A47"/>
                </a:solidFill>
              </a:ln>
            </p:spPr>
          </p:sp>
          <p:sp>
            <p:nvSpPr>
              <p:cNvPr id="100" name="100 rect">
                <a:extLst xmlns:a="http://schemas.openxmlformats.org/drawingml/2006/main">
                  <a:ext uri="{FF2B5EF4-FFF2-40B4-BE49-F238E27FC236}">
                    <a16:creationId xmlns:a16="http://schemas.microsoft.com/office/drawing/2014/main" id="{37D94AA7-2FD8-496C-9444-CED75144C89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23059" y="1828800"/>
                <a:ext cx="450056" cy="357188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8ADAAB"/>
                  </a:gs>
                </a:gsLst>
                <a:lin ang="5400000"/>
              </a:gradFill>
              <a:ln xmlns:a="http://schemas.openxmlformats.org/drawingml/2006/main" w="31433">
                <a:solidFill>
                  <a:srgbClr val="071A47"/>
                </a:solidFill>
              </a:ln>
            </p:spPr>
          </p:sp>
          <p:sp>
            <p:nvSpPr>
              <p:cNvPr id="101" name="101 rect">
                <a:extLst xmlns:a="http://schemas.openxmlformats.org/drawingml/2006/main">
                  <a:ext uri="{FF2B5EF4-FFF2-40B4-BE49-F238E27FC236}">
                    <a16:creationId xmlns:a16="http://schemas.microsoft.com/office/drawing/2014/main" id="{DE72682F-7AF8-45E4-A873-B12E8BC1BB7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98069" y="1914525"/>
                <a:ext cx="300038" cy="171450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14288">
                <a:solidFill>
                  <a:srgbClr val="071A47"/>
                </a:solidFill>
              </a:ln>
            </p:spPr>
          </p:sp>
          <p:sp>
            <p:nvSpPr>
              <p:cNvPr id="102" name="10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48617C1A-72DE-46E7-ABB4-E2628ADD469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658076" y="1957388"/>
                <a:ext cx="60008" cy="71438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3" name="10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C76E385-9927-42CA-A501-2248582166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93093" y="1957388"/>
                <a:ext cx="60008" cy="71438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04" name="104 Translate">
              <a:extLst xmlns:a="http://schemas.openxmlformats.org/drawingml/2006/main">
                <a:ext uri="{FF2B5EF4-FFF2-40B4-BE49-F238E27FC236}">
                  <a16:creationId xmlns:a16="http://schemas.microsoft.com/office/drawing/2014/main" id="{959E5E27-A447-48A8-81EF-70CCC9B1D7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495550"/>
              <a:ext cx="110490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Translate</a:t>
              </a:r>
            </a:p>
          </p:txBody>
        </p:sp>
        <p:sp>
          <p:nvSpPr>
            <p:cNvPr id="105" name="105 to target">
              <a:extLst xmlns:a="http://schemas.openxmlformats.org/drawingml/2006/main">
                <a:ext uri="{FF2B5EF4-FFF2-40B4-BE49-F238E27FC236}">
                  <a16:creationId xmlns:a16="http://schemas.microsoft.com/office/drawing/2014/main" id="{9C5A8C41-7C3E-431B-846B-D5D4A5B71B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726055"/>
              <a:ext cx="110490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to target</a:t>
              </a:r>
            </a:p>
          </p:txBody>
        </p:sp>
        <p:sp>
          <p:nvSpPr>
            <p:cNvPr id="106" name="106 ecosystem">
              <a:extLst xmlns:a="http://schemas.openxmlformats.org/drawingml/2006/main">
                <a:ext uri="{FF2B5EF4-FFF2-40B4-BE49-F238E27FC236}">
                  <a16:creationId xmlns:a16="http://schemas.microsoft.com/office/drawing/2014/main" id="{F79AF51B-F404-4191-85B9-938E860F0D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956560"/>
              <a:ext cx="110490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ecosystem</a:t>
              </a:r>
            </a:p>
          </p:txBody>
        </p:sp>
        <p:sp>
          <p:nvSpPr>
            <p:cNvPr id="107" name="107 rect">
              <a:extLst xmlns:a="http://schemas.openxmlformats.org/drawingml/2006/main">
                <a:ext uri="{FF2B5EF4-FFF2-40B4-BE49-F238E27FC236}">
                  <a16:creationId xmlns:a16="http://schemas.microsoft.com/office/drawing/2014/main" id="{6CA76ED3-C665-4FA2-915B-A6AA912DE1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3486150"/>
              <a:ext cx="1200150" cy="933450"/>
            </a:xfrm>
            <a:prstGeom xmlns:a="http://schemas.openxmlformats.org/drawingml/2006/main" prst="roundRect">
              <a:avLst>
                <a:gd name="adj" fmla="val 8163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7FBFE"/>
                </a:gs>
              </a:gsLst>
              <a:lin ang="5400000"/>
            </a:gradFill>
            <a:ln xmlns:a="http://schemas.openxmlformats.org/drawingml/2006/main" w="9525">
              <a:solidFill>
                <a:srgbClr val="8FC5F8"/>
              </a:solidFill>
            </a:ln>
          </p:spPr>
        </p:sp>
        <p:sp>
          <p:nvSpPr>
            <p:cNvPr id="108" name="108 # translated">
              <a:extLst xmlns:a="http://schemas.openxmlformats.org/drawingml/2006/main">
                <a:ext uri="{FF2B5EF4-FFF2-40B4-BE49-F238E27FC236}">
                  <a16:creationId xmlns:a16="http://schemas.microsoft.com/office/drawing/2014/main" id="{B1D40568-3CF3-4ED0-8AF7-352FC77FF7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3609975"/>
              <a:ext cx="10382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# translated</a:t>
              </a:r>
            </a:p>
          </p:txBody>
        </p:sp>
        <p:sp>
          <p:nvSpPr>
            <p:cNvPr id="109" name="109 def train():">
              <a:extLst xmlns:a="http://schemas.openxmlformats.org/drawingml/2006/main">
                <a:ext uri="{FF2B5EF4-FFF2-40B4-BE49-F238E27FC236}">
                  <a16:creationId xmlns:a16="http://schemas.microsoft.com/office/drawing/2014/main" id="{C3EBF563-992E-4C0F-9BD7-EF5E01DDDF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0" y="3848100"/>
              <a:ext cx="10287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def train():</a:t>
              </a:r>
            </a:p>
          </p:txBody>
        </p:sp>
        <p:sp>
          <p:nvSpPr>
            <p:cNvPr id="110" name="110 …">
              <a:extLst xmlns:a="http://schemas.openxmlformats.org/drawingml/2006/main">
                <a:ext uri="{FF2B5EF4-FFF2-40B4-BE49-F238E27FC236}">
                  <a16:creationId xmlns:a16="http://schemas.microsoft.com/office/drawing/2014/main" id="{1AAA2C0D-778F-496F-BCC7-8FE1F64521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2325" y="4067175"/>
              <a:ext cx="75247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11" name="111 path">
              <a:extLst xmlns:a="http://schemas.openxmlformats.org/drawingml/2006/main">
                <a:ext uri="{FF2B5EF4-FFF2-40B4-BE49-F238E27FC236}">
                  <a16:creationId xmlns:a16="http://schemas.microsoft.com/office/drawing/2014/main" id="{05E2CF51-48CA-4948-86A7-1FF87C8EA5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43325" y="4419600"/>
              <a:ext cx="95" cy="628650"/>
            </a:xfrm>
            <a:custGeom xmlns:a="http://schemas.openxmlformats.org/drawingml/2006/main">
              <a:pathLst>
                <a:path w="9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0875BD"/>
              </a:solidFill>
            </a:ln>
          </p:spPr>
        </p:sp>
        <p:sp>
          <p:nvSpPr>
            <p:cNvPr id="112" name="112 candidate">
              <a:extLst xmlns:a="http://schemas.openxmlformats.org/drawingml/2006/main">
                <a:ext uri="{FF2B5EF4-FFF2-40B4-BE49-F238E27FC236}">
                  <a16:creationId xmlns:a16="http://schemas.microsoft.com/office/drawing/2014/main" id="{417A586F-14E6-495B-97DD-006627AEC0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5086350"/>
              <a:ext cx="11049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</a:p>
          </p:txBody>
        </p:sp>
        <p:sp>
          <p:nvSpPr>
            <p:cNvPr id="113" name="113 program">
              <a:extLst xmlns:a="http://schemas.openxmlformats.org/drawingml/2006/main">
                <a:ext uri="{FF2B5EF4-FFF2-40B4-BE49-F238E27FC236}">
                  <a16:creationId xmlns:a16="http://schemas.microsoft.com/office/drawing/2014/main" id="{A8EC1616-8ABB-4ED2-93F9-67FF9AC02C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5306378"/>
              <a:ext cx="11049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program</a:t>
              </a:r>
            </a:p>
          </p:txBody>
        </p:sp>
      </p:grpSp>
      <p:grpSp>
        <p:nvGrpSpPr>
          <p:cNvPr id="476" name="LaDiM framework"/>
          <p:cNvGrpSpPr/>
          <p:nvPr/>
        </p:nvGrpSpPr>
        <p:grpSpPr>
          <ns11:xfrm xmlns:ns11="http://schemas.openxmlformats.org/drawingml/2006/main">
            <ns11:off x="4600575" y="152400"/>
            <ns11:ext cx="9239250" cy="5972175"/>
            <ns11:chOff x="4600575" y="152400"/>
            <ns11:chExt cx="9239250" cy="5972175"/>
          </ns11:xfrm>
        </p:grpSpPr>
        <p:sp>
          <p:nvSpPr>
            <p:cNvPr id="114" name="114 rect">
              <a:extLst xmlns:a="http://schemas.openxmlformats.org/drawingml/2006/main">
                <a:ext uri="{FF2B5EF4-FFF2-40B4-BE49-F238E27FC236}">
                  <a16:creationId xmlns:a16="http://schemas.microsoft.com/office/drawing/2014/main" id="{18E08889-3AF4-4059-A0A0-EE7948FB76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00575" y="152400"/>
              <a:ext cx="9239250" cy="5972175"/>
            </a:xfrm>
            <a:prstGeom xmlns:a="http://schemas.openxmlformats.org/drawingml/2006/main" prst="roundRect">
              <a:avLst>
                <a:gd name="adj" fmla="val 6380"/>
              </a:avLst>
            </a:prstGeom>
            <a:gradFill xmlns:a="http://schemas.openxmlformats.org/drawingml/2006/main">
              <a:gsLst>
                <a:gs pos="0">
                  <a:srgbClr val="E0F3FF"/>
                </a:gs>
                <a:gs pos="100000">
                  <a:srgbClr val="E5F5FF"/>
                </a:gs>
              </a:gsLst>
              <a:lin ang="5400000"/>
            </a:gradFill>
            <a:ln xmlns:a="http://schemas.openxmlformats.org/drawingml/2006/main" w="13335">
              <a:solidFill>
                <a:srgbClr val="56ACFF"/>
              </a:solidFill>
            </a:ln>
          </p:spPr>
        </p:sp>
        <p:sp>
          <p:nvSpPr>
            <p:cNvPr id="115" name="115 LaDiM: Multi-Agent Framework for Code Migration and Repair">
              <a:extLst xmlns:a="http://schemas.openxmlformats.org/drawingml/2006/main">
                <a:ext uri="{FF2B5EF4-FFF2-40B4-BE49-F238E27FC236}">
                  <a16:creationId xmlns:a16="http://schemas.microsoft.com/office/drawing/2014/main" id="{E0A91FD4-5B8F-490A-A724-ABABD69180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0" y="219075"/>
              <a:ext cx="8620125" cy="37204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2363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363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LaDiM: Multi-Agent Framework for Code Migration and Repair</a:t>
              </a:r>
            </a:p>
          </p:txBody>
        </p:sp>
      </p:grpSp>
      <p:grpSp>
        <p:nvGrpSpPr>
          <p:cNvPr id="477" name="Verifier Agent"/>
          <p:cNvGrpSpPr/>
          <p:nvPr/>
        </p:nvGrpSpPr>
        <p:grpSpPr>
          <ns13:xfrm xmlns:ns13="http://schemas.openxmlformats.org/drawingml/2006/main">
            <ns13:off x="4867275" y="762000"/>
            <ns13:ext cx="4505325" cy="3752850"/>
            <ns13:chOff x="4867275" y="762000"/>
            <ns13:chExt cx="4505325" cy="3752850"/>
          </ns13:xfrm>
        </p:grpSpPr>
        <p:sp>
          <p:nvSpPr>
            <p:cNvPr id="116" name="116 rect">
              <a:extLst xmlns:a="http://schemas.openxmlformats.org/drawingml/2006/main">
                <a:ext uri="{FF2B5EF4-FFF2-40B4-BE49-F238E27FC236}">
                  <a16:creationId xmlns:a16="http://schemas.microsoft.com/office/drawing/2014/main" id="{C71C8F45-E1CB-48A9-A634-F0DB4C6880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67275" y="762000"/>
              <a:ext cx="4505325" cy="3752850"/>
            </a:xfrm>
            <a:prstGeom xmlns:a="http://schemas.openxmlformats.org/drawingml/2006/main" prst="roundRect">
              <a:avLst>
                <a:gd name="adj" fmla="val 4569"/>
              </a:avLst>
            </a:prstGeom>
            <a:gradFill xmlns:a="http://schemas.openxmlformats.org/drawingml/2006/main">
              <a:gsLst>
                <a:gs pos="0">
                  <a:srgbClr val="E9F6FF"/>
                </a:gs>
                <a:gs pos="100000">
                  <a:srgbClr val="F6FCFF"/>
                </a:gs>
              </a:gsLst>
              <a:lin ang="5400000"/>
            </a:gradFill>
            <a:ln xmlns:a="http://schemas.openxmlformats.org/drawingml/2006/main" w="13335">
              <a:solidFill>
                <a:srgbClr val="2C9CFF"/>
              </a:solidFill>
            </a:ln>
          </p:spPr>
        </p:sp>
        <p:grpSp>
          <p:nvGrpSpPr>
            <p:cNvPr id="478" name="icon-robot-116"/>
            <p:cNvGrpSpPr/>
            <p:nvPr/>
          </p:nvGrpSpPr>
          <p:grpSpPr>
            <ns12:xfrm xmlns:ns12="http://schemas.openxmlformats.org/drawingml/2006/main">
              <ns12:off x="5124450" y="957263"/>
              <ns12:ext cx="600075" cy="514350"/>
              <ns12:chOff x="5124450" y="957263"/>
              <ns12:chExt cx="600075" cy="514350"/>
            </ns12:xfrm>
          </p:grpSpPr>
          <p:sp>
            <p:nvSpPr>
              <p:cNvPr id="117" name="117 path">
                <a:extLst xmlns:a="http://schemas.openxmlformats.org/drawingml/2006/main">
                  <a:ext uri="{FF2B5EF4-FFF2-40B4-BE49-F238E27FC236}">
                    <a16:creationId xmlns:a16="http://schemas.microsoft.com/office/drawing/2014/main" id="{84F26E1C-6004-46DF-9E14-D73441792BF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4488" y="1014413"/>
                <a:ext cx="95" cy="114300"/>
              </a:xfrm>
              <a:custGeom xmlns:a="http://schemas.openxmlformats.org/drawingml/2006/main">
                <a:pathLst>
                  <a:path w="9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32861">
                <a:solidFill>
                  <a:srgbClr val="071A47"/>
                </a:solidFill>
              </a:ln>
            </p:spPr>
          </p:sp>
          <p:sp>
            <p:nvSpPr>
              <p:cNvPr id="118" name="11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37FF575-6069-4E95-8759-4977E4C4BBF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6983" y="957263"/>
                <a:ext cx="75009" cy="71438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25718">
                <a:solidFill>
                  <a:srgbClr val="071A47"/>
                </a:solidFill>
              </a:ln>
            </p:spPr>
          </p:sp>
          <p:sp>
            <p:nvSpPr>
              <p:cNvPr id="119" name="119 rect">
                <a:extLst xmlns:a="http://schemas.openxmlformats.org/drawingml/2006/main">
                  <a:ext uri="{FF2B5EF4-FFF2-40B4-BE49-F238E27FC236}">
                    <a16:creationId xmlns:a16="http://schemas.microsoft.com/office/drawing/2014/main" id="{3A3BF310-AB61-4B36-BA65-79D5EA49FA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124450" y="1228725"/>
                <a:ext cx="75009" cy="157163"/>
              </a:xfrm>
              <a:prstGeom xmlns:a="http://schemas.openxmlformats.org/drawingml/2006/main" prst="roundRect">
                <a:avLst>
                  <a:gd name="adj" fmla="val 38095"/>
                </a:avLst>
              </a:prstGeom>
              <a:solidFill xmlns:a="http://schemas.openxmlformats.org/drawingml/2006/main">
                <a:srgbClr val="85CCFF"/>
              </a:solidFill>
              <a:ln xmlns:a="http://schemas.openxmlformats.org/drawingml/2006/main" w="28575">
                <a:solidFill>
                  <a:srgbClr val="071A47"/>
                </a:solidFill>
              </a:ln>
            </p:spPr>
          </p:sp>
          <p:sp>
            <p:nvSpPr>
              <p:cNvPr id="120" name="120 rect">
                <a:extLst xmlns:a="http://schemas.openxmlformats.org/drawingml/2006/main">
                  <a:ext uri="{FF2B5EF4-FFF2-40B4-BE49-F238E27FC236}">
                    <a16:creationId xmlns:a16="http://schemas.microsoft.com/office/drawing/2014/main" id="{1C8BC21E-DC73-4B7E-AE16-E5DC598A4C9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49516" y="1228725"/>
                <a:ext cx="75009" cy="157163"/>
              </a:xfrm>
              <a:prstGeom xmlns:a="http://schemas.openxmlformats.org/drawingml/2006/main" prst="roundRect">
                <a:avLst>
                  <a:gd name="adj" fmla="val 38095"/>
                </a:avLst>
              </a:prstGeom>
              <a:solidFill xmlns:a="http://schemas.openxmlformats.org/drawingml/2006/main">
                <a:srgbClr val="85CCFF"/>
              </a:solidFill>
              <a:ln xmlns:a="http://schemas.openxmlformats.org/drawingml/2006/main" w="28575">
                <a:solidFill>
                  <a:srgbClr val="071A47"/>
                </a:solidFill>
              </a:ln>
            </p:spPr>
          </p:sp>
          <p:sp>
            <p:nvSpPr>
              <p:cNvPr id="121" name="121 rect">
                <a:extLst xmlns:a="http://schemas.openxmlformats.org/drawingml/2006/main">
                  <a:ext uri="{FF2B5EF4-FFF2-40B4-BE49-F238E27FC236}">
                    <a16:creationId xmlns:a16="http://schemas.microsoft.com/office/drawing/2014/main" id="{9FAFD053-B744-4B2D-80BD-C14145B2BF3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199459" y="1114425"/>
                <a:ext cx="450056" cy="357188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85CCFF"/>
                  </a:gs>
                </a:gsLst>
                <a:lin ang="5400000"/>
              </a:gradFill>
              <a:ln xmlns:a="http://schemas.openxmlformats.org/drawingml/2006/main" w="31433">
                <a:solidFill>
                  <a:srgbClr val="071A47"/>
                </a:solidFill>
              </a:ln>
            </p:spPr>
          </p:sp>
          <p:sp>
            <p:nvSpPr>
              <p:cNvPr id="122" name="122 rect">
                <a:extLst xmlns:a="http://schemas.openxmlformats.org/drawingml/2006/main">
                  <a:ext uri="{FF2B5EF4-FFF2-40B4-BE49-F238E27FC236}">
                    <a16:creationId xmlns:a16="http://schemas.microsoft.com/office/drawing/2014/main" id="{91CF7CC0-623D-47C7-B6D0-A5ECFF71109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74469" y="1200150"/>
                <a:ext cx="300038" cy="171450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14288">
                <a:solidFill>
                  <a:srgbClr val="071A47"/>
                </a:solidFill>
              </a:ln>
            </p:spPr>
          </p:sp>
          <p:sp>
            <p:nvSpPr>
              <p:cNvPr id="123" name="12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5805586-DF59-45A8-9F25-29B48AFB34B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34476" y="1243013"/>
                <a:ext cx="60008" cy="71438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24" name="12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49B2C22-1E25-47CF-8844-23D7750D0EA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69493" y="1243013"/>
                <a:ext cx="60008" cy="71438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25" name="125 Verifier Agent">
              <a:extLst xmlns:a="http://schemas.openxmlformats.org/drawingml/2006/main">
                <a:ext uri="{FF2B5EF4-FFF2-40B4-BE49-F238E27FC236}">
                  <a16:creationId xmlns:a16="http://schemas.microsoft.com/office/drawing/2014/main" id="{C7F28516-DC3F-4DA6-8311-7CC6A21DFA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895350"/>
              <a:ext cx="3143250" cy="3661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32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32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Verifier Agent</a:t>
              </a:r>
            </a:p>
          </p:txBody>
        </p:sp>
        <p:sp>
          <p:nvSpPr>
            <p:cNvPr id="126" name="126 Layered Diagnosis">
              <a:extLst xmlns:a="http://schemas.openxmlformats.org/drawingml/2006/main">
                <a:ext uri="{FF2B5EF4-FFF2-40B4-BE49-F238E27FC236}">
                  <a16:creationId xmlns:a16="http://schemas.microsoft.com/office/drawing/2014/main" id="{202350FD-D1B5-4F34-954D-7B05A120C6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1285875"/>
              <a:ext cx="3143250" cy="33070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Layered Diagnosis</a:t>
              </a:r>
            </a:p>
          </p:txBody>
        </p:sp>
        <p:sp>
          <p:nvSpPr>
            <p:cNvPr id="127" name="127 rect">
              <a:extLst xmlns:a="http://schemas.openxmlformats.org/drawingml/2006/main">
                <a:ext uri="{FF2B5EF4-FFF2-40B4-BE49-F238E27FC236}">
                  <a16:creationId xmlns:a16="http://schemas.microsoft.com/office/drawing/2014/main" id="{A81BF35F-B8BD-4CA4-86A0-D74EB95E78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10150" y="1666875"/>
              <a:ext cx="4219575" cy="2676525"/>
            </a:xfrm>
            <a:prstGeom xmlns:a="http://schemas.openxmlformats.org/drawingml/2006/main" prst="roundRect">
              <a:avLst>
                <a:gd name="adj" fmla="val 3915"/>
              </a:avLst>
            </a:prstGeom>
            <a:solidFill xmlns:a="http://schemas.openxmlformats.org/drawingml/2006/main">
              <a:srgbClr val="FCFEFF"/>
            </a:solidFill>
            <a:ln xmlns:a="http://schemas.openxmlformats.org/drawingml/2006/main" w="9525">
              <a:solidFill>
                <a:srgbClr val="D3E8FB"/>
              </a:solidFill>
            </a:ln>
          </p:spPr>
        </p:sp>
        <p:sp>
          <p:nvSpPr>
            <p:cNvPr id="128" name="128 Stage">
              <a:extLst xmlns:a="http://schemas.openxmlformats.org/drawingml/2006/main">
                <a:ext uri="{FF2B5EF4-FFF2-40B4-BE49-F238E27FC236}">
                  <a16:creationId xmlns:a16="http://schemas.microsoft.com/office/drawing/2014/main" id="{F37DF740-6517-4DA2-8514-0394443575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1724025"/>
              <a:ext cx="123825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Stage</a:t>
              </a:r>
            </a:p>
          </p:txBody>
        </p:sp>
        <p:sp>
          <p:nvSpPr>
            <p:cNvPr id="129" name="129 Source">
              <a:extLst xmlns:a="http://schemas.openxmlformats.org/drawingml/2006/main">
                <a:ext uri="{FF2B5EF4-FFF2-40B4-BE49-F238E27FC236}">
                  <a16:creationId xmlns:a16="http://schemas.microsoft.com/office/drawing/2014/main" id="{86F260F0-E3A3-43B3-8CB3-7861CD3CE8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53200" y="1724025"/>
              <a:ext cx="10668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006FF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006FF2"/>
                  </a:solidFill>
                  <a:latin typeface="Times New Roman"/>
                  <a:ea typeface="Times New Roman"/>
                  <a:cs typeface="Times New Roman"/>
                </a:rPr>
                <a:t>Source</a:t>
              </a:r>
            </a:p>
          </p:txBody>
        </p:sp>
        <p:sp>
          <p:nvSpPr>
            <p:cNvPr id="130" name="130 Target">
              <a:extLst xmlns:a="http://schemas.openxmlformats.org/drawingml/2006/main">
                <a:ext uri="{FF2B5EF4-FFF2-40B4-BE49-F238E27FC236}">
                  <a16:creationId xmlns:a16="http://schemas.microsoft.com/office/drawing/2014/main" id="{41B3549B-175F-47EF-9463-40F5BAB228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62900" y="1724025"/>
              <a:ext cx="10668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F20A1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F20A10"/>
                  </a:solidFill>
                  <a:latin typeface="Times New Roman"/>
                  <a:ea typeface="Times New Roman"/>
                  <a:cs typeface="Times New Roman"/>
                </a:rPr>
                <a:t>Target</a:t>
              </a:r>
            </a:p>
          </p:txBody>
        </p:sp>
        <p:sp>
          <p:nvSpPr>
            <p:cNvPr id="131" name="131 path">
              <a:extLst xmlns:a="http://schemas.openxmlformats.org/drawingml/2006/main">
                <a:ext uri="{FF2B5EF4-FFF2-40B4-BE49-F238E27FC236}">
                  <a16:creationId xmlns:a16="http://schemas.microsoft.com/office/drawing/2014/main" id="{10EA10F7-25B8-4247-87B6-D5711B2626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29375" y="1743075"/>
              <a:ext cx="95" cy="2524125"/>
            </a:xfrm>
            <a:custGeom xmlns:a="http://schemas.openxmlformats.org/drawingml/2006/main">
              <a:pathLst>
                <a:path w="9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A3BFDD"/>
              </a:solidFill>
            </a:ln>
          </p:spPr>
        </p:sp>
        <p:sp>
          <p:nvSpPr>
            <p:cNvPr id="132" name="132 path">
              <a:extLst xmlns:a="http://schemas.openxmlformats.org/drawingml/2006/main">
                <a:ext uri="{FF2B5EF4-FFF2-40B4-BE49-F238E27FC236}">
                  <a16:creationId xmlns:a16="http://schemas.microsoft.com/office/drawing/2014/main" id="{B1672E5C-FFB8-4B9A-B19E-F0A2224B9B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5875" y="1990725"/>
              <a:ext cx="4038600" cy="95"/>
            </a:xfrm>
            <a:custGeom xmlns:a="http://schemas.openxmlformats.org/drawingml/2006/main"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C7DDF2"/>
              </a:solidFill>
            </a:ln>
          </p:spPr>
        </p:sp>
        <p:sp>
          <p:nvSpPr>
            <p:cNvPr id="133" name="133 rect">
              <a:extLst xmlns:a="http://schemas.openxmlformats.org/drawingml/2006/main">
                <a:ext uri="{FF2B5EF4-FFF2-40B4-BE49-F238E27FC236}">
                  <a16:creationId xmlns:a16="http://schemas.microsoft.com/office/drawing/2014/main" id="{842621D4-2BC5-4A90-95A5-DFE6E5E886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5875" y="2838450"/>
              <a:ext cx="4029075" cy="457200"/>
            </a:xfrm>
            <a:prstGeom xmlns:a="http://schemas.openxmlformats.org/drawingml/2006/main" prst="rect">
              <a:avLst/>
            </a:prstGeom>
            <a:gradFill xmlns:a="http://schemas.openxmlformats.org/drawingml/2006/main">
              <a:gsLst>
                <a:gs pos="0">
                  <a:srgbClr val="FFEDEE"/>
                </a:gs>
                <a:gs pos="100000">
                  <a:srgbClr val="FFF6F6"/>
                </a:gs>
              </a:gsLst>
              <a:lin ang="5400000"/>
            </a:gradFill>
            <a:ln xmlns:a="http://schemas.openxmlformats.org/drawingml/2006/main" w="0">
              <a:noFill/>
            </a:ln>
          </p:spPr>
        </p:sp>
        <p:sp>
          <p:nvSpPr>
            <p:cNvPr id="134" name="134 Execution">
              <a:extLst xmlns:a="http://schemas.openxmlformats.org/drawingml/2006/main">
                <a:ext uri="{FF2B5EF4-FFF2-40B4-BE49-F238E27FC236}">
                  <a16:creationId xmlns:a16="http://schemas.microsoft.com/office/drawing/2014/main" id="{DD086AB7-7477-4B7D-9536-2471F9A96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2066925"/>
              <a:ext cx="1276350" cy="2173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Execution</a:t>
              </a:r>
            </a:p>
          </p:txBody>
        </p:sp>
        <p:sp>
          <p:nvSpPr>
            <p:cNvPr id="135" name="135 path">
              <a:extLst xmlns:a="http://schemas.openxmlformats.org/drawingml/2006/main">
                <a:ext uri="{FF2B5EF4-FFF2-40B4-BE49-F238E27FC236}">
                  <a16:creationId xmlns:a16="http://schemas.microsoft.com/office/drawing/2014/main" id="{3042A01F-AF1B-4076-86D0-911AFD524C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2095500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36" name="136 path">
              <a:extLst xmlns:a="http://schemas.openxmlformats.org/drawingml/2006/main">
                <a:ext uri="{FF2B5EF4-FFF2-40B4-BE49-F238E27FC236}">
                  <a16:creationId xmlns:a16="http://schemas.microsoft.com/office/drawing/2014/main" id="{64EEE9D9-A487-42C6-A453-08ABC31E3C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2276475"/>
              <a:ext cx="942975" cy="95"/>
            </a:xfrm>
            <a:custGeom xmlns:a="http://schemas.openxmlformats.org/drawingml/2006/main"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37" name="137 Source execution curve">
              <a:extLst xmlns:a="http://schemas.openxmlformats.org/drawingml/2006/main">
                <a:ext uri="{FF2B5EF4-FFF2-40B4-BE49-F238E27FC236}">
                  <a16:creationId xmlns:a16="http://schemas.microsoft.com/office/drawing/2014/main" id="{089932E8-A94E-4CAA-B109-6849F87FD7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2150364"/>
              <a:ext cx="942975" cy="75438"/>
            </a:xfrm>
            <a:custGeom xmlns:a="http://schemas.openxmlformats.org/drawingml/2006/main"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0082FF"/>
              </a:solidFill>
            </a:ln>
          </p:spPr>
        </p:sp>
        <p:sp>
          <p:nvSpPr>
            <p:cNvPr id="138" name="138 path">
              <a:extLst xmlns:a="http://schemas.openxmlformats.org/drawingml/2006/main">
                <a:ext uri="{FF2B5EF4-FFF2-40B4-BE49-F238E27FC236}">
                  <a16:creationId xmlns:a16="http://schemas.microsoft.com/office/drawing/2014/main" id="{24A0230C-6BA3-4B8E-BBEF-003C9AAD2C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2095500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39" name="139 path">
              <a:extLst xmlns:a="http://schemas.openxmlformats.org/drawingml/2006/main">
                <a:ext uri="{FF2B5EF4-FFF2-40B4-BE49-F238E27FC236}">
                  <a16:creationId xmlns:a16="http://schemas.microsoft.com/office/drawing/2014/main" id="{5745ABFB-B6AC-4078-BFC0-199A3A0085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2276475"/>
              <a:ext cx="933450" cy="95"/>
            </a:xfrm>
            <a:custGeom xmlns:a="http://schemas.openxmlformats.org/drawingml/2006/main"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40" name="140 Target execution curve">
              <a:extLst xmlns:a="http://schemas.openxmlformats.org/drawingml/2006/main">
                <a:ext uri="{FF2B5EF4-FFF2-40B4-BE49-F238E27FC236}">
                  <a16:creationId xmlns:a16="http://schemas.microsoft.com/office/drawing/2014/main" id="{D4D6C9A0-AB6A-4AF8-A749-BF57375727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2150364"/>
              <a:ext cx="933450" cy="75438"/>
            </a:xfrm>
            <a:custGeom xmlns:a="http://schemas.openxmlformats.org/drawingml/2006/main">
              <a:pathLst>
                <a:path w="933450" h="75438">
                  <a:moveTo>
                    <a:pt x="0" y="75438"/>
                  </a:moveTo>
                  <a:lnTo>
                    <a:pt x="12965" y="71735"/>
                  </a:lnTo>
                  <a:lnTo>
                    <a:pt x="25929" y="61423"/>
                  </a:lnTo>
                  <a:lnTo>
                    <a:pt x="38894" y="46571"/>
                  </a:lnTo>
                  <a:lnTo>
                    <a:pt x="51858" y="30067"/>
                  </a:lnTo>
                  <a:lnTo>
                    <a:pt x="64823" y="15062"/>
                  </a:lnTo>
                  <a:lnTo>
                    <a:pt x="77787" y="4380"/>
                  </a:lnTo>
                  <a:lnTo>
                    <a:pt x="90752" y="0"/>
                  </a:lnTo>
                  <a:lnTo>
                    <a:pt x="103717" y="2696"/>
                  </a:lnTo>
                  <a:lnTo>
                    <a:pt x="116681" y="11912"/>
                  </a:lnTo>
                  <a:lnTo>
                    <a:pt x="129646" y="25886"/>
                  </a:lnTo>
                  <a:lnTo>
                    <a:pt x="142610" y="41996"/>
                  </a:lnTo>
                  <a:lnTo>
                    <a:pt x="155575" y="57265"/>
                  </a:lnTo>
                  <a:lnTo>
                    <a:pt x="168540" y="68918"/>
                  </a:lnTo>
                  <a:lnTo>
                    <a:pt x="181504" y="74895"/>
                  </a:lnTo>
                  <a:lnTo>
                    <a:pt x="194469" y="74229"/>
                  </a:lnTo>
                  <a:lnTo>
                    <a:pt x="207433" y="67206"/>
                  </a:lnTo>
                  <a:lnTo>
                    <a:pt x="220398" y="55287"/>
                  </a:lnTo>
                  <a:lnTo>
                    <a:pt x="233363" y="40827"/>
                  </a:lnTo>
                  <a:lnTo>
                    <a:pt x="246327" y="26611"/>
                  </a:lnTo>
                  <a:lnTo>
                    <a:pt x="259292" y="15334"/>
                  </a:lnTo>
                  <a:lnTo>
                    <a:pt x="272256" y="9100"/>
                  </a:lnTo>
                  <a:lnTo>
                    <a:pt x="285221" y="9036"/>
                  </a:lnTo>
                  <a:lnTo>
                    <a:pt x="298185" y="15104"/>
                  </a:lnTo>
                  <a:lnTo>
                    <a:pt x="311150" y="26123"/>
                  </a:lnTo>
                  <a:lnTo>
                    <a:pt x="324115" y="40010"/>
                  </a:lnTo>
                  <a:lnTo>
                    <a:pt x="337079" y="54186"/>
                  </a:lnTo>
                  <a:lnTo>
                    <a:pt x="350044" y="66063"/>
                  </a:lnTo>
                  <a:lnTo>
                    <a:pt x="363008" y="73525"/>
                  </a:lnTo>
                  <a:lnTo>
                    <a:pt x="375973" y="75319"/>
                  </a:lnTo>
                  <a:lnTo>
                    <a:pt x="388938" y="71266"/>
                  </a:lnTo>
                  <a:lnTo>
                    <a:pt x="401902" y="62282"/>
                  </a:lnTo>
                  <a:lnTo>
                    <a:pt x="414867" y="50181"/>
                  </a:lnTo>
                  <a:lnTo>
                    <a:pt x="427831" y="37327"/>
                  </a:lnTo>
                  <a:lnTo>
                    <a:pt x="440796" y="26177"/>
                  </a:lnTo>
                  <a:lnTo>
                    <a:pt x="453760" y="18826"/>
                  </a:lnTo>
                  <a:lnTo>
                    <a:pt x="466725" y="16622"/>
                  </a:lnTo>
                  <a:lnTo>
                    <a:pt x="479690" y="19928"/>
                  </a:lnTo>
                  <a:lnTo>
                    <a:pt x="492654" y="28076"/>
                  </a:lnTo>
                  <a:lnTo>
                    <a:pt x="505619" y="39510"/>
                  </a:lnTo>
                  <a:lnTo>
                    <a:pt x="518583" y="52092"/>
                  </a:lnTo>
                  <a:lnTo>
                    <a:pt x="531548" y="63514"/>
                  </a:lnTo>
                  <a:lnTo>
                    <a:pt x="544512" y="71731"/>
                  </a:lnTo>
                  <a:lnTo>
                    <a:pt x="557477" y="75334"/>
                  </a:lnTo>
                  <a:lnTo>
                    <a:pt x="570442" y="73804"/>
                  </a:lnTo>
                  <a:lnTo>
                    <a:pt x="583406" y="67587"/>
                  </a:lnTo>
                  <a:lnTo>
                    <a:pt x="596371" y="57990"/>
                  </a:lnTo>
                  <a:lnTo>
                    <a:pt x="609335" y="46924"/>
                  </a:lnTo>
                  <a:lnTo>
                    <a:pt x="622300" y="36529"/>
                  </a:lnTo>
                  <a:lnTo>
                    <a:pt x="635265" y="28776"/>
                  </a:lnTo>
                  <a:lnTo>
                    <a:pt x="648229" y="25100"/>
                  </a:lnTo>
                  <a:lnTo>
                    <a:pt x="661194" y="26148"/>
                  </a:lnTo>
                  <a:lnTo>
                    <a:pt x="674158" y="31670"/>
                  </a:lnTo>
                  <a:lnTo>
                    <a:pt x="687123" y="40592"/>
                  </a:lnTo>
                  <a:lnTo>
                    <a:pt x="700088" y="51233"/>
                  </a:lnTo>
                  <a:lnTo>
                    <a:pt x="713052" y="61630"/>
                  </a:lnTo>
                  <a:lnTo>
                    <a:pt x="726017" y="69911"/>
                  </a:lnTo>
                  <a:lnTo>
                    <a:pt x="738981" y="74643"/>
                  </a:lnTo>
                  <a:lnTo>
                    <a:pt x="751946" y="75088"/>
                  </a:lnTo>
                  <a:lnTo>
                    <a:pt x="764910" y="71322"/>
                  </a:lnTo>
                  <a:lnTo>
                    <a:pt x="777875" y="64203"/>
                  </a:lnTo>
                  <a:lnTo>
                    <a:pt x="790840" y="55190"/>
                  </a:lnTo>
                  <a:lnTo>
                    <a:pt x="803804" y="46058"/>
                  </a:lnTo>
                  <a:lnTo>
                    <a:pt x="816769" y="38558"/>
                  </a:lnTo>
                  <a:lnTo>
                    <a:pt x="829733" y="34094"/>
                  </a:lnTo>
                  <a:lnTo>
                    <a:pt x="842698" y="33467"/>
                  </a:lnTo>
                  <a:lnTo>
                    <a:pt x="855663" y="36743"/>
                  </a:lnTo>
                  <a:lnTo>
                    <a:pt x="868627" y="43262"/>
                  </a:lnTo>
                  <a:lnTo>
                    <a:pt x="881592" y="51779"/>
                  </a:lnTo>
                  <a:lnTo>
                    <a:pt x="894556" y="60711"/>
                  </a:lnTo>
                  <a:lnTo>
                    <a:pt x="907521" y="68444"/>
                  </a:lnTo>
                  <a:lnTo>
                    <a:pt x="920485" y="73631"/>
                  </a:lnTo>
                  <a:lnTo>
                    <a:pt x="933450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FB1419"/>
              </a:solidFill>
            </a:ln>
          </p:spPr>
        </p:sp>
        <p:sp>
          <p:nvSpPr>
            <p:cNvPr id="141" name="141 path">
              <a:extLst xmlns:a="http://schemas.openxmlformats.org/drawingml/2006/main">
                <a:ext uri="{FF2B5EF4-FFF2-40B4-BE49-F238E27FC236}">
                  <a16:creationId xmlns:a16="http://schemas.microsoft.com/office/drawing/2014/main" id="{9E2795DB-45A9-481A-83FC-61D7655F21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5875" y="2409825"/>
              <a:ext cx="4038600" cy="95"/>
            </a:xfrm>
            <a:custGeom xmlns:a="http://schemas.openxmlformats.org/drawingml/2006/main"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B9D3EC"/>
              </a:solidFill>
            </a:ln>
          </p:spPr>
        </p:sp>
        <p:sp>
          <p:nvSpPr>
            <p:cNvPr id="142" name="142 Forward">
              <a:extLst xmlns:a="http://schemas.openxmlformats.org/drawingml/2006/main">
                <a:ext uri="{FF2B5EF4-FFF2-40B4-BE49-F238E27FC236}">
                  <a16:creationId xmlns:a16="http://schemas.microsoft.com/office/drawing/2014/main" id="{A187F8ED-8C48-421F-B6F0-6E235220BB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2533650"/>
              <a:ext cx="1276350" cy="2173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Forward</a:t>
              </a:r>
            </a:p>
          </p:txBody>
        </p:sp>
        <p:sp>
          <p:nvSpPr>
            <p:cNvPr id="143" name="143 path">
              <a:extLst xmlns:a="http://schemas.openxmlformats.org/drawingml/2006/main">
                <a:ext uri="{FF2B5EF4-FFF2-40B4-BE49-F238E27FC236}">
                  <a16:creationId xmlns:a16="http://schemas.microsoft.com/office/drawing/2014/main" id="{2D2FCA2C-0280-46B2-9CFB-D9BD02A02F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2562225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44" name="144 path">
              <a:extLst xmlns:a="http://schemas.openxmlformats.org/drawingml/2006/main">
                <a:ext uri="{FF2B5EF4-FFF2-40B4-BE49-F238E27FC236}">
                  <a16:creationId xmlns:a16="http://schemas.microsoft.com/office/drawing/2014/main" id="{9BE16F3C-638D-452C-8ADC-D10A1F9BE3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2743200"/>
              <a:ext cx="942975" cy="95"/>
            </a:xfrm>
            <a:custGeom xmlns:a="http://schemas.openxmlformats.org/drawingml/2006/main"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45" name="145 Source forward curve">
              <a:extLst xmlns:a="http://schemas.openxmlformats.org/drawingml/2006/main">
                <a:ext uri="{FF2B5EF4-FFF2-40B4-BE49-F238E27FC236}">
                  <a16:creationId xmlns:a16="http://schemas.microsoft.com/office/drawing/2014/main" id="{A169D425-6C7B-4FA3-B9D3-E0F582994F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2617089"/>
              <a:ext cx="942975" cy="75438"/>
            </a:xfrm>
            <a:custGeom xmlns:a="http://schemas.openxmlformats.org/drawingml/2006/main"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0082FF"/>
              </a:solidFill>
            </a:ln>
          </p:spPr>
        </p:sp>
        <p:sp>
          <p:nvSpPr>
            <p:cNvPr id="146" name="146 path">
              <a:extLst xmlns:a="http://schemas.openxmlformats.org/drawingml/2006/main">
                <a:ext uri="{FF2B5EF4-FFF2-40B4-BE49-F238E27FC236}">
                  <a16:creationId xmlns:a16="http://schemas.microsoft.com/office/drawing/2014/main" id="{5AFA669B-AFDA-4151-956F-02C21EC326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2409825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47" name="147 path">
              <a:extLst xmlns:a="http://schemas.openxmlformats.org/drawingml/2006/main">
                <a:ext uri="{FF2B5EF4-FFF2-40B4-BE49-F238E27FC236}">
                  <a16:creationId xmlns:a16="http://schemas.microsoft.com/office/drawing/2014/main" id="{ADA7AB1F-97E2-4A9F-BA12-14D1883977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2590800"/>
              <a:ext cx="933450" cy="95"/>
            </a:xfrm>
            <a:custGeom xmlns:a="http://schemas.openxmlformats.org/drawingml/2006/main"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48" name="148 Target forward curve">
              <a:extLst xmlns:a="http://schemas.openxmlformats.org/drawingml/2006/main">
                <a:ext uri="{FF2B5EF4-FFF2-40B4-BE49-F238E27FC236}">
                  <a16:creationId xmlns:a16="http://schemas.microsoft.com/office/drawing/2014/main" id="{2C0F502C-8AE3-4B62-B58D-F83DF92E28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2562750"/>
              <a:ext cx="933450" cy="9047"/>
            </a:xfrm>
            <a:custGeom xmlns:a="http://schemas.openxmlformats.org/drawingml/2006/main">
              <a:pathLst>
                <a:path w="933450" h="9047">
                  <a:moveTo>
                    <a:pt x="0" y="4524"/>
                  </a:moveTo>
                  <a:lnTo>
                    <a:pt x="12965" y="7272"/>
                  </a:lnTo>
                  <a:lnTo>
                    <a:pt x="25929" y="8890"/>
                  </a:lnTo>
                  <a:lnTo>
                    <a:pt x="38894" y="8712"/>
                  </a:lnTo>
                  <a:lnTo>
                    <a:pt x="51858" y="6813"/>
                  </a:lnTo>
                  <a:lnTo>
                    <a:pt x="64823" y="3972"/>
                  </a:lnTo>
                  <a:lnTo>
                    <a:pt x="77787" y="1358"/>
                  </a:lnTo>
                  <a:lnTo>
                    <a:pt x="90752" y="45"/>
                  </a:lnTo>
                  <a:lnTo>
                    <a:pt x="103717" y="575"/>
                  </a:lnTo>
                  <a:lnTo>
                    <a:pt x="116681" y="2728"/>
                  </a:lnTo>
                  <a:lnTo>
                    <a:pt x="129646" y="5619"/>
                  </a:lnTo>
                  <a:lnTo>
                    <a:pt x="142610" y="8060"/>
                  </a:lnTo>
                  <a:lnTo>
                    <a:pt x="155575" y="9047"/>
                  </a:lnTo>
                  <a:lnTo>
                    <a:pt x="168540" y="8174"/>
                  </a:lnTo>
                  <a:lnTo>
                    <a:pt x="181504" y="5799"/>
                  </a:lnTo>
                  <a:lnTo>
                    <a:pt x="194469" y="2901"/>
                  </a:lnTo>
                  <a:lnTo>
                    <a:pt x="207433" y="669"/>
                  </a:lnTo>
                  <a:lnTo>
                    <a:pt x="220398" y="23"/>
                  </a:lnTo>
                  <a:lnTo>
                    <a:pt x="233363" y="1227"/>
                  </a:lnTo>
                  <a:lnTo>
                    <a:pt x="246327" y="3787"/>
                  </a:lnTo>
                  <a:lnTo>
                    <a:pt x="259292" y="6650"/>
                  </a:lnTo>
                  <a:lnTo>
                    <a:pt x="272256" y="8638"/>
                  </a:lnTo>
                  <a:lnTo>
                    <a:pt x="285221" y="8935"/>
                  </a:lnTo>
                  <a:lnTo>
                    <a:pt x="298185" y="7418"/>
                  </a:lnTo>
                  <a:lnTo>
                    <a:pt x="311150" y="4710"/>
                  </a:lnTo>
                  <a:lnTo>
                    <a:pt x="324115" y="1926"/>
                  </a:lnTo>
                  <a:lnTo>
                    <a:pt x="337079" y="210"/>
                  </a:lnTo>
                  <a:lnTo>
                    <a:pt x="350044" y="268"/>
                  </a:lnTo>
                  <a:lnTo>
                    <a:pt x="363008" y="2075"/>
                  </a:lnTo>
                  <a:lnTo>
                    <a:pt x="375973" y="4890"/>
                  </a:lnTo>
                  <a:lnTo>
                    <a:pt x="388938" y="7553"/>
                  </a:lnTo>
                  <a:lnTo>
                    <a:pt x="401902" y="8971"/>
                  </a:lnTo>
                  <a:lnTo>
                    <a:pt x="414867" y="8560"/>
                  </a:lnTo>
                  <a:lnTo>
                    <a:pt x="427831" y="6489"/>
                  </a:lnTo>
                  <a:lnTo>
                    <a:pt x="440796" y="3610"/>
                  </a:lnTo>
                  <a:lnTo>
                    <a:pt x="453760" y="1106"/>
                  </a:lnTo>
                  <a:lnTo>
                    <a:pt x="466725" y="8"/>
                  </a:lnTo>
                  <a:lnTo>
                    <a:pt x="479690" y="766"/>
                  </a:lnTo>
                  <a:lnTo>
                    <a:pt x="492654" y="3070"/>
                  </a:lnTo>
                  <a:lnTo>
                    <a:pt x="505619" y="5971"/>
                  </a:lnTo>
                  <a:lnTo>
                    <a:pt x="518583" y="8277"/>
                  </a:lnTo>
                  <a:lnTo>
                    <a:pt x="531548" y="9040"/>
                  </a:lnTo>
                  <a:lnTo>
                    <a:pt x="544512" y="7945"/>
                  </a:lnTo>
                  <a:lnTo>
                    <a:pt x="557477" y="5444"/>
                  </a:lnTo>
                  <a:lnTo>
                    <a:pt x="570442" y="2564"/>
                  </a:lnTo>
                  <a:lnTo>
                    <a:pt x="583406" y="490"/>
                  </a:lnTo>
                  <a:lnTo>
                    <a:pt x="596371" y="74"/>
                  </a:lnTo>
                  <a:lnTo>
                    <a:pt x="609335" y="1488"/>
                  </a:lnTo>
                  <a:lnTo>
                    <a:pt x="622300" y="4150"/>
                  </a:lnTo>
                  <a:lnTo>
                    <a:pt x="635265" y="6966"/>
                  </a:lnTo>
                  <a:lnTo>
                    <a:pt x="648229" y="8777"/>
                  </a:lnTo>
                  <a:lnTo>
                    <a:pt x="661194" y="8839"/>
                  </a:lnTo>
                  <a:lnTo>
                    <a:pt x="674158" y="7127"/>
                  </a:lnTo>
                  <a:lnTo>
                    <a:pt x="687123" y="4344"/>
                  </a:lnTo>
                  <a:lnTo>
                    <a:pt x="700088" y="1635"/>
                  </a:lnTo>
                  <a:lnTo>
                    <a:pt x="713052" y="114"/>
                  </a:lnTo>
                  <a:lnTo>
                    <a:pt x="726017" y="406"/>
                  </a:lnTo>
                  <a:lnTo>
                    <a:pt x="738981" y="2391"/>
                  </a:lnTo>
                  <a:lnTo>
                    <a:pt x="751946" y="5253"/>
                  </a:lnTo>
                  <a:lnTo>
                    <a:pt x="764910" y="7815"/>
                  </a:lnTo>
                  <a:lnTo>
                    <a:pt x="777875" y="9024"/>
                  </a:lnTo>
                  <a:lnTo>
                    <a:pt x="790840" y="8382"/>
                  </a:lnTo>
                  <a:lnTo>
                    <a:pt x="803804" y="6153"/>
                  </a:lnTo>
                  <a:lnTo>
                    <a:pt x="816769" y="3255"/>
                  </a:lnTo>
                  <a:lnTo>
                    <a:pt x="829733" y="878"/>
                  </a:lnTo>
                  <a:lnTo>
                    <a:pt x="842698" y="0"/>
                  </a:lnTo>
                  <a:lnTo>
                    <a:pt x="855663" y="982"/>
                  </a:lnTo>
                  <a:lnTo>
                    <a:pt x="868627" y="3421"/>
                  </a:lnTo>
                  <a:lnTo>
                    <a:pt x="881592" y="6313"/>
                  </a:lnTo>
                  <a:lnTo>
                    <a:pt x="894556" y="8469"/>
                  </a:lnTo>
                  <a:lnTo>
                    <a:pt x="907521" y="9003"/>
                  </a:lnTo>
                  <a:lnTo>
                    <a:pt x="920485" y="7695"/>
                  </a:lnTo>
                  <a:lnTo>
                    <a:pt x="933450" y="508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FB1419"/>
              </a:solidFill>
            </a:ln>
          </p:spPr>
        </p:sp>
        <p:sp>
          <p:nvSpPr>
            <p:cNvPr id="149" name="149 path">
              <a:extLst xmlns:a="http://schemas.openxmlformats.org/drawingml/2006/main">
                <a:ext uri="{FF2B5EF4-FFF2-40B4-BE49-F238E27FC236}">
                  <a16:creationId xmlns:a16="http://schemas.microsoft.com/office/drawing/2014/main" id="{EF5064C2-B8F2-4EDA-A10D-BFDBDB9985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5875" y="2876550"/>
              <a:ext cx="4038600" cy="95"/>
            </a:xfrm>
            <a:custGeom xmlns:a="http://schemas.openxmlformats.org/drawingml/2006/main"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B9D3EC"/>
              </a:solidFill>
            </a:ln>
          </p:spPr>
        </p:sp>
        <p:sp>
          <p:nvSpPr>
            <p:cNvPr id="150" name="150 Gradients">
              <a:extLst xmlns:a="http://schemas.openxmlformats.org/drawingml/2006/main">
                <a:ext uri="{FF2B5EF4-FFF2-40B4-BE49-F238E27FC236}">
                  <a16:creationId xmlns:a16="http://schemas.microsoft.com/office/drawing/2014/main" id="{92385E34-FC74-4088-9F72-3F8D1609C6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3000375"/>
              <a:ext cx="1276350" cy="2173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Gradients</a:t>
              </a:r>
            </a:p>
          </p:txBody>
        </p:sp>
        <p:sp>
          <p:nvSpPr>
            <p:cNvPr id="151" name="151 path">
              <a:extLst xmlns:a="http://schemas.openxmlformats.org/drawingml/2006/main">
                <a:ext uri="{FF2B5EF4-FFF2-40B4-BE49-F238E27FC236}">
                  <a16:creationId xmlns:a16="http://schemas.microsoft.com/office/drawing/2014/main" id="{A626BD93-E569-44AF-8DB2-F0B3066453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028950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52" name="152 path">
              <a:extLst xmlns:a="http://schemas.openxmlformats.org/drawingml/2006/main">
                <a:ext uri="{FF2B5EF4-FFF2-40B4-BE49-F238E27FC236}">
                  <a16:creationId xmlns:a16="http://schemas.microsoft.com/office/drawing/2014/main" id="{F66EB076-272A-457C-9F80-A3C5C780C2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209925"/>
              <a:ext cx="942975" cy="95"/>
            </a:xfrm>
            <a:custGeom xmlns:a="http://schemas.openxmlformats.org/drawingml/2006/main"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53" name="153 Source gradients curve">
              <a:extLst xmlns:a="http://schemas.openxmlformats.org/drawingml/2006/main">
                <a:ext uri="{FF2B5EF4-FFF2-40B4-BE49-F238E27FC236}">
                  <a16:creationId xmlns:a16="http://schemas.microsoft.com/office/drawing/2014/main" id="{CAE1BA07-16A4-4157-A6EF-6226F02CC8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050801"/>
              <a:ext cx="942975" cy="122929"/>
            </a:xfrm>
            <a:custGeom xmlns:a="http://schemas.openxmlformats.org/drawingml/2006/main">
              <a:pathLst>
                <a:path w="942975" h="122929">
                  <a:moveTo>
                    <a:pt x="0" y="122929"/>
                  </a:moveTo>
                  <a:lnTo>
                    <a:pt x="13097" y="118667"/>
                  </a:lnTo>
                  <a:lnTo>
                    <a:pt x="26194" y="106588"/>
                  </a:lnTo>
                  <a:lnTo>
                    <a:pt x="39291" y="88837"/>
                  </a:lnTo>
                  <a:lnTo>
                    <a:pt x="52388" y="68649"/>
                  </a:lnTo>
                  <a:lnTo>
                    <a:pt x="65484" y="49757"/>
                  </a:lnTo>
                  <a:lnTo>
                    <a:pt x="78581" y="35689"/>
                  </a:lnTo>
                  <a:lnTo>
                    <a:pt x="91678" y="29102"/>
                  </a:lnTo>
                  <a:lnTo>
                    <a:pt x="104775" y="31270"/>
                  </a:lnTo>
                  <a:lnTo>
                    <a:pt x="117872" y="41831"/>
                  </a:lnTo>
                  <a:lnTo>
                    <a:pt x="130969" y="58838"/>
                  </a:lnTo>
                  <a:lnTo>
                    <a:pt x="144066" y="79105"/>
                  </a:lnTo>
                  <a:lnTo>
                    <a:pt x="157163" y="98799"/>
                  </a:lnTo>
                  <a:lnTo>
                    <a:pt x="170259" y="114156"/>
                  </a:lnTo>
                  <a:lnTo>
                    <a:pt x="183356" y="122188"/>
                  </a:lnTo>
                  <a:lnTo>
                    <a:pt x="196453" y="121259"/>
                  </a:lnTo>
                  <a:lnTo>
                    <a:pt x="209550" y="111403"/>
                  </a:lnTo>
                  <a:lnTo>
                    <a:pt x="222647" y="94339"/>
                  </a:lnTo>
                  <a:lnTo>
                    <a:pt x="235744" y="73161"/>
                  </a:lnTo>
                  <a:lnTo>
                    <a:pt x="248841" y="51771"/>
                  </a:lnTo>
                  <a:lnTo>
                    <a:pt x="261938" y="34149"/>
                  </a:lnTo>
                  <a:lnTo>
                    <a:pt x="275034" y="23606"/>
                  </a:lnTo>
                  <a:lnTo>
                    <a:pt x="288131" y="22153"/>
                  </a:lnTo>
                  <a:lnTo>
                    <a:pt x="301228" y="30107"/>
                  </a:lnTo>
                  <a:lnTo>
                    <a:pt x="314325" y="46015"/>
                  </a:lnTo>
                  <a:lnTo>
                    <a:pt x="327422" y="66911"/>
                  </a:lnTo>
                  <a:lnTo>
                    <a:pt x="340519" y="88860"/>
                  </a:lnTo>
                  <a:lnTo>
                    <a:pt x="353616" y="107690"/>
                  </a:lnTo>
                  <a:lnTo>
                    <a:pt x="366713" y="119776"/>
                  </a:lnTo>
                  <a:lnTo>
                    <a:pt x="379809" y="122729"/>
                  </a:lnTo>
                  <a:lnTo>
                    <a:pt x="392906" y="115857"/>
                  </a:lnTo>
                  <a:lnTo>
                    <a:pt x="406003" y="100314"/>
                  </a:lnTo>
                  <a:lnTo>
                    <a:pt x="419100" y="78895"/>
                  </a:lnTo>
                  <a:lnTo>
                    <a:pt x="432197" y="55534"/>
                  </a:lnTo>
                  <a:lnTo>
                    <a:pt x="445294" y="34564"/>
                  </a:lnTo>
                  <a:lnTo>
                    <a:pt x="458391" y="19910"/>
                  </a:lnTo>
                  <a:lnTo>
                    <a:pt x="471488" y="14344"/>
                  </a:lnTo>
                  <a:lnTo>
                    <a:pt x="484584" y="18952"/>
                  </a:lnTo>
                  <a:lnTo>
                    <a:pt x="497681" y="32912"/>
                  </a:lnTo>
                  <a:lnTo>
                    <a:pt x="510778" y="53636"/>
                  </a:lnTo>
                  <a:lnTo>
                    <a:pt x="523875" y="77234"/>
                  </a:lnTo>
                  <a:lnTo>
                    <a:pt x="536972" y="99242"/>
                  </a:lnTo>
                  <a:lnTo>
                    <a:pt x="550069" y="115453"/>
                  </a:lnTo>
                  <a:lnTo>
                    <a:pt x="563166" y="122716"/>
                  </a:lnTo>
                  <a:lnTo>
                    <a:pt x="576263" y="119534"/>
                  </a:lnTo>
                  <a:lnTo>
                    <a:pt x="589359" y="106365"/>
                  </a:lnTo>
                  <a:lnTo>
                    <a:pt x="602456" y="85552"/>
                  </a:lnTo>
                  <a:lnTo>
                    <a:pt x="615553" y="60899"/>
                  </a:lnTo>
                  <a:lnTo>
                    <a:pt x="628650" y="36966"/>
                  </a:lnTo>
                  <a:lnTo>
                    <a:pt x="641747" y="18219"/>
                  </a:lnTo>
                  <a:lnTo>
                    <a:pt x="654844" y="8185"/>
                  </a:lnTo>
                  <a:lnTo>
                    <a:pt x="667941" y="8782"/>
                  </a:lnTo>
                  <a:lnTo>
                    <a:pt x="681038" y="19944"/>
                  </a:lnTo>
                  <a:lnTo>
                    <a:pt x="694134" y="39613"/>
                  </a:lnTo>
                  <a:lnTo>
                    <a:pt x="707231" y="64112"/>
                  </a:lnTo>
                  <a:lnTo>
                    <a:pt x="720328" y="88824"/>
                  </a:lnTo>
                  <a:lnTo>
                    <a:pt x="733425" y="109051"/>
                  </a:lnTo>
                  <a:lnTo>
                    <a:pt x="746522" y="120899"/>
                  </a:lnTo>
                  <a:lnTo>
                    <a:pt x="759619" y="122020"/>
                  </a:lnTo>
                  <a:lnTo>
                    <a:pt x="772716" y="112065"/>
                  </a:lnTo>
                  <a:lnTo>
                    <a:pt x="785813" y="92767"/>
                  </a:lnTo>
                  <a:lnTo>
                    <a:pt x="798909" y="67632"/>
                  </a:lnTo>
                  <a:lnTo>
                    <a:pt x="812006" y="41297"/>
                  </a:lnTo>
                  <a:lnTo>
                    <a:pt x="825103" y="18661"/>
                  </a:lnTo>
                  <a:lnTo>
                    <a:pt x="838200" y="3967"/>
                  </a:lnTo>
                  <a:lnTo>
                    <a:pt x="851297" y="0"/>
                  </a:lnTo>
                  <a:lnTo>
                    <a:pt x="864394" y="7547"/>
                  </a:lnTo>
                  <a:lnTo>
                    <a:pt x="877491" y="25235"/>
                  </a:lnTo>
                  <a:lnTo>
                    <a:pt x="890588" y="49769"/>
                  </a:lnTo>
                  <a:lnTo>
                    <a:pt x="903684" y="76541"/>
                  </a:lnTo>
                  <a:lnTo>
                    <a:pt x="916781" y="100482"/>
                  </a:lnTo>
                  <a:lnTo>
                    <a:pt x="929878" y="117018"/>
                  </a:lnTo>
                  <a:lnTo>
                    <a:pt x="942975" y="122929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0082FF"/>
              </a:solidFill>
            </a:ln>
          </p:spPr>
        </p:sp>
        <p:sp>
          <p:nvSpPr>
            <p:cNvPr id="154" name="154 path">
              <a:extLst xmlns:a="http://schemas.openxmlformats.org/drawingml/2006/main">
                <a:ext uri="{FF2B5EF4-FFF2-40B4-BE49-F238E27FC236}">
                  <a16:creationId xmlns:a16="http://schemas.microsoft.com/office/drawing/2014/main" id="{0B06D25E-DE02-4F2F-854C-77807F41DB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028950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55" name="155 path">
              <a:extLst xmlns:a="http://schemas.openxmlformats.org/drawingml/2006/main">
                <a:ext uri="{FF2B5EF4-FFF2-40B4-BE49-F238E27FC236}">
                  <a16:creationId xmlns:a16="http://schemas.microsoft.com/office/drawing/2014/main" id="{7380E86D-E6F9-4DA9-8FAA-DC0D625F6A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209925"/>
              <a:ext cx="933450" cy="95"/>
            </a:xfrm>
            <a:custGeom xmlns:a="http://schemas.openxmlformats.org/drawingml/2006/main"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56" name="156 Target gradients curve">
              <a:extLst xmlns:a="http://schemas.openxmlformats.org/drawingml/2006/main">
                <a:ext uri="{FF2B5EF4-FFF2-40B4-BE49-F238E27FC236}">
                  <a16:creationId xmlns:a16="http://schemas.microsoft.com/office/drawing/2014/main" id="{C62614BB-8BB2-4D60-BAA6-0E539F3381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070711"/>
              <a:ext cx="933450" cy="129444"/>
            </a:xfrm>
            <a:custGeom xmlns:a="http://schemas.openxmlformats.org/drawingml/2006/main">
              <a:pathLst>
                <a:path w="933450" h="129444">
                  <a:moveTo>
                    <a:pt x="0" y="103019"/>
                  </a:moveTo>
                  <a:lnTo>
                    <a:pt x="12965" y="98757"/>
                  </a:lnTo>
                  <a:lnTo>
                    <a:pt x="25929" y="86678"/>
                  </a:lnTo>
                  <a:lnTo>
                    <a:pt x="38894" y="68926"/>
                  </a:lnTo>
                  <a:lnTo>
                    <a:pt x="51858" y="48739"/>
                  </a:lnTo>
                  <a:lnTo>
                    <a:pt x="64823" y="29847"/>
                  </a:lnTo>
                  <a:lnTo>
                    <a:pt x="77787" y="15779"/>
                  </a:lnTo>
                  <a:lnTo>
                    <a:pt x="90752" y="9191"/>
                  </a:lnTo>
                  <a:lnTo>
                    <a:pt x="103717" y="11360"/>
                  </a:lnTo>
                  <a:lnTo>
                    <a:pt x="116681" y="21921"/>
                  </a:lnTo>
                  <a:lnTo>
                    <a:pt x="129646" y="38928"/>
                  </a:lnTo>
                  <a:lnTo>
                    <a:pt x="142610" y="59195"/>
                  </a:lnTo>
                  <a:lnTo>
                    <a:pt x="155575" y="78889"/>
                  </a:lnTo>
                  <a:lnTo>
                    <a:pt x="168540" y="94246"/>
                  </a:lnTo>
                  <a:lnTo>
                    <a:pt x="181504" y="102278"/>
                  </a:lnTo>
                  <a:lnTo>
                    <a:pt x="194469" y="101349"/>
                  </a:lnTo>
                  <a:lnTo>
                    <a:pt x="207433" y="91493"/>
                  </a:lnTo>
                  <a:lnTo>
                    <a:pt x="220398" y="74429"/>
                  </a:lnTo>
                  <a:lnTo>
                    <a:pt x="233363" y="53251"/>
                  </a:lnTo>
                  <a:lnTo>
                    <a:pt x="246327" y="31860"/>
                  </a:lnTo>
                  <a:lnTo>
                    <a:pt x="259292" y="14239"/>
                  </a:lnTo>
                  <a:lnTo>
                    <a:pt x="272256" y="3696"/>
                  </a:lnTo>
                  <a:lnTo>
                    <a:pt x="285221" y="2243"/>
                  </a:lnTo>
                  <a:lnTo>
                    <a:pt x="298185" y="10197"/>
                  </a:lnTo>
                  <a:lnTo>
                    <a:pt x="311150" y="26105"/>
                  </a:lnTo>
                  <a:lnTo>
                    <a:pt x="324115" y="47001"/>
                  </a:lnTo>
                  <a:lnTo>
                    <a:pt x="337079" y="68950"/>
                  </a:lnTo>
                  <a:lnTo>
                    <a:pt x="350044" y="87780"/>
                  </a:lnTo>
                  <a:lnTo>
                    <a:pt x="363008" y="99866"/>
                  </a:lnTo>
                  <a:lnTo>
                    <a:pt x="375973" y="102819"/>
                  </a:lnTo>
                  <a:lnTo>
                    <a:pt x="388938" y="95947"/>
                  </a:lnTo>
                  <a:lnTo>
                    <a:pt x="401902" y="80403"/>
                  </a:lnTo>
                  <a:lnTo>
                    <a:pt x="414867" y="58985"/>
                  </a:lnTo>
                  <a:lnTo>
                    <a:pt x="427831" y="35624"/>
                  </a:lnTo>
                  <a:lnTo>
                    <a:pt x="440796" y="14654"/>
                  </a:lnTo>
                  <a:lnTo>
                    <a:pt x="453760" y="0"/>
                  </a:lnTo>
                  <a:lnTo>
                    <a:pt x="466725" y="45865"/>
                  </a:lnTo>
                  <a:lnTo>
                    <a:pt x="479690" y="49077"/>
                  </a:lnTo>
                  <a:lnTo>
                    <a:pt x="492654" y="49053"/>
                  </a:lnTo>
                  <a:lnTo>
                    <a:pt x="505619" y="46511"/>
                  </a:lnTo>
                  <a:lnTo>
                    <a:pt x="518583" y="42928"/>
                  </a:lnTo>
                  <a:lnTo>
                    <a:pt x="531548" y="40093"/>
                  </a:lnTo>
                  <a:lnTo>
                    <a:pt x="544512" y="39570"/>
                  </a:lnTo>
                  <a:lnTo>
                    <a:pt x="557477" y="42228"/>
                  </a:lnTo>
                  <a:lnTo>
                    <a:pt x="570442" y="47980"/>
                  </a:lnTo>
                  <a:lnTo>
                    <a:pt x="583406" y="55806"/>
                  </a:lnTo>
                  <a:lnTo>
                    <a:pt x="596371" y="64064"/>
                  </a:lnTo>
                  <a:lnTo>
                    <a:pt x="609335" y="70982"/>
                  </a:lnTo>
                  <a:lnTo>
                    <a:pt x="622300" y="75191"/>
                  </a:lnTo>
                  <a:lnTo>
                    <a:pt x="635265" y="76136"/>
                  </a:lnTo>
                  <a:lnTo>
                    <a:pt x="648229" y="74244"/>
                  </a:lnTo>
                  <a:lnTo>
                    <a:pt x="661194" y="70797"/>
                  </a:lnTo>
                  <a:lnTo>
                    <a:pt x="674158" y="67542"/>
                  </a:lnTo>
                  <a:lnTo>
                    <a:pt x="687123" y="66170"/>
                  </a:lnTo>
                  <a:lnTo>
                    <a:pt x="700088" y="67806"/>
                  </a:lnTo>
                  <a:lnTo>
                    <a:pt x="713052" y="72668"/>
                  </a:lnTo>
                  <a:lnTo>
                    <a:pt x="726017" y="80007"/>
                  </a:lnTo>
                  <a:lnTo>
                    <a:pt x="738981" y="88325"/>
                  </a:lnTo>
                  <a:lnTo>
                    <a:pt x="751946" y="95834"/>
                  </a:lnTo>
                  <a:lnTo>
                    <a:pt x="764910" y="100985"/>
                  </a:lnTo>
                  <a:lnTo>
                    <a:pt x="777875" y="102941"/>
                  </a:lnTo>
                  <a:lnTo>
                    <a:pt x="790840" y="101825"/>
                  </a:lnTo>
                  <a:lnTo>
                    <a:pt x="803804" y="98685"/>
                  </a:lnTo>
                  <a:lnTo>
                    <a:pt x="816769" y="95176"/>
                  </a:lnTo>
                  <a:lnTo>
                    <a:pt x="829733" y="93065"/>
                  </a:lnTo>
                  <a:lnTo>
                    <a:pt x="842698" y="93700"/>
                  </a:lnTo>
                  <a:lnTo>
                    <a:pt x="855663" y="97600"/>
                  </a:lnTo>
                  <a:lnTo>
                    <a:pt x="868627" y="104304"/>
                  </a:lnTo>
                  <a:lnTo>
                    <a:pt x="881592" y="112507"/>
                  </a:lnTo>
                  <a:lnTo>
                    <a:pt x="894556" y="120454"/>
                  </a:lnTo>
                  <a:lnTo>
                    <a:pt x="907521" y="126465"/>
                  </a:lnTo>
                  <a:lnTo>
                    <a:pt x="920485" y="129444"/>
                  </a:lnTo>
                  <a:lnTo>
                    <a:pt x="933450" y="12920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FB1419"/>
              </a:solidFill>
            </a:ln>
          </p:spPr>
        </p:sp>
        <p:sp>
          <p:nvSpPr>
            <p:cNvPr id="157" name="157 path">
              <a:extLst xmlns:a="http://schemas.openxmlformats.org/drawingml/2006/main">
                <a:ext uri="{FF2B5EF4-FFF2-40B4-BE49-F238E27FC236}">
                  <a16:creationId xmlns:a16="http://schemas.microsoft.com/office/drawing/2014/main" id="{64E02343-F936-49D9-A624-33E42802CC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5875" y="3343275"/>
              <a:ext cx="4038600" cy="95"/>
            </a:xfrm>
            <a:custGeom xmlns:a="http://schemas.openxmlformats.org/drawingml/2006/main"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B9D3EC"/>
              </a:solidFill>
            </a:ln>
          </p:spPr>
        </p:sp>
        <p:sp>
          <p:nvSpPr>
            <p:cNvPr id="158" name="158 Parameter update">
              <a:extLst xmlns:a="http://schemas.openxmlformats.org/drawingml/2006/main">
                <a:ext uri="{FF2B5EF4-FFF2-40B4-BE49-F238E27FC236}">
                  <a16:creationId xmlns:a16="http://schemas.microsoft.com/office/drawing/2014/main" id="{5E8A41CD-0A82-4BE4-ADA6-61F954AA9A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3467100"/>
              <a:ext cx="1276350" cy="2173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Parameter update</a:t>
              </a:r>
            </a:p>
          </p:txBody>
        </p:sp>
        <p:sp>
          <p:nvSpPr>
            <p:cNvPr id="159" name="159 path">
              <a:extLst xmlns:a="http://schemas.openxmlformats.org/drawingml/2006/main">
                <a:ext uri="{FF2B5EF4-FFF2-40B4-BE49-F238E27FC236}">
                  <a16:creationId xmlns:a16="http://schemas.microsoft.com/office/drawing/2014/main" id="{D092B43E-B91A-4642-BB58-7803BE1CFE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495675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60" name="160 path">
              <a:extLst xmlns:a="http://schemas.openxmlformats.org/drawingml/2006/main">
                <a:ext uri="{FF2B5EF4-FFF2-40B4-BE49-F238E27FC236}">
                  <a16:creationId xmlns:a16="http://schemas.microsoft.com/office/drawing/2014/main" id="{216BE239-B854-40BE-BC2F-8D97045132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676650"/>
              <a:ext cx="942975" cy="95"/>
            </a:xfrm>
            <a:custGeom xmlns:a="http://schemas.openxmlformats.org/drawingml/2006/main"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61" name="161 Source parameter update curve">
              <a:extLst xmlns:a="http://schemas.openxmlformats.org/drawingml/2006/main">
                <a:ext uri="{FF2B5EF4-FFF2-40B4-BE49-F238E27FC236}">
                  <a16:creationId xmlns:a16="http://schemas.microsoft.com/office/drawing/2014/main" id="{F4D758C7-82DD-4B79-94AE-173664DEB7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550539"/>
              <a:ext cx="942975" cy="75438"/>
            </a:xfrm>
            <a:custGeom xmlns:a="http://schemas.openxmlformats.org/drawingml/2006/main"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0082FF"/>
              </a:solidFill>
            </a:ln>
          </p:spPr>
        </p:sp>
        <p:sp>
          <p:nvSpPr>
            <p:cNvPr id="162" name="162 path">
              <a:extLst xmlns:a="http://schemas.openxmlformats.org/drawingml/2006/main">
                <a:ext uri="{FF2B5EF4-FFF2-40B4-BE49-F238E27FC236}">
                  <a16:creationId xmlns:a16="http://schemas.microsoft.com/office/drawing/2014/main" id="{2865CFBE-2D49-40BA-8AD1-25E9F1D5C7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495675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63" name="163 path">
              <a:extLst xmlns:a="http://schemas.openxmlformats.org/drawingml/2006/main">
                <a:ext uri="{FF2B5EF4-FFF2-40B4-BE49-F238E27FC236}">
                  <a16:creationId xmlns:a16="http://schemas.microsoft.com/office/drawing/2014/main" id="{9A624BFC-527F-433F-8EDD-0BE4F2C0F3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676650"/>
              <a:ext cx="933450" cy="95"/>
            </a:xfrm>
            <a:custGeom xmlns:a="http://schemas.openxmlformats.org/drawingml/2006/main"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64" name="164 Target parameter update curve">
              <a:extLst xmlns:a="http://schemas.openxmlformats.org/drawingml/2006/main">
                <a:ext uri="{FF2B5EF4-FFF2-40B4-BE49-F238E27FC236}">
                  <a16:creationId xmlns:a16="http://schemas.microsoft.com/office/drawing/2014/main" id="{153F08E2-22DF-422F-AEAF-B18AA3E3D3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550539"/>
              <a:ext cx="933450" cy="75438"/>
            </a:xfrm>
            <a:custGeom xmlns:a="http://schemas.openxmlformats.org/drawingml/2006/main">
              <a:pathLst>
                <a:path w="933450" h="75438">
                  <a:moveTo>
                    <a:pt x="0" y="75438"/>
                  </a:moveTo>
                  <a:lnTo>
                    <a:pt x="12965" y="71735"/>
                  </a:lnTo>
                  <a:lnTo>
                    <a:pt x="25929" y="61423"/>
                  </a:lnTo>
                  <a:lnTo>
                    <a:pt x="38894" y="46571"/>
                  </a:lnTo>
                  <a:lnTo>
                    <a:pt x="51858" y="30067"/>
                  </a:lnTo>
                  <a:lnTo>
                    <a:pt x="64823" y="15062"/>
                  </a:lnTo>
                  <a:lnTo>
                    <a:pt x="77787" y="4380"/>
                  </a:lnTo>
                  <a:lnTo>
                    <a:pt x="90752" y="0"/>
                  </a:lnTo>
                  <a:lnTo>
                    <a:pt x="103717" y="2696"/>
                  </a:lnTo>
                  <a:lnTo>
                    <a:pt x="116681" y="11912"/>
                  </a:lnTo>
                  <a:lnTo>
                    <a:pt x="129646" y="25886"/>
                  </a:lnTo>
                  <a:lnTo>
                    <a:pt x="142610" y="41996"/>
                  </a:lnTo>
                  <a:lnTo>
                    <a:pt x="155575" y="57265"/>
                  </a:lnTo>
                  <a:lnTo>
                    <a:pt x="168540" y="68918"/>
                  </a:lnTo>
                  <a:lnTo>
                    <a:pt x="181504" y="74895"/>
                  </a:lnTo>
                  <a:lnTo>
                    <a:pt x="194469" y="74229"/>
                  </a:lnTo>
                  <a:lnTo>
                    <a:pt x="207433" y="67206"/>
                  </a:lnTo>
                  <a:lnTo>
                    <a:pt x="220398" y="55287"/>
                  </a:lnTo>
                  <a:lnTo>
                    <a:pt x="233363" y="40827"/>
                  </a:lnTo>
                  <a:lnTo>
                    <a:pt x="246327" y="26611"/>
                  </a:lnTo>
                  <a:lnTo>
                    <a:pt x="259292" y="15334"/>
                  </a:lnTo>
                  <a:lnTo>
                    <a:pt x="272256" y="9100"/>
                  </a:lnTo>
                  <a:lnTo>
                    <a:pt x="285221" y="9036"/>
                  </a:lnTo>
                  <a:lnTo>
                    <a:pt x="298185" y="15104"/>
                  </a:lnTo>
                  <a:lnTo>
                    <a:pt x="311150" y="26123"/>
                  </a:lnTo>
                  <a:lnTo>
                    <a:pt x="324115" y="40010"/>
                  </a:lnTo>
                  <a:lnTo>
                    <a:pt x="337079" y="54186"/>
                  </a:lnTo>
                  <a:lnTo>
                    <a:pt x="350044" y="66063"/>
                  </a:lnTo>
                  <a:lnTo>
                    <a:pt x="363008" y="73525"/>
                  </a:lnTo>
                  <a:lnTo>
                    <a:pt x="375973" y="75319"/>
                  </a:lnTo>
                  <a:lnTo>
                    <a:pt x="388938" y="71266"/>
                  </a:lnTo>
                  <a:lnTo>
                    <a:pt x="401902" y="62282"/>
                  </a:lnTo>
                  <a:lnTo>
                    <a:pt x="414867" y="50181"/>
                  </a:lnTo>
                  <a:lnTo>
                    <a:pt x="427831" y="37327"/>
                  </a:lnTo>
                  <a:lnTo>
                    <a:pt x="440796" y="26177"/>
                  </a:lnTo>
                  <a:lnTo>
                    <a:pt x="453760" y="18826"/>
                  </a:lnTo>
                  <a:lnTo>
                    <a:pt x="466725" y="16622"/>
                  </a:lnTo>
                  <a:lnTo>
                    <a:pt x="479690" y="19928"/>
                  </a:lnTo>
                  <a:lnTo>
                    <a:pt x="492654" y="28076"/>
                  </a:lnTo>
                  <a:lnTo>
                    <a:pt x="505619" y="39510"/>
                  </a:lnTo>
                  <a:lnTo>
                    <a:pt x="518583" y="52092"/>
                  </a:lnTo>
                  <a:lnTo>
                    <a:pt x="531548" y="63514"/>
                  </a:lnTo>
                  <a:lnTo>
                    <a:pt x="544512" y="71731"/>
                  </a:lnTo>
                  <a:lnTo>
                    <a:pt x="557477" y="75334"/>
                  </a:lnTo>
                  <a:lnTo>
                    <a:pt x="570442" y="73804"/>
                  </a:lnTo>
                  <a:lnTo>
                    <a:pt x="583406" y="67587"/>
                  </a:lnTo>
                  <a:lnTo>
                    <a:pt x="596371" y="57990"/>
                  </a:lnTo>
                  <a:lnTo>
                    <a:pt x="609335" y="46924"/>
                  </a:lnTo>
                  <a:lnTo>
                    <a:pt x="622300" y="36529"/>
                  </a:lnTo>
                  <a:lnTo>
                    <a:pt x="635265" y="28776"/>
                  </a:lnTo>
                  <a:lnTo>
                    <a:pt x="648229" y="25100"/>
                  </a:lnTo>
                  <a:lnTo>
                    <a:pt x="661194" y="26148"/>
                  </a:lnTo>
                  <a:lnTo>
                    <a:pt x="674158" y="31670"/>
                  </a:lnTo>
                  <a:lnTo>
                    <a:pt x="687123" y="40592"/>
                  </a:lnTo>
                  <a:lnTo>
                    <a:pt x="700088" y="51233"/>
                  </a:lnTo>
                  <a:lnTo>
                    <a:pt x="713052" y="61630"/>
                  </a:lnTo>
                  <a:lnTo>
                    <a:pt x="726017" y="69911"/>
                  </a:lnTo>
                  <a:lnTo>
                    <a:pt x="738981" y="74643"/>
                  </a:lnTo>
                  <a:lnTo>
                    <a:pt x="751946" y="75088"/>
                  </a:lnTo>
                  <a:lnTo>
                    <a:pt x="764910" y="71322"/>
                  </a:lnTo>
                  <a:lnTo>
                    <a:pt x="777875" y="64203"/>
                  </a:lnTo>
                  <a:lnTo>
                    <a:pt x="790840" y="55190"/>
                  </a:lnTo>
                  <a:lnTo>
                    <a:pt x="803804" y="46058"/>
                  </a:lnTo>
                  <a:lnTo>
                    <a:pt x="816769" y="38558"/>
                  </a:lnTo>
                  <a:lnTo>
                    <a:pt x="829733" y="34094"/>
                  </a:lnTo>
                  <a:lnTo>
                    <a:pt x="842698" y="33467"/>
                  </a:lnTo>
                  <a:lnTo>
                    <a:pt x="855663" y="36743"/>
                  </a:lnTo>
                  <a:lnTo>
                    <a:pt x="868627" y="43262"/>
                  </a:lnTo>
                  <a:lnTo>
                    <a:pt x="881592" y="51779"/>
                  </a:lnTo>
                  <a:lnTo>
                    <a:pt x="894556" y="60711"/>
                  </a:lnTo>
                  <a:lnTo>
                    <a:pt x="907521" y="68444"/>
                  </a:lnTo>
                  <a:lnTo>
                    <a:pt x="920485" y="73631"/>
                  </a:lnTo>
                  <a:lnTo>
                    <a:pt x="933450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FB1419"/>
              </a:solidFill>
            </a:ln>
          </p:spPr>
        </p:sp>
        <p:sp>
          <p:nvSpPr>
            <p:cNvPr id="165" name="165 path">
              <a:extLst xmlns:a="http://schemas.openxmlformats.org/drawingml/2006/main">
                <a:ext uri="{FF2B5EF4-FFF2-40B4-BE49-F238E27FC236}">
                  <a16:creationId xmlns:a16="http://schemas.microsoft.com/office/drawing/2014/main" id="{95DDB0DF-6661-4BE8-89A3-B20A081E36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5875" y="3810000"/>
              <a:ext cx="4038600" cy="95"/>
            </a:xfrm>
            <a:custGeom xmlns:a="http://schemas.openxmlformats.org/drawingml/2006/main"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B9D3EC"/>
              </a:solidFill>
            </a:ln>
          </p:spPr>
        </p:sp>
        <p:sp>
          <p:nvSpPr>
            <p:cNvPr id="166" name="166 Next forward">
              <a:extLst xmlns:a="http://schemas.openxmlformats.org/drawingml/2006/main">
                <a:ext uri="{FF2B5EF4-FFF2-40B4-BE49-F238E27FC236}">
                  <a16:creationId xmlns:a16="http://schemas.microsoft.com/office/drawing/2014/main" id="{BE60AEBF-D4CD-480D-B023-6D3EC452D9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14925" y="3933825"/>
              <a:ext cx="1276350" cy="2173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Next forward</a:t>
              </a:r>
            </a:p>
          </p:txBody>
        </p:sp>
        <p:sp>
          <p:nvSpPr>
            <p:cNvPr id="167" name="167 path">
              <a:extLst xmlns:a="http://schemas.openxmlformats.org/drawingml/2006/main">
                <a:ext uri="{FF2B5EF4-FFF2-40B4-BE49-F238E27FC236}">
                  <a16:creationId xmlns:a16="http://schemas.microsoft.com/office/drawing/2014/main" id="{52660A8B-A588-444D-9252-C1BF236FC7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3962400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68" name="168 path">
              <a:extLst xmlns:a="http://schemas.openxmlformats.org/drawingml/2006/main">
                <a:ext uri="{FF2B5EF4-FFF2-40B4-BE49-F238E27FC236}">
                  <a16:creationId xmlns:a16="http://schemas.microsoft.com/office/drawing/2014/main" id="{E970D47D-DE7F-4120-BC53-D78DD6D10C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4143375"/>
              <a:ext cx="942975" cy="95"/>
            </a:xfrm>
            <a:custGeom xmlns:a="http://schemas.openxmlformats.org/drawingml/2006/main"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69" name="169 Source next forward curve">
              <a:extLst xmlns:a="http://schemas.openxmlformats.org/drawingml/2006/main">
                <a:ext uri="{FF2B5EF4-FFF2-40B4-BE49-F238E27FC236}">
                  <a16:creationId xmlns:a16="http://schemas.microsoft.com/office/drawing/2014/main" id="{FC0F8BF9-4180-49F6-82F0-5940037C60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9875" y="4017264"/>
              <a:ext cx="942975" cy="75438"/>
            </a:xfrm>
            <a:custGeom xmlns:a="http://schemas.openxmlformats.org/drawingml/2006/main"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0082FF"/>
              </a:solidFill>
            </a:ln>
          </p:spPr>
        </p:sp>
        <p:sp>
          <p:nvSpPr>
            <p:cNvPr id="170" name="170 path">
              <a:extLst xmlns:a="http://schemas.openxmlformats.org/drawingml/2006/main">
                <a:ext uri="{FF2B5EF4-FFF2-40B4-BE49-F238E27FC236}">
                  <a16:creationId xmlns:a16="http://schemas.microsoft.com/office/drawing/2014/main" id="{99C911D6-8DA3-4BB8-9A1F-C7E05DC255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3962400"/>
              <a:ext cx="95" cy="180975"/>
            </a:xfrm>
            <a:custGeom xmlns:a="http://schemas.openxmlformats.org/drawingml/2006/main"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71" name="171 path">
              <a:extLst xmlns:a="http://schemas.openxmlformats.org/drawingml/2006/main">
                <a:ext uri="{FF2B5EF4-FFF2-40B4-BE49-F238E27FC236}">
                  <a16:creationId xmlns:a16="http://schemas.microsoft.com/office/drawing/2014/main" id="{29DACEB4-3C58-4B3A-AB78-BF956A4BAC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4143375"/>
              <a:ext cx="933450" cy="95"/>
            </a:xfrm>
            <a:custGeom xmlns:a="http://schemas.openxmlformats.org/drawingml/2006/main"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094BD"/>
              </a:solidFill>
            </a:ln>
          </p:spPr>
        </p:sp>
        <p:sp>
          <p:nvSpPr>
            <p:cNvPr id="172" name="172 Target next forward curve">
              <a:extLst xmlns:a="http://schemas.openxmlformats.org/drawingml/2006/main">
                <a:ext uri="{FF2B5EF4-FFF2-40B4-BE49-F238E27FC236}">
                  <a16:creationId xmlns:a16="http://schemas.microsoft.com/office/drawing/2014/main" id="{D8CF7E38-7C69-4F82-BA14-16D586CB46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1000" y="4017264"/>
              <a:ext cx="933450" cy="75438"/>
            </a:xfrm>
            <a:custGeom xmlns:a="http://schemas.openxmlformats.org/drawingml/2006/main">
              <a:pathLst>
                <a:path w="933450" h="75438">
                  <a:moveTo>
                    <a:pt x="0" y="75438"/>
                  </a:moveTo>
                  <a:lnTo>
                    <a:pt x="12965" y="71735"/>
                  </a:lnTo>
                  <a:lnTo>
                    <a:pt x="25929" y="61423"/>
                  </a:lnTo>
                  <a:lnTo>
                    <a:pt x="38894" y="46571"/>
                  </a:lnTo>
                  <a:lnTo>
                    <a:pt x="51858" y="30067"/>
                  </a:lnTo>
                  <a:lnTo>
                    <a:pt x="64823" y="15062"/>
                  </a:lnTo>
                  <a:lnTo>
                    <a:pt x="77787" y="4380"/>
                  </a:lnTo>
                  <a:lnTo>
                    <a:pt x="90752" y="0"/>
                  </a:lnTo>
                  <a:lnTo>
                    <a:pt x="103717" y="2696"/>
                  </a:lnTo>
                  <a:lnTo>
                    <a:pt x="116681" y="11912"/>
                  </a:lnTo>
                  <a:lnTo>
                    <a:pt x="129646" y="25886"/>
                  </a:lnTo>
                  <a:lnTo>
                    <a:pt x="142610" y="41996"/>
                  </a:lnTo>
                  <a:lnTo>
                    <a:pt x="155575" y="57265"/>
                  </a:lnTo>
                  <a:lnTo>
                    <a:pt x="168540" y="68918"/>
                  </a:lnTo>
                  <a:lnTo>
                    <a:pt x="181504" y="74895"/>
                  </a:lnTo>
                  <a:lnTo>
                    <a:pt x="194469" y="74229"/>
                  </a:lnTo>
                  <a:lnTo>
                    <a:pt x="207433" y="67206"/>
                  </a:lnTo>
                  <a:lnTo>
                    <a:pt x="220398" y="55287"/>
                  </a:lnTo>
                  <a:lnTo>
                    <a:pt x="233363" y="40827"/>
                  </a:lnTo>
                  <a:lnTo>
                    <a:pt x="246327" y="26611"/>
                  </a:lnTo>
                  <a:lnTo>
                    <a:pt x="259292" y="15334"/>
                  </a:lnTo>
                  <a:lnTo>
                    <a:pt x="272256" y="9100"/>
                  </a:lnTo>
                  <a:lnTo>
                    <a:pt x="285221" y="9036"/>
                  </a:lnTo>
                  <a:lnTo>
                    <a:pt x="298185" y="15104"/>
                  </a:lnTo>
                  <a:lnTo>
                    <a:pt x="311150" y="26123"/>
                  </a:lnTo>
                  <a:lnTo>
                    <a:pt x="324115" y="40010"/>
                  </a:lnTo>
                  <a:lnTo>
                    <a:pt x="337079" y="54186"/>
                  </a:lnTo>
                  <a:lnTo>
                    <a:pt x="350044" y="66063"/>
                  </a:lnTo>
                  <a:lnTo>
                    <a:pt x="363008" y="73525"/>
                  </a:lnTo>
                  <a:lnTo>
                    <a:pt x="375973" y="75319"/>
                  </a:lnTo>
                  <a:lnTo>
                    <a:pt x="388938" y="71266"/>
                  </a:lnTo>
                  <a:lnTo>
                    <a:pt x="401902" y="62282"/>
                  </a:lnTo>
                  <a:lnTo>
                    <a:pt x="414867" y="50181"/>
                  </a:lnTo>
                  <a:lnTo>
                    <a:pt x="427831" y="37327"/>
                  </a:lnTo>
                  <a:lnTo>
                    <a:pt x="440796" y="26177"/>
                  </a:lnTo>
                  <a:lnTo>
                    <a:pt x="453760" y="18826"/>
                  </a:lnTo>
                  <a:lnTo>
                    <a:pt x="466725" y="16622"/>
                  </a:lnTo>
                  <a:lnTo>
                    <a:pt x="479690" y="19928"/>
                  </a:lnTo>
                  <a:lnTo>
                    <a:pt x="492654" y="28076"/>
                  </a:lnTo>
                  <a:lnTo>
                    <a:pt x="505619" y="39510"/>
                  </a:lnTo>
                  <a:lnTo>
                    <a:pt x="518583" y="52092"/>
                  </a:lnTo>
                  <a:lnTo>
                    <a:pt x="531548" y="63514"/>
                  </a:lnTo>
                  <a:lnTo>
                    <a:pt x="544512" y="71731"/>
                  </a:lnTo>
                  <a:lnTo>
                    <a:pt x="557477" y="75334"/>
                  </a:lnTo>
                  <a:lnTo>
                    <a:pt x="570442" y="73804"/>
                  </a:lnTo>
                  <a:lnTo>
                    <a:pt x="583406" y="67587"/>
                  </a:lnTo>
                  <a:lnTo>
                    <a:pt x="596371" y="57990"/>
                  </a:lnTo>
                  <a:lnTo>
                    <a:pt x="609335" y="46924"/>
                  </a:lnTo>
                  <a:lnTo>
                    <a:pt x="622300" y="36529"/>
                  </a:lnTo>
                  <a:lnTo>
                    <a:pt x="635265" y="28776"/>
                  </a:lnTo>
                  <a:lnTo>
                    <a:pt x="648229" y="25100"/>
                  </a:lnTo>
                  <a:lnTo>
                    <a:pt x="661194" y="26148"/>
                  </a:lnTo>
                  <a:lnTo>
                    <a:pt x="674158" y="31670"/>
                  </a:lnTo>
                  <a:lnTo>
                    <a:pt x="687123" y="40592"/>
                  </a:lnTo>
                  <a:lnTo>
                    <a:pt x="700088" y="51233"/>
                  </a:lnTo>
                  <a:lnTo>
                    <a:pt x="713052" y="61630"/>
                  </a:lnTo>
                  <a:lnTo>
                    <a:pt x="726017" y="69911"/>
                  </a:lnTo>
                  <a:lnTo>
                    <a:pt x="738981" y="74643"/>
                  </a:lnTo>
                  <a:lnTo>
                    <a:pt x="751946" y="75088"/>
                  </a:lnTo>
                  <a:lnTo>
                    <a:pt x="764910" y="71322"/>
                  </a:lnTo>
                  <a:lnTo>
                    <a:pt x="777875" y="64203"/>
                  </a:lnTo>
                  <a:lnTo>
                    <a:pt x="790840" y="55190"/>
                  </a:lnTo>
                  <a:lnTo>
                    <a:pt x="803804" y="46058"/>
                  </a:lnTo>
                  <a:lnTo>
                    <a:pt x="816769" y="38558"/>
                  </a:lnTo>
                  <a:lnTo>
                    <a:pt x="829733" y="34094"/>
                  </a:lnTo>
                  <a:lnTo>
                    <a:pt x="842698" y="33467"/>
                  </a:lnTo>
                  <a:lnTo>
                    <a:pt x="855663" y="36743"/>
                  </a:lnTo>
                  <a:lnTo>
                    <a:pt x="868627" y="43262"/>
                  </a:lnTo>
                  <a:lnTo>
                    <a:pt x="881592" y="51779"/>
                  </a:lnTo>
                  <a:lnTo>
                    <a:pt x="894556" y="60711"/>
                  </a:lnTo>
                  <a:lnTo>
                    <a:pt x="907521" y="68444"/>
                  </a:lnTo>
                  <a:lnTo>
                    <a:pt x="920485" y="73631"/>
                  </a:lnTo>
                  <a:lnTo>
                    <a:pt x="933450" y="75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FB1419"/>
              </a:solidFill>
            </a:ln>
          </p:spPr>
        </p:sp>
        <p:sp>
          <p:nvSpPr>
            <p:cNvPr id="173" name="173 path">
              <a:extLst xmlns:a="http://schemas.openxmlformats.org/drawingml/2006/main">
                <a:ext uri="{FF2B5EF4-FFF2-40B4-BE49-F238E27FC236}">
                  <a16:creationId xmlns:a16="http://schemas.microsoft.com/office/drawing/2014/main" id="{4720C0C2-127B-4B54-8D11-6482B0CF60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29375" y="2838450"/>
              <a:ext cx="95" cy="457200"/>
            </a:xfrm>
            <a:custGeom xmlns:a="http://schemas.openxmlformats.org/drawingml/2006/main">
              <a:pathLst>
                <a:path w="9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A3BFDD"/>
              </a:solidFill>
            </a:ln>
          </p:spPr>
        </p:sp>
        <p:sp>
          <p:nvSpPr>
            <p:cNvPr id="174" name="174 path">
              <a:extLst xmlns:a="http://schemas.openxmlformats.org/drawingml/2006/main">
                <a:ext uri="{FF2B5EF4-FFF2-40B4-BE49-F238E27FC236}">
                  <a16:creationId xmlns:a16="http://schemas.microsoft.com/office/drawing/2014/main" id="{577F0337-4323-4BC8-B5A2-4DB6CFDEBC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98788" y="3095625"/>
              <a:ext cx="6962" cy="61628"/>
            </a:xfrm>
            <a:custGeom xmlns:a="http://schemas.openxmlformats.org/drawingml/2006/main">
              <a:pathLst>
                <a:path w="6962" h="61628">
                  <a:moveTo>
                    <a:pt x="6962" y="0"/>
                  </a:moveTo>
                  <a:lnTo>
                    <a:pt x="6683" y="12426"/>
                  </a:lnTo>
                  <a:lnTo>
                    <a:pt x="5845" y="24827"/>
                  </a:lnTo>
                  <a:lnTo>
                    <a:pt x="4449" y="37177"/>
                  </a:lnTo>
                  <a:lnTo>
                    <a:pt x="2500" y="49452"/>
                  </a:lnTo>
                  <a:lnTo>
                    <a:pt x="0" y="6162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75" name="175 path">
              <a:extLst xmlns:a="http://schemas.openxmlformats.org/drawingml/2006/main">
                <a:ext uri="{FF2B5EF4-FFF2-40B4-BE49-F238E27FC236}">
                  <a16:creationId xmlns:a16="http://schemas.microsoft.com/office/drawing/2014/main" id="{32C5F126-8F7E-4CC8-BDD9-42A171724C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54707" y="3201332"/>
              <a:ext cx="30016" cy="54272"/>
            </a:xfrm>
            <a:custGeom xmlns:a="http://schemas.openxmlformats.org/drawingml/2006/main">
              <a:pathLst>
                <a:path w="30016" h="54272">
                  <a:moveTo>
                    <a:pt x="30016" y="0"/>
                  </a:moveTo>
                  <a:lnTo>
                    <a:pt x="25003" y="11373"/>
                  </a:lnTo>
                  <a:lnTo>
                    <a:pt x="19483" y="22509"/>
                  </a:lnTo>
                  <a:lnTo>
                    <a:pt x="13467" y="33385"/>
                  </a:lnTo>
                  <a:lnTo>
                    <a:pt x="6969" y="43980"/>
                  </a:lnTo>
                  <a:lnTo>
                    <a:pt x="0" y="5427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76" name="176 path">
              <a:extLst xmlns:a="http://schemas.openxmlformats.org/drawingml/2006/main">
                <a:ext uri="{FF2B5EF4-FFF2-40B4-BE49-F238E27FC236}">
                  <a16:creationId xmlns:a16="http://schemas.microsoft.com/office/drawing/2014/main" id="{6E7084D1-EC3F-4F87-A83F-A92FBEE90E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76345" y="3290946"/>
              <a:ext cx="48500" cy="38654"/>
            </a:xfrm>
            <a:custGeom xmlns:a="http://schemas.openxmlformats.org/drawingml/2006/main">
              <a:pathLst>
                <a:path w="48500" h="38654">
                  <a:moveTo>
                    <a:pt x="48500" y="0"/>
                  </a:moveTo>
                  <a:lnTo>
                    <a:pt x="39516" y="8589"/>
                  </a:lnTo>
                  <a:lnTo>
                    <a:pt x="30155" y="16765"/>
                  </a:lnTo>
                  <a:lnTo>
                    <a:pt x="20435" y="24511"/>
                  </a:lnTo>
                  <a:lnTo>
                    <a:pt x="10377" y="31812"/>
                  </a:lnTo>
                  <a:lnTo>
                    <a:pt x="0" y="3865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77" name="177 path">
              <a:extLst xmlns:a="http://schemas.openxmlformats.org/drawingml/2006/main">
                <a:ext uri="{FF2B5EF4-FFF2-40B4-BE49-F238E27FC236}">
                  <a16:creationId xmlns:a16="http://schemas.microsoft.com/office/drawing/2014/main" id="{FA0891BF-357C-4419-9038-9B81D6C199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75631" y="3350824"/>
              <a:ext cx="59601" cy="17151"/>
            </a:xfrm>
            <a:custGeom xmlns:a="http://schemas.openxmlformats.org/drawingml/2006/main">
              <a:pathLst>
                <a:path w="59601" h="17151">
                  <a:moveTo>
                    <a:pt x="59601" y="0"/>
                  </a:moveTo>
                  <a:lnTo>
                    <a:pt x="48014" y="4497"/>
                  </a:lnTo>
                  <a:lnTo>
                    <a:pt x="36236" y="8468"/>
                  </a:lnTo>
                  <a:lnTo>
                    <a:pt x="24292" y="11905"/>
                  </a:lnTo>
                  <a:lnTo>
                    <a:pt x="12205" y="14802"/>
                  </a:lnTo>
                  <a:lnTo>
                    <a:pt x="0" y="1715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78" name="178 path">
              <a:extLst xmlns:a="http://schemas.openxmlformats.org/drawingml/2006/main">
                <a:ext uri="{FF2B5EF4-FFF2-40B4-BE49-F238E27FC236}">
                  <a16:creationId xmlns:a16="http://schemas.microsoft.com/office/drawing/2014/main" id="{C4CEFA7F-5192-4834-BEBE-ED61FDFE40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7897" y="3364888"/>
              <a:ext cx="61628" cy="6962"/>
            </a:xfrm>
            <a:custGeom xmlns:a="http://schemas.openxmlformats.org/drawingml/2006/main">
              <a:pathLst>
                <a:path w="61628" h="6962">
                  <a:moveTo>
                    <a:pt x="61628" y="6962"/>
                  </a:moveTo>
                  <a:lnTo>
                    <a:pt x="49202" y="6683"/>
                  </a:lnTo>
                  <a:lnTo>
                    <a:pt x="36801" y="5845"/>
                  </a:lnTo>
                  <a:lnTo>
                    <a:pt x="24450" y="4449"/>
                  </a:lnTo>
                  <a:lnTo>
                    <a:pt x="12175" y="2500"/>
                  </a:ln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79" name="179 path">
              <a:extLst xmlns:a="http://schemas.openxmlformats.org/drawingml/2006/main">
                <a:ext uri="{FF2B5EF4-FFF2-40B4-BE49-F238E27FC236}">
                  <a16:creationId xmlns:a16="http://schemas.microsoft.com/office/drawing/2014/main" id="{5234080D-BA3E-4521-B50D-E85F01AA30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69546" y="3320807"/>
              <a:ext cx="54272" cy="30016"/>
            </a:xfrm>
            <a:custGeom xmlns:a="http://schemas.openxmlformats.org/drawingml/2006/main">
              <a:pathLst>
                <a:path w="54272" h="30016">
                  <a:moveTo>
                    <a:pt x="54272" y="30016"/>
                  </a:moveTo>
                  <a:lnTo>
                    <a:pt x="42899" y="25003"/>
                  </a:lnTo>
                  <a:lnTo>
                    <a:pt x="31763" y="19483"/>
                  </a:lnTo>
                  <a:lnTo>
                    <a:pt x="20887" y="13467"/>
                  </a:lnTo>
                  <a:lnTo>
                    <a:pt x="10292" y="6969"/>
                  </a:ln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0" name="180 path">
              <a:extLst xmlns:a="http://schemas.openxmlformats.org/drawingml/2006/main">
                <a:ext uri="{FF2B5EF4-FFF2-40B4-BE49-F238E27FC236}">
                  <a16:creationId xmlns:a16="http://schemas.microsoft.com/office/drawing/2014/main" id="{2F3CFCED-FE51-4ECC-B390-C548A0C429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95550" y="3242445"/>
              <a:ext cx="38654" cy="48500"/>
            </a:xfrm>
            <a:custGeom xmlns:a="http://schemas.openxmlformats.org/drawingml/2006/main">
              <a:pathLst>
                <a:path w="38654" h="48500">
                  <a:moveTo>
                    <a:pt x="38654" y="48500"/>
                  </a:moveTo>
                  <a:lnTo>
                    <a:pt x="30065" y="39516"/>
                  </a:lnTo>
                  <a:lnTo>
                    <a:pt x="21889" y="30155"/>
                  </a:lnTo>
                  <a:lnTo>
                    <a:pt x="14143" y="20435"/>
                  </a:lnTo>
                  <a:lnTo>
                    <a:pt x="6842" y="10377"/>
                  </a:ln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1" name="181 path">
              <a:extLst xmlns:a="http://schemas.openxmlformats.org/drawingml/2006/main">
                <a:ext uri="{FF2B5EF4-FFF2-40B4-BE49-F238E27FC236}">
                  <a16:creationId xmlns:a16="http://schemas.microsoft.com/office/drawing/2014/main" id="{0BCE4C20-12D6-4590-83CA-EA22B5799B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57175" y="3141731"/>
              <a:ext cx="17151" cy="59601"/>
            </a:xfrm>
            <a:custGeom xmlns:a="http://schemas.openxmlformats.org/drawingml/2006/main">
              <a:pathLst>
                <a:path w="17151" h="59601">
                  <a:moveTo>
                    <a:pt x="17151" y="59601"/>
                  </a:moveTo>
                  <a:lnTo>
                    <a:pt x="12654" y="48014"/>
                  </a:lnTo>
                  <a:lnTo>
                    <a:pt x="8683" y="36236"/>
                  </a:lnTo>
                  <a:lnTo>
                    <a:pt x="5246" y="24292"/>
                  </a:lnTo>
                  <a:lnTo>
                    <a:pt x="2350" y="12205"/>
                  </a:ln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2" name="182 path">
              <a:extLst xmlns:a="http://schemas.openxmlformats.org/drawingml/2006/main">
                <a:ext uri="{FF2B5EF4-FFF2-40B4-BE49-F238E27FC236}">
                  <a16:creationId xmlns:a16="http://schemas.microsoft.com/office/drawing/2014/main" id="{56F001A1-0D9B-4F81-B839-910396C09E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53300" y="3033997"/>
              <a:ext cx="6962" cy="61628"/>
            </a:xfrm>
            <a:custGeom xmlns:a="http://schemas.openxmlformats.org/drawingml/2006/main">
              <a:pathLst>
                <a:path w="6962" h="61628">
                  <a:moveTo>
                    <a:pt x="0" y="61628"/>
                  </a:moveTo>
                  <a:lnTo>
                    <a:pt x="280" y="49202"/>
                  </a:lnTo>
                  <a:lnTo>
                    <a:pt x="1118" y="36801"/>
                  </a:lnTo>
                  <a:lnTo>
                    <a:pt x="2513" y="24450"/>
                  </a:lnTo>
                  <a:lnTo>
                    <a:pt x="4463" y="12175"/>
                  </a:lnTo>
                  <a:lnTo>
                    <a:pt x="696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3" name="183 path">
              <a:extLst xmlns:a="http://schemas.openxmlformats.org/drawingml/2006/main">
                <a:ext uri="{FF2B5EF4-FFF2-40B4-BE49-F238E27FC236}">
                  <a16:creationId xmlns:a16="http://schemas.microsoft.com/office/drawing/2014/main" id="{662ED3D9-8BFA-4D29-B31D-5485736527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74326" y="2935646"/>
              <a:ext cx="30016" cy="54272"/>
            </a:xfrm>
            <a:custGeom xmlns:a="http://schemas.openxmlformats.org/drawingml/2006/main">
              <a:pathLst>
                <a:path w="30016" h="54272">
                  <a:moveTo>
                    <a:pt x="0" y="54272"/>
                  </a:moveTo>
                  <a:lnTo>
                    <a:pt x="5014" y="42899"/>
                  </a:lnTo>
                  <a:lnTo>
                    <a:pt x="10534" y="31763"/>
                  </a:lnTo>
                  <a:lnTo>
                    <a:pt x="16549" y="20887"/>
                  </a:lnTo>
                  <a:lnTo>
                    <a:pt x="23048" y="10292"/>
                  </a:lnTo>
                  <a:lnTo>
                    <a:pt x="3001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4" name="184 path">
              <a:extLst xmlns:a="http://schemas.openxmlformats.org/drawingml/2006/main">
                <a:ext uri="{FF2B5EF4-FFF2-40B4-BE49-F238E27FC236}">
                  <a16:creationId xmlns:a16="http://schemas.microsoft.com/office/drawing/2014/main" id="{A4AAEE2B-07ED-4DD7-B798-0550598EAF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34204" y="2861650"/>
              <a:ext cx="48500" cy="38654"/>
            </a:xfrm>
            <a:custGeom xmlns:a="http://schemas.openxmlformats.org/drawingml/2006/main">
              <a:pathLst>
                <a:path w="48500" h="38654">
                  <a:moveTo>
                    <a:pt x="0" y="38654"/>
                  </a:moveTo>
                  <a:lnTo>
                    <a:pt x="8984" y="30065"/>
                  </a:lnTo>
                  <a:lnTo>
                    <a:pt x="18346" y="21889"/>
                  </a:lnTo>
                  <a:lnTo>
                    <a:pt x="28065" y="14143"/>
                  </a:lnTo>
                  <a:lnTo>
                    <a:pt x="38124" y="6842"/>
                  </a:lnTo>
                  <a:lnTo>
                    <a:pt x="48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5" name="185 path">
              <a:extLst xmlns:a="http://schemas.openxmlformats.org/drawingml/2006/main">
                <a:ext uri="{FF2B5EF4-FFF2-40B4-BE49-F238E27FC236}">
                  <a16:creationId xmlns:a16="http://schemas.microsoft.com/office/drawing/2014/main" id="{F1E10CC7-75BB-4324-8BAA-46D0796A85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3818" y="2823275"/>
              <a:ext cx="59601" cy="17151"/>
            </a:xfrm>
            <a:custGeom xmlns:a="http://schemas.openxmlformats.org/drawingml/2006/main">
              <a:pathLst>
                <a:path w="59601" h="17151">
                  <a:moveTo>
                    <a:pt x="0" y="17151"/>
                  </a:moveTo>
                  <a:lnTo>
                    <a:pt x="11587" y="12654"/>
                  </a:lnTo>
                  <a:lnTo>
                    <a:pt x="23365" y="8683"/>
                  </a:lnTo>
                  <a:lnTo>
                    <a:pt x="35309" y="5246"/>
                  </a:lnTo>
                  <a:lnTo>
                    <a:pt x="47396" y="2350"/>
                  </a:lnTo>
                  <a:lnTo>
                    <a:pt x="59601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6" name="186 path">
              <a:extLst xmlns:a="http://schemas.openxmlformats.org/drawingml/2006/main">
                <a:ext uri="{FF2B5EF4-FFF2-40B4-BE49-F238E27FC236}">
                  <a16:creationId xmlns:a16="http://schemas.microsoft.com/office/drawing/2014/main" id="{0B91D987-5D4C-4554-B598-A94A59327C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9525" y="2819400"/>
              <a:ext cx="61628" cy="6962"/>
            </a:xfrm>
            <a:custGeom xmlns:a="http://schemas.openxmlformats.org/drawingml/2006/main">
              <a:pathLst>
                <a:path w="61628" h="6962">
                  <a:moveTo>
                    <a:pt x="0" y="0"/>
                  </a:moveTo>
                  <a:lnTo>
                    <a:pt x="12426" y="280"/>
                  </a:lnTo>
                  <a:lnTo>
                    <a:pt x="24827" y="1118"/>
                  </a:lnTo>
                  <a:lnTo>
                    <a:pt x="37177" y="2513"/>
                  </a:lnTo>
                  <a:lnTo>
                    <a:pt x="49452" y="4463"/>
                  </a:lnTo>
                  <a:lnTo>
                    <a:pt x="61628" y="696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7" name="187 path">
              <a:extLst xmlns:a="http://schemas.openxmlformats.org/drawingml/2006/main">
                <a:ext uri="{FF2B5EF4-FFF2-40B4-BE49-F238E27FC236}">
                  <a16:creationId xmlns:a16="http://schemas.microsoft.com/office/drawing/2014/main" id="{9132B639-F5EC-4871-BDB7-C487BBD996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35232" y="2840426"/>
              <a:ext cx="54272" cy="30016"/>
            </a:xfrm>
            <a:custGeom xmlns:a="http://schemas.openxmlformats.org/drawingml/2006/main">
              <a:pathLst>
                <a:path w="54272" h="30016">
                  <a:moveTo>
                    <a:pt x="0" y="0"/>
                  </a:moveTo>
                  <a:lnTo>
                    <a:pt x="11373" y="5014"/>
                  </a:lnTo>
                  <a:lnTo>
                    <a:pt x="22509" y="10534"/>
                  </a:lnTo>
                  <a:lnTo>
                    <a:pt x="33385" y="16549"/>
                  </a:lnTo>
                  <a:lnTo>
                    <a:pt x="43980" y="23048"/>
                  </a:lnTo>
                  <a:lnTo>
                    <a:pt x="54272" y="30016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8" name="188 path">
              <a:extLst xmlns:a="http://schemas.openxmlformats.org/drawingml/2006/main">
                <a:ext uri="{FF2B5EF4-FFF2-40B4-BE49-F238E27FC236}">
                  <a16:creationId xmlns:a16="http://schemas.microsoft.com/office/drawing/2014/main" id="{DD369EF4-7710-482F-ABE0-76FC7DF31D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4846" y="2900304"/>
              <a:ext cx="38654" cy="48500"/>
            </a:xfrm>
            <a:custGeom xmlns:a="http://schemas.openxmlformats.org/drawingml/2006/main">
              <a:pathLst>
                <a:path w="38654" h="48500">
                  <a:moveTo>
                    <a:pt x="0" y="0"/>
                  </a:moveTo>
                  <a:lnTo>
                    <a:pt x="8589" y="8984"/>
                  </a:lnTo>
                  <a:lnTo>
                    <a:pt x="16765" y="18346"/>
                  </a:lnTo>
                  <a:lnTo>
                    <a:pt x="24511" y="28065"/>
                  </a:lnTo>
                  <a:lnTo>
                    <a:pt x="31812" y="38124"/>
                  </a:lnTo>
                  <a:lnTo>
                    <a:pt x="38654" y="48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89" name="189 path">
              <a:extLst xmlns:a="http://schemas.openxmlformats.org/drawingml/2006/main">
                <a:ext uri="{FF2B5EF4-FFF2-40B4-BE49-F238E27FC236}">
                  <a16:creationId xmlns:a16="http://schemas.microsoft.com/office/drawing/2014/main" id="{592201D7-C275-44D7-82DC-9443EA9F99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84724" y="2989918"/>
              <a:ext cx="17151" cy="59601"/>
            </a:xfrm>
            <a:custGeom xmlns:a="http://schemas.openxmlformats.org/drawingml/2006/main">
              <a:pathLst>
                <a:path w="17151" h="59601">
                  <a:moveTo>
                    <a:pt x="0" y="0"/>
                  </a:moveTo>
                  <a:lnTo>
                    <a:pt x="4497" y="11587"/>
                  </a:lnTo>
                  <a:lnTo>
                    <a:pt x="8468" y="23365"/>
                  </a:lnTo>
                  <a:lnTo>
                    <a:pt x="11905" y="35309"/>
                  </a:lnTo>
                  <a:lnTo>
                    <a:pt x="14802" y="47396"/>
                  </a:lnTo>
                  <a:lnTo>
                    <a:pt x="17151" y="5960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90" name="190 First divergence">
              <a:extLst xmlns:a="http://schemas.openxmlformats.org/drawingml/2006/main">
                <a:ext uri="{FF2B5EF4-FFF2-40B4-BE49-F238E27FC236}">
                  <a16:creationId xmlns:a16="http://schemas.microsoft.com/office/drawing/2014/main" id="{DE1B4141-7883-4DE4-9237-CBE7172FA5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2609850"/>
              <a:ext cx="1352550" cy="21850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8" b="1">
                  <a:solidFill>
                    <a:srgbClr val="F3101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1">
                  <a:solidFill>
                    <a:srgbClr val="F31017"/>
                  </a:solidFill>
                  <a:latin typeface="Times New Roman"/>
                  <a:ea typeface="Times New Roman"/>
                  <a:cs typeface="Times New Roman"/>
                </a:rPr>
                <a:t>First divergence</a:t>
              </a:r>
            </a:p>
          </p:txBody>
        </p:sp>
        <p:sp>
          <p:nvSpPr>
            <p:cNvPr id="191" name="191 path">
              <a:extLst xmlns:a="http://schemas.openxmlformats.org/drawingml/2006/main">
                <a:ext uri="{FF2B5EF4-FFF2-40B4-BE49-F238E27FC236}">
                  <a16:creationId xmlns:a16="http://schemas.microsoft.com/office/drawing/2014/main" id="{A5E5563E-4E51-4A1F-BC64-1660B86E06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77150" y="2847975"/>
              <a:ext cx="238125" cy="238125"/>
            </a:xfrm>
            <a:custGeom xmlns:a="http://schemas.openxmlformats.org/drawingml/2006/main">
              <a:pathLst>
                <a:path w="238125" h="238125">
                  <a:moveTo>
                    <a:pt x="238125" y="0"/>
                  </a:moveTo>
                  <a:lnTo>
                    <a:pt x="0" y="238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F31017"/>
              </a:solidFill>
            </a:ln>
          </p:spPr>
        </p:sp>
        <p:sp>
          <p:nvSpPr>
            <p:cNvPr id="192" name="192 arrow head">
              <a:extLst xmlns:a="http://schemas.openxmlformats.org/drawingml/2006/main">
                <a:ext uri="{FF2B5EF4-FFF2-40B4-BE49-F238E27FC236}">
                  <a16:creationId xmlns:a16="http://schemas.microsoft.com/office/drawing/2014/main" id="{B0A580B5-F77E-4A04-AC15-03D865E802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77150" y="2996387"/>
              <a:ext cx="89713" cy="89713"/>
            </a:xfrm>
            <a:custGeom xmlns:a="http://schemas.openxmlformats.org/drawingml/2006/main">
              <a:pathLst>
                <a:path w="89713" h="89713">
                  <a:moveTo>
                    <a:pt x="0" y="89713"/>
                  </a:moveTo>
                  <a:lnTo>
                    <a:pt x="89713" y="58192"/>
                  </a:lnTo>
                  <a:lnTo>
                    <a:pt x="31521" y="0"/>
                  </a:lnTo>
                  <a:close/>
                </a:path>
              </a:pathLst>
            </a:custGeom>
            <a:solidFill xmlns:a="http://schemas.openxmlformats.org/drawingml/2006/main">
              <a:srgbClr val="F31017"/>
            </a:solidFill>
            <a:ln xmlns:a="http://schemas.openxmlformats.org/drawingml/2006/main" w="4763">
              <a:solidFill>
                <a:srgbClr val="F31017"/>
              </a:solidFill>
            </a:ln>
          </p:spPr>
        </p:sp>
      </p:grpSp>
      <p:grpSp>
        <p:nvGrpSpPr>
          <p:cNvPr id="479" name="Evidence Handoff"/>
          <p:cNvGrpSpPr/>
          <p:nvPr/>
        </p:nvGrpSpPr>
        <p:grpSpPr>
          <ns19:xfrm xmlns:ns19="http://schemas.openxmlformats.org/drawingml/2006/main">
            <ns19:off x="9725025" y="762000"/>
            <ns19:ext cx="3905250" cy="1790700"/>
            <ns19:chOff x="9725025" y="762000"/>
            <ns19:chExt cx="3905250" cy="1790700"/>
          </ns19:xfrm>
        </p:grpSpPr>
        <p:sp>
          <p:nvSpPr>
            <p:cNvPr id="193" name="193 rect">
              <a:extLst xmlns:a="http://schemas.openxmlformats.org/drawingml/2006/main">
                <a:ext uri="{FF2B5EF4-FFF2-40B4-BE49-F238E27FC236}">
                  <a16:creationId xmlns:a16="http://schemas.microsoft.com/office/drawing/2014/main" id="{94199FB6-6EB7-4649-B732-A4746F737F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25025" y="762000"/>
              <a:ext cx="3905250" cy="1790700"/>
            </a:xfrm>
            <a:prstGeom xmlns:a="http://schemas.openxmlformats.org/drawingml/2006/main" prst="roundRect">
              <a:avLst>
                <a:gd name="adj" fmla="val 9574"/>
              </a:avLst>
            </a:prstGeom>
            <a:gradFill xmlns:a="http://schemas.openxmlformats.org/drawingml/2006/main">
              <a:gsLst>
                <a:gs pos="0">
                  <a:srgbClr val="FFE9C8"/>
                </a:gs>
                <a:gs pos="100000">
                  <a:srgbClr val="FFF4E4"/>
                </a:gs>
              </a:gsLst>
              <a:lin ang="5400000"/>
            </a:gradFill>
            <a:ln xmlns:a="http://schemas.openxmlformats.org/drawingml/2006/main" w="14288">
              <a:solidFill>
                <a:srgbClr val="F17F00"/>
              </a:solidFill>
            </a:ln>
          </p:spPr>
        </p:sp>
        <p:sp>
          <p:nvSpPr>
            <p:cNvPr id="194" name="194 rect">
              <a:extLst xmlns:a="http://schemas.openxmlformats.org/drawingml/2006/main">
                <a:ext uri="{FF2B5EF4-FFF2-40B4-BE49-F238E27FC236}">
                  <a16:creationId xmlns:a16="http://schemas.microsoft.com/office/drawing/2014/main" id="{7F363827-28AC-45EC-B424-2B2B23D17B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44100" y="923925"/>
              <a:ext cx="542925" cy="590550"/>
            </a:xfrm>
            <a:prstGeom xmlns:a="http://schemas.openxmlformats.org/drawingml/2006/main" prst="roundRect">
              <a:avLst>
                <a:gd name="adj" fmla="val 24561"/>
              </a:avLst>
            </a:prstGeom>
            <a:gradFill xmlns:a="http://schemas.openxmlformats.org/drawingml/2006/main">
              <a:gsLst>
                <a:gs pos="0">
                  <a:srgbClr val="FFD68C"/>
                </a:gs>
                <a:gs pos="100000">
                  <a:srgbClr val="FFB14D"/>
                </a:gs>
              </a:gsLst>
              <a:lin ang="5400000"/>
            </a:gradFill>
            <a:ln xmlns:a="http://schemas.openxmlformats.org/drawingml/2006/main" w="0">
              <a:noFill/>
            </a:ln>
          </p:spPr>
        </p:sp>
        <p:grpSp>
          <p:nvGrpSpPr>
            <p:cNvPr id="480" name="icon-document-194"/>
            <p:cNvGrpSpPr/>
            <p:nvPr/>
          </p:nvGrpSpPr>
          <p:grpSpPr>
            <ns14:xfrm xmlns:ns14="http://schemas.openxmlformats.org/drawingml/2006/main">
              <ns14:off x="10075545" y="978694"/>
              <ns14:ext cx="303371" cy="471488"/>
              <ns14:chOff x="10075545" y="978694"/>
              <ns14:chExt cx="303371" cy="471488"/>
            </ns14:xfrm>
          </p:grpSpPr>
          <p:sp>
            <p:nvSpPr>
              <p:cNvPr id="195" name="195 path">
                <a:extLst xmlns:a="http://schemas.openxmlformats.org/drawingml/2006/main">
                  <a:ext uri="{FF2B5EF4-FFF2-40B4-BE49-F238E27FC236}">
                    <a16:creationId xmlns:a16="http://schemas.microsoft.com/office/drawing/2014/main" id="{1502A376-C35B-4E8B-A022-2FBF9747B0D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075545" y="978694"/>
                <a:ext cx="303371" cy="471488"/>
              </a:xfrm>
              <a:custGeom xmlns:a="http://schemas.openxmlformats.org/drawingml/2006/main">
                <a:pathLst>
                  <a:path w="303371" h="471488">
                    <a:moveTo>
                      <a:pt x="0" y="0"/>
                    </a:moveTo>
                    <a:lnTo>
                      <a:pt x="198358" y="0"/>
                    </a:lnTo>
                    <a:lnTo>
                      <a:pt x="303371" y="117872"/>
                    </a:lnTo>
                    <a:lnTo>
                      <a:pt x="303371" y="471488"/>
                    </a:lnTo>
                    <a:lnTo>
                      <a:pt x="0" y="471488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23336">
                <a:solidFill>
                  <a:srgbClr val="003496"/>
                </a:solidFill>
              </a:ln>
            </p:spPr>
          </p:sp>
          <p:sp>
            <p:nvSpPr>
              <p:cNvPr id="196" name="196 path">
                <a:extLst xmlns:a="http://schemas.openxmlformats.org/drawingml/2006/main">
                  <a:ext uri="{FF2B5EF4-FFF2-40B4-BE49-F238E27FC236}">
                    <a16:creationId xmlns:a16="http://schemas.microsoft.com/office/drawing/2014/main" id="{DD045503-CE6F-4CC7-9430-5711E381D58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273903" y="978694"/>
                <a:ext cx="105013" cy="130969"/>
              </a:xfrm>
              <a:custGeom xmlns:a="http://schemas.openxmlformats.org/drawingml/2006/main">
                <a:pathLst>
                  <a:path w="105013" h="130969">
                    <a:moveTo>
                      <a:pt x="0" y="0"/>
                    </a:moveTo>
                    <a:lnTo>
                      <a:pt x="0" y="130969"/>
                    </a:lnTo>
                    <a:lnTo>
                      <a:pt x="105013" y="13096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502">
                <a:solidFill>
                  <a:srgbClr val="003496"/>
                </a:solidFill>
              </a:ln>
            </p:spPr>
          </p:sp>
          <p:sp>
            <p:nvSpPr>
              <p:cNvPr id="197" name="197 path">
                <a:extLst xmlns:a="http://schemas.openxmlformats.org/drawingml/2006/main">
                  <a:ext uri="{FF2B5EF4-FFF2-40B4-BE49-F238E27FC236}">
                    <a16:creationId xmlns:a16="http://schemas.microsoft.com/office/drawing/2014/main" id="{484E1AFE-0ED5-46CE-A37C-24607FCEFCA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33886" y="1188244"/>
                <a:ext cx="163354" cy="95"/>
              </a:xfrm>
              <a:custGeom xmlns:a="http://schemas.openxmlformats.org/drawingml/2006/main"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502">
                <a:solidFill>
                  <a:srgbClr val="003496"/>
                </a:solidFill>
              </a:ln>
            </p:spPr>
          </p:sp>
          <p:sp>
            <p:nvSpPr>
              <p:cNvPr id="198" name="198 path">
                <a:extLst xmlns:a="http://schemas.openxmlformats.org/drawingml/2006/main">
                  <a:ext uri="{FF2B5EF4-FFF2-40B4-BE49-F238E27FC236}">
                    <a16:creationId xmlns:a16="http://schemas.microsoft.com/office/drawing/2014/main" id="{608AC726-2B58-4DD0-ADC0-81E562DAFD5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33886" y="1253728"/>
                <a:ext cx="163354" cy="95"/>
              </a:xfrm>
              <a:custGeom xmlns:a="http://schemas.openxmlformats.org/drawingml/2006/main"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502">
                <a:solidFill>
                  <a:srgbClr val="003496"/>
                </a:solidFill>
              </a:ln>
            </p:spPr>
          </p:sp>
          <p:sp>
            <p:nvSpPr>
              <p:cNvPr id="199" name="199 path">
                <a:extLst xmlns:a="http://schemas.openxmlformats.org/drawingml/2006/main">
                  <a:ext uri="{FF2B5EF4-FFF2-40B4-BE49-F238E27FC236}">
                    <a16:creationId xmlns:a16="http://schemas.microsoft.com/office/drawing/2014/main" id="{A9F68F5B-89F3-49BF-A3F8-B25B1A8923B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33886" y="1319213"/>
                <a:ext cx="163354" cy="95"/>
              </a:xfrm>
              <a:custGeom xmlns:a="http://schemas.openxmlformats.org/drawingml/2006/main"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502">
                <a:solidFill>
                  <a:srgbClr val="003496"/>
                </a:solidFill>
              </a:ln>
            </p:spPr>
          </p:sp>
          <p:sp>
            <p:nvSpPr>
              <p:cNvPr id="200" name="200 path">
                <a:extLst xmlns:a="http://schemas.openxmlformats.org/drawingml/2006/main">
                  <a:ext uri="{FF2B5EF4-FFF2-40B4-BE49-F238E27FC236}">
                    <a16:creationId xmlns:a16="http://schemas.microsoft.com/office/drawing/2014/main" id="{08413347-02F9-416F-A79A-A51F447C998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33886" y="1384697"/>
                <a:ext cx="163354" cy="95"/>
              </a:xfrm>
              <a:custGeom xmlns:a="http://schemas.openxmlformats.org/drawingml/2006/main"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502">
                <a:solidFill>
                  <a:srgbClr val="003496"/>
                </a:solidFill>
              </a:ln>
            </p:spPr>
          </p:sp>
        </p:grpSp>
        <p:sp>
          <p:nvSpPr>
            <p:cNvPr id="201" name="201 Evidence Handoff">
              <a:extLst xmlns:a="http://schemas.openxmlformats.org/drawingml/2006/main">
                <a:ext uri="{FF2B5EF4-FFF2-40B4-BE49-F238E27FC236}">
                  <a16:creationId xmlns:a16="http://schemas.microsoft.com/office/drawing/2014/main" id="{63BA5F30-3474-4D72-992C-69F05C2546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96575" y="923925"/>
              <a:ext cx="2771775" cy="35433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250" b="1">
                  <a:solidFill>
                    <a:srgbClr val="7D1D0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>
                  <a:solidFill>
                    <a:srgbClr val="7D1D08"/>
                  </a:solidFill>
                  <a:latin typeface="Times New Roman"/>
                  <a:ea typeface="Times New Roman"/>
                  <a:cs typeface="Times New Roman"/>
                </a:rPr>
                <a:t>Evidence Handoff</a:t>
              </a:r>
            </a:p>
          </p:txBody>
        </p:sp>
        <p:sp>
          <p:nvSpPr>
            <p:cNvPr id="202" name="202 rect">
              <a:extLst xmlns:a="http://schemas.openxmlformats.org/drawingml/2006/main">
                <a:ext uri="{FF2B5EF4-FFF2-40B4-BE49-F238E27FC236}">
                  <a16:creationId xmlns:a16="http://schemas.microsoft.com/office/drawing/2014/main" id="{F4C07FC6-E585-4DD1-ACBE-D1D91EFC84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86950" y="1457325"/>
              <a:ext cx="3590925" cy="942975"/>
            </a:xfrm>
            <a:prstGeom xmlns:a="http://schemas.openxmlformats.org/drawingml/2006/main" prst="roundRect">
              <a:avLst>
                <a:gd name="adj" fmla="val 10101"/>
              </a:avLst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FFFCF8"/>
                </a:gs>
              </a:gsLst>
              <a:lin ang="5400000"/>
            </a:gradFill>
            <a:ln xmlns:a="http://schemas.openxmlformats.org/drawingml/2006/main" w="9525">
              <a:solidFill>
                <a:srgbClr val="E5DACA"/>
              </a:solidFill>
            </a:ln>
          </p:spPr>
        </p:sp>
        <p:grpSp>
          <p:nvGrpSpPr>
            <p:cNvPr id="481" name="icon-code-202"/>
            <p:cNvGrpSpPr/>
            <p:nvPr/>
          </p:nvGrpSpPr>
          <p:grpSpPr>
            <ns15:xfrm xmlns:ns15="http://schemas.openxmlformats.org/drawingml/2006/main">
              <ns15:off x="10280571" y="1652588"/>
              <ns15:ext cx="250984" cy="200025"/>
              <ns15:chOff x="10280571" y="1652588"/>
              <ns15:chExt cx="250984" cy="200025"/>
            </ns15:xfrm>
          </p:grpSpPr>
          <p:sp>
            <p:nvSpPr>
              <p:cNvPr id="203" name="203 path">
                <a:extLst xmlns:a="http://schemas.openxmlformats.org/drawingml/2006/main">
                  <a:ext uri="{FF2B5EF4-FFF2-40B4-BE49-F238E27FC236}">
                    <a16:creationId xmlns:a16="http://schemas.microsoft.com/office/drawing/2014/main" id="{44297705-28E1-44CC-AF02-613399F2210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280571" y="1685925"/>
                <a:ext cx="66437" cy="133350"/>
              </a:xfrm>
              <a:custGeom xmlns:a="http://schemas.openxmlformats.org/drawingml/2006/main">
                <a:pathLst>
                  <a:path w="66437" h="133350">
                    <a:moveTo>
                      <a:pt x="66437" y="0"/>
                    </a:moveTo>
                    <a:lnTo>
                      <a:pt x="0" y="66675"/>
                    </a:lnTo>
                    <a:lnTo>
                      <a:pt x="66437" y="13335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8002">
                <a:solidFill>
                  <a:srgbClr val="071A47"/>
                </a:solidFill>
              </a:ln>
            </p:spPr>
          </p:sp>
          <p:sp>
            <p:nvSpPr>
              <p:cNvPr id="204" name="204 path">
                <a:extLst xmlns:a="http://schemas.openxmlformats.org/drawingml/2006/main">
                  <a:ext uri="{FF2B5EF4-FFF2-40B4-BE49-F238E27FC236}">
                    <a16:creationId xmlns:a16="http://schemas.microsoft.com/office/drawing/2014/main" id="{69FBDF1F-EA49-4CCE-863D-237687B7B6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465118" y="1685925"/>
                <a:ext cx="66437" cy="133350"/>
              </a:xfrm>
              <a:custGeom xmlns:a="http://schemas.openxmlformats.org/drawingml/2006/main">
                <a:pathLst>
                  <a:path w="66437" h="133350">
                    <a:moveTo>
                      <a:pt x="0" y="0"/>
                    </a:moveTo>
                    <a:lnTo>
                      <a:pt x="66437" y="66675"/>
                    </a:lnTo>
                    <a:lnTo>
                      <a:pt x="0" y="13335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8002">
                <a:solidFill>
                  <a:srgbClr val="071A47"/>
                </a:solidFill>
              </a:ln>
            </p:spPr>
          </p:sp>
          <p:sp>
            <p:nvSpPr>
              <p:cNvPr id="205" name="205 path">
                <a:extLst xmlns:a="http://schemas.openxmlformats.org/drawingml/2006/main">
                  <a:ext uri="{FF2B5EF4-FFF2-40B4-BE49-F238E27FC236}">
                    <a16:creationId xmlns:a16="http://schemas.microsoft.com/office/drawing/2014/main" id="{BB874D0D-0534-4368-AF00-454F09D5E6D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83917" y="1652588"/>
                <a:ext cx="44291" cy="200025"/>
              </a:xfrm>
              <a:custGeom xmlns:a="http://schemas.openxmlformats.org/drawingml/2006/main">
                <a:pathLst>
                  <a:path w="44291" h="200025">
                    <a:moveTo>
                      <a:pt x="44291" y="0"/>
                    </a:moveTo>
                    <a:lnTo>
                      <a:pt x="0" y="2000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8002">
                <a:solidFill>
                  <a:srgbClr val="071A47"/>
                </a:solidFill>
              </a:ln>
            </p:spPr>
          </p:sp>
        </p:grpSp>
        <p:grpSp>
          <p:nvGrpSpPr>
            <p:cNvPr id="482" name="icon-clipboard-205"/>
            <p:cNvGrpSpPr/>
            <p:nvPr/>
          </p:nvGrpSpPr>
          <p:grpSpPr>
            <ns16:xfrm xmlns:ns16="http://schemas.openxmlformats.org/drawingml/2006/main">
              <ns16:off x="11255931" y="1608058"/>
              <ns16:ext cx="167164" cy="298609"/>
              <ns16:chOff x="11255931" y="1608058"/>
              <ns16:chExt cx="167164" cy="298609"/>
            </ns16:xfrm>
          </p:grpSpPr>
          <p:sp>
            <p:nvSpPr>
              <p:cNvPr id="206" name="206 rect">
                <a:extLst xmlns:a="http://schemas.openxmlformats.org/drawingml/2006/main">
                  <a:ext uri="{FF2B5EF4-FFF2-40B4-BE49-F238E27FC236}">
                    <a16:creationId xmlns:a16="http://schemas.microsoft.com/office/drawing/2014/main" id="{0A2BADA3-E5C3-4B8C-BA9C-54CEEBCEDEB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55931" y="1639491"/>
                <a:ext cx="167164" cy="267176"/>
              </a:xfrm>
              <a:prstGeom xmlns:a="http://schemas.openxmlformats.org/drawingml/2006/main" prst="roundRect">
                <a:avLst>
                  <a:gd name="adj" fmla="val 7692"/>
                </a:avLst>
              </a:prstGeom>
              <a:solidFill xmlns:a="http://schemas.openxmlformats.org/drawingml/2006/main">
                <a:srgbClr val="F8FCFF"/>
              </a:solidFill>
              <a:ln xmlns:a="http://schemas.openxmlformats.org/drawingml/2006/main" w="12859">
                <a:solidFill>
                  <a:srgbClr val="071A47"/>
                </a:solidFill>
              </a:ln>
            </p:spPr>
          </p:sp>
          <p:sp>
            <p:nvSpPr>
              <p:cNvPr id="207" name="207 rect">
                <a:extLst xmlns:a="http://schemas.openxmlformats.org/drawingml/2006/main">
                  <a:ext uri="{FF2B5EF4-FFF2-40B4-BE49-F238E27FC236}">
                    <a16:creationId xmlns:a16="http://schemas.microsoft.com/office/drawing/2014/main" id="{7153DCD8-57DE-4AE1-ACFA-210BE83C9A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07366" y="1608058"/>
                <a:ext cx="64294" cy="47149"/>
              </a:xfrm>
              <a:prstGeom xmlns:a="http://schemas.openxmlformats.org/drawingml/2006/main" prst="roundRect">
                <a:avLst>
                  <a:gd name="adj" fmla="val 13636"/>
                </a:avLst>
              </a:prstGeom>
              <a:solidFill xmlns:a="http://schemas.openxmlformats.org/drawingml/2006/main">
                <a:srgbClr val="DBEAF9"/>
              </a:solidFill>
              <a:ln xmlns:a="http://schemas.openxmlformats.org/drawingml/2006/main" w="10930">
                <a:solidFill>
                  <a:srgbClr val="071A47"/>
                </a:solidFill>
              </a:ln>
            </p:spPr>
          </p:sp>
          <p:sp>
            <p:nvSpPr>
              <p:cNvPr id="208" name="208 path">
                <a:extLst xmlns:a="http://schemas.openxmlformats.org/drawingml/2006/main">
                  <a:ext uri="{FF2B5EF4-FFF2-40B4-BE49-F238E27FC236}">
                    <a16:creationId xmlns:a16="http://schemas.microsoft.com/office/drawing/2014/main" id="{B8F446CD-B8C6-40D3-B59C-37730B5E3B5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26654" y="1718072"/>
                <a:ext cx="64294" cy="95"/>
              </a:xfrm>
              <a:custGeom xmlns:a="http://schemas.openxmlformats.org/drawingml/2006/main">
                <a:pathLst>
                  <a:path w="64294" h="9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644">
                <a:solidFill>
                  <a:srgbClr val="003496"/>
                </a:solidFill>
              </a:ln>
            </p:spPr>
          </p:sp>
          <p:sp>
            <p:nvSpPr>
              <p:cNvPr id="209" name="209 path">
                <a:extLst xmlns:a="http://schemas.openxmlformats.org/drawingml/2006/main">
                  <a:ext uri="{FF2B5EF4-FFF2-40B4-BE49-F238E27FC236}">
                    <a16:creationId xmlns:a16="http://schemas.microsoft.com/office/drawing/2014/main" id="{B9584804-1FAB-4529-9FFF-3C35ADF1543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81648" y="1702356"/>
                <a:ext cx="25718" cy="31433"/>
              </a:xfrm>
              <a:custGeom xmlns:a="http://schemas.openxmlformats.org/drawingml/2006/main">
                <a:pathLst>
                  <a:path w="25718" h="31433">
                    <a:moveTo>
                      <a:pt x="0" y="15716"/>
                    </a:moveTo>
                    <a:lnTo>
                      <a:pt x="12859" y="31433"/>
                    </a:lnTo>
                    <a:lnTo>
                      <a:pt x="2571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7715">
                <a:solidFill>
                  <a:srgbClr val="003496"/>
                </a:solidFill>
              </a:ln>
            </p:spPr>
          </p:sp>
          <p:sp>
            <p:nvSpPr>
              <p:cNvPr id="210" name="210 path">
                <a:extLst xmlns:a="http://schemas.openxmlformats.org/drawingml/2006/main">
                  <a:ext uri="{FF2B5EF4-FFF2-40B4-BE49-F238E27FC236}">
                    <a16:creationId xmlns:a16="http://schemas.microsoft.com/office/drawing/2014/main" id="{CAD139BA-4759-417B-8D65-3A8ED5061A8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26654" y="1773079"/>
                <a:ext cx="64294" cy="95"/>
              </a:xfrm>
              <a:custGeom xmlns:a="http://schemas.openxmlformats.org/drawingml/2006/main">
                <a:pathLst>
                  <a:path w="64294" h="9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644">
                <a:solidFill>
                  <a:srgbClr val="003496"/>
                </a:solidFill>
              </a:ln>
            </p:spPr>
          </p:sp>
          <p:sp>
            <p:nvSpPr>
              <p:cNvPr id="211" name="211 path">
                <a:extLst xmlns:a="http://schemas.openxmlformats.org/drawingml/2006/main">
                  <a:ext uri="{FF2B5EF4-FFF2-40B4-BE49-F238E27FC236}">
                    <a16:creationId xmlns:a16="http://schemas.microsoft.com/office/drawing/2014/main" id="{805C4DA7-008A-4A39-8C08-B15DBECC607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81648" y="1757363"/>
                <a:ext cx="25718" cy="31433"/>
              </a:xfrm>
              <a:custGeom xmlns:a="http://schemas.openxmlformats.org/drawingml/2006/main">
                <a:pathLst>
                  <a:path w="25718" h="31433">
                    <a:moveTo>
                      <a:pt x="0" y="15716"/>
                    </a:moveTo>
                    <a:lnTo>
                      <a:pt x="12859" y="31433"/>
                    </a:lnTo>
                    <a:lnTo>
                      <a:pt x="2571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7715">
                <a:solidFill>
                  <a:srgbClr val="003496"/>
                </a:solidFill>
              </a:ln>
            </p:spPr>
          </p:sp>
          <p:sp>
            <p:nvSpPr>
              <p:cNvPr id="212" name="212 path">
                <a:extLst xmlns:a="http://schemas.openxmlformats.org/drawingml/2006/main">
                  <a:ext uri="{FF2B5EF4-FFF2-40B4-BE49-F238E27FC236}">
                    <a16:creationId xmlns:a16="http://schemas.microsoft.com/office/drawing/2014/main" id="{D3317571-7EA9-414F-B639-569D97AF4B7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26654" y="1828086"/>
                <a:ext cx="64294" cy="95"/>
              </a:xfrm>
              <a:custGeom xmlns:a="http://schemas.openxmlformats.org/drawingml/2006/main">
                <a:pathLst>
                  <a:path w="64294" h="9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644">
                <a:solidFill>
                  <a:srgbClr val="003496"/>
                </a:solidFill>
              </a:ln>
            </p:spPr>
          </p:sp>
          <p:sp>
            <p:nvSpPr>
              <p:cNvPr id="213" name="213 path">
                <a:extLst xmlns:a="http://schemas.openxmlformats.org/drawingml/2006/main">
                  <a:ext uri="{FF2B5EF4-FFF2-40B4-BE49-F238E27FC236}">
                    <a16:creationId xmlns:a16="http://schemas.microsoft.com/office/drawing/2014/main" id="{8B40CD67-7904-44CB-A395-F9C4F2BD7B8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81648" y="1812369"/>
                <a:ext cx="25718" cy="31432"/>
              </a:xfrm>
              <a:custGeom xmlns:a="http://schemas.openxmlformats.org/drawingml/2006/main">
                <a:pathLst>
                  <a:path w="25718" h="31432">
                    <a:moveTo>
                      <a:pt x="0" y="15716"/>
                    </a:moveTo>
                    <a:lnTo>
                      <a:pt x="12859" y="31432"/>
                    </a:lnTo>
                    <a:lnTo>
                      <a:pt x="2571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7715">
                <a:solidFill>
                  <a:srgbClr val="003496"/>
                </a:solidFill>
              </a:ln>
            </p:spPr>
          </p:sp>
        </p:grpSp>
        <p:grpSp>
          <p:nvGrpSpPr>
            <p:cNvPr id="483" name="icon-location-213"/>
            <p:cNvGrpSpPr/>
            <p:nvPr/>
          </p:nvGrpSpPr>
          <p:grpSpPr>
            <ns17:xfrm xmlns:ns17="http://schemas.openxmlformats.org/drawingml/2006/main">
              <ns17:off x="12094526" y="1622346"/>
              <ns17:ext cx="166373" cy="250984"/>
              <ns17:chOff x="12094526" y="1622346"/>
              <ns17:chExt cx="166373" cy="250984"/>
            </ns17:xfrm>
          </p:grpSpPr>
          <p:sp>
            <p:nvSpPr>
              <p:cNvPr id="214" name="214 path">
                <a:extLst xmlns:a="http://schemas.openxmlformats.org/drawingml/2006/main">
                  <a:ext uri="{FF2B5EF4-FFF2-40B4-BE49-F238E27FC236}">
                    <a16:creationId xmlns:a16="http://schemas.microsoft.com/office/drawing/2014/main" id="{E2BEB619-955B-40D6-B152-C31D01B83D7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94526" y="1622346"/>
                <a:ext cx="166373" cy="250984"/>
              </a:xfrm>
              <a:custGeom xmlns:a="http://schemas.openxmlformats.org/drawingml/2006/main">
                <a:pathLst>
                  <a:path w="166373" h="250984">
                    <a:moveTo>
                      <a:pt x="83187" y="0"/>
                    </a:moveTo>
                    <a:lnTo>
                      <a:pt x="71260" y="509"/>
                    </a:lnTo>
                    <a:lnTo>
                      <a:pt x="60328" y="2003"/>
                    </a:lnTo>
                    <a:lnTo>
                      <a:pt x="50371" y="4437"/>
                    </a:lnTo>
                    <a:lnTo>
                      <a:pt x="41372" y="7760"/>
                    </a:lnTo>
                    <a:lnTo>
                      <a:pt x="33313" y="11927"/>
                    </a:lnTo>
                    <a:lnTo>
                      <a:pt x="26174" y="16890"/>
                    </a:lnTo>
                    <a:lnTo>
                      <a:pt x="19937" y="22600"/>
                    </a:lnTo>
                    <a:lnTo>
                      <a:pt x="14585" y="29011"/>
                    </a:lnTo>
                    <a:lnTo>
                      <a:pt x="10098" y="36075"/>
                    </a:lnTo>
                    <a:lnTo>
                      <a:pt x="6458" y="43744"/>
                    </a:lnTo>
                    <a:lnTo>
                      <a:pt x="3646" y="51971"/>
                    </a:lnTo>
                    <a:lnTo>
                      <a:pt x="1645" y="60709"/>
                    </a:lnTo>
                    <a:lnTo>
                      <a:pt x="436" y="69908"/>
                    </a:lnTo>
                    <a:lnTo>
                      <a:pt x="0" y="79523"/>
                    </a:lnTo>
                    <a:lnTo>
                      <a:pt x="319" y="89505"/>
                    </a:lnTo>
                    <a:lnTo>
                      <a:pt x="1375" y="99807"/>
                    </a:lnTo>
                    <a:lnTo>
                      <a:pt x="3149" y="110382"/>
                    </a:lnTo>
                    <a:lnTo>
                      <a:pt x="5623" y="121181"/>
                    </a:lnTo>
                    <a:lnTo>
                      <a:pt x="8778" y="132157"/>
                    </a:lnTo>
                    <a:lnTo>
                      <a:pt x="12596" y="143263"/>
                    </a:lnTo>
                    <a:lnTo>
                      <a:pt x="17058" y="154451"/>
                    </a:lnTo>
                    <a:lnTo>
                      <a:pt x="22147" y="165673"/>
                    </a:lnTo>
                    <a:lnTo>
                      <a:pt x="27843" y="176883"/>
                    </a:lnTo>
                    <a:lnTo>
                      <a:pt x="34129" y="188031"/>
                    </a:lnTo>
                    <a:lnTo>
                      <a:pt x="40986" y="199071"/>
                    </a:lnTo>
                    <a:lnTo>
                      <a:pt x="48395" y="209956"/>
                    </a:lnTo>
                    <a:lnTo>
                      <a:pt x="56338" y="220637"/>
                    </a:lnTo>
                    <a:lnTo>
                      <a:pt x="64796" y="231067"/>
                    </a:lnTo>
                    <a:lnTo>
                      <a:pt x="73752" y="241198"/>
                    </a:lnTo>
                    <a:lnTo>
                      <a:pt x="83187" y="250984"/>
                    </a:lnTo>
                    <a:lnTo>
                      <a:pt x="83187" y="250984"/>
                    </a:lnTo>
                    <a:lnTo>
                      <a:pt x="92621" y="241198"/>
                    </a:lnTo>
                    <a:lnTo>
                      <a:pt x="101577" y="231067"/>
                    </a:lnTo>
                    <a:lnTo>
                      <a:pt x="110036" y="220637"/>
                    </a:lnTo>
                    <a:lnTo>
                      <a:pt x="117979" y="209956"/>
                    </a:lnTo>
                    <a:lnTo>
                      <a:pt x="125388" y="199071"/>
                    </a:lnTo>
                    <a:lnTo>
                      <a:pt x="132244" y="188031"/>
                    </a:lnTo>
                    <a:lnTo>
                      <a:pt x="138530" y="176883"/>
                    </a:lnTo>
                    <a:lnTo>
                      <a:pt x="144226" y="165673"/>
                    </a:lnTo>
                    <a:lnTo>
                      <a:pt x="149315" y="154451"/>
                    </a:lnTo>
                    <a:lnTo>
                      <a:pt x="153778" y="143263"/>
                    </a:lnTo>
                    <a:lnTo>
                      <a:pt x="157596" y="132157"/>
                    </a:lnTo>
                    <a:lnTo>
                      <a:pt x="160751" y="121181"/>
                    </a:lnTo>
                    <a:lnTo>
                      <a:pt x="163224" y="110382"/>
                    </a:lnTo>
                    <a:lnTo>
                      <a:pt x="164998" y="99807"/>
                    </a:lnTo>
                    <a:lnTo>
                      <a:pt x="166054" y="89505"/>
                    </a:lnTo>
                    <a:lnTo>
                      <a:pt x="166373" y="79523"/>
                    </a:lnTo>
                    <a:lnTo>
                      <a:pt x="165938" y="69908"/>
                    </a:lnTo>
                    <a:lnTo>
                      <a:pt x="164728" y="60709"/>
                    </a:lnTo>
                    <a:lnTo>
                      <a:pt x="162727" y="51971"/>
                    </a:lnTo>
                    <a:lnTo>
                      <a:pt x="159916" y="43744"/>
                    </a:lnTo>
                    <a:lnTo>
                      <a:pt x="156276" y="36075"/>
                    </a:lnTo>
                    <a:lnTo>
                      <a:pt x="151789" y="29011"/>
                    </a:lnTo>
                    <a:lnTo>
                      <a:pt x="146436" y="22600"/>
                    </a:lnTo>
                    <a:lnTo>
                      <a:pt x="140200" y="16890"/>
                    </a:lnTo>
                    <a:lnTo>
                      <a:pt x="133061" y="11927"/>
                    </a:lnTo>
                    <a:lnTo>
                      <a:pt x="125001" y="7760"/>
                    </a:lnTo>
                    <a:lnTo>
                      <a:pt x="116002" y="4437"/>
                    </a:lnTo>
                    <a:lnTo>
                      <a:pt x="106046" y="2003"/>
                    </a:lnTo>
                    <a:lnTo>
                      <a:pt x="95113" y="509"/>
                    </a:lnTo>
                    <a:lnTo>
                      <a:pt x="83187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071A47"/>
              </a:solidFill>
              <a:ln xmlns:a="http://schemas.openxmlformats.org/drawingml/2006/main" w="10358">
                <a:solidFill>
                  <a:srgbClr val="071A47"/>
                </a:solidFill>
              </a:ln>
            </p:spPr>
          </p:sp>
          <p:sp>
            <p:nvSpPr>
              <p:cNvPr id="215" name="215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8153C19-DA42-4FD4-9990-53D84D0DA69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36279" y="1674019"/>
                <a:ext cx="82868" cy="88583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grpSp>
          <p:nvGrpSpPr>
            <p:cNvPr id="484" name="icon-hypothesis-215"/>
            <p:cNvGrpSpPr/>
            <p:nvPr/>
          </p:nvGrpSpPr>
          <p:grpSpPr>
            <ns18:xfrm xmlns:ns18="http://schemas.openxmlformats.org/drawingml/2006/main">
              <ns18:off x="12957785" y="1646337"/>
              <ns18:ext cx="154355" cy="219706"/>
              <ns18:chOff x="12957785" y="1646337"/>
              <ns18:chExt cx="154355" cy="219706"/>
            </ns18:xfrm>
          </p:grpSpPr>
          <p:sp>
            <p:nvSpPr>
              <p:cNvPr id="216" name="216 path">
                <a:extLst xmlns:a="http://schemas.openxmlformats.org/drawingml/2006/main">
                  <a:ext uri="{FF2B5EF4-FFF2-40B4-BE49-F238E27FC236}">
                    <a16:creationId xmlns:a16="http://schemas.microsoft.com/office/drawing/2014/main" id="{55971B69-95DC-4AF3-9CD5-84DD256879D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957785" y="1646337"/>
                <a:ext cx="154355" cy="160556"/>
              </a:xfrm>
              <a:custGeom xmlns:a="http://schemas.openxmlformats.org/drawingml/2006/main">
                <a:pathLst>
                  <a:path w="154355" h="160556">
                    <a:moveTo>
                      <a:pt x="15027" y="116265"/>
                    </a:moveTo>
                    <a:lnTo>
                      <a:pt x="7955" y="101279"/>
                    </a:lnTo>
                    <a:lnTo>
                      <a:pt x="3204" y="87328"/>
                    </a:lnTo>
                    <a:lnTo>
                      <a:pt x="608" y="74409"/>
                    </a:lnTo>
                    <a:lnTo>
                      <a:pt x="0" y="62524"/>
                    </a:lnTo>
                    <a:lnTo>
                      <a:pt x="1215" y="51673"/>
                    </a:lnTo>
                    <a:lnTo>
                      <a:pt x="4088" y="41855"/>
                    </a:lnTo>
                    <a:lnTo>
                      <a:pt x="8452" y="33071"/>
                    </a:lnTo>
                    <a:lnTo>
                      <a:pt x="14143" y="25320"/>
                    </a:lnTo>
                    <a:lnTo>
                      <a:pt x="20993" y="18602"/>
                    </a:lnTo>
                    <a:lnTo>
                      <a:pt x="28838" y="12918"/>
                    </a:lnTo>
                    <a:lnTo>
                      <a:pt x="37511" y="8268"/>
                    </a:lnTo>
                    <a:lnTo>
                      <a:pt x="46848" y="4651"/>
                    </a:lnTo>
                    <a:lnTo>
                      <a:pt x="56681" y="2067"/>
                    </a:lnTo>
                    <a:lnTo>
                      <a:pt x="66846" y="517"/>
                    </a:lnTo>
                    <a:lnTo>
                      <a:pt x="77177" y="0"/>
                    </a:lnTo>
                    <a:lnTo>
                      <a:pt x="87508" y="517"/>
                    </a:lnTo>
                    <a:lnTo>
                      <a:pt x="97673" y="2067"/>
                    </a:lnTo>
                    <a:lnTo>
                      <a:pt x="107507" y="4651"/>
                    </a:lnTo>
                    <a:lnTo>
                      <a:pt x="116843" y="8268"/>
                    </a:lnTo>
                    <a:lnTo>
                      <a:pt x="125517" y="12918"/>
                    </a:lnTo>
                    <a:lnTo>
                      <a:pt x="133361" y="18602"/>
                    </a:lnTo>
                    <a:lnTo>
                      <a:pt x="140212" y="25320"/>
                    </a:lnTo>
                    <a:lnTo>
                      <a:pt x="145902" y="33071"/>
                    </a:lnTo>
                    <a:lnTo>
                      <a:pt x="150266" y="41855"/>
                    </a:lnTo>
                    <a:lnTo>
                      <a:pt x="153139" y="51673"/>
                    </a:lnTo>
                    <a:lnTo>
                      <a:pt x="154355" y="62524"/>
                    </a:lnTo>
                    <a:lnTo>
                      <a:pt x="153747" y="74409"/>
                    </a:lnTo>
                    <a:lnTo>
                      <a:pt x="151150" y="87328"/>
                    </a:lnTo>
                    <a:lnTo>
                      <a:pt x="146399" y="101279"/>
                    </a:lnTo>
                    <a:lnTo>
                      <a:pt x="139328" y="116265"/>
                    </a:lnTo>
                    <a:lnTo>
                      <a:pt x="111705" y="160556"/>
                    </a:lnTo>
                    <a:lnTo>
                      <a:pt x="42649" y="160556"/>
                    </a:lnTo>
                    <a:lnTo>
                      <a:pt x="15027" y="11626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264">
                <a:solidFill>
                  <a:srgbClr val="071A47"/>
                </a:solidFill>
              </a:ln>
            </p:spPr>
          </p:sp>
          <p:sp>
            <p:nvSpPr>
              <p:cNvPr id="217" name="217 path">
                <a:extLst xmlns:a="http://schemas.openxmlformats.org/drawingml/2006/main">
                  <a:ext uri="{FF2B5EF4-FFF2-40B4-BE49-F238E27FC236}">
                    <a16:creationId xmlns:a16="http://schemas.microsoft.com/office/drawing/2014/main" id="{96F0C0B2-29B4-43FD-A694-F309C746015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993529" y="1836420"/>
                <a:ext cx="82867" cy="95"/>
              </a:xfrm>
              <a:custGeom xmlns:a="http://schemas.openxmlformats.org/drawingml/2006/main">
                <a:pathLst>
                  <a:path w="82867" h="95">
                    <a:moveTo>
                      <a:pt x="0" y="0"/>
                    </a:moveTo>
                    <a:lnTo>
                      <a:pt x="82867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811">
                <a:solidFill>
                  <a:srgbClr val="071A47"/>
                </a:solidFill>
              </a:ln>
            </p:spPr>
          </p:sp>
          <p:sp>
            <p:nvSpPr>
              <p:cNvPr id="218" name="218 path">
                <a:extLst xmlns:a="http://schemas.openxmlformats.org/drawingml/2006/main">
                  <a:ext uri="{FF2B5EF4-FFF2-40B4-BE49-F238E27FC236}">
                    <a16:creationId xmlns:a16="http://schemas.microsoft.com/office/drawing/2014/main" id="{05BEBB2A-26C8-4596-8872-B7B15CE1A8F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14246" y="1865948"/>
                <a:ext cx="41434" cy="95"/>
              </a:xfrm>
              <a:custGeom xmlns:a="http://schemas.openxmlformats.org/drawingml/2006/main">
                <a:pathLst>
                  <a:path w="41434" h="95">
                    <a:moveTo>
                      <a:pt x="0" y="0"/>
                    </a:moveTo>
                    <a:lnTo>
                      <a:pt x="4143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811">
                <a:solidFill>
                  <a:srgbClr val="071A47"/>
                </a:solidFill>
              </a:ln>
            </p:spPr>
          </p:sp>
          <p:sp>
            <p:nvSpPr>
              <p:cNvPr id="219" name="219 path">
                <a:extLst xmlns:a="http://schemas.openxmlformats.org/drawingml/2006/main">
                  <a:ext uri="{FF2B5EF4-FFF2-40B4-BE49-F238E27FC236}">
                    <a16:creationId xmlns:a16="http://schemas.microsoft.com/office/drawing/2014/main" id="{4E4688D8-0311-4B45-9929-E405842ECF7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000434" y="1674019"/>
                <a:ext cx="62151" cy="103346"/>
              </a:xfrm>
              <a:custGeom xmlns:a="http://schemas.openxmlformats.org/drawingml/2006/main">
                <a:pathLst>
                  <a:path w="62151" h="103346">
                    <a:moveTo>
                      <a:pt x="20717" y="103346"/>
                    </a:moveTo>
                    <a:lnTo>
                      <a:pt x="20717" y="59055"/>
                    </a:lnTo>
                    <a:lnTo>
                      <a:pt x="62151" y="22146"/>
                    </a:lnTo>
                    <a:lnTo>
                      <a:pt x="27623" y="0"/>
                    </a:lnTo>
                    <a:lnTo>
                      <a:pt x="0" y="2214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3811">
                <a:solidFill>
                  <a:srgbClr val="1773C3"/>
                </a:solidFill>
              </a:ln>
            </p:spPr>
          </p:sp>
        </p:grpSp>
        <p:sp>
          <p:nvSpPr>
            <p:cNvPr id="220" name="220 path">
              <a:extLst xmlns:a="http://schemas.openxmlformats.org/drawingml/2006/main">
                <a:ext uri="{FF2B5EF4-FFF2-40B4-BE49-F238E27FC236}">
                  <a16:creationId xmlns:a16="http://schemas.microsoft.com/office/drawing/2014/main" id="{2050098D-FB74-4576-AB94-341F7BAF03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96600" y="1581150"/>
              <a:ext cx="95" cy="723900"/>
            </a:xfrm>
            <a:custGeom xmlns:a="http://schemas.openxmlformats.org/drawingml/2006/main">
              <a:pathLst>
                <a:path w="9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5D9DD"/>
              </a:solidFill>
            </a:ln>
          </p:spPr>
        </p:sp>
        <p:sp>
          <p:nvSpPr>
            <p:cNvPr id="221" name="221 path">
              <a:extLst xmlns:a="http://schemas.openxmlformats.org/drawingml/2006/main">
                <a:ext uri="{FF2B5EF4-FFF2-40B4-BE49-F238E27FC236}">
                  <a16:creationId xmlns:a16="http://schemas.microsoft.com/office/drawing/2014/main" id="{7F797619-7BF0-4EF6-A9E8-2D5C5C59B4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53850" y="1581150"/>
              <a:ext cx="95" cy="723900"/>
            </a:xfrm>
            <a:custGeom xmlns:a="http://schemas.openxmlformats.org/drawingml/2006/main">
              <a:pathLst>
                <a:path w="9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5D9DD"/>
              </a:solidFill>
            </a:ln>
          </p:spPr>
        </p:sp>
        <p:sp>
          <p:nvSpPr>
            <p:cNvPr id="222" name="222 path">
              <a:extLst xmlns:a="http://schemas.openxmlformats.org/drawingml/2006/main">
                <a:ext uri="{FF2B5EF4-FFF2-40B4-BE49-F238E27FC236}">
                  <a16:creationId xmlns:a16="http://schemas.microsoft.com/office/drawing/2014/main" id="{10AB729E-640A-4055-824D-979D793F57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01575" y="1581150"/>
              <a:ext cx="95" cy="723900"/>
            </a:xfrm>
            <a:custGeom xmlns:a="http://schemas.openxmlformats.org/drawingml/2006/main">
              <a:pathLst>
                <a:path w="9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5D9DD"/>
              </a:solidFill>
            </a:ln>
          </p:spPr>
        </p:sp>
        <p:sp>
          <p:nvSpPr>
            <p:cNvPr id="223" name="223 Code">
              <a:extLst xmlns:a="http://schemas.openxmlformats.org/drawingml/2006/main">
                <a:ext uri="{FF2B5EF4-FFF2-40B4-BE49-F238E27FC236}">
                  <a16:creationId xmlns:a16="http://schemas.microsoft.com/office/drawing/2014/main" id="{9DA8A7E7-94C6-4AE5-905D-ACA752B101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44100" y="1943100"/>
              <a:ext cx="8763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24" name="224 observations">
              <a:extLst xmlns:a="http://schemas.openxmlformats.org/drawingml/2006/main">
                <a:ext uri="{FF2B5EF4-FFF2-40B4-BE49-F238E27FC236}">
                  <a16:creationId xmlns:a16="http://schemas.microsoft.com/office/drawing/2014/main" id="{9BE2FF78-6DA4-4CB6-AA8C-E5691C17FF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44100" y="2126456"/>
              <a:ext cx="8763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</a:p>
          </p:txBody>
        </p:sp>
        <p:sp>
          <p:nvSpPr>
            <p:cNvPr id="225" name="225 Test">
              <a:extLst xmlns:a="http://schemas.openxmlformats.org/drawingml/2006/main">
                <a:ext uri="{FF2B5EF4-FFF2-40B4-BE49-F238E27FC236}">
                  <a16:creationId xmlns:a16="http://schemas.microsoft.com/office/drawing/2014/main" id="{674293CB-602F-45E0-A5E0-8A8AAD96EF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96600" y="1943100"/>
              <a:ext cx="8763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Test</a:t>
              </a:r>
            </a:p>
          </p:txBody>
        </p:sp>
        <p:sp>
          <p:nvSpPr>
            <p:cNvPr id="226" name="226 results">
              <a:extLst xmlns:a="http://schemas.openxmlformats.org/drawingml/2006/main">
                <a:ext uri="{FF2B5EF4-FFF2-40B4-BE49-F238E27FC236}">
                  <a16:creationId xmlns:a16="http://schemas.microsoft.com/office/drawing/2014/main" id="{D8D0914D-35E7-468F-9913-A1944EA8C6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96600" y="2126456"/>
              <a:ext cx="8763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results</a:t>
              </a:r>
            </a:p>
          </p:txBody>
        </p:sp>
        <p:sp>
          <p:nvSpPr>
            <p:cNvPr id="227" name="227 Locations">
              <a:extLst xmlns:a="http://schemas.openxmlformats.org/drawingml/2006/main">
                <a:ext uri="{FF2B5EF4-FFF2-40B4-BE49-F238E27FC236}">
                  <a16:creationId xmlns:a16="http://schemas.microsoft.com/office/drawing/2014/main" id="{B6C0B1D8-9600-48FA-A7A1-8FDF8222B4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44325" y="1943100"/>
              <a:ext cx="8763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Locations</a:t>
              </a:r>
            </a:p>
          </p:txBody>
        </p:sp>
        <p:sp>
          <p:nvSpPr>
            <p:cNvPr id="228" name="228 Hypotheses">
              <a:extLst xmlns:a="http://schemas.openxmlformats.org/drawingml/2006/main">
                <a:ext uri="{FF2B5EF4-FFF2-40B4-BE49-F238E27FC236}">
                  <a16:creationId xmlns:a16="http://schemas.microsoft.com/office/drawing/2014/main" id="{BA2E96FE-436D-4B8C-AFE8-9EBEE0DF47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92050" y="1943100"/>
              <a:ext cx="87630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Hypotheses</a:t>
              </a:r>
            </a:p>
          </p:txBody>
        </p:sp>
      </p:grpSp>
      <p:grpSp>
        <p:nvGrpSpPr>
          <p:cNvPr id="485" name="Repair Agent"/>
          <p:cNvGrpSpPr/>
          <p:nvPr/>
        </p:nvGrpSpPr>
        <p:grpSpPr>
          <ns21:xfrm xmlns:ns21="http://schemas.openxmlformats.org/drawingml/2006/main">
            <ns21:off x="9925050" y="2838450"/>
            <ns21:ext cx="3619500" cy="1752600"/>
            <ns21:chOff x="9925050" y="2838450"/>
            <ns21:chExt cx="3619500" cy="1752600"/>
          </ns21:xfrm>
        </p:grpSpPr>
        <p:sp>
          <p:nvSpPr>
            <p:cNvPr id="229" name="229 rect">
              <a:extLst xmlns:a="http://schemas.openxmlformats.org/drawingml/2006/main">
                <a:ext uri="{FF2B5EF4-FFF2-40B4-BE49-F238E27FC236}">
                  <a16:creationId xmlns:a16="http://schemas.microsoft.com/office/drawing/2014/main" id="{78003757-44D9-4F74-8D64-A0ED530BDD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2838450"/>
              <a:ext cx="3619500" cy="1752600"/>
            </a:xfrm>
            <a:prstGeom xmlns:a="http://schemas.openxmlformats.org/drawingml/2006/main" prst="roundRect">
              <a:avLst>
                <a:gd name="adj" fmla="val 9239"/>
              </a:avLst>
            </a:prstGeom>
            <a:gradFill xmlns:a="http://schemas.openxmlformats.org/drawingml/2006/main">
              <a:gsLst>
                <a:gs pos="0">
                  <a:srgbClr val="E1F6EB"/>
                </a:gs>
                <a:gs pos="100000">
                  <a:srgbClr val="F0FCF7"/>
                </a:gs>
              </a:gsLst>
              <a:lin ang="5400000"/>
            </a:gradFill>
            <a:ln xmlns:a="http://schemas.openxmlformats.org/drawingml/2006/main" w="14288">
              <a:solidFill>
                <a:srgbClr val="00974C"/>
              </a:solidFill>
            </a:ln>
          </p:spPr>
        </p:sp>
        <p:grpSp>
          <p:nvGrpSpPr>
            <p:cNvPr id="486" name="icon-robot-229"/>
            <p:cNvGrpSpPr/>
            <p:nvPr/>
          </p:nvGrpSpPr>
          <p:grpSpPr>
            <ns20:xfrm xmlns:ns20="http://schemas.openxmlformats.org/drawingml/2006/main">
              <ns20:off x="10086975" y="2975610"/>
              <ns20:ext cx="609600" cy="480060"/>
              <ns20:chOff x="10086975" y="2975610"/>
              <ns20:chExt cx="609600" cy="480060"/>
            </ns20:xfrm>
          </p:grpSpPr>
          <p:sp>
            <p:nvSpPr>
              <p:cNvPr id="230" name="230 path">
                <a:extLst xmlns:a="http://schemas.openxmlformats.org/drawingml/2006/main">
                  <a:ext uri="{FF2B5EF4-FFF2-40B4-BE49-F238E27FC236}">
                    <a16:creationId xmlns:a16="http://schemas.microsoft.com/office/drawing/2014/main" id="{AC305145-1023-4EB9-BCFB-FC56C15669A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91775" y="3028950"/>
                <a:ext cx="95" cy="106680"/>
              </a:xfrm>
              <a:custGeom xmlns:a="http://schemas.openxmlformats.org/drawingml/2006/main">
                <a:pathLst>
                  <a:path w="95" h="106680">
                    <a:moveTo>
                      <a:pt x="0" y="0"/>
                    </a:moveTo>
                    <a:lnTo>
                      <a:pt x="0" y="10668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30670">
                <a:solidFill>
                  <a:srgbClr val="071A47"/>
                </a:solidFill>
              </a:ln>
            </p:spPr>
          </p:sp>
          <p:sp>
            <p:nvSpPr>
              <p:cNvPr id="231" name="231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607DF3D8-5B12-4431-8E28-2B81D32E3C7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53675" y="2975610"/>
                <a:ext cx="76200" cy="666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24003">
                <a:solidFill>
                  <a:srgbClr val="071A47"/>
                </a:solidFill>
              </a:ln>
            </p:spPr>
          </p:sp>
          <p:sp>
            <p:nvSpPr>
              <p:cNvPr id="232" name="232 rect">
                <a:extLst xmlns:a="http://schemas.openxmlformats.org/drawingml/2006/main">
                  <a:ext uri="{FF2B5EF4-FFF2-40B4-BE49-F238E27FC236}">
                    <a16:creationId xmlns:a16="http://schemas.microsoft.com/office/drawing/2014/main" id="{2062E865-47BE-4538-B3F3-8AD1139D9CB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086975" y="3228975"/>
                <a:ext cx="76200" cy="146685"/>
              </a:xfrm>
              <a:prstGeom xmlns:a="http://schemas.openxmlformats.org/drawingml/2006/main" prst="roundRect">
                <a:avLst>
                  <a:gd name="adj" fmla="val 35000"/>
                </a:avLst>
              </a:prstGeom>
              <a:solidFill xmlns:a="http://schemas.openxmlformats.org/drawingml/2006/main">
                <a:srgbClr val="9CE3AF"/>
              </a:solidFill>
              <a:ln xmlns:a="http://schemas.openxmlformats.org/drawingml/2006/main" w="26670">
                <a:solidFill>
                  <a:srgbClr val="071A47"/>
                </a:solidFill>
              </a:ln>
            </p:spPr>
          </p:sp>
          <p:sp>
            <p:nvSpPr>
              <p:cNvPr id="233" name="233 rect">
                <a:extLst xmlns:a="http://schemas.openxmlformats.org/drawingml/2006/main">
                  <a:ext uri="{FF2B5EF4-FFF2-40B4-BE49-F238E27FC236}">
                    <a16:creationId xmlns:a16="http://schemas.microsoft.com/office/drawing/2014/main" id="{F4329AB5-5A8E-41F5-8727-2CF44EA6938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620375" y="3228975"/>
                <a:ext cx="76200" cy="146685"/>
              </a:xfrm>
              <a:prstGeom xmlns:a="http://schemas.openxmlformats.org/drawingml/2006/main" prst="roundRect">
                <a:avLst>
                  <a:gd name="adj" fmla="val 35000"/>
                </a:avLst>
              </a:prstGeom>
              <a:solidFill xmlns:a="http://schemas.openxmlformats.org/drawingml/2006/main">
                <a:srgbClr val="9CE3AF"/>
              </a:solidFill>
              <a:ln xmlns:a="http://schemas.openxmlformats.org/drawingml/2006/main" w="26670">
                <a:solidFill>
                  <a:srgbClr val="071A47"/>
                </a:solidFill>
              </a:ln>
            </p:spPr>
          </p:sp>
          <p:sp>
            <p:nvSpPr>
              <p:cNvPr id="234" name="234 rect">
                <a:extLst xmlns:a="http://schemas.openxmlformats.org/drawingml/2006/main">
                  <a:ext uri="{FF2B5EF4-FFF2-40B4-BE49-F238E27FC236}">
                    <a16:creationId xmlns:a16="http://schemas.microsoft.com/office/drawing/2014/main" id="{22AB4590-85D9-4C8F-8BFA-3CEE58142C7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163175" y="3122295"/>
                <a:ext cx="457200" cy="333375"/>
              </a:xfrm>
              <a:prstGeom xmlns:a="http://schemas.openxmlformats.org/drawingml/2006/main" prst="roundRect">
                <a:avLst>
                  <a:gd name="adj" fmla="val 28000"/>
                </a:avLst>
              </a:prstGeom>
              <a:gradFill xmlns:a="http://schemas.openxmlformats.org/drawingml/2006/main">
                <a:gsLst>
                  <a:gs pos="0">
                    <a:srgbClr val="FFFFFF"/>
                  </a:gs>
                  <a:gs pos="100000">
                    <a:srgbClr val="9CE3AF"/>
                  </a:gs>
                </a:gsLst>
                <a:lin ang="5400000"/>
              </a:gradFill>
              <a:ln xmlns:a="http://schemas.openxmlformats.org/drawingml/2006/main" w="29337">
                <a:solidFill>
                  <a:srgbClr val="071A47"/>
                </a:solidFill>
              </a:ln>
            </p:spPr>
          </p:sp>
          <p:sp>
            <p:nvSpPr>
              <p:cNvPr id="235" name="235 rect">
                <a:extLst xmlns:a="http://schemas.openxmlformats.org/drawingml/2006/main">
                  <a:ext uri="{FF2B5EF4-FFF2-40B4-BE49-F238E27FC236}">
                    <a16:creationId xmlns:a16="http://schemas.microsoft.com/office/drawing/2014/main" id="{10F6AB0C-1375-474E-92E9-6696BEECCC4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239375" y="3202305"/>
                <a:ext cx="304800" cy="160020"/>
              </a:xfrm>
              <a:prstGeom xmlns:a="http://schemas.openxmlformats.org/drawingml/2006/main" prst="roundRect">
                <a:avLst>
                  <a:gd name="adj" fmla="val 33333"/>
                </a:avLst>
              </a:prstGeom>
              <a:solidFill xmlns:a="http://schemas.openxmlformats.org/drawingml/2006/main">
                <a:srgbClr val="15154A"/>
              </a:solidFill>
              <a:ln xmlns:a="http://schemas.openxmlformats.org/drawingml/2006/main" w="13335">
                <a:solidFill>
                  <a:srgbClr val="071A47"/>
                </a:solidFill>
              </a:ln>
            </p:spPr>
          </p:sp>
          <p:sp>
            <p:nvSpPr>
              <p:cNvPr id="236" name="236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AF93E85F-4F06-4275-9D9F-438E44011C8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300335" y="3242310"/>
                <a:ext cx="60960" cy="666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37" name="23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1828955-FF60-4C5E-97E8-11221CB9BF3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437495" y="3242310"/>
                <a:ext cx="60960" cy="6667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238" name="238 Repair Agent">
              <a:extLst xmlns:a="http://schemas.openxmlformats.org/drawingml/2006/main">
                <a:ext uri="{FF2B5EF4-FFF2-40B4-BE49-F238E27FC236}">
                  <a16:creationId xmlns:a16="http://schemas.microsoft.com/office/drawing/2014/main" id="{A7C53503-7CE4-4656-B699-79E1322D2F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96600" y="2952750"/>
              <a:ext cx="2476500" cy="3425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75" b="1">
                  <a:solidFill>
                    <a:srgbClr val="092B2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75" b="1">
                  <a:solidFill>
                    <a:srgbClr val="092B21"/>
                  </a:solidFill>
                  <a:latin typeface="Times New Roman"/>
                  <a:ea typeface="Times New Roman"/>
                  <a:cs typeface="Times New Roman"/>
                </a:rPr>
                <a:t>Repair Agent</a:t>
              </a:r>
            </a:p>
          </p:txBody>
        </p:sp>
        <p:sp>
          <p:nvSpPr>
            <p:cNvPr id="239" name="239 Patch and Validate">
              <a:extLst xmlns:a="http://schemas.openxmlformats.org/drawingml/2006/main">
                <a:ext uri="{FF2B5EF4-FFF2-40B4-BE49-F238E27FC236}">
                  <a16:creationId xmlns:a16="http://schemas.microsoft.com/office/drawing/2014/main" id="{F7F8ED2A-A5C1-44A8-863A-15C0335B3F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96600" y="3305175"/>
              <a:ext cx="2466975" cy="27165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725" b="0">
                  <a:solidFill>
                    <a:srgbClr val="1233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12332D"/>
                  </a:solidFill>
                  <a:latin typeface="Times New Roman"/>
                  <a:ea typeface="Times New Roman"/>
                  <a:cs typeface="Times New Roman"/>
                </a:rPr>
                <a:t>Patch and Validate</a:t>
              </a:r>
            </a:p>
          </p:txBody>
        </p:sp>
        <p:sp>
          <p:nvSpPr>
            <p:cNvPr id="240" name="240 rect">
              <a:extLst xmlns:a="http://schemas.openxmlformats.org/drawingml/2006/main">
                <a:ext uri="{FF2B5EF4-FFF2-40B4-BE49-F238E27FC236}">
                  <a16:creationId xmlns:a16="http://schemas.microsoft.com/office/drawing/2014/main" id="{12590BAD-61B9-4FE6-BA0F-A4177EFD5E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77450" y="3629025"/>
              <a:ext cx="3314700" cy="828675"/>
            </a:xfrm>
            <a:prstGeom xmlns:a="http://schemas.openxmlformats.org/drawingml/2006/main" prst="roundRect">
              <a:avLst>
                <a:gd name="adj" fmla="val 11494"/>
              </a:avLst>
            </a:prstGeom>
            <a:solidFill xmlns:a="http://schemas.openxmlformats.org/drawingml/2006/main">
              <a:srgbClr val="FDFFFE"/>
            </a:solidFill>
            <a:ln xmlns:a="http://schemas.openxmlformats.org/drawingml/2006/main" w="9525">
              <a:solidFill>
                <a:srgbClr val="CBE7DC"/>
              </a:solidFill>
            </a:ln>
          </p:spPr>
        </p:sp>
        <p:sp>
          <p:nvSpPr>
            <p:cNvPr id="241" name="241 rect">
              <a:extLst xmlns:a="http://schemas.openxmlformats.org/drawingml/2006/main">
                <a:ext uri="{FF2B5EF4-FFF2-40B4-BE49-F238E27FC236}">
                  <a16:creationId xmlns:a16="http://schemas.microsoft.com/office/drawing/2014/main" id="{91DB14D1-2B75-4451-8480-1410F78934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0" y="3743325"/>
              <a:ext cx="3095625" cy="247650"/>
            </a:xfrm>
            <a:prstGeom xmlns:a="http://schemas.openxmlformats.org/drawingml/2006/main" prst="roundRect">
              <a:avLst>
                <a:gd name="adj" fmla="val 7692"/>
              </a:avLst>
            </a:prstGeom>
            <a:solidFill xmlns:a="http://schemas.openxmlformats.org/drawingml/2006/main">
              <a:srgbClr val="FFE7E9"/>
            </a:solidFill>
            <a:ln xmlns:a="http://schemas.openxmlformats.org/drawingml/2006/main" w="0">
              <a:noFill/>
            </a:ln>
          </p:spPr>
        </p:sp>
        <p:sp>
          <p:nvSpPr>
            <p:cNvPr id="242" name="242 rect">
              <a:extLst xmlns:a="http://schemas.openxmlformats.org/drawingml/2006/main">
                <a:ext uri="{FF2B5EF4-FFF2-40B4-BE49-F238E27FC236}">
                  <a16:creationId xmlns:a16="http://schemas.microsoft.com/office/drawing/2014/main" id="{34E40928-19E4-42A8-95E8-73DEC5E810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91750" y="3990975"/>
              <a:ext cx="3095625" cy="257175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D5F3E5"/>
            </a:solidFill>
            <a:ln xmlns:a="http://schemas.openxmlformats.org/drawingml/2006/main" w="0">
              <a:noFill/>
            </a:ln>
          </p:spPr>
        </p:sp>
        <p:sp>
          <p:nvSpPr>
            <p:cNvPr id="243" name="243 -  loss = x.sum()">
              <a:extLst xmlns:a="http://schemas.openxmlformats.org/drawingml/2006/main">
                <a:ext uri="{FF2B5EF4-FFF2-40B4-BE49-F238E27FC236}">
                  <a16:creationId xmlns:a16="http://schemas.microsoft.com/office/drawing/2014/main" id="{95B9D0AA-7EA2-4A91-84C7-0BB0F2B41D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67950" y="3762375"/>
              <a:ext cx="28670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AD061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AD0610"/>
                  </a:solidFill>
                  <a:latin typeface="Times New Roman"/>
                  <a:ea typeface="Times New Roman"/>
                  <a:cs typeface="Times New Roman"/>
                </a:rPr>
                <a:t>-  loss = x.sum()</a:t>
              </a:r>
            </a:p>
          </p:txBody>
        </p:sp>
        <p:sp>
          <p:nvSpPr>
            <p:cNvPr id="244" name="244 +  loss = x.mean()">
              <a:extLst xmlns:a="http://schemas.openxmlformats.org/drawingml/2006/main">
                <a:ext uri="{FF2B5EF4-FFF2-40B4-BE49-F238E27FC236}">
                  <a16:creationId xmlns:a16="http://schemas.microsoft.com/office/drawing/2014/main" id="{144C7995-42D3-4C5A-BF12-8EE2C341DA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67950" y="4010025"/>
              <a:ext cx="28670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12483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124835"/>
                  </a:solidFill>
                  <a:latin typeface="Times New Roman"/>
                  <a:ea typeface="Times New Roman"/>
                  <a:cs typeface="Times New Roman"/>
                </a:rPr>
                <a:t>+  loss = x.mean()</a:t>
              </a:r>
            </a:p>
          </p:txBody>
        </p:sp>
        <p:sp>
          <p:nvSpPr>
            <p:cNvPr id="245" name="245 …">
              <a:extLst xmlns:a="http://schemas.openxmlformats.org/drawingml/2006/main">
                <a:ext uri="{FF2B5EF4-FFF2-40B4-BE49-F238E27FC236}">
                  <a16:creationId xmlns:a16="http://schemas.microsoft.com/office/drawing/2014/main" id="{83AC1EA3-A78F-4A76-A742-33BA6B9D3D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15600" y="4200525"/>
              <a:ext cx="219075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487" name="Orchestrator"/>
          <p:cNvGrpSpPr/>
          <p:nvPr/>
        </p:nvGrpSpPr>
        <p:grpSpPr>
          <ns23:xfrm xmlns:ns23="http://schemas.openxmlformats.org/drawingml/2006/main">
            <ns23:off x="4867275" y="5172075"/>
            <ns23:ext cx="8677275" cy="733425"/>
            <ns23:chOff x="4867275" y="5172075"/>
            <ns23:chExt cx="8677275" cy="733425"/>
          </ns23:xfrm>
        </p:grpSpPr>
        <p:sp>
          <p:nvSpPr>
            <p:cNvPr id="246" name="246 rect">
              <a:extLst xmlns:a="http://schemas.openxmlformats.org/drawingml/2006/main">
                <a:ext uri="{FF2B5EF4-FFF2-40B4-BE49-F238E27FC236}">
                  <a16:creationId xmlns:a16="http://schemas.microsoft.com/office/drawing/2014/main" id="{8B6CC866-2DB3-4145-A3DE-19FD7484B7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67275" y="5172075"/>
              <a:ext cx="8677275" cy="733425"/>
            </a:xfrm>
            <a:prstGeom xmlns:a="http://schemas.openxmlformats.org/drawingml/2006/main" prst="roundRect">
              <a:avLst>
                <a:gd name="adj" fmla="val 20779"/>
              </a:avLst>
            </a:prstGeom>
            <a:gradFill xmlns:a="http://schemas.openxmlformats.org/drawingml/2006/main">
              <a:gsLst>
                <a:gs pos="0">
                  <a:srgbClr val="C3E4FF"/>
                </a:gs>
                <a:gs pos="100000">
                  <a:srgbClr val="E0F2FF"/>
                </a:gs>
              </a:gsLst>
              <a:lin ang="5400000"/>
            </a:gradFill>
            <a:ln xmlns:a="http://schemas.openxmlformats.org/drawingml/2006/main" w="14288">
              <a:solidFill>
                <a:srgbClr val="168FFF"/>
              </a:solidFill>
            </a:ln>
          </p:spPr>
        </p:sp>
        <p:grpSp>
          <p:nvGrpSpPr>
            <p:cNvPr id="488" name="icon-orchestrator-246"/>
            <p:cNvGrpSpPr/>
            <p:nvPr/>
          </p:nvGrpSpPr>
          <p:grpSpPr>
            <ns22:xfrm xmlns:ns22="http://schemas.openxmlformats.org/drawingml/2006/main">
              <ns22:off x="5281613" y="5371624"/>
              <ns22:ext cx="428625" cy="325040"/>
              <ns22:chOff x="5281613" y="5371624"/>
              <ns22:chExt cx="428625" cy="325040"/>
            </ns22:xfrm>
          </p:grpSpPr>
          <p:sp>
            <p:nvSpPr>
              <p:cNvPr id="247" name="247 path">
                <a:extLst xmlns:a="http://schemas.openxmlformats.org/drawingml/2006/main">
                  <a:ext uri="{FF2B5EF4-FFF2-40B4-BE49-F238E27FC236}">
                    <a16:creationId xmlns:a16="http://schemas.microsoft.com/office/drawing/2014/main" id="{027CF8E7-FC45-40FE-9B0D-DCF964A4613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29238" y="5427345"/>
                <a:ext cx="166688" cy="213598"/>
              </a:xfrm>
              <a:custGeom xmlns:a="http://schemas.openxmlformats.org/drawingml/2006/main">
                <a:pathLst>
                  <a:path w="166688" h="213598">
                    <a:moveTo>
                      <a:pt x="166688" y="0"/>
                    </a:moveTo>
                    <a:lnTo>
                      <a:pt x="166688" y="102156"/>
                    </a:lnTo>
                    <a:lnTo>
                      <a:pt x="0" y="102156"/>
                    </a:lnTo>
                    <a:lnTo>
                      <a:pt x="0" y="21359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3217">
                <a:solidFill>
                  <a:srgbClr val="003496"/>
                </a:solidFill>
              </a:ln>
            </p:spPr>
          </p:sp>
          <p:sp>
            <p:nvSpPr>
              <p:cNvPr id="248" name="248 path">
                <a:extLst xmlns:a="http://schemas.openxmlformats.org/drawingml/2006/main">
                  <a:ext uri="{FF2B5EF4-FFF2-40B4-BE49-F238E27FC236}">
                    <a16:creationId xmlns:a16="http://schemas.microsoft.com/office/drawing/2014/main" id="{702A1BC4-957B-4D11-A14C-4C31609C77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95925" y="5529501"/>
                <a:ext cx="166688" cy="111443"/>
              </a:xfrm>
              <a:custGeom xmlns:a="http://schemas.openxmlformats.org/drawingml/2006/main">
                <a:pathLst>
                  <a:path w="166688" h="111443">
                    <a:moveTo>
                      <a:pt x="0" y="0"/>
                    </a:moveTo>
                    <a:lnTo>
                      <a:pt x="166688" y="0"/>
                    </a:lnTo>
                    <a:lnTo>
                      <a:pt x="166688" y="11144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3217">
                <a:solidFill>
                  <a:srgbClr val="003496"/>
                </a:solidFill>
              </a:ln>
            </p:spPr>
          </p:sp>
          <p:sp>
            <p:nvSpPr>
              <p:cNvPr id="249" name="249 path">
                <a:extLst xmlns:a="http://schemas.openxmlformats.org/drawingml/2006/main">
                  <a:ext uri="{FF2B5EF4-FFF2-40B4-BE49-F238E27FC236}">
                    <a16:creationId xmlns:a16="http://schemas.microsoft.com/office/drawing/2014/main" id="{431EBE33-8F6E-49F2-B57E-9A592457317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95925" y="5529501"/>
                <a:ext cx="95" cy="111443"/>
              </a:xfrm>
              <a:custGeom xmlns:a="http://schemas.openxmlformats.org/drawingml/2006/main">
                <a:pathLst>
                  <a:path w="95" h="111443">
                    <a:moveTo>
                      <a:pt x="0" y="0"/>
                    </a:moveTo>
                    <a:lnTo>
                      <a:pt x="0" y="11144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3217">
                <a:solidFill>
                  <a:srgbClr val="003496"/>
                </a:solidFill>
              </a:ln>
            </p:spPr>
          </p:sp>
          <p:sp>
            <p:nvSpPr>
              <p:cNvPr id="250" name="250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13EBEF88-54A5-4533-861D-6446A0F45CF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48300" y="5371624"/>
                <a:ext cx="95250" cy="7429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7C8FF"/>
              </a:solidFill>
              <a:ln xmlns:a="http://schemas.openxmlformats.org/drawingml/2006/main" w="23217">
                <a:solidFill>
                  <a:srgbClr val="003496"/>
                </a:solidFill>
              </a:ln>
            </p:spPr>
          </p:sp>
          <p:sp>
            <p:nvSpPr>
              <p:cNvPr id="251" name="251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FC554C8-5638-4214-B76F-60A7AAB93E0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81613" y="5622369"/>
                <a:ext cx="95250" cy="7429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7C8FF"/>
              </a:solidFill>
              <a:ln xmlns:a="http://schemas.openxmlformats.org/drawingml/2006/main" w="23217">
                <a:solidFill>
                  <a:srgbClr val="003496"/>
                </a:solidFill>
              </a:ln>
            </p:spPr>
          </p:sp>
          <p:sp>
            <p:nvSpPr>
              <p:cNvPr id="252" name="25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3765885D-69D2-4ECF-856B-F098E49C297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48300" y="5622369"/>
                <a:ext cx="95250" cy="7429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7C8FF"/>
              </a:solidFill>
              <a:ln xmlns:a="http://schemas.openxmlformats.org/drawingml/2006/main" w="23217">
                <a:solidFill>
                  <a:srgbClr val="003496"/>
                </a:solidFill>
              </a:ln>
            </p:spPr>
          </p:sp>
          <p:sp>
            <p:nvSpPr>
              <p:cNvPr id="253" name="25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96D6D04-A075-461F-A051-B189846C022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4988" y="5622369"/>
                <a:ext cx="95250" cy="74295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7C8FF"/>
              </a:solidFill>
              <a:ln xmlns:a="http://schemas.openxmlformats.org/drawingml/2006/main" w="23217">
                <a:solidFill>
                  <a:srgbClr val="003496"/>
                </a:solidFill>
              </a:ln>
            </p:spPr>
          </p:sp>
        </p:grpSp>
        <p:sp>
          <p:nvSpPr>
            <p:cNvPr id="254" name="254 Orchestrator">
              <a:extLst xmlns:a="http://schemas.openxmlformats.org/drawingml/2006/main">
                <a:ext uri="{FF2B5EF4-FFF2-40B4-BE49-F238E27FC236}">
                  <a16:creationId xmlns:a16="http://schemas.microsoft.com/office/drawing/2014/main" id="{1C12FF47-E717-4CB8-8764-BA029EC9C4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15025" y="5324475"/>
              <a:ext cx="1943100" cy="377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40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Orchestrator</a:t>
              </a:r>
            </a:p>
          </p:txBody>
        </p:sp>
        <p:sp>
          <p:nvSpPr>
            <p:cNvPr id="255" name="255 path">
              <a:extLst xmlns:a="http://schemas.openxmlformats.org/drawingml/2006/main">
                <a:ext uri="{FF2B5EF4-FFF2-40B4-BE49-F238E27FC236}">
                  <a16:creationId xmlns:a16="http://schemas.microsoft.com/office/drawing/2014/main" id="{88ED021A-5C51-446A-8A8F-D4EBAEB78C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62900" y="5381625"/>
              <a:ext cx="95" cy="323850"/>
            </a:xfrm>
            <a:custGeom xmlns:a="http://schemas.openxmlformats.org/drawingml/2006/main">
              <a:pathLst>
                <a:path w="9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478">
              <a:solidFill>
                <a:srgbClr val="3097F1"/>
              </a:solidFill>
            </a:ln>
          </p:spPr>
        </p:sp>
        <p:sp>
          <p:nvSpPr>
            <p:cNvPr id="256" name="256 path">
              <a:extLst xmlns:a="http://schemas.openxmlformats.org/drawingml/2006/main">
                <a:ext uri="{FF2B5EF4-FFF2-40B4-BE49-F238E27FC236}">
                  <a16:creationId xmlns:a16="http://schemas.microsoft.com/office/drawing/2014/main" id="{FDB08D99-5D78-47C5-93B7-2339DA33C9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5381625"/>
              <a:ext cx="95" cy="323850"/>
            </a:xfrm>
            <a:custGeom xmlns:a="http://schemas.openxmlformats.org/drawingml/2006/main">
              <a:pathLst>
                <a:path w="9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478">
              <a:solidFill>
                <a:srgbClr val="3097F1"/>
              </a:solidFill>
            </a:ln>
          </p:spPr>
        </p:sp>
        <p:sp>
          <p:nvSpPr>
            <p:cNvPr id="257" name="257 path">
              <a:extLst xmlns:a="http://schemas.openxmlformats.org/drawingml/2006/main">
                <a:ext uri="{FF2B5EF4-FFF2-40B4-BE49-F238E27FC236}">
                  <a16:creationId xmlns:a16="http://schemas.microsoft.com/office/drawing/2014/main" id="{B21443DA-BE25-4662-8BCD-9686919CC8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0450" y="5381625"/>
              <a:ext cx="95" cy="323850"/>
            </a:xfrm>
            <a:custGeom xmlns:a="http://schemas.openxmlformats.org/drawingml/2006/main">
              <a:pathLst>
                <a:path w="9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478">
              <a:solidFill>
                <a:srgbClr val="3097F1"/>
              </a:solidFill>
            </a:ln>
          </p:spPr>
        </p:sp>
        <p:sp>
          <p:nvSpPr>
            <p:cNvPr id="258" name="258 Execute">
              <a:extLst xmlns:a="http://schemas.openxmlformats.org/drawingml/2006/main">
                <a:ext uri="{FF2B5EF4-FFF2-40B4-BE49-F238E27FC236}">
                  <a16:creationId xmlns:a16="http://schemas.microsoft.com/office/drawing/2014/main" id="{9C2660F8-E8A2-4A5F-B47E-46CC0EFDCE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43875" y="5400675"/>
              <a:ext cx="104775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Execute</a:t>
              </a:r>
            </a:p>
          </p:txBody>
        </p:sp>
        <p:sp>
          <p:nvSpPr>
            <p:cNvPr id="259" name="259 Manage State">
              <a:extLst xmlns:a="http://schemas.openxmlformats.org/drawingml/2006/main">
                <a:ext uri="{FF2B5EF4-FFF2-40B4-BE49-F238E27FC236}">
                  <a16:creationId xmlns:a16="http://schemas.microsoft.com/office/drawing/2014/main" id="{CFBECBA4-0851-45E7-8ECC-FF43D95BE6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0" y="5400675"/>
              <a:ext cx="1533525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Manage State</a:t>
              </a:r>
            </a:p>
          </p:txBody>
        </p:sp>
        <p:sp>
          <p:nvSpPr>
            <p:cNvPr id="260" name="260 Coordinate Agents">
              <a:extLst xmlns:a="http://schemas.openxmlformats.org/drawingml/2006/main">
                <a:ext uri="{FF2B5EF4-FFF2-40B4-BE49-F238E27FC236}">
                  <a16:creationId xmlns:a16="http://schemas.microsoft.com/office/drawing/2014/main" id="{6592C76B-DBD6-456F-8615-6F2A3CBB34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334750" y="5400675"/>
              <a:ext cx="207645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Coordinate Agents</a:t>
              </a:r>
            </a:p>
          </p:txBody>
        </p:sp>
      </p:grpSp>
      <p:grpSp>
        <p:nvGrpSpPr>
          <p:cNvPr id="489" name="Flow connections"/>
          <p:cNvGrpSpPr/>
          <p:nvPr/>
        </p:nvGrpSpPr>
        <p:grpSpPr>
          <ns24:xfrm xmlns:ns24="http://schemas.openxmlformats.org/drawingml/2006/main">
            <ns24:off x="2647950" y="1412367"/>
            <ns24:ext cx="10744200" cy="4883658"/>
            <ns24:chOff x="2647950" y="1412367"/>
            <ns24:chExt cx="10744200" cy="4883658"/>
          </ns24:xfrm>
        </p:grpSpPr>
        <p:sp>
          <p:nvSpPr>
            <p:cNvPr id="261" name="261 path">
              <a:extLst xmlns:a="http://schemas.openxmlformats.org/drawingml/2006/main">
                <a:ext uri="{FF2B5EF4-FFF2-40B4-BE49-F238E27FC236}">
                  <a16:creationId xmlns:a16="http://schemas.microsoft.com/office/drawing/2014/main" id="{A4C33EE8-C41D-44FE-97FA-BA726C0507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47950" y="2847975"/>
              <a:ext cx="333375" cy="95"/>
            </a:xfrm>
            <a:custGeom xmlns:a="http://schemas.openxmlformats.org/drawingml/2006/main">
              <a:pathLst>
                <a:path w="333375" h="9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1C4976"/>
              </a:solidFill>
            </a:ln>
          </p:spPr>
        </p:sp>
        <p:sp>
          <p:nvSpPr>
            <p:cNvPr id="262" name="262 arrow head">
              <a:extLst xmlns:a="http://schemas.openxmlformats.org/drawingml/2006/main">
                <a:ext uri="{FF2B5EF4-FFF2-40B4-BE49-F238E27FC236}">
                  <a16:creationId xmlns:a16="http://schemas.microsoft.com/office/drawing/2014/main" id="{B1B00B32-F9B8-4364-B75D-54B89D3E81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38450" y="2779395"/>
              <a:ext cx="142875" cy="137160"/>
            </a:xfrm>
            <a:custGeom xmlns:a="http://schemas.openxmlformats.org/drawingml/2006/main">
              <a:pathLst>
                <a:path w="142875" h="137160">
                  <a:moveTo>
                    <a:pt x="142875" y="68580"/>
                  </a:move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solidFill xmlns:a="http://schemas.openxmlformats.org/drawingml/2006/main">
              <a:srgbClr val="1C4976"/>
            </a:solidFill>
            <a:ln xmlns:a="http://schemas.openxmlformats.org/drawingml/2006/main" w="4763">
              <a:solidFill>
                <a:srgbClr val="1C4976"/>
              </a:solidFill>
            </a:ln>
          </p:spPr>
        </p:sp>
        <p:sp>
          <p:nvSpPr>
            <p:cNvPr id="263" name="263 path">
              <a:extLst xmlns:a="http://schemas.openxmlformats.org/drawingml/2006/main">
                <a:ext uri="{FF2B5EF4-FFF2-40B4-BE49-F238E27FC236}">
                  <a16:creationId xmlns:a16="http://schemas.microsoft.com/office/drawing/2014/main" id="{6913DDB6-E11D-46DB-BF05-8689F38CD3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14800" y="5486400"/>
              <a:ext cx="695325" cy="95"/>
            </a:xfrm>
            <a:custGeom xmlns:a="http://schemas.openxmlformats.org/drawingml/2006/main">
              <a:pathLst>
                <a:path w="695325" h="95">
                  <a:moveTo>
                    <a:pt x="0" y="0"/>
                  </a:moveTo>
                  <a:lnTo>
                    <a:pt x="6953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0955">
              <a:solidFill>
                <a:srgbClr val="0084EF"/>
              </a:solidFill>
            </a:ln>
          </p:spPr>
        </p:sp>
        <p:sp>
          <p:nvSpPr>
            <p:cNvPr id="264" name="264 arrow head">
              <a:extLst xmlns:a="http://schemas.openxmlformats.org/drawingml/2006/main">
                <a:ext uri="{FF2B5EF4-FFF2-40B4-BE49-F238E27FC236}">
                  <a16:creationId xmlns:a16="http://schemas.microsoft.com/office/drawing/2014/main" id="{D3230B7D-8201-4685-9878-613E007D1A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5417820"/>
              <a:ext cx="142875" cy="137160"/>
            </a:xfrm>
            <a:custGeom xmlns:a="http://schemas.openxmlformats.org/drawingml/2006/main">
              <a:pathLst>
                <a:path w="142875" h="137160">
                  <a:moveTo>
                    <a:pt x="142875" y="68580"/>
                  </a:move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solidFill xmlns:a="http://schemas.openxmlformats.org/drawingml/2006/main">
              <a:srgbClr val="0084EF"/>
            </a:solidFill>
            <a:ln xmlns:a="http://schemas.openxmlformats.org/drawingml/2006/main" w="4763">
              <a:solidFill>
                <a:srgbClr val="0084EF"/>
              </a:solidFill>
            </a:ln>
          </p:spPr>
        </p:sp>
        <p:sp>
          <p:nvSpPr>
            <p:cNvPr id="265" name="265 path">
              <a:extLst xmlns:a="http://schemas.openxmlformats.org/drawingml/2006/main">
                <a:ext uri="{FF2B5EF4-FFF2-40B4-BE49-F238E27FC236}">
                  <a16:creationId xmlns:a16="http://schemas.microsoft.com/office/drawing/2014/main" id="{B1BCA422-DA38-4669-8422-980F098398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43725" y="4514850"/>
              <a:ext cx="95" cy="657225"/>
            </a:xfrm>
            <a:custGeom xmlns:a="http://schemas.openxmlformats.org/drawingml/2006/main">
              <a:pathLst>
                <a:path w="9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0088F9"/>
              </a:solidFill>
            </a:ln>
          </p:spPr>
        </p:sp>
        <p:sp>
          <p:nvSpPr>
            <p:cNvPr id="266" name="266 arrow head">
              <a:extLst xmlns:a="http://schemas.openxmlformats.org/drawingml/2006/main">
                <a:ext uri="{FF2B5EF4-FFF2-40B4-BE49-F238E27FC236}">
                  <a16:creationId xmlns:a16="http://schemas.microsoft.com/office/drawing/2014/main" id="{15767151-E074-49FB-A8B9-3AE7099B78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75145" y="4514850"/>
              <a:ext cx="137160" cy="142875"/>
            </a:xfrm>
            <a:custGeom xmlns:a="http://schemas.openxmlformats.org/drawingml/2006/main">
              <a:pathLst>
                <a:path w="137160" h="142875">
                  <a:moveTo>
                    <a:pt x="68580" y="0"/>
                  </a:moveTo>
                  <a:lnTo>
                    <a:pt x="0" y="142875"/>
                  </a:lnTo>
                  <a:lnTo>
                    <a:pt x="137160" y="142875"/>
                  </a:lnTo>
                  <a:close/>
                </a:path>
              </a:pathLst>
            </a:custGeom>
            <a:solidFill xmlns:a="http://schemas.openxmlformats.org/drawingml/2006/main">
              <a:srgbClr val="0088F9"/>
            </a:solidFill>
            <a:ln xmlns:a="http://schemas.openxmlformats.org/drawingml/2006/main" w="4763">
              <a:solidFill>
                <a:srgbClr val="0088F9"/>
              </a:solidFill>
            </a:ln>
          </p:spPr>
        </p:sp>
        <p:sp>
          <p:nvSpPr>
            <p:cNvPr id="267" name="267 execution">
              <a:extLst xmlns:a="http://schemas.openxmlformats.org/drawingml/2006/main">
                <a:ext uri="{FF2B5EF4-FFF2-40B4-BE49-F238E27FC236}">
                  <a16:creationId xmlns:a16="http://schemas.microsoft.com/office/drawing/2014/main" id="{07B9030B-90FF-41DD-991E-F6C1E513C0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43600" y="4648200"/>
              <a:ext cx="90487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execution</a:t>
              </a:r>
            </a:p>
          </p:txBody>
        </p:sp>
        <p:sp>
          <p:nvSpPr>
            <p:cNvPr id="268" name="268 results">
              <a:extLst xmlns:a="http://schemas.openxmlformats.org/drawingml/2006/main">
                <a:ext uri="{FF2B5EF4-FFF2-40B4-BE49-F238E27FC236}">
                  <a16:creationId xmlns:a16="http://schemas.microsoft.com/office/drawing/2014/main" id="{796C4249-F726-43CB-B917-B9D86F1472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43600" y="4847273"/>
              <a:ext cx="90487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results</a:t>
              </a:r>
            </a:p>
          </p:txBody>
        </p:sp>
        <p:sp>
          <p:nvSpPr>
            <p:cNvPr id="269" name="269 path">
              <a:extLst xmlns:a="http://schemas.openxmlformats.org/drawingml/2006/main">
                <a:ext uri="{FF2B5EF4-FFF2-40B4-BE49-F238E27FC236}">
                  <a16:creationId xmlns:a16="http://schemas.microsoft.com/office/drawing/2014/main" id="{F826110C-6E1C-44B7-B942-20184950B0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00950" y="4514850"/>
              <a:ext cx="95" cy="638175"/>
            </a:xfrm>
            <a:custGeom xmlns:a="http://schemas.openxmlformats.org/drawingml/2006/main">
              <a:pathLst>
                <a:path w="9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0088F9"/>
              </a:solidFill>
            </a:ln>
          </p:spPr>
        </p:sp>
        <p:sp>
          <p:nvSpPr>
            <p:cNvPr id="270" name="270 arrow head">
              <a:extLst xmlns:a="http://schemas.openxmlformats.org/drawingml/2006/main">
                <a:ext uri="{FF2B5EF4-FFF2-40B4-BE49-F238E27FC236}">
                  <a16:creationId xmlns:a16="http://schemas.microsoft.com/office/drawing/2014/main" id="{F0A65BAB-1AF0-4D98-A9B2-7DD754ADB1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32370" y="5010150"/>
              <a:ext cx="137160" cy="142875"/>
            </a:xfrm>
            <a:custGeom xmlns:a="http://schemas.openxmlformats.org/drawingml/2006/main">
              <a:pathLst>
                <a:path w="137160" h="142875">
                  <a:moveTo>
                    <a:pt x="68580" y="142875"/>
                  </a:moveTo>
                  <a:lnTo>
                    <a:pt x="137160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0088F9"/>
            </a:solidFill>
            <a:ln xmlns:a="http://schemas.openxmlformats.org/drawingml/2006/main" w="4763">
              <a:solidFill>
                <a:srgbClr val="0088F9"/>
              </a:solidFill>
            </a:ln>
          </p:spPr>
        </p:sp>
        <p:sp>
          <p:nvSpPr>
            <p:cNvPr id="271" name="271 diagnosis">
              <a:extLst xmlns:a="http://schemas.openxmlformats.org/drawingml/2006/main">
                <a:ext uri="{FF2B5EF4-FFF2-40B4-BE49-F238E27FC236}">
                  <a16:creationId xmlns:a16="http://schemas.microsoft.com/office/drawing/2014/main" id="{0F7D761A-615A-4E0F-8DE3-AFF1B210CB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0025" y="4648200"/>
              <a:ext cx="114300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  <p:sp>
          <p:nvSpPr>
            <p:cNvPr id="272" name="272 feedback">
              <a:extLst xmlns:a="http://schemas.openxmlformats.org/drawingml/2006/main">
                <a:ext uri="{FF2B5EF4-FFF2-40B4-BE49-F238E27FC236}">
                  <a16:creationId xmlns:a16="http://schemas.microsoft.com/office/drawing/2014/main" id="{E7F13BD5-24CB-4CD9-86CC-9807049489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0025" y="4847273"/>
              <a:ext cx="114300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</a:p>
          </p:txBody>
        </p:sp>
        <p:sp>
          <p:nvSpPr>
            <p:cNvPr id="273" name="273 path">
              <a:extLst xmlns:a="http://schemas.openxmlformats.org/drawingml/2006/main">
                <a:ext uri="{FF2B5EF4-FFF2-40B4-BE49-F238E27FC236}">
                  <a16:creationId xmlns:a16="http://schemas.microsoft.com/office/drawing/2014/main" id="{A15B38D6-A738-437B-99AB-55E7B46660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82125" y="1476375"/>
              <a:ext cx="333375" cy="95"/>
            </a:xfrm>
            <a:custGeom xmlns:a="http://schemas.openxmlformats.org/drawingml/2006/main">
              <a:pathLst>
                <a:path w="333375" h="9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FF8B00"/>
              </a:solidFill>
            </a:ln>
          </p:spPr>
        </p:sp>
        <p:sp>
          <p:nvSpPr>
            <p:cNvPr id="274" name="274 arrow head">
              <a:extLst xmlns:a="http://schemas.openxmlformats.org/drawingml/2006/main">
                <a:ext uri="{FF2B5EF4-FFF2-40B4-BE49-F238E27FC236}">
                  <a16:creationId xmlns:a16="http://schemas.microsoft.com/office/drawing/2014/main" id="{86CCC869-F5F1-4952-B205-35C66675E0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82150" y="1412367"/>
              <a:ext cx="133350" cy="128016"/>
            </a:xfrm>
            <a:custGeom xmlns:a="http://schemas.openxmlformats.org/drawingml/2006/main">
              <a:pathLst>
                <a:path w="133350" h="128016">
                  <a:moveTo>
                    <a:pt x="133350" y="64008"/>
                  </a:moveTo>
                  <a:lnTo>
                    <a:pt x="0" y="0"/>
                  </a:lnTo>
                  <a:lnTo>
                    <a:pt x="0" y="128016"/>
                  </a:lnTo>
                  <a:close/>
                </a:path>
              </a:pathLst>
            </a:custGeom>
            <a:solidFill xmlns:a="http://schemas.openxmlformats.org/drawingml/2006/main">
              <a:srgbClr val="FF8B00"/>
            </a:solidFill>
            <a:ln xmlns:a="http://schemas.openxmlformats.org/drawingml/2006/main" w="4763">
              <a:solidFill>
                <a:srgbClr val="FF8B00"/>
              </a:solidFill>
            </a:ln>
          </p:spPr>
        </p:sp>
        <p:sp>
          <p:nvSpPr>
            <p:cNvPr id="275" name="275 path">
              <a:extLst xmlns:a="http://schemas.openxmlformats.org/drawingml/2006/main">
                <a:ext uri="{FF2B5EF4-FFF2-40B4-BE49-F238E27FC236}">
                  <a16:creationId xmlns:a16="http://schemas.microsoft.com/office/drawing/2014/main" id="{070501D2-638E-48C7-89F0-27E459951E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96700" y="2562225"/>
              <a:ext cx="95" cy="257175"/>
            </a:xfrm>
            <a:custGeom xmlns:a="http://schemas.openxmlformats.org/drawingml/2006/main">
              <a:pathLst>
                <a:path w="9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FF8B00"/>
              </a:solidFill>
            </a:ln>
          </p:spPr>
        </p:sp>
        <p:sp>
          <p:nvSpPr>
            <p:cNvPr id="276" name="276 arrow head">
              <a:extLst xmlns:a="http://schemas.openxmlformats.org/drawingml/2006/main">
                <a:ext uri="{FF2B5EF4-FFF2-40B4-BE49-F238E27FC236}">
                  <a16:creationId xmlns:a16="http://schemas.microsoft.com/office/drawing/2014/main" id="{28FA1E7D-3C3D-4E38-A12D-142642D185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32692" y="2686050"/>
              <a:ext cx="128016" cy="133350"/>
            </a:xfrm>
            <a:custGeom xmlns:a="http://schemas.openxmlformats.org/drawingml/2006/main">
              <a:pathLst>
                <a:path w="128016" h="133350">
                  <a:moveTo>
                    <a:pt x="64008" y="133350"/>
                  </a:move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FF8B00"/>
            </a:solidFill>
            <a:ln xmlns:a="http://schemas.openxmlformats.org/drawingml/2006/main" w="4763">
              <a:solidFill>
                <a:srgbClr val="FF8B00"/>
              </a:solidFill>
            </a:ln>
          </p:spPr>
        </p:sp>
        <p:sp>
          <p:nvSpPr>
            <p:cNvPr id="277" name="277 path">
              <a:extLst xmlns:a="http://schemas.openxmlformats.org/drawingml/2006/main">
                <a:ext uri="{FF2B5EF4-FFF2-40B4-BE49-F238E27FC236}">
                  <a16:creationId xmlns:a16="http://schemas.microsoft.com/office/drawing/2014/main" id="{9A3DDEB6-2CC0-42DD-B8D5-94A1F12005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15600" y="4600575"/>
              <a:ext cx="95" cy="561975"/>
            </a:xfrm>
            <a:custGeom xmlns:a="http://schemas.openxmlformats.org/drawingml/2006/main">
              <a:pathLst>
                <a:path w="95" h="561975">
                  <a:moveTo>
                    <a:pt x="0" y="5619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718">
              <a:solidFill>
                <a:srgbClr val="0CAF69"/>
              </a:solidFill>
            </a:ln>
          </p:spPr>
        </p:sp>
        <p:sp>
          <p:nvSpPr>
            <p:cNvPr id="278" name="278 arrow head">
              <a:extLst xmlns:a="http://schemas.openxmlformats.org/drawingml/2006/main">
                <a:ext uri="{FF2B5EF4-FFF2-40B4-BE49-F238E27FC236}">
                  <a16:creationId xmlns:a16="http://schemas.microsoft.com/office/drawing/2014/main" id="{28DBC04D-DF35-489E-AE5E-41B16AF165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1592" y="4600575"/>
              <a:ext cx="128016" cy="133350"/>
            </a:xfrm>
            <a:custGeom xmlns:a="http://schemas.openxmlformats.org/drawingml/2006/main">
              <a:pathLst>
                <a:path w="128016" h="133350">
                  <a:moveTo>
                    <a:pt x="64008" y="0"/>
                  </a:moveTo>
                  <a:lnTo>
                    <a:pt x="0" y="133350"/>
                  </a:lnTo>
                  <a:lnTo>
                    <a:pt x="128016" y="133350"/>
                  </a:lnTo>
                  <a:close/>
                </a:path>
              </a:pathLst>
            </a:custGeom>
            <a:solidFill xmlns:a="http://schemas.openxmlformats.org/drawingml/2006/main">
              <a:srgbClr val="0CAF69"/>
            </a:solidFill>
            <a:ln xmlns:a="http://schemas.openxmlformats.org/drawingml/2006/main" w="4763">
              <a:solidFill>
                <a:srgbClr val="0CAF69"/>
              </a:solidFill>
            </a:ln>
          </p:spPr>
        </p:sp>
        <p:sp>
          <p:nvSpPr>
            <p:cNvPr id="279" name="279 revised">
              <a:extLst xmlns:a="http://schemas.openxmlformats.org/drawingml/2006/main">
                <a:ext uri="{FF2B5EF4-FFF2-40B4-BE49-F238E27FC236}">
                  <a16:creationId xmlns:a16="http://schemas.microsoft.com/office/drawing/2014/main" id="{EA7F0E37-5AEB-49A8-A7FB-D97299ADD8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06100" y="4648200"/>
              <a:ext cx="113347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revised</a:t>
              </a:r>
            </a:p>
          </p:txBody>
        </p:sp>
        <p:sp>
          <p:nvSpPr>
            <p:cNvPr id="280" name="280 program">
              <a:extLst xmlns:a="http://schemas.openxmlformats.org/drawingml/2006/main">
                <a:ext uri="{FF2B5EF4-FFF2-40B4-BE49-F238E27FC236}">
                  <a16:creationId xmlns:a16="http://schemas.microsoft.com/office/drawing/2014/main" id="{AAC4139E-87A8-449F-A5B9-3CB0C5A152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06100" y="4847273"/>
              <a:ext cx="113347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program</a:t>
              </a:r>
            </a:p>
          </p:txBody>
        </p:sp>
        <p:sp>
          <p:nvSpPr>
            <p:cNvPr id="281" name="281 path">
              <a:extLst xmlns:a="http://schemas.openxmlformats.org/drawingml/2006/main">
                <a:ext uri="{FF2B5EF4-FFF2-40B4-BE49-F238E27FC236}">
                  <a16:creationId xmlns:a16="http://schemas.microsoft.com/office/drawing/2014/main" id="{89DAD7C8-0F9E-464E-A3E0-764C0FA581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53875" y="4600575"/>
              <a:ext cx="95" cy="552450"/>
            </a:xfrm>
            <a:custGeom xmlns:a="http://schemas.openxmlformats.org/drawingml/2006/main">
              <a:pathLst>
                <a:path w="9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718">
              <a:solidFill>
                <a:srgbClr val="0CAF69"/>
              </a:solidFill>
            </a:ln>
          </p:spPr>
        </p:sp>
        <p:sp>
          <p:nvSpPr>
            <p:cNvPr id="282" name="282 arrow head">
              <a:extLst xmlns:a="http://schemas.openxmlformats.org/drawingml/2006/main">
                <a:ext uri="{FF2B5EF4-FFF2-40B4-BE49-F238E27FC236}">
                  <a16:creationId xmlns:a16="http://schemas.microsoft.com/office/drawing/2014/main" id="{9B9233EA-F43C-4807-819F-8F6B324BE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89867" y="5019675"/>
              <a:ext cx="128016" cy="133350"/>
            </a:xfrm>
            <a:custGeom xmlns:a="http://schemas.openxmlformats.org/drawingml/2006/main">
              <a:pathLst>
                <a:path w="128016" h="133350">
                  <a:moveTo>
                    <a:pt x="64008" y="133350"/>
                  </a:move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0CAF69"/>
            </a:solidFill>
            <a:ln xmlns:a="http://schemas.openxmlformats.org/drawingml/2006/main" w="4763">
              <a:solidFill>
                <a:srgbClr val="0CAF69"/>
              </a:solidFill>
            </a:ln>
          </p:spPr>
        </p:sp>
        <p:sp>
          <p:nvSpPr>
            <p:cNvPr id="283" name="283 execute">
              <a:extLst xmlns:a="http://schemas.openxmlformats.org/drawingml/2006/main">
                <a:ext uri="{FF2B5EF4-FFF2-40B4-BE49-F238E27FC236}">
                  <a16:creationId xmlns:a16="http://schemas.microsoft.com/office/drawing/2014/main" id="{370E9E1B-79F8-4ADA-BE41-D13E48129A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53900" y="4648200"/>
              <a:ext cx="123825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execute</a:t>
              </a:r>
            </a:p>
          </p:txBody>
        </p:sp>
        <p:sp>
          <p:nvSpPr>
            <p:cNvPr id="284" name="284 &amp; validate">
              <a:extLst xmlns:a="http://schemas.openxmlformats.org/drawingml/2006/main">
                <a:ext uri="{FF2B5EF4-FFF2-40B4-BE49-F238E27FC236}">
                  <a16:creationId xmlns:a16="http://schemas.microsoft.com/office/drawing/2014/main" id="{73E33D64-1EF0-4D46-943F-72D7AB5F19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53900" y="4847273"/>
              <a:ext cx="123825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&amp; validate</a:t>
              </a:r>
            </a:p>
          </p:txBody>
        </p:sp>
        <p:sp>
          <p:nvSpPr>
            <p:cNvPr id="285" name="285 Context link diamond">
              <a:extLst xmlns:a="http://schemas.openxmlformats.org/drawingml/2006/main">
                <a:ext uri="{FF2B5EF4-FFF2-40B4-BE49-F238E27FC236}">
                  <a16:creationId xmlns:a16="http://schemas.microsoft.com/office/drawing/2014/main" id="{3E6B8BDC-EC12-4926-8A2B-B8EABB068C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96225" y="6124575"/>
              <a:ext cx="133350" cy="171450"/>
            </a:xfrm>
            <a:custGeom xmlns:a="http://schemas.openxmlformats.org/drawingml/2006/main">
              <a:pathLst>
                <a:path w="133350" h="171450">
                  <a:moveTo>
                    <a:pt x="66675" y="0"/>
                  </a:moveTo>
                  <a:lnTo>
                    <a:pt x="133350" y="85725"/>
                  </a:lnTo>
                  <a:lnTo>
                    <a:pt x="66675" y="171450"/>
                  </a:lnTo>
                  <a:lnTo>
                    <a:pt x="0" y="85725"/>
                  </a:lnTo>
                  <a:close/>
                </a:path>
              </a:pathLst>
            </a:custGeom>
            <a:solidFill xmlns:a="http://schemas.openxmlformats.org/drawingml/2006/main">
              <a:srgbClr val="8460D9"/>
            </a:solidFill>
            <a:ln xmlns:a="http://schemas.openxmlformats.org/drawingml/2006/main" w="4763">
              <a:solidFill>
                <a:srgbClr val="8460D9"/>
              </a:solidFill>
            </a:ln>
          </p:spPr>
        </p:sp>
      </p:grpSp>
      <p:grpSp>
        <p:nvGrpSpPr>
          <p:cNvPr id="490" name="Verified Output"/>
          <p:cNvGrpSpPr/>
          <p:nvPr/>
        </p:nvGrpSpPr>
        <p:grpSpPr>
          <ns31:xfrm xmlns:ns31="http://schemas.openxmlformats.org/drawingml/2006/main">
            <ns31:off x="13963650" y="466725"/>
            <ns31:ext cx="1800225" cy="5467350"/>
            <ns31:chOff x="13963650" y="466725"/>
            <ns31:chExt cx="1800225" cy="5467350"/>
          </ns31:xfrm>
        </p:grpSpPr>
        <p:sp>
          <p:nvSpPr>
            <p:cNvPr id="286" name="286 rect">
              <a:extLst xmlns:a="http://schemas.openxmlformats.org/drawingml/2006/main">
                <a:ext uri="{FF2B5EF4-FFF2-40B4-BE49-F238E27FC236}">
                  <a16:creationId xmlns:a16="http://schemas.microsoft.com/office/drawing/2014/main" id="{AB1E2BE0-716F-44DD-AD35-868BC17EEF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63650" y="466725"/>
              <a:ext cx="1800225" cy="5467350"/>
            </a:xfrm>
            <a:prstGeom xmlns:a="http://schemas.openxmlformats.org/drawingml/2006/main" prst="roundRect">
              <a:avLst>
                <a:gd name="adj" fmla="val 7407"/>
              </a:avLst>
            </a:prstGeom>
            <a:gradFill xmlns:a="http://schemas.openxmlformats.org/drawingml/2006/main">
              <a:gsLst>
                <a:gs pos="0">
                  <a:srgbClr val="ECFAF3"/>
                </a:gs>
                <a:gs pos="100000">
                  <a:srgbClr val="F7FDF9"/>
                </a:gs>
              </a:gsLst>
              <a:lin ang="5400000"/>
            </a:gradFill>
            <a:ln xmlns:a="http://schemas.openxmlformats.org/drawingml/2006/main" w="13335">
              <a:solidFill>
                <a:srgbClr val="16866C"/>
              </a:solidFill>
            </a:ln>
          </p:spPr>
        </p:sp>
        <p:sp>
          <p:nvSpPr>
            <p:cNvPr id="287" name="287 rect">
              <a:extLst xmlns:a="http://schemas.openxmlformats.org/drawingml/2006/main">
                <a:ext uri="{FF2B5EF4-FFF2-40B4-BE49-F238E27FC236}">
                  <a16:creationId xmlns:a16="http://schemas.microsoft.com/office/drawing/2014/main" id="{0E7914DD-6EAD-47BC-860C-B8508E0983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73175" y="476250"/>
              <a:ext cx="1781175" cy="638175"/>
            </a:xfrm>
            <a:prstGeom xmlns:a="http://schemas.openxmlformats.org/drawingml/2006/main" prst="roundRect">
              <a:avLst>
                <a:gd name="adj" fmla="val 17910"/>
              </a:avLst>
            </a:prstGeom>
            <a:gradFill xmlns:a="http://schemas.openxmlformats.org/drawingml/2006/main">
              <a:gsLst>
                <a:gs pos="0">
                  <a:srgbClr val="DEF6EC"/>
                </a:gs>
                <a:gs pos="100000">
                  <a:srgbClr val="E8F9F1"/>
                </a:gs>
              </a:gsLst>
              <a:lin ang="5400000"/>
            </a:gradFill>
            <a:ln xmlns:a="http://schemas.openxmlformats.org/drawingml/2006/main" w="0">
              <a:noFill/>
            </a:ln>
          </p:spPr>
        </p:sp>
        <p:sp>
          <p:nvSpPr>
            <p:cNvPr id="288" name="288 Verified Output">
              <a:extLst xmlns:a="http://schemas.openxmlformats.org/drawingml/2006/main">
                <a:ext uri="{FF2B5EF4-FFF2-40B4-BE49-F238E27FC236}">
                  <a16:creationId xmlns:a16="http://schemas.microsoft.com/office/drawing/2014/main" id="{7ECDD95F-336D-4987-B562-FE3360A45A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77950" y="647700"/>
              <a:ext cx="1600200" cy="28110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85" b="1">
                  <a:solidFill>
                    <a:srgbClr val="082A3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85" b="1">
                  <a:solidFill>
                    <a:srgbClr val="082A31"/>
                  </a:solidFill>
                  <a:latin typeface="Times New Roman"/>
                  <a:ea typeface="Times New Roman"/>
                  <a:cs typeface="Times New Roman"/>
                </a:rPr>
                <a:t>Verified Output</a:t>
              </a:r>
            </a:p>
          </p:txBody>
        </p:sp>
        <p:grpSp>
          <p:nvGrpSpPr>
            <p:cNvPr id="491" name="icon-check-288"/>
            <p:cNvGrpSpPr/>
            <p:nvPr/>
          </p:nvGrpSpPr>
          <p:grpSpPr>
            <ns25:xfrm xmlns:ns25="http://schemas.openxmlformats.org/drawingml/2006/main">
              <ns25:off x="14165818" y="1335643"/>
              <ns25:ext cx="443389" cy="443389"/>
              <ns25:chOff x="14165818" y="1335643"/>
              <ns25:chExt cx="443389" cy="443389"/>
            </ns25:xfrm>
          </p:grpSpPr>
          <p:sp>
            <p:nvSpPr>
              <p:cNvPr id="289" name="289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ECC054C-53CA-4338-B047-BC14EA10BC2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165818" y="1335643"/>
                <a:ext cx="443389" cy="443389"/>
              </a:xfrm>
              <a:prstGeom xmlns:a="http://schemas.openxmlformats.org/drawingml/2006/main" prst="ellipse">
                <a:avLst/>
              </a:prstGeom>
              <a:gradFill xmlns:a="http://schemas.openxmlformats.org/drawingml/2006/main"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xmlns:a="http://schemas.openxmlformats.org/drawingml/2006/main" w="7001">
                <a:solidFill>
                  <a:srgbClr val="198D48"/>
                </a:solidFill>
              </a:ln>
            </p:spPr>
          </p:sp>
          <p:sp>
            <p:nvSpPr>
              <p:cNvPr id="290" name="290 path">
                <a:extLst xmlns:a="http://schemas.openxmlformats.org/drawingml/2006/main">
                  <a:ext uri="{FF2B5EF4-FFF2-40B4-BE49-F238E27FC236}">
                    <a16:creationId xmlns:a16="http://schemas.microsoft.com/office/drawing/2014/main" id="{154C4C3E-C363-44EB-826E-A115C78F469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270831" y="1463993"/>
                <a:ext cx="221694" cy="175022"/>
              </a:xfrm>
              <a:custGeom xmlns:a="http://schemas.openxmlformats.org/drawingml/2006/main">
                <a:pathLst>
                  <a:path w="221694" h="175022">
                    <a:moveTo>
                      <a:pt x="0" y="93345"/>
                    </a:moveTo>
                    <a:lnTo>
                      <a:pt x="81677" y="175022"/>
                    </a:lnTo>
                    <a:lnTo>
                      <a:pt x="221694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46673">
                <a:solidFill>
                  <a:srgbClr val="FFFFFF"/>
                </a:solidFill>
              </a:ln>
            </p:spPr>
          </p:sp>
        </p:grpSp>
        <p:sp>
          <p:nvSpPr>
            <p:cNvPr id="291" name="291 Migrated">
              <a:extLst xmlns:a="http://schemas.openxmlformats.org/drawingml/2006/main">
                <a:ext uri="{FF2B5EF4-FFF2-40B4-BE49-F238E27FC236}">
                  <a16:creationId xmlns:a16="http://schemas.microsoft.com/office/drawing/2014/main" id="{4A5ACCF4-0E47-4F05-8585-3610AB517B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25650" y="1314450"/>
              <a:ext cx="95250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Migrated</a:t>
              </a:r>
            </a:p>
          </p:txBody>
        </p:sp>
        <p:sp>
          <p:nvSpPr>
            <p:cNvPr id="292" name="292 Program">
              <a:extLst xmlns:a="http://schemas.openxmlformats.org/drawingml/2006/main">
                <a:ext uri="{FF2B5EF4-FFF2-40B4-BE49-F238E27FC236}">
                  <a16:creationId xmlns:a16="http://schemas.microsoft.com/office/drawing/2014/main" id="{EEF95F93-14A2-4FB9-A3A3-6E987E9A2F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25650" y="1544955"/>
              <a:ext cx="95250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Program</a:t>
              </a:r>
            </a:p>
          </p:txBody>
        </p:sp>
        <p:sp>
          <p:nvSpPr>
            <p:cNvPr id="293" name="293 rect">
              <a:extLst xmlns:a="http://schemas.openxmlformats.org/drawingml/2006/main">
                <a:ext uri="{FF2B5EF4-FFF2-40B4-BE49-F238E27FC236}">
                  <a16:creationId xmlns:a16="http://schemas.microsoft.com/office/drawing/2014/main" id="{5B3960BC-4D5C-41E2-8CD6-197B2D8B54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77950" y="2047875"/>
              <a:ext cx="1571625" cy="790575"/>
            </a:xfrm>
            <a:prstGeom xmlns:a="http://schemas.openxmlformats.org/drawingml/2006/main" prst="roundRect">
              <a:avLst>
                <a:gd name="adj" fmla="val 1325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D8EDE9"/>
              </a:solidFill>
            </a:ln>
          </p:spPr>
        </p:sp>
        <p:grpSp>
          <p:nvGrpSpPr>
            <p:cNvPr id="492" name="icon-java-293"/>
            <p:cNvGrpSpPr/>
            <p:nvPr/>
          </p:nvGrpSpPr>
          <p:grpSpPr>
            <ns26:xfrm xmlns:ns26="http://schemas.openxmlformats.org/drawingml/2006/main">
              <ns26:off x="14401800" y="2172901"/>
              <ns26:ext cx="419100" cy="530998"/>
              <ns26:chOff x="14401800" y="2172901"/>
              <ns26:chExt cx="419100" cy="530998"/>
            </ns26:xfrm>
          </p:grpSpPr>
          <p:sp>
            <p:nvSpPr>
              <p:cNvPr id="294" name="294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B4DFCFDB-A1FB-47E3-B092-6FC6EFFC4A2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01800" y="2172901"/>
                <a:ext cx="419100" cy="530998"/>
              </a:xfrm>
              <a:custGeom xmlns:a="http://schemas.openxmlformats.org/drawingml/2006/main">
                <a:pathLst>
                  <a:path w="419100" h="530998">
                    <a:moveTo>
                      <a:pt x="330784" y="91278"/>
                    </a:moveTo>
                    <a:lnTo>
                      <a:pt x="324938" y="95283"/>
                    </a:lnTo>
                    <a:lnTo>
                      <a:pt x="319146" y="99244"/>
                    </a:lnTo>
                    <a:lnTo>
                      <a:pt x="313375" y="103208"/>
                    </a:lnTo>
                    <a:lnTo>
                      <a:pt x="307592" y="107220"/>
                    </a:lnTo>
                    <a:lnTo>
                      <a:pt x="301762" y="111325"/>
                    </a:lnTo>
                    <a:lnTo>
                      <a:pt x="295851" y="115570"/>
                    </a:lnTo>
                    <a:lnTo>
                      <a:pt x="289827" y="120002"/>
                    </a:lnTo>
                    <a:lnTo>
                      <a:pt x="283655" y="124664"/>
                    </a:lnTo>
                    <a:lnTo>
                      <a:pt x="278476" y="128563"/>
                    </a:lnTo>
                    <a:lnTo>
                      <a:pt x="272743" y="132903"/>
                    </a:lnTo>
                    <a:lnTo>
                      <a:pt x="266825" y="137660"/>
                    </a:lnTo>
                    <a:lnTo>
                      <a:pt x="261091" y="142810"/>
                    </a:lnTo>
                    <a:lnTo>
                      <a:pt x="255907" y="148327"/>
                    </a:lnTo>
                    <a:lnTo>
                      <a:pt x="251643" y="154188"/>
                    </a:lnTo>
                    <a:lnTo>
                      <a:pt x="248665" y="160369"/>
                    </a:lnTo>
                    <a:lnTo>
                      <a:pt x="247343" y="166846"/>
                    </a:lnTo>
                    <a:lnTo>
                      <a:pt x="247747" y="173934"/>
                    </a:lnTo>
                    <a:lnTo>
                      <a:pt x="249678" y="180979"/>
                    </a:lnTo>
                    <a:lnTo>
                      <a:pt x="252741" y="188022"/>
                    </a:lnTo>
                    <a:lnTo>
                      <a:pt x="256541" y="195104"/>
                    </a:lnTo>
                    <a:lnTo>
                      <a:pt x="260681" y="202267"/>
                    </a:lnTo>
                    <a:lnTo>
                      <a:pt x="264768" y="209552"/>
                    </a:lnTo>
                    <a:lnTo>
                      <a:pt x="268404" y="217000"/>
                    </a:lnTo>
                    <a:lnTo>
                      <a:pt x="271195" y="224652"/>
                    </a:lnTo>
                    <a:lnTo>
                      <a:pt x="272745" y="232549"/>
                    </a:lnTo>
                    <a:lnTo>
                      <a:pt x="272659" y="240732"/>
                    </a:lnTo>
                    <a:lnTo>
                      <a:pt x="270541" y="249243"/>
                    </a:lnTo>
                    <a:lnTo>
                      <a:pt x="265996" y="258123"/>
                    </a:lnTo>
                    <a:lnTo>
                      <a:pt x="262412" y="262931"/>
                    </a:lnTo>
                    <a:lnTo>
                      <a:pt x="258298" y="267131"/>
                    </a:lnTo>
                    <a:lnTo>
                      <a:pt x="253678" y="270849"/>
                    </a:lnTo>
                    <a:lnTo>
                      <a:pt x="248575" y="274212"/>
                    </a:lnTo>
                    <a:lnTo>
                      <a:pt x="243014" y="277344"/>
                    </a:lnTo>
                    <a:lnTo>
                      <a:pt x="237018" y="280372"/>
                    </a:lnTo>
                    <a:lnTo>
                      <a:pt x="230610" y="283421"/>
                    </a:lnTo>
                    <a:lnTo>
                      <a:pt x="223814" y="286616"/>
                    </a:lnTo>
                    <a:lnTo>
                      <a:pt x="223454" y="285145"/>
                    </a:lnTo>
                    <a:lnTo>
                      <a:pt x="223777" y="283672"/>
                    </a:lnTo>
                    <a:lnTo>
                      <a:pt x="224632" y="282197"/>
                    </a:lnTo>
                    <a:lnTo>
                      <a:pt x="225869" y="280721"/>
                    </a:lnTo>
                    <a:lnTo>
                      <a:pt x="227338" y="279245"/>
                    </a:lnTo>
                    <a:lnTo>
                      <a:pt x="228888" y="277770"/>
                    </a:lnTo>
                    <a:lnTo>
                      <a:pt x="230370" y="276296"/>
                    </a:lnTo>
                    <a:lnTo>
                      <a:pt x="231634" y="274825"/>
                    </a:lnTo>
                    <a:lnTo>
                      <a:pt x="236147" y="267227"/>
                    </a:lnTo>
                    <a:lnTo>
                      <a:pt x="238797" y="260199"/>
                    </a:lnTo>
                    <a:lnTo>
                      <a:pt x="239814" y="253642"/>
                    </a:lnTo>
                    <a:lnTo>
                      <a:pt x="239427" y="247459"/>
                    </a:lnTo>
                    <a:lnTo>
                      <a:pt x="237867" y="241552"/>
                    </a:lnTo>
                    <a:lnTo>
                      <a:pt x="235363" y="235824"/>
                    </a:lnTo>
                    <a:lnTo>
                      <a:pt x="232146" y="230177"/>
                    </a:lnTo>
                    <a:lnTo>
                      <a:pt x="228446" y="224512"/>
                    </a:lnTo>
                    <a:lnTo>
                      <a:pt x="224494" y="218733"/>
                    </a:lnTo>
                    <a:lnTo>
                      <a:pt x="220518" y="212741"/>
                    </a:lnTo>
                    <a:lnTo>
                      <a:pt x="216749" y="206438"/>
                    </a:lnTo>
                    <a:lnTo>
                      <a:pt x="213417" y="199727"/>
                    </a:lnTo>
                    <a:lnTo>
                      <a:pt x="210752" y="192511"/>
                    </a:lnTo>
                    <a:lnTo>
                      <a:pt x="208985" y="184690"/>
                    </a:lnTo>
                    <a:lnTo>
                      <a:pt x="208345" y="176167"/>
                    </a:lnTo>
                    <a:lnTo>
                      <a:pt x="209062" y="166846"/>
                    </a:lnTo>
                    <a:lnTo>
                      <a:pt x="211123" y="157502"/>
                    </a:lnTo>
                    <a:lnTo>
                      <a:pt x="214298" y="148949"/>
                    </a:lnTo>
                    <a:lnTo>
                      <a:pt x="218509" y="141149"/>
                    </a:lnTo>
                    <a:lnTo>
                      <a:pt x="223673" y="134064"/>
                    </a:lnTo>
                    <a:lnTo>
                      <a:pt x="229711" y="127657"/>
                    </a:lnTo>
                    <a:lnTo>
                      <a:pt x="236543" y="121891"/>
                    </a:lnTo>
                    <a:lnTo>
                      <a:pt x="244087" y="116729"/>
                    </a:lnTo>
                    <a:lnTo>
                      <a:pt x="252263" y="112133"/>
                    </a:lnTo>
                    <a:lnTo>
                      <a:pt x="260992" y="108066"/>
                    </a:lnTo>
                    <a:lnTo>
                      <a:pt x="270191" y="104491"/>
                    </a:lnTo>
                    <a:lnTo>
                      <a:pt x="279782" y="101370"/>
                    </a:lnTo>
                    <a:lnTo>
                      <a:pt x="289683" y="98667"/>
                    </a:lnTo>
                    <a:lnTo>
                      <a:pt x="299814" y="96343"/>
                    </a:lnTo>
                    <a:lnTo>
                      <a:pt x="310095" y="94362"/>
                    </a:lnTo>
                    <a:lnTo>
                      <a:pt x="320445" y="92686"/>
                    </a:lnTo>
                    <a:lnTo>
                      <a:pt x="330784" y="91278"/>
                    </a:lnTo>
                    <a:close/>
                  </a:path>
                </a:pathLst>
              </a:custGeom>
              <a:solidFill xmlns:a="http://schemas.openxmlformats.org/drawingml/2006/main">
                <a:srgbClr val="FF1515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95" name="295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3E9505E9-12B5-4DD9-9AAB-25CF949975A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01800" y="2172901"/>
                <a:ext cx="419100" cy="530998"/>
              </a:xfrm>
              <a:custGeom xmlns:a="http://schemas.openxmlformats.org/drawingml/2006/main">
                <a:pathLst>
                  <a:path w="419100" h="530998">
                    <a:moveTo>
                      <a:pt x="243424" y="0"/>
                    </a:moveTo>
                    <a:lnTo>
                      <a:pt x="246634" y="3665"/>
                    </a:lnTo>
                    <a:lnTo>
                      <a:pt x="249601" y="7975"/>
                    </a:lnTo>
                    <a:lnTo>
                      <a:pt x="252270" y="12839"/>
                    </a:lnTo>
                    <a:lnTo>
                      <a:pt x="254581" y="18163"/>
                    </a:lnTo>
                    <a:lnTo>
                      <a:pt x="256479" y="23855"/>
                    </a:lnTo>
                    <a:lnTo>
                      <a:pt x="257906" y="29823"/>
                    </a:lnTo>
                    <a:lnTo>
                      <a:pt x="258804" y="35975"/>
                    </a:lnTo>
                    <a:lnTo>
                      <a:pt x="259116" y="42217"/>
                    </a:lnTo>
                    <a:lnTo>
                      <a:pt x="258408" y="52328"/>
                    </a:lnTo>
                    <a:lnTo>
                      <a:pt x="256382" y="61886"/>
                    </a:lnTo>
                    <a:lnTo>
                      <a:pt x="253188" y="70939"/>
                    </a:lnTo>
                    <a:lnTo>
                      <a:pt x="248973" y="79537"/>
                    </a:lnTo>
                    <a:lnTo>
                      <a:pt x="243885" y="87728"/>
                    </a:lnTo>
                    <a:lnTo>
                      <a:pt x="238074" y="95561"/>
                    </a:lnTo>
                    <a:lnTo>
                      <a:pt x="231687" y="103086"/>
                    </a:lnTo>
                    <a:lnTo>
                      <a:pt x="224873" y="110350"/>
                    </a:lnTo>
                    <a:lnTo>
                      <a:pt x="217781" y="117404"/>
                    </a:lnTo>
                    <a:lnTo>
                      <a:pt x="210558" y="124295"/>
                    </a:lnTo>
                    <a:lnTo>
                      <a:pt x="203353" y="131074"/>
                    </a:lnTo>
                    <a:lnTo>
                      <a:pt x="196314" y="137788"/>
                    </a:lnTo>
                    <a:lnTo>
                      <a:pt x="189590" y="144486"/>
                    </a:lnTo>
                    <a:lnTo>
                      <a:pt x="183329" y="151219"/>
                    </a:lnTo>
                    <a:lnTo>
                      <a:pt x="177679" y="158034"/>
                    </a:lnTo>
                    <a:lnTo>
                      <a:pt x="175388" y="161156"/>
                    </a:lnTo>
                    <a:lnTo>
                      <a:pt x="173034" y="164611"/>
                    </a:lnTo>
                    <a:lnTo>
                      <a:pt x="170729" y="168364"/>
                    </a:lnTo>
                    <a:lnTo>
                      <a:pt x="168588" y="172382"/>
                    </a:lnTo>
                    <a:lnTo>
                      <a:pt x="166724" y="176631"/>
                    </a:lnTo>
                    <a:lnTo>
                      <a:pt x="165252" y="181077"/>
                    </a:lnTo>
                    <a:lnTo>
                      <a:pt x="164285" y="185687"/>
                    </a:lnTo>
                    <a:lnTo>
                      <a:pt x="163938" y="190427"/>
                    </a:lnTo>
                    <a:lnTo>
                      <a:pt x="164773" y="199037"/>
                    </a:lnTo>
                    <a:lnTo>
                      <a:pt x="167085" y="207756"/>
                    </a:lnTo>
                    <a:lnTo>
                      <a:pt x="170586" y="216512"/>
                    </a:lnTo>
                    <a:lnTo>
                      <a:pt x="174988" y="225235"/>
                    </a:lnTo>
                    <a:lnTo>
                      <a:pt x="180002" y="233852"/>
                    </a:lnTo>
                    <a:lnTo>
                      <a:pt x="185339" y="242294"/>
                    </a:lnTo>
                    <a:lnTo>
                      <a:pt x="190711" y="250488"/>
                    </a:lnTo>
                    <a:lnTo>
                      <a:pt x="195829" y="258363"/>
                    </a:lnTo>
                    <a:lnTo>
                      <a:pt x="200405" y="265850"/>
                    </a:lnTo>
                    <a:lnTo>
                      <a:pt x="204151" y="272875"/>
                    </a:lnTo>
                    <a:lnTo>
                      <a:pt x="197325" y="268229"/>
                    </a:lnTo>
                    <a:lnTo>
                      <a:pt x="190164" y="263157"/>
                    </a:lnTo>
                    <a:lnTo>
                      <a:pt x="182794" y="257693"/>
                    </a:lnTo>
                    <a:lnTo>
                      <a:pt x="175341" y="251871"/>
                    </a:lnTo>
                    <a:lnTo>
                      <a:pt x="167932" y="245726"/>
                    </a:lnTo>
                    <a:lnTo>
                      <a:pt x="160694" y="239292"/>
                    </a:lnTo>
                    <a:lnTo>
                      <a:pt x="153753" y="232603"/>
                    </a:lnTo>
                    <a:lnTo>
                      <a:pt x="147236" y="225694"/>
                    </a:lnTo>
                    <a:lnTo>
                      <a:pt x="142012" y="218785"/>
                    </a:lnTo>
                    <a:lnTo>
                      <a:pt x="136981" y="211186"/>
                    </a:lnTo>
                    <a:lnTo>
                      <a:pt x="132409" y="203008"/>
                    </a:lnTo>
                    <a:lnTo>
                      <a:pt x="128563" y="194368"/>
                    </a:lnTo>
                    <a:lnTo>
                      <a:pt x="125711" y="185377"/>
                    </a:lnTo>
                    <a:lnTo>
                      <a:pt x="124119" y="176150"/>
                    </a:lnTo>
                    <a:lnTo>
                      <a:pt x="124054" y="166802"/>
                    </a:lnTo>
                    <a:lnTo>
                      <a:pt x="125784" y="157445"/>
                    </a:lnTo>
                    <a:lnTo>
                      <a:pt x="129576" y="148193"/>
                    </a:lnTo>
                    <a:lnTo>
                      <a:pt x="134118" y="140828"/>
                    </a:lnTo>
                    <a:lnTo>
                      <a:pt x="139569" y="133781"/>
                    </a:lnTo>
                    <a:lnTo>
                      <a:pt x="145803" y="127000"/>
                    </a:lnTo>
                    <a:lnTo>
                      <a:pt x="152692" y="120435"/>
                    </a:lnTo>
                    <a:lnTo>
                      <a:pt x="160110" y="114037"/>
                    </a:lnTo>
                    <a:lnTo>
                      <a:pt x="167931" y="107754"/>
                    </a:lnTo>
                    <a:lnTo>
                      <a:pt x="176028" y="101537"/>
                    </a:lnTo>
                    <a:lnTo>
                      <a:pt x="184275" y="95336"/>
                    </a:lnTo>
                    <a:lnTo>
                      <a:pt x="192545" y="89099"/>
                    </a:lnTo>
                    <a:lnTo>
                      <a:pt x="200712" y="82776"/>
                    </a:lnTo>
                    <a:lnTo>
                      <a:pt x="208649" y="76318"/>
                    </a:lnTo>
                    <a:lnTo>
                      <a:pt x="216231" y="69674"/>
                    </a:lnTo>
                    <a:lnTo>
                      <a:pt x="223329" y="62794"/>
                    </a:lnTo>
                    <a:lnTo>
                      <a:pt x="229818" y="55626"/>
                    </a:lnTo>
                    <a:lnTo>
                      <a:pt x="235572" y="48122"/>
                    </a:lnTo>
                    <a:lnTo>
                      <a:pt x="240463" y="40231"/>
                    </a:lnTo>
                    <a:lnTo>
                      <a:pt x="242612" y="35925"/>
                    </a:lnTo>
                    <a:lnTo>
                      <a:pt x="244527" y="31182"/>
                    </a:lnTo>
                    <a:lnTo>
                      <a:pt x="246069" y="26118"/>
                    </a:lnTo>
                    <a:lnTo>
                      <a:pt x="247104" y="20847"/>
                    </a:lnTo>
                    <a:lnTo>
                      <a:pt x="247493" y="15484"/>
                    </a:lnTo>
                    <a:lnTo>
                      <a:pt x="247101" y="10146"/>
                    </a:lnTo>
                    <a:lnTo>
                      <a:pt x="245790" y="4946"/>
                    </a:lnTo>
                    <a:lnTo>
                      <a:pt x="243424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FF1515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96" name="296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27102727-782D-47A6-ACC5-ADD64168AB0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01800" y="2172901"/>
                <a:ext cx="419100" cy="530998"/>
              </a:xfrm>
              <a:custGeom xmlns:a="http://schemas.openxmlformats.org/drawingml/2006/main">
                <a:pathLst>
                  <a:path w="419100" h="530998">
                    <a:moveTo>
                      <a:pt x="130923" y="268673"/>
                    </a:moveTo>
                    <a:lnTo>
                      <a:pt x="132868" y="268123"/>
                    </a:lnTo>
                    <a:lnTo>
                      <a:pt x="134786" y="267573"/>
                    </a:lnTo>
                    <a:lnTo>
                      <a:pt x="136669" y="267020"/>
                    </a:lnTo>
                    <a:lnTo>
                      <a:pt x="138510" y="266459"/>
                    </a:lnTo>
                    <a:lnTo>
                      <a:pt x="140300" y="265885"/>
                    </a:lnTo>
                    <a:lnTo>
                      <a:pt x="142031" y="265294"/>
                    </a:lnTo>
                    <a:lnTo>
                      <a:pt x="143696" y="264683"/>
                    </a:lnTo>
                    <a:lnTo>
                      <a:pt x="145285" y="264045"/>
                    </a:lnTo>
                    <a:lnTo>
                      <a:pt x="143383" y="263907"/>
                    </a:lnTo>
                    <a:lnTo>
                      <a:pt x="141480" y="263825"/>
                    </a:lnTo>
                    <a:lnTo>
                      <a:pt x="139577" y="263799"/>
                    </a:lnTo>
                    <a:lnTo>
                      <a:pt x="137674" y="263828"/>
                    </a:lnTo>
                    <a:lnTo>
                      <a:pt x="135774" y="263912"/>
                    </a:lnTo>
                    <a:lnTo>
                      <a:pt x="133875" y="264050"/>
                    </a:lnTo>
                    <a:lnTo>
                      <a:pt x="131981" y="264243"/>
                    </a:lnTo>
                    <a:lnTo>
                      <a:pt x="130090" y="264489"/>
                    </a:lnTo>
                    <a:lnTo>
                      <a:pt x="129167" y="264587"/>
                    </a:lnTo>
                    <a:lnTo>
                      <a:pt x="128274" y="264681"/>
                    </a:lnTo>
                    <a:lnTo>
                      <a:pt x="127414" y="264768"/>
                    </a:lnTo>
                    <a:lnTo>
                      <a:pt x="126588" y="264845"/>
                    </a:lnTo>
                    <a:lnTo>
                      <a:pt x="125799" y="264910"/>
                    </a:lnTo>
                    <a:lnTo>
                      <a:pt x="125048" y="264960"/>
                    </a:lnTo>
                    <a:lnTo>
                      <a:pt x="124339" y="264992"/>
                    </a:lnTo>
                    <a:lnTo>
                      <a:pt x="123671" y="265003"/>
                    </a:lnTo>
                    <a:lnTo>
                      <a:pt x="118281" y="265410"/>
                    </a:lnTo>
                    <a:lnTo>
                      <a:pt x="109420" y="266103"/>
                    </a:lnTo>
                    <a:lnTo>
                      <a:pt x="99450" y="267009"/>
                    </a:lnTo>
                    <a:lnTo>
                      <a:pt x="88859" y="268225"/>
                    </a:lnTo>
                    <a:lnTo>
                      <a:pt x="78133" y="269847"/>
                    </a:lnTo>
                    <a:lnTo>
                      <a:pt x="67760" y="271971"/>
                    </a:lnTo>
                    <a:lnTo>
                      <a:pt x="58228" y="274693"/>
                    </a:lnTo>
                    <a:lnTo>
                      <a:pt x="50025" y="278108"/>
                    </a:lnTo>
                    <a:lnTo>
                      <a:pt x="43638" y="282314"/>
                    </a:lnTo>
                    <a:lnTo>
                      <a:pt x="39555" y="287405"/>
                    </a:lnTo>
                    <a:lnTo>
                      <a:pt x="38263" y="293478"/>
                    </a:lnTo>
                    <a:lnTo>
                      <a:pt x="40010" y="299487"/>
                    </a:lnTo>
                    <a:lnTo>
                      <a:pt x="44821" y="304503"/>
                    </a:lnTo>
                    <a:lnTo>
                      <a:pt x="52048" y="308624"/>
                    </a:lnTo>
                    <a:lnTo>
                      <a:pt x="61045" y="311947"/>
                    </a:lnTo>
                    <a:lnTo>
                      <a:pt x="71164" y="314567"/>
                    </a:lnTo>
                    <a:lnTo>
                      <a:pt x="81759" y="316583"/>
                    </a:lnTo>
                    <a:lnTo>
                      <a:pt x="92183" y="318091"/>
                    </a:lnTo>
                    <a:lnTo>
                      <a:pt x="101789" y="319187"/>
                    </a:lnTo>
                    <a:lnTo>
                      <a:pt x="109930" y="319968"/>
                    </a:lnTo>
                    <a:lnTo>
                      <a:pt x="120391" y="320509"/>
                    </a:lnTo>
                    <a:lnTo>
                      <a:pt x="131260" y="320880"/>
                    </a:lnTo>
                    <a:lnTo>
                      <a:pt x="142455" y="321075"/>
                    </a:lnTo>
                    <a:lnTo>
                      <a:pt x="153894" y="321089"/>
                    </a:lnTo>
                    <a:lnTo>
                      <a:pt x="165497" y="320914"/>
                    </a:lnTo>
                    <a:lnTo>
                      <a:pt x="177181" y="320546"/>
                    </a:lnTo>
                    <a:lnTo>
                      <a:pt x="188865" y="319979"/>
                    </a:lnTo>
                    <a:lnTo>
                      <a:pt x="200467" y="319205"/>
                    </a:lnTo>
                    <a:lnTo>
                      <a:pt x="211905" y="318221"/>
                    </a:lnTo>
                    <a:lnTo>
                      <a:pt x="223099" y="317019"/>
                    </a:lnTo>
                    <a:lnTo>
                      <a:pt x="233966" y="315594"/>
                    </a:lnTo>
                    <a:lnTo>
                      <a:pt x="244424" y="313939"/>
                    </a:lnTo>
                    <a:lnTo>
                      <a:pt x="254393" y="312050"/>
                    </a:lnTo>
                    <a:lnTo>
                      <a:pt x="263790" y="309919"/>
                    </a:lnTo>
                    <a:lnTo>
                      <a:pt x="272534" y="307542"/>
                    </a:lnTo>
                    <a:lnTo>
                      <a:pt x="280543" y="304912"/>
                    </a:lnTo>
                    <a:lnTo>
                      <a:pt x="287736" y="302023"/>
                    </a:lnTo>
                    <a:lnTo>
                      <a:pt x="294032" y="298870"/>
                    </a:lnTo>
                    <a:lnTo>
                      <a:pt x="299347" y="295446"/>
                    </a:lnTo>
                    <a:lnTo>
                      <a:pt x="301344" y="294209"/>
                    </a:lnTo>
                    <a:lnTo>
                      <a:pt x="303536" y="292756"/>
                    </a:lnTo>
                    <a:lnTo>
                      <a:pt x="305750" y="291145"/>
                    </a:lnTo>
                    <a:lnTo>
                      <a:pt x="307816" y="289431"/>
                    </a:lnTo>
                    <a:lnTo>
                      <a:pt x="309559" y="287673"/>
                    </a:lnTo>
                    <a:lnTo>
                      <a:pt x="310809" y="285927"/>
                    </a:lnTo>
                    <a:lnTo>
                      <a:pt x="311393" y="284249"/>
                    </a:lnTo>
                    <a:lnTo>
                      <a:pt x="311138" y="282698"/>
                    </a:lnTo>
                    <a:lnTo>
                      <a:pt x="302432" y="284215"/>
                    </a:lnTo>
                    <a:lnTo>
                      <a:pt x="293321" y="285645"/>
                    </a:lnTo>
                    <a:lnTo>
                      <a:pt x="283846" y="286985"/>
                    </a:lnTo>
                    <a:lnTo>
                      <a:pt x="274049" y="288228"/>
                    </a:lnTo>
                    <a:lnTo>
                      <a:pt x="263971" y="289371"/>
                    </a:lnTo>
                    <a:lnTo>
                      <a:pt x="253656" y="290409"/>
                    </a:lnTo>
                    <a:lnTo>
                      <a:pt x="243145" y="291336"/>
                    </a:lnTo>
                    <a:lnTo>
                      <a:pt x="232479" y="292148"/>
                    </a:lnTo>
                    <a:lnTo>
                      <a:pt x="221701" y="292840"/>
                    </a:lnTo>
                    <a:lnTo>
                      <a:pt x="210852" y="293408"/>
                    </a:lnTo>
                    <a:lnTo>
                      <a:pt x="199974" y="293845"/>
                    </a:lnTo>
                    <a:lnTo>
                      <a:pt x="189110" y="294148"/>
                    </a:lnTo>
                    <a:lnTo>
                      <a:pt x="178301" y="294312"/>
                    </a:lnTo>
                    <a:lnTo>
                      <a:pt x="167589" y="294332"/>
                    </a:lnTo>
                    <a:lnTo>
                      <a:pt x="157017" y="294203"/>
                    </a:lnTo>
                    <a:lnTo>
                      <a:pt x="146625" y="293920"/>
                    </a:lnTo>
                    <a:lnTo>
                      <a:pt x="136455" y="293478"/>
                    </a:lnTo>
                    <a:lnTo>
                      <a:pt x="131267" y="293463"/>
                    </a:lnTo>
                    <a:lnTo>
                      <a:pt x="126053" y="293355"/>
                    </a:lnTo>
                    <a:lnTo>
                      <a:pt x="120883" y="293063"/>
                    </a:lnTo>
                    <a:lnTo>
                      <a:pt x="115828" y="292494"/>
                    </a:lnTo>
                    <a:lnTo>
                      <a:pt x="110956" y="291556"/>
                    </a:lnTo>
                    <a:lnTo>
                      <a:pt x="106338" y="290157"/>
                    </a:lnTo>
                    <a:lnTo>
                      <a:pt x="102042" y="288204"/>
                    </a:lnTo>
                    <a:lnTo>
                      <a:pt x="98139" y="285606"/>
                    </a:lnTo>
                    <a:lnTo>
                      <a:pt x="101020" y="282262"/>
                    </a:lnTo>
                    <a:lnTo>
                      <a:pt x="104439" y="279394"/>
                    </a:lnTo>
                    <a:lnTo>
                      <a:pt x="108300" y="276941"/>
                    </a:lnTo>
                    <a:lnTo>
                      <a:pt x="112510" y="274839"/>
                    </a:lnTo>
                    <a:lnTo>
                      <a:pt x="116972" y="273024"/>
                    </a:lnTo>
                    <a:lnTo>
                      <a:pt x="121592" y="271433"/>
                    </a:lnTo>
                    <a:lnTo>
                      <a:pt x="126274" y="270004"/>
                    </a:lnTo>
                    <a:lnTo>
                      <a:pt x="130923" y="268673"/>
                    </a:lnTo>
                    <a:close/>
                    <a:moveTo>
                      <a:pt x="116668" y="327344"/>
                    </a:moveTo>
                    <a:lnTo>
                      <a:pt x="117307" y="326743"/>
                    </a:lnTo>
                    <a:lnTo>
                      <a:pt x="117862" y="326181"/>
                    </a:lnTo>
                    <a:lnTo>
                      <a:pt x="118286" y="325663"/>
                    </a:lnTo>
                    <a:lnTo>
                      <a:pt x="118532" y="325194"/>
                    </a:lnTo>
                    <a:lnTo>
                      <a:pt x="118553" y="324780"/>
                    </a:lnTo>
                    <a:lnTo>
                      <a:pt x="118301" y="324426"/>
                    </a:lnTo>
                    <a:lnTo>
                      <a:pt x="117730" y="324139"/>
                    </a:lnTo>
                    <a:lnTo>
                      <a:pt x="116792" y="323922"/>
                    </a:lnTo>
                    <a:lnTo>
                      <a:pt x="111770" y="325206"/>
                    </a:lnTo>
                    <a:lnTo>
                      <a:pt x="105862" y="326908"/>
                    </a:lnTo>
                    <a:lnTo>
                      <a:pt x="99562" y="329073"/>
                    </a:lnTo>
                    <a:lnTo>
                      <a:pt x="93365" y="331748"/>
                    </a:lnTo>
                    <a:lnTo>
                      <a:pt x="87765" y="334976"/>
                    </a:lnTo>
                    <a:lnTo>
                      <a:pt x="83256" y="338805"/>
                    </a:lnTo>
                    <a:lnTo>
                      <a:pt x="80332" y="343279"/>
                    </a:lnTo>
                    <a:lnTo>
                      <a:pt x="79487" y="348443"/>
                    </a:lnTo>
                    <a:lnTo>
                      <a:pt x="80940" y="352677"/>
                    </a:lnTo>
                    <a:lnTo>
                      <a:pt x="84280" y="356528"/>
                    </a:lnTo>
                    <a:lnTo>
                      <a:pt x="89091" y="359986"/>
                    </a:lnTo>
                    <a:lnTo>
                      <a:pt x="94959" y="363040"/>
                    </a:lnTo>
                    <a:lnTo>
                      <a:pt x="101469" y="365680"/>
                    </a:lnTo>
                    <a:lnTo>
                      <a:pt x="108208" y="367897"/>
                    </a:lnTo>
                    <a:lnTo>
                      <a:pt x="114760" y="369678"/>
                    </a:lnTo>
                    <a:lnTo>
                      <a:pt x="120710" y="371014"/>
                    </a:lnTo>
                    <a:lnTo>
                      <a:pt x="130545" y="372790"/>
                    </a:lnTo>
                    <a:lnTo>
                      <a:pt x="140701" y="374196"/>
                    </a:lnTo>
                    <a:lnTo>
                      <a:pt x="151118" y="375241"/>
                    </a:lnTo>
                    <a:lnTo>
                      <a:pt x="161734" y="375939"/>
                    </a:lnTo>
                    <a:lnTo>
                      <a:pt x="172489" y="376298"/>
                    </a:lnTo>
                    <a:lnTo>
                      <a:pt x="183323" y="376332"/>
                    </a:lnTo>
                    <a:lnTo>
                      <a:pt x="194174" y="376050"/>
                    </a:lnTo>
                    <a:lnTo>
                      <a:pt x="204983" y="375464"/>
                    </a:lnTo>
                    <a:lnTo>
                      <a:pt x="215689" y="374585"/>
                    </a:lnTo>
                    <a:lnTo>
                      <a:pt x="226231" y="373424"/>
                    </a:lnTo>
                    <a:lnTo>
                      <a:pt x="236549" y="371993"/>
                    </a:lnTo>
                    <a:lnTo>
                      <a:pt x="246581" y="370301"/>
                    </a:lnTo>
                    <a:lnTo>
                      <a:pt x="256268" y="368361"/>
                    </a:lnTo>
                    <a:lnTo>
                      <a:pt x="265549" y="366184"/>
                    </a:lnTo>
                    <a:lnTo>
                      <a:pt x="274362" y="363781"/>
                    </a:lnTo>
                    <a:lnTo>
                      <a:pt x="282649" y="361162"/>
                    </a:lnTo>
                    <a:lnTo>
                      <a:pt x="290347" y="358339"/>
                    </a:lnTo>
                    <a:lnTo>
                      <a:pt x="297397" y="355323"/>
                    </a:lnTo>
                    <a:lnTo>
                      <a:pt x="295338" y="354832"/>
                    </a:lnTo>
                    <a:lnTo>
                      <a:pt x="293333" y="354089"/>
                    </a:lnTo>
                    <a:lnTo>
                      <a:pt x="291372" y="353129"/>
                    </a:lnTo>
                    <a:lnTo>
                      <a:pt x="289447" y="351985"/>
                    </a:lnTo>
                    <a:lnTo>
                      <a:pt x="287549" y="350693"/>
                    </a:lnTo>
                    <a:lnTo>
                      <a:pt x="285670" y="349289"/>
                    </a:lnTo>
                    <a:lnTo>
                      <a:pt x="283802" y="347806"/>
                    </a:lnTo>
                    <a:lnTo>
                      <a:pt x="281935" y="346280"/>
                    </a:lnTo>
                    <a:lnTo>
                      <a:pt x="279842" y="344595"/>
                    </a:lnTo>
                    <a:lnTo>
                      <a:pt x="277731" y="342951"/>
                    </a:lnTo>
                    <a:lnTo>
                      <a:pt x="275590" y="341395"/>
                    </a:lnTo>
                    <a:lnTo>
                      <a:pt x="273407" y="339977"/>
                    </a:lnTo>
                    <a:lnTo>
                      <a:pt x="271171" y="338745"/>
                    </a:lnTo>
                    <a:lnTo>
                      <a:pt x="268870" y="337748"/>
                    </a:lnTo>
                    <a:lnTo>
                      <a:pt x="266493" y="337034"/>
                    </a:lnTo>
                    <a:lnTo>
                      <a:pt x="264028" y="336652"/>
                    </a:lnTo>
                    <a:lnTo>
                      <a:pt x="262544" y="336510"/>
                    </a:lnTo>
                    <a:lnTo>
                      <a:pt x="261019" y="336545"/>
                    </a:lnTo>
                    <a:lnTo>
                      <a:pt x="259451" y="336736"/>
                    </a:lnTo>
                    <a:lnTo>
                      <a:pt x="257842" y="337058"/>
                    </a:lnTo>
                    <a:lnTo>
                      <a:pt x="256190" y="337489"/>
                    </a:lnTo>
                    <a:lnTo>
                      <a:pt x="254495" y="338006"/>
                    </a:lnTo>
                    <a:lnTo>
                      <a:pt x="252758" y="338586"/>
                    </a:lnTo>
                    <a:lnTo>
                      <a:pt x="250978" y="339206"/>
                    </a:lnTo>
                    <a:lnTo>
                      <a:pt x="250045" y="339539"/>
                    </a:lnTo>
                    <a:lnTo>
                      <a:pt x="249109" y="339861"/>
                    </a:lnTo>
                    <a:lnTo>
                      <a:pt x="248170" y="340172"/>
                    </a:lnTo>
                    <a:lnTo>
                      <a:pt x="247228" y="340473"/>
                    </a:lnTo>
                    <a:lnTo>
                      <a:pt x="246282" y="340764"/>
                    </a:lnTo>
                    <a:lnTo>
                      <a:pt x="245333" y="341046"/>
                    </a:lnTo>
                    <a:lnTo>
                      <a:pt x="244380" y="341318"/>
                    </a:lnTo>
                    <a:lnTo>
                      <a:pt x="243424" y="341581"/>
                    </a:lnTo>
                    <a:lnTo>
                      <a:pt x="235324" y="343041"/>
                    </a:lnTo>
                    <a:lnTo>
                      <a:pt x="226301" y="344437"/>
                    </a:lnTo>
                    <a:lnTo>
                      <a:pt x="216540" y="345705"/>
                    </a:lnTo>
                    <a:lnTo>
                      <a:pt x="206229" y="346780"/>
                    </a:lnTo>
                    <a:lnTo>
                      <a:pt x="195554" y="347598"/>
                    </a:lnTo>
                    <a:lnTo>
                      <a:pt x="184700" y="348094"/>
                    </a:lnTo>
                    <a:lnTo>
                      <a:pt x="173856" y="348204"/>
                    </a:lnTo>
                    <a:lnTo>
                      <a:pt x="163207" y="347863"/>
                    </a:lnTo>
                    <a:lnTo>
                      <a:pt x="152939" y="347008"/>
                    </a:lnTo>
                    <a:lnTo>
                      <a:pt x="143239" y="345573"/>
                    </a:lnTo>
                    <a:lnTo>
                      <a:pt x="134294" y="343495"/>
                    </a:lnTo>
                    <a:lnTo>
                      <a:pt x="126289" y="340708"/>
                    </a:lnTo>
                    <a:lnTo>
                      <a:pt x="119412" y="337148"/>
                    </a:lnTo>
                    <a:lnTo>
                      <a:pt x="113849" y="332752"/>
                    </a:lnTo>
                    <a:lnTo>
                      <a:pt x="113631" y="332030"/>
                    </a:lnTo>
                    <a:lnTo>
                      <a:pt x="113656" y="331316"/>
                    </a:lnTo>
                    <a:lnTo>
                      <a:pt x="113884" y="330612"/>
                    </a:lnTo>
                    <a:lnTo>
                      <a:pt x="114274" y="329921"/>
                    </a:lnTo>
                    <a:lnTo>
                      <a:pt x="114788" y="329247"/>
                    </a:lnTo>
                    <a:lnTo>
                      <a:pt x="115385" y="328590"/>
                    </a:lnTo>
                    <a:lnTo>
                      <a:pt x="116025" y="327955"/>
                    </a:lnTo>
                    <a:lnTo>
                      <a:pt x="116668" y="327344"/>
                    </a:lnTo>
                    <a:close/>
                    <a:moveTo>
                      <a:pt x="134452" y="382007"/>
                    </a:moveTo>
                    <a:lnTo>
                      <a:pt x="134876" y="381551"/>
                    </a:lnTo>
                    <a:lnTo>
                      <a:pt x="135270" y="381093"/>
                    </a:lnTo>
                    <a:lnTo>
                      <a:pt x="135586" y="380644"/>
                    </a:lnTo>
                    <a:lnTo>
                      <a:pt x="135782" y="380214"/>
                    </a:lnTo>
                    <a:lnTo>
                      <a:pt x="135811" y="379813"/>
                    </a:lnTo>
                    <a:lnTo>
                      <a:pt x="135629" y="379452"/>
                    </a:lnTo>
                    <a:lnTo>
                      <a:pt x="135191" y="379139"/>
                    </a:lnTo>
                    <a:lnTo>
                      <a:pt x="134452" y="378887"/>
                    </a:lnTo>
                    <a:lnTo>
                      <a:pt x="128689" y="380394"/>
                    </a:lnTo>
                    <a:lnTo>
                      <a:pt x="122797" y="381946"/>
                    </a:lnTo>
                    <a:lnTo>
                      <a:pt x="117160" y="383698"/>
                    </a:lnTo>
                    <a:lnTo>
                      <a:pt x="111980" y="385863"/>
                    </a:lnTo>
                    <a:lnTo>
                      <a:pt x="107463" y="388652"/>
                    </a:lnTo>
                    <a:lnTo>
                      <a:pt x="103813" y="392277"/>
                    </a:lnTo>
                    <a:lnTo>
                      <a:pt x="101235" y="396950"/>
                    </a:lnTo>
                    <a:lnTo>
                      <a:pt x="99931" y="402883"/>
                    </a:lnTo>
                    <a:lnTo>
                      <a:pt x="100107" y="410288"/>
                    </a:lnTo>
                    <a:lnTo>
                      <a:pt x="106881" y="414826"/>
                    </a:lnTo>
                    <a:lnTo>
                      <a:pt x="114477" y="418738"/>
                    </a:lnTo>
                    <a:lnTo>
                      <a:pt x="122804" y="422044"/>
                    </a:lnTo>
                    <a:lnTo>
                      <a:pt x="131772" y="424766"/>
                    </a:lnTo>
                    <a:lnTo>
                      <a:pt x="141290" y="426925"/>
                    </a:lnTo>
                    <a:lnTo>
                      <a:pt x="151269" y="428543"/>
                    </a:lnTo>
                    <a:lnTo>
                      <a:pt x="161617" y="429641"/>
                    </a:lnTo>
                    <a:lnTo>
                      <a:pt x="172243" y="430241"/>
                    </a:lnTo>
                    <a:lnTo>
                      <a:pt x="183059" y="430364"/>
                    </a:lnTo>
                    <a:lnTo>
                      <a:pt x="193971" y="430031"/>
                    </a:lnTo>
                    <a:lnTo>
                      <a:pt x="204892" y="429264"/>
                    </a:lnTo>
                    <a:lnTo>
                      <a:pt x="215729" y="428085"/>
                    </a:lnTo>
                    <a:lnTo>
                      <a:pt x="226392" y="426515"/>
                    </a:lnTo>
                    <a:lnTo>
                      <a:pt x="236791" y="424574"/>
                    </a:lnTo>
                    <a:lnTo>
                      <a:pt x="246835" y="422286"/>
                    </a:lnTo>
                    <a:lnTo>
                      <a:pt x="256434" y="419671"/>
                    </a:lnTo>
                    <a:lnTo>
                      <a:pt x="265497" y="416750"/>
                    </a:lnTo>
                    <a:lnTo>
                      <a:pt x="273934" y="413545"/>
                    </a:lnTo>
                    <a:lnTo>
                      <a:pt x="281654" y="410078"/>
                    </a:lnTo>
                    <a:lnTo>
                      <a:pt x="288567" y="406369"/>
                    </a:lnTo>
                    <a:lnTo>
                      <a:pt x="286488" y="405743"/>
                    </a:lnTo>
                    <a:lnTo>
                      <a:pt x="284520" y="404892"/>
                    </a:lnTo>
                    <a:lnTo>
                      <a:pt x="282647" y="403848"/>
                    </a:lnTo>
                    <a:lnTo>
                      <a:pt x="280849" y="402639"/>
                    </a:lnTo>
                    <a:lnTo>
                      <a:pt x="279110" y="401295"/>
                    </a:lnTo>
                    <a:lnTo>
                      <a:pt x="277411" y="399844"/>
                    </a:lnTo>
                    <a:lnTo>
                      <a:pt x="275735" y="398317"/>
                    </a:lnTo>
                    <a:lnTo>
                      <a:pt x="274063" y="396742"/>
                    </a:lnTo>
                    <a:lnTo>
                      <a:pt x="271989" y="394814"/>
                    </a:lnTo>
                    <a:lnTo>
                      <a:pt x="269866" y="392927"/>
                    </a:lnTo>
                    <a:lnTo>
                      <a:pt x="267660" y="391139"/>
                    </a:lnTo>
                    <a:lnTo>
                      <a:pt x="265337" y="389510"/>
                    </a:lnTo>
                    <a:lnTo>
                      <a:pt x="262865" y="388097"/>
                    </a:lnTo>
                    <a:lnTo>
                      <a:pt x="260207" y="386960"/>
                    </a:lnTo>
                    <a:lnTo>
                      <a:pt x="257332" y="386158"/>
                    </a:lnTo>
                    <a:lnTo>
                      <a:pt x="254205" y="385749"/>
                    </a:lnTo>
                    <a:lnTo>
                      <a:pt x="252634" y="385601"/>
                    </a:lnTo>
                    <a:lnTo>
                      <a:pt x="251061" y="385657"/>
                    </a:lnTo>
                    <a:lnTo>
                      <a:pt x="249485" y="385887"/>
                    </a:lnTo>
                    <a:lnTo>
                      <a:pt x="247908" y="386263"/>
                    </a:lnTo>
                    <a:lnTo>
                      <a:pt x="246330" y="386755"/>
                    </a:lnTo>
                    <a:lnTo>
                      <a:pt x="244752" y="387334"/>
                    </a:lnTo>
                    <a:lnTo>
                      <a:pt x="243175" y="387972"/>
                    </a:lnTo>
                    <a:lnTo>
                      <a:pt x="241598" y="388639"/>
                    </a:lnTo>
                    <a:lnTo>
                      <a:pt x="240956" y="388910"/>
                    </a:lnTo>
                    <a:lnTo>
                      <a:pt x="240320" y="389178"/>
                    </a:lnTo>
                    <a:lnTo>
                      <a:pt x="239689" y="389442"/>
                    </a:lnTo>
                    <a:lnTo>
                      <a:pt x="239060" y="389698"/>
                    </a:lnTo>
                    <a:lnTo>
                      <a:pt x="238435" y="389946"/>
                    </a:lnTo>
                    <a:lnTo>
                      <a:pt x="237811" y="390185"/>
                    </a:lnTo>
                    <a:lnTo>
                      <a:pt x="237187" y="390411"/>
                    </a:lnTo>
                    <a:lnTo>
                      <a:pt x="236563" y="390625"/>
                    </a:lnTo>
                    <a:lnTo>
                      <a:pt x="228365" y="392347"/>
                    </a:lnTo>
                    <a:lnTo>
                      <a:pt x="219176" y="394005"/>
                    </a:lnTo>
                    <a:lnTo>
                      <a:pt x="209273" y="395492"/>
                    </a:lnTo>
                    <a:lnTo>
                      <a:pt x="198931" y="396702"/>
                    </a:lnTo>
                    <a:lnTo>
                      <a:pt x="188426" y="397531"/>
                    </a:lnTo>
                    <a:lnTo>
                      <a:pt x="178034" y="397872"/>
                    </a:lnTo>
                    <a:lnTo>
                      <a:pt x="168030" y="397620"/>
                    </a:lnTo>
                    <a:lnTo>
                      <a:pt x="158691" y="396669"/>
                    </a:lnTo>
                    <a:lnTo>
                      <a:pt x="150292" y="394913"/>
                    </a:lnTo>
                    <a:lnTo>
                      <a:pt x="143109" y="392247"/>
                    </a:lnTo>
                    <a:lnTo>
                      <a:pt x="137418" y="388566"/>
                    </a:lnTo>
                    <a:lnTo>
                      <a:pt x="133494" y="383763"/>
                    </a:lnTo>
                    <a:lnTo>
                      <a:pt x="133401" y="383615"/>
                    </a:lnTo>
                    <a:lnTo>
                      <a:pt x="133392" y="383441"/>
                    </a:lnTo>
                    <a:lnTo>
                      <a:pt x="133456" y="383241"/>
                    </a:lnTo>
                    <a:lnTo>
                      <a:pt x="133581" y="383020"/>
                    </a:lnTo>
                    <a:lnTo>
                      <a:pt x="133755" y="382780"/>
                    </a:lnTo>
                    <a:lnTo>
                      <a:pt x="133966" y="382524"/>
                    </a:lnTo>
                    <a:lnTo>
                      <a:pt x="134202" y="382253"/>
                    </a:lnTo>
                    <a:lnTo>
                      <a:pt x="134452" y="381972"/>
                    </a:lnTo>
                    <a:lnTo>
                      <a:pt x="134452" y="382007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97" name="297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E2831E8-83FE-4D15-A0CB-223F2F6AC7F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01800" y="2172901"/>
                <a:ext cx="419100" cy="530998"/>
              </a:xfrm>
              <a:custGeom xmlns:a="http://schemas.openxmlformats.org/drawingml/2006/main">
                <a:pathLst>
                  <a:path w="419100" h="530998">
                    <a:moveTo>
                      <a:pt x="82855" y="420483"/>
                    </a:moveTo>
                    <a:lnTo>
                      <a:pt x="84792" y="420370"/>
                    </a:lnTo>
                    <a:lnTo>
                      <a:pt x="86672" y="420252"/>
                    </a:lnTo>
                    <a:lnTo>
                      <a:pt x="88485" y="420124"/>
                    </a:lnTo>
                    <a:lnTo>
                      <a:pt x="90220" y="419980"/>
                    </a:lnTo>
                    <a:lnTo>
                      <a:pt x="91869" y="419813"/>
                    </a:lnTo>
                    <a:lnTo>
                      <a:pt x="93420" y="419618"/>
                    </a:lnTo>
                    <a:lnTo>
                      <a:pt x="94863" y="419388"/>
                    </a:lnTo>
                    <a:lnTo>
                      <a:pt x="96189" y="419118"/>
                    </a:lnTo>
                    <a:lnTo>
                      <a:pt x="90147" y="415090"/>
                    </a:lnTo>
                    <a:lnTo>
                      <a:pt x="82660" y="412054"/>
                    </a:lnTo>
                    <a:lnTo>
                      <a:pt x="74061" y="409991"/>
                    </a:lnTo>
                    <a:lnTo>
                      <a:pt x="64682" y="408882"/>
                    </a:lnTo>
                    <a:lnTo>
                      <a:pt x="54856" y="408708"/>
                    </a:lnTo>
                    <a:lnTo>
                      <a:pt x="44913" y="409450"/>
                    </a:lnTo>
                    <a:lnTo>
                      <a:pt x="35188" y="411090"/>
                    </a:lnTo>
                    <a:lnTo>
                      <a:pt x="26012" y="413609"/>
                    </a:lnTo>
                    <a:lnTo>
                      <a:pt x="17717" y="416988"/>
                    </a:lnTo>
                    <a:lnTo>
                      <a:pt x="10636" y="421208"/>
                    </a:lnTo>
                    <a:lnTo>
                      <a:pt x="5101" y="426251"/>
                    </a:lnTo>
                    <a:lnTo>
                      <a:pt x="1445" y="432097"/>
                    </a:lnTo>
                    <a:lnTo>
                      <a:pt x="0" y="438728"/>
                    </a:lnTo>
                    <a:lnTo>
                      <a:pt x="690" y="445127"/>
                    </a:lnTo>
                    <a:lnTo>
                      <a:pt x="3265" y="451040"/>
                    </a:lnTo>
                    <a:lnTo>
                      <a:pt x="7402" y="456443"/>
                    </a:lnTo>
                    <a:lnTo>
                      <a:pt x="12779" y="461317"/>
                    </a:lnTo>
                    <a:lnTo>
                      <a:pt x="19076" y="465638"/>
                    </a:lnTo>
                    <a:lnTo>
                      <a:pt x="25971" y="469386"/>
                    </a:lnTo>
                    <a:lnTo>
                      <a:pt x="33142" y="472539"/>
                    </a:lnTo>
                    <a:lnTo>
                      <a:pt x="40266" y="475076"/>
                    </a:lnTo>
                    <a:lnTo>
                      <a:pt x="48366" y="477635"/>
                    </a:lnTo>
                    <a:lnTo>
                      <a:pt x="56864" y="479970"/>
                    </a:lnTo>
                    <a:lnTo>
                      <a:pt x="65729" y="482084"/>
                    </a:lnTo>
                    <a:lnTo>
                      <a:pt x="74932" y="483985"/>
                    </a:lnTo>
                    <a:lnTo>
                      <a:pt x="84444" y="485676"/>
                    </a:lnTo>
                    <a:lnTo>
                      <a:pt x="94237" y="487164"/>
                    </a:lnTo>
                    <a:lnTo>
                      <a:pt x="104280" y="488455"/>
                    </a:lnTo>
                    <a:lnTo>
                      <a:pt x="114543" y="489553"/>
                    </a:lnTo>
                    <a:lnTo>
                      <a:pt x="124999" y="490465"/>
                    </a:lnTo>
                    <a:lnTo>
                      <a:pt x="135618" y="491195"/>
                    </a:lnTo>
                    <a:lnTo>
                      <a:pt x="146369" y="491749"/>
                    </a:lnTo>
                    <a:lnTo>
                      <a:pt x="157224" y="492133"/>
                    </a:lnTo>
                    <a:lnTo>
                      <a:pt x="168154" y="492353"/>
                    </a:lnTo>
                    <a:lnTo>
                      <a:pt x="179129" y="492413"/>
                    </a:lnTo>
                    <a:lnTo>
                      <a:pt x="190120" y="492320"/>
                    </a:lnTo>
                    <a:lnTo>
                      <a:pt x="201098" y="492078"/>
                    </a:lnTo>
                    <a:lnTo>
                      <a:pt x="212032" y="491694"/>
                    </a:lnTo>
                    <a:lnTo>
                      <a:pt x="222895" y="491172"/>
                    </a:lnTo>
                    <a:lnTo>
                      <a:pt x="233656" y="490519"/>
                    </a:lnTo>
                    <a:lnTo>
                      <a:pt x="244287" y="489740"/>
                    </a:lnTo>
                    <a:lnTo>
                      <a:pt x="254757" y="488839"/>
                    </a:lnTo>
                    <a:lnTo>
                      <a:pt x="265038" y="487824"/>
                    </a:lnTo>
                    <a:lnTo>
                      <a:pt x="272534" y="486892"/>
                    </a:lnTo>
                    <a:lnTo>
                      <a:pt x="281118" y="485651"/>
                    </a:lnTo>
                    <a:lnTo>
                      <a:pt x="290546" y="484079"/>
                    </a:lnTo>
                    <a:lnTo>
                      <a:pt x="300570" y="482156"/>
                    </a:lnTo>
                    <a:lnTo>
                      <a:pt x="310946" y="479860"/>
                    </a:lnTo>
                    <a:lnTo>
                      <a:pt x="321425" y="477172"/>
                    </a:lnTo>
                    <a:lnTo>
                      <a:pt x="331764" y="474069"/>
                    </a:lnTo>
                    <a:lnTo>
                      <a:pt x="341715" y="470532"/>
                    </a:lnTo>
                    <a:lnTo>
                      <a:pt x="351032" y="466539"/>
                    </a:lnTo>
                    <a:lnTo>
                      <a:pt x="359469" y="462070"/>
                    </a:lnTo>
                    <a:lnTo>
                      <a:pt x="366780" y="457103"/>
                    </a:lnTo>
                    <a:lnTo>
                      <a:pt x="372720" y="451619"/>
                    </a:lnTo>
                    <a:lnTo>
                      <a:pt x="377041" y="445595"/>
                    </a:lnTo>
                    <a:lnTo>
                      <a:pt x="379498" y="439012"/>
                    </a:lnTo>
                    <a:lnTo>
                      <a:pt x="379844" y="431848"/>
                    </a:lnTo>
                    <a:lnTo>
                      <a:pt x="378796" y="428321"/>
                    </a:lnTo>
                    <a:lnTo>
                      <a:pt x="377173" y="425102"/>
                    </a:lnTo>
                    <a:lnTo>
                      <a:pt x="375045" y="422226"/>
                    </a:lnTo>
                    <a:lnTo>
                      <a:pt x="372479" y="419727"/>
                    </a:lnTo>
                    <a:lnTo>
                      <a:pt x="369546" y="417640"/>
                    </a:lnTo>
                    <a:lnTo>
                      <a:pt x="366313" y="415998"/>
                    </a:lnTo>
                    <a:lnTo>
                      <a:pt x="362849" y="414836"/>
                    </a:lnTo>
                    <a:lnTo>
                      <a:pt x="359224" y="414189"/>
                    </a:lnTo>
                    <a:lnTo>
                      <a:pt x="359831" y="421707"/>
                    </a:lnTo>
                    <a:lnTo>
                      <a:pt x="358201" y="428435"/>
                    </a:lnTo>
                    <a:lnTo>
                      <a:pt x="354608" y="434416"/>
                    </a:lnTo>
                    <a:lnTo>
                      <a:pt x="349326" y="439698"/>
                    </a:lnTo>
                    <a:lnTo>
                      <a:pt x="342628" y="444325"/>
                    </a:lnTo>
                    <a:lnTo>
                      <a:pt x="334787" y="448344"/>
                    </a:lnTo>
                    <a:lnTo>
                      <a:pt x="326078" y="451800"/>
                    </a:lnTo>
                    <a:lnTo>
                      <a:pt x="316774" y="454740"/>
                    </a:lnTo>
                    <a:lnTo>
                      <a:pt x="307149" y="457208"/>
                    </a:lnTo>
                    <a:lnTo>
                      <a:pt x="297476" y="459251"/>
                    </a:lnTo>
                    <a:lnTo>
                      <a:pt x="288029" y="460914"/>
                    </a:lnTo>
                    <a:lnTo>
                      <a:pt x="279081" y="462244"/>
                    </a:lnTo>
                    <a:lnTo>
                      <a:pt x="270907" y="463285"/>
                    </a:lnTo>
                    <a:lnTo>
                      <a:pt x="259910" y="464386"/>
                    </a:lnTo>
                    <a:lnTo>
                      <a:pt x="248736" y="465337"/>
                    </a:lnTo>
                    <a:lnTo>
                      <a:pt x="237430" y="466133"/>
                    </a:lnTo>
                    <a:lnTo>
                      <a:pt x="226035" y="466771"/>
                    </a:lnTo>
                    <a:lnTo>
                      <a:pt x="214596" y="467247"/>
                    </a:lnTo>
                    <a:lnTo>
                      <a:pt x="203157" y="467558"/>
                    </a:lnTo>
                    <a:lnTo>
                      <a:pt x="191762" y="467700"/>
                    </a:lnTo>
                    <a:lnTo>
                      <a:pt x="180456" y="467668"/>
                    </a:lnTo>
                    <a:lnTo>
                      <a:pt x="169281" y="467461"/>
                    </a:lnTo>
                    <a:lnTo>
                      <a:pt x="158284" y="467073"/>
                    </a:lnTo>
                    <a:lnTo>
                      <a:pt x="147507" y="466501"/>
                    </a:lnTo>
                    <a:lnTo>
                      <a:pt x="136996" y="465741"/>
                    </a:lnTo>
                    <a:lnTo>
                      <a:pt x="126794" y="464790"/>
                    </a:lnTo>
                    <a:lnTo>
                      <a:pt x="116945" y="463644"/>
                    </a:lnTo>
                    <a:lnTo>
                      <a:pt x="107494" y="462300"/>
                    </a:lnTo>
                    <a:lnTo>
                      <a:pt x="98484" y="460753"/>
                    </a:lnTo>
                    <a:lnTo>
                      <a:pt x="89961" y="459000"/>
                    </a:lnTo>
                    <a:lnTo>
                      <a:pt x="81968" y="457038"/>
                    </a:lnTo>
                    <a:lnTo>
                      <a:pt x="74549" y="454862"/>
                    </a:lnTo>
                    <a:lnTo>
                      <a:pt x="67749" y="452469"/>
                    </a:lnTo>
                    <a:lnTo>
                      <a:pt x="64646" y="451152"/>
                    </a:lnTo>
                    <a:lnTo>
                      <a:pt x="61371" y="449441"/>
                    </a:lnTo>
                    <a:lnTo>
                      <a:pt x="58121" y="447405"/>
                    </a:lnTo>
                    <a:lnTo>
                      <a:pt x="55091" y="445115"/>
                    </a:lnTo>
                    <a:lnTo>
                      <a:pt x="52478" y="442641"/>
                    </a:lnTo>
                    <a:lnTo>
                      <a:pt x="50477" y="440052"/>
                    </a:lnTo>
                    <a:lnTo>
                      <a:pt x="49285" y="437418"/>
                    </a:lnTo>
                    <a:lnTo>
                      <a:pt x="49096" y="434809"/>
                    </a:lnTo>
                    <a:lnTo>
                      <a:pt x="50367" y="430709"/>
                    </a:lnTo>
                    <a:lnTo>
                      <a:pt x="52947" y="427525"/>
                    </a:lnTo>
                    <a:lnTo>
                      <a:pt x="56603" y="425129"/>
                    </a:lnTo>
                    <a:lnTo>
                      <a:pt x="61102" y="423395"/>
                    </a:lnTo>
                    <a:lnTo>
                      <a:pt x="66210" y="422195"/>
                    </a:lnTo>
                    <a:lnTo>
                      <a:pt x="71694" y="421400"/>
                    </a:lnTo>
                    <a:lnTo>
                      <a:pt x="77320" y="420884"/>
                    </a:lnTo>
                    <a:lnTo>
                      <a:pt x="82855" y="420518"/>
                    </a:lnTo>
                    <a:lnTo>
                      <a:pt x="82855" y="420483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98" name="298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50AF2842-E082-4E61-80D7-0FA166A6C42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01800" y="2172901"/>
                <a:ext cx="419100" cy="530998"/>
              </a:xfrm>
              <a:custGeom xmlns:a="http://schemas.openxmlformats.org/drawingml/2006/main">
                <a:pathLst>
                  <a:path w="419100" h="530998">
                    <a:moveTo>
                      <a:pt x="209062" y="530041"/>
                    </a:moveTo>
                    <a:lnTo>
                      <a:pt x="198372" y="528754"/>
                    </a:lnTo>
                    <a:lnTo>
                      <a:pt x="187754" y="527417"/>
                    </a:lnTo>
                    <a:lnTo>
                      <a:pt x="177221" y="526007"/>
                    </a:lnTo>
                    <a:lnTo>
                      <a:pt x="166785" y="524505"/>
                    </a:lnTo>
                    <a:lnTo>
                      <a:pt x="156461" y="522887"/>
                    </a:lnTo>
                    <a:lnTo>
                      <a:pt x="146260" y="521133"/>
                    </a:lnTo>
                    <a:lnTo>
                      <a:pt x="136196" y="519221"/>
                    </a:lnTo>
                    <a:lnTo>
                      <a:pt x="126281" y="517129"/>
                    </a:lnTo>
                    <a:lnTo>
                      <a:pt x="116529" y="514836"/>
                    </a:lnTo>
                    <a:lnTo>
                      <a:pt x="106952" y="512320"/>
                    </a:lnTo>
                    <a:lnTo>
                      <a:pt x="97564" y="509559"/>
                    </a:lnTo>
                    <a:lnTo>
                      <a:pt x="88376" y="506533"/>
                    </a:lnTo>
                    <a:lnTo>
                      <a:pt x="79403" y="503220"/>
                    </a:lnTo>
                    <a:lnTo>
                      <a:pt x="70657" y="499597"/>
                    </a:lnTo>
                    <a:lnTo>
                      <a:pt x="80135" y="501778"/>
                    </a:lnTo>
                    <a:lnTo>
                      <a:pt x="89848" y="503812"/>
                    </a:lnTo>
                    <a:lnTo>
                      <a:pt x="99776" y="505697"/>
                    </a:lnTo>
                    <a:lnTo>
                      <a:pt x="109899" y="507427"/>
                    </a:lnTo>
                    <a:lnTo>
                      <a:pt x="120198" y="508999"/>
                    </a:lnTo>
                    <a:lnTo>
                      <a:pt x="130652" y="510410"/>
                    </a:lnTo>
                    <a:lnTo>
                      <a:pt x="141243" y="511656"/>
                    </a:lnTo>
                    <a:lnTo>
                      <a:pt x="151950" y="512733"/>
                    </a:lnTo>
                    <a:lnTo>
                      <a:pt x="162753" y="513637"/>
                    </a:lnTo>
                    <a:lnTo>
                      <a:pt x="173634" y="514365"/>
                    </a:lnTo>
                    <a:lnTo>
                      <a:pt x="184571" y="514912"/>
                    </a:lnTo>
                    <a:lnTo>
                      <a:pt x="195545" y="515276"/>
                    </a:lnTo>
                    <a:lnTo>
                      <a:pt x="206537" y="515451"/>
                    </a:lnTo>
                    <a:lnTo>
                      <a:pt x="217526" y="515436"/>
                    </a:lnTo>
                    <a:lnTo>
                      <a:pt x="228493" y="515225"/>
                    </a:lnTo>
                    <a:lnTo>
                      <a:pt x="239418" y="514815"/>
                    </a:lnTo>
                    <a:lnTo>
                      <a:pt x="250282" y="514203"/>
                    </a:lnTo>
                    <a:lnTo>
                      <a:pt x="261064" y="513384"/>
                    </a:lnTo>
                    <a:lnTo>
                      <a:pt x="271745" y="512355"/>
                    </a:lnTo>
                    <a:lnTo>
                      <a:pt x="282305" y="511112"/>
                    </a:lnTo>
                    <a:lnTo>
                      <a:pt x="292724" y="509652"/>
                    </a:lnTo>
                    <a:lnTo>
                      <a:pt x="302983" y="507970"/>
                    </a:lnTo>
                    <a:lnTo>
                      <a:pt x="313061" y="506063"/>
                    </a:lnTo>
                    <a:lnTo>
                      <a:pt x="322939" y="503927"/>
                    </a:lnTo>
                    <a:lnTo>
                      <a:pt x="332598" y="501558"/>
                    </a:lnTo>
                    <a:lnTo>
                      <a:pt x="342017" y="498953"/>
                    </a:lnTo>
                    <a:lnTo>
                      <a:pt x="351176" y="496108"/>
                    </a:lnTo>
                    <a:lnTo>
                      <a:pt x="360056" y="493019"/>
                    </a:lnTo>
                    <a:lnTo>
                      <a:pt x="368638" y="489682"/>
                    </a:lnTo>
                    <a:lnTo>
                      <a:pt x="376901" y="486094"/>
                    </a:lnTo>
                    <a:lnTo>
                      <a:pt x="384825" y="482251"/>
                    </a:lnTo>
                    <a:lnTo>
                      <a:pt x="392391" y="478149"/>
                    </a:lnTo>
                    <a:lnTo>
                      <a:pt x="399579" y="473785"/>
                    </a:lnTo>
                    <a:lnTo>
                      <a:pt x="406369" y="469154"/>
                    </a:lnTo>
                    <a:lnTo>
                      <a:pt x="406770" y="468850"/>
                    </a:lnTo>
                    <a:lnTo>
                      <a:pt x="407173" y="468525"/>
                    </a:lnTo>
                    <a:lnTo>
                      <a:pt x="407577" y="468183"/>
                    </a:lnTo>
                    <a:lnTo>
                      <a:pt x="407983" y="467824"/>
                    </a:lnTo>
                    <a:lnTo>
                      <a:pt x="408388" y="467452"/>
                    </a:lnTo>
                    <a:lnTo>
                      <a:pt x="408793" y="467069"/>
                    </a:lnTo>
                    <a:lnTo>
                      <a:pt x="409196" y="466678"/>
                    </a:lnTo>
                    <a:lnTo>
                      <a:pt x="409596" y="466281"/>
                    </a:lnTo>
                    <a:lnTo>
                      <a:pt x="410695" y="465250"/>
                    </a:lnTo>
                    <a:lnTo>
                      <a:pt x="411812" y="464247"/>
                    </a:lnTo>
                    <a:lnTo>
                      <a:pt x="412951" y="463317"/>
                    </a:lnTo>
                    <a:lnTo>
                      <a:pt x="414115" y="462505"/>
                    </a:lnTo>
                    <a:lnTo>
                      <a:pt x="415309" y="461856"/>
                    </a:lnTo>
                    <a:lnTo>
                      <a:pt x="416535" y="461414"/>
                    </a:lnTo>
                    <a:lnTo>
                      <a:pt x="417798" y="461226"/>
                    </a:lnTo>
                    <a:lnTo>
                      <a:pt x="419100" y="461334"/>
                    </a:lnTo>
                    <a:lnTo>
                      <a:pt x="415509" y="470200"/>
                    </a:lnTo>
                    <a:lnTo>
                      <a:pt x="410996" y="478159"/>
                    </a:lnTo>
                    <a:lnTo>
                      <a:pt x="405627" y="485271"/>
                    </a:lnTo>
                    <a:lnTo>
                      <a:pt x="399465" y="491597"/>
                    </a:lnTo>
                    <a:lnTo>
                      <a:pt x="392578" y="497196"/>
                    </a:lnTo>
                    <a:lnTo>
                      <a:pt x="385029" y="502128"/>
                    </a:lnTo>
                    <a:lnTo>
                      <a:pt x="376884" y="506452"/>
                    </a:lnTo>
                    <a:lnTo>
                      <a:pt x="368209" y="510229"/>
                    </a:lnTo>
                    <a:lnTo>
                      <a:pt x="359067" y="513518"/>
                    </a:lnTo>
                    <a:lnTo>
                      <a:pt x="349524" y="516380"/>
                    </a:lnTo>
                    <a:lnTo>
                      <a:pt x="339646" y="518873"/>
                    </a:lnTo>
                    <a:lnTo>
                      <a:pt x="329498" y="521058"/>
                    </a:lnTo>
                    <a:lnTo>
                      <a:pt x="319144" y="522995"/>
                    </a:lnTo>
                    <a:lnTo>
                      <a:pt x="308650" y="524743"/>
                    </a:lnTo>
                    <a:lnTo>
                      <a:pt x="298082" y="526363"/>
                    </a:lnTo>
                    <a:lnTo>
                      <a:pt x="287503" y="527913"/>
                    </a:lnTo>
                    <a:lnTo>
                      <a:pt x="284924" y="528297"/>
                    </a:lnTo>
                    <a:lnTo>
                      <a:pt x="282348" y="528679"/>
                    </a:lnTo>
                    <a:lnTo>
                      <a:pt x="279775" y="529061"/>
                    </a:lnTo>
                    <a:lnTo>
                      <a:pt x="277206" y="529442"/>
                    </a:lnTo>
                    <a:lnTo>
                      <a:pt x="274642" y="529826"/>
                    </a:lnTo>
                    <a:lnTo>
                      <a:pt x="272084" y="530212"/>
                    </a:lnTo>
                    <a:lnTo>
                      <a:pt x="269532" y="530602"/>
                    </a:lnTo>
                    <a:lnTo>
                      <a:pt x="266989" y="530998"/>
                    </a:lnTo>
                    <a:lnTo>
                      <a:pt x="264500" y="530682"/>
                    </a:lnTo>
                    <a:lnTo>
                      <a:pt x="257938" y="530445"/>
                    </a:lnTo>
                    <a:lnTo>
                      <a:pt x="248660" y="530275"/>
                    </a:lnTo>
                    <a:lnTo>
                      <a:pt x="238025" y="530161"/>
                    </a:lnTo>
                    <a:lnTo>
                      <a:pt x="227391" y="530091"/>
                    </a:lnTo>
                    <a:lnTo>
                      <a:pt x="218113" y="530056"/>
                    </a:lnTo>
                    <a:lnTo>
                      <a:pt x="211551" y="530043"/>
                    </a:lnTo>
                    <a:lnTo>
                      <a:pt x="209062" y="530041"/>
                    </a:lnTo>
                    <a:close/>
                    <a:moveTo>
                      <a:pt x="398497" y="303301"/>
                    </a:moveTo>
                    <a:lnTo>
                      <a:pt x="397333" y="293890"/>
                    </a:lnTo>
                    <a:lnTo>
                      <a:pt x="394474" y="285792"/>
                    </a:lnTo>
                    <a:lnTo>
                      <a:pt x="390147" y="279011"/>
                    </a:lnTo>
                    <a:lnTo>
                      <a:pt x="384582" y="273550"/>
                    </a:lnTo>
                    <a:lnTo>
                      <a:pt x="378007" y="269412"/>
                    </a:lnTo>
                    <a:lnTo>
                      <a:pt x="370651" y="266601"/>
                    </a:lnTo>
                    <a:lnTo>
                      <a:pt x="362742" y="265120"/>
                    </a:lnTo>
                    <a:lnTo>
                      <a:pt x="354509" y="264972"/>
                    </a:lnTo>
                    <a:lnTo>
                      <a:pt x="346181" y="266162"/>
                    </a:lnTo>
                    <a:lnTo>
                      <a:pt x="337986" y="268692"/>
                    </a:lnTo>
                    <a:lnTo>
                      <a:pt x="330153" y="272566"/>
                    </a:lnTo>
                    <a:lnTo>
                      <a:pt x="322911" y="277787"/>
                    </a:lnTo>
                    <a:lnTo>
                      <a:pt x="330854" y="276616"/>
                    </a:lnTo>
                    <a:lnTo>
                      <a:pt x="338382" y="276712"/>
                    </a:lnTo>
                    <a:lnTo>
                      <a:pt x="345356" y="277957"/>
                    </a:lnTo>
                    <a:lnTo>
                      <a:pt x="351639" y="280238"/>
                    </a:lnTo>
                    <a:lnTo>
                      <a:pt x="357092" y="283437"/>
                    </a:lnTo>
                    <a:lnTo>
                      <a:pt x="361578" y="287441"/>
                    </a:lnTo>
                    <a:lnTo>
                      <a:pt x="364959" y="292132"/>
                    </a:lnTo>
                    <a:lnTo>
                      <a:pt x="367096" y="297397"/>
                    </a:lnTo>
                    <a:lnTo>
                      <a:pt x="367985" y="307537"/>
                    </a:lnTo>
                    <a:lnTo>
                      <a:pt x="366617" y="317099"/>
                    </a:lnTo>
                    <a:lnTo>
                      <a:pt x="363359" y="326087"/>
                    </a:lnTo>
                    <a:lnTo>
                      <a:pt x="358575" y="334504"/>
                    </a:lnTo>
                    <a:lnTo>
                      <a:pt x="352633" y="342356"/>
                    </a:lnTo>
                    <a:lnTo>
                      <a:pt x="345898" y="349647"/>
                    </a:lnTo>
                    <a:lnTo>
                      <a:pt x="338736" y="356381"/>
                    </a:lnTo>
                    <a:lnTo>
                      <a:pt x="331513" y="362562"/>
                    </a:lnTo>
                    <a:lnTo>
                      <a:pt x="324595" y="368195"/>
                    </a:lnTo>
                    <a:lnTo>
                      <a:pt x="322944" y="369532"/>
                    </a:lnTo>
                    <a:lnTo>
                      <a:pt x="321344" y="370830"/>
                    </a:lnTo>
                    <a:lnTo>
                      <a:pt x="319802" y="372091"/>
                    </a:lnTo>
                    <a:lnTo>
                      <a:pt x="318321" y="373315"/>
                    </a:lnTo>
                    <a:lnTo>
                      <a:pt x="316908" y="374505"/>
                    </a:lnTo>
                    <a:lnTo>
                      <a:pt x="315567" y="375660"/>
                    </a:lnTo>
                    <a:lnTo>
                      <a:pt x="314304" y="376784"/>
                    </a:lnTo>
                    <a:lnTo>
                      <a:pt x="313124" y="377876"/>
                    </a:lnTo>
                    <a:lnTo>
                      <a:pt x="321282" y="377084"/>
                    </a:lnTo>
                    <a:lnTo>
                      <a:pt x="329690" y="375550"/>
                    </a:lnTo>
                    <a:lnTo>
                      <a:pt x="338207" y="373286"/>
                    </a:lnTo>
                    <a:lnTo>
                      <a:pt x="346689" y="370303"/>
                    </a:lnTo>
                    <a:lnTo>
                      <a:pt x="354996" y="366611"/>
                    </a:lnTo>
                    <a:lnTo>
                      <a:pt x="362986" y="362221"/>
                    </a:lnTo>
                    <a:lnTo>
                      <a:pt x="370518" y="357145"/>
                    </a:lnTo>
                    <a:lnTo>
                      <a:pt x="377449" y="351392"/>
                    </a:lnTo>
                    <a:lnTo>
                      <a:pt x="383638" y="344975"/>
                    </a:lnTo>
                    <a:lnTo>
                      <a:pt x="388944" y="337905"/>
                    </a:lnTo>
                    <a:lnTo>
                      <a:pt x="393224" y="330191"/>
                    </a:lnTo>
                    <a:lnTo>
                      <a:pt x="396338" y="321845"/>
                    </a:lnTo>
                    <a:lnTo>
                      <a:pt x="398143" y="312878"/>
                    </a:lnTo>
                    <a:lnTo>
                      <a:pt x="398497" y="303301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299" name="299 Java">
              <a:extLst xmlns:a="http://schemas.openxmlformats.org/drawingml/2006/main">
                <a:ext uri="{FF2B5EF4-FFF2-40B4-BE49-F238E27FC236}">
                  <a16:creationId xmlns:a16="http://schemas.microsoft.com/office/drawing/2014/main" id="{62A8BE60-E305-41A6-AEDA-F3AD501B0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5675" y="2219325"/>
              <a:ext cx="638175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Java</a:t>
              </a:r>
            </a:p>
          </p:txBody>
        </p:sp>
        <p:sp>
          <p:nvSpPr>
            <p:cNvPr id="300" name="300 (target)">
              <a:extLst xmlns:a="http://schemas.openxmlformats.org/drawingml/2006/main">
                <a:ext uri="{FF2B5EF4-FFF2-40B4-BE49-F238E27FC236}">
                  <a16:creationId xmlns:a16="http://schemas.microsoft.com/office/drawing/2014/main" id="{175F7C25-FB81-4E47-9B8C-5258E75810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5675" y="2466975"/>
              <a:ext cx="63817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(target)</a:t>
              </a:r>
            </a:p>
          </p:txBody>
        </p:sp>
        <p:sp>
          <p:nvSpPr>
            <p:cNvPr id="301" name="301 rect">
              <a:extLst xmlns:a="http://schemas.openxmlformats.org/drawingml/2006/main">
                <a:ext uri="{FF2B5EF4-FFF2-40B4-BE49-F238E27FC236}">
                  <a16:creationId xmlns:a16="http://schemas.microsoft.com/office/drawing/2014/main" id="{EFEB6EA9-D547-4056-9E2C-3219124481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77950" y="2990850"/>
              <a:ext cx="1571625" cy="196215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D8EDE9"/>
              </a:solidFill>
            </a:ln>
          </p:spPr>
        </p:sp>
        <p:grpSp>
          <p:nvGrpSpPr>
            <p:cNvPr id="493" name="folder-301"/>
            <p:cNvGrpSpPr/>
            <p:nvPr/>
          </p:nvGrpSpPr>
          <p:grpSpPr>
            <ns27:xfrm xmlns:ns27="http://schemas.openxmlformats.org/drawingml/2006/main">
              <ns27:off x="14173200" y="3184017"/>
              <ns27:ext cx="190500" cy="123063"/>
              <ns27:chOff x="14173200" y="3184017"/>
              <ns27:chExt cx="190500" cy="123063"/>
            </ns27:xfrm>
          </p:grpSpPr>
          <p:sp>
            <p:nvSpPr>
              <p:cNvPr id="302" name="302 folder">
                <a:extLst xmlns:a="http://schemas.openxmlformats.org/drawingml/2006/main">
                  <a:ext uri="{FF2B5EF4-FFF2-40B4-BE49-F238E27FC236}">
                    <a16:creationId xmlns:a16="http://schemas.microsoft.com/office/drawing/2014/main" id="{EBBE0FF6-97BB-4F91-98F5-EF914C3013B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173200" y="3184017"/>
                <a:ext cx="190500" cy="123063"/>
              </a:xfrm>
              <a:custGeom xmlns:a="http://schemas.openxmlformats.org/drawingml/2006/main">
                <a:pathLst>
                  <a:path w="190500" h="123063">
                    <a:moveTo>
                      <a:pt x="0" y="0"/>
                    </a:moveTo>
                    <a:lnTo>
                      <a:pt x="76200" y="0"/>
                    </a:lnTo>
                    <a:lnTo>
                      <a:pt x="99060" y="20269"/>
                    </a:lnTo>
                    <a:lnTo>
                      <a:pt x="190500" y="20269"/>
                    </a:lnTo>
                    <a:lnTo>
                      <a:pt x="190500" y="123063"/>
                    </a:lnTo>
                    <a:lnTo>
                      <a:pt x="0" y="123063"/>
                    </a:lnTo>
                    <a:close/>
                  </a:path>
                </a:pathLst>
              </a:custGeom>
              <a:solidFill xmlns:a="http://schemas.openxmlformats.org/drawingml/2006/main">
                <a:srgbClr val="B5E4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303" name="303 path">
                <a:extLst xmlns:a="http://schemas.openxmlformats.org/drawingml/2006/main">
                  <a:ext uri="{FF2B5EF4-FFF2-40B4-BE49-F238E27FC236}">
                    <a16:creationId xmlns:a16="http://schemas.microsoft.com/office/drawing/2014/main" id="{ED4F0AA2-98E2-4EF9-910E-69DCF260B54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182725" y="3215869"/>
                <a:ext cx="171450" cy="95"/>
              </a:xfrm>
              <a:custGeom xmlns:a="http://schemas.openxmlformats.org/drawingml/2006/main">
                <a:pathLst>
                  <a:path w="171450" h="9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304" name="304 my_project/">
              <a:extLst xmlns:a="http://schemas.openxmlformats.org/drawingml/2006/main">
                <a:ext uri="{FF2B5EF4-FFF2-40B4-BE49-F238E27FC236}">
                  <a16:creationId xmlns:a16="http://schemas.microsoft.com/office/drawing/2014/main" id="{F3F7A611-8028-4125-863B-6F3D81355D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58950" y="3114675"/>
              <a:ext cx="114300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my_project/</a:t>
              </a:r>
            </a:p>
          </p:txBody>
        </p:sp>
        <p:sp>
          <p:nvSpPr>
            <p:cNvPr id="305" name="305 path">
              <a:extLst xmlns:a="http://schemas.openxmlformats.org/drawingml/2006/main">
                <a:ext uri="{FF2B5EF4-FFF2-40B4-BE49-F238E27FC236}">
                  <a16:creationId xmlns:a16="http://schemas.microsoft.com/office/drawing/2014/main" id="{05E245B3-06A9-49EA-AE18-42A5A3C3CF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58925" y="3429000"/>
              <a:ext cx="95" cy="1352550"/>
            </a:xfrm>
            <a:custGeom xmlns:a="http://schemas.openxmlformats.org/drawingml/2006/main"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87394"/>
              </a:solidFill>
            </a:ln>
          </p:spPr>
        </p:sp>
        <p:sp>
          <p:nvSpPr>
            <p:cNvPr id="306" name="306 path">
              <a:extLst xmlns:a="http://schemas.openxmlformats.org/drawingml/2006/main">
                <a:ext uri="{FF2B5EF4-FFF2-40B4-BE49-F238E27FC236}">
                  <a16:creationId xmlns:a16="http://schemas.microsoft.com/office/drawing/2014/main" id="{89B733C8-6453-466D-B883-D00869D031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58925" y="3657600"/>
              <a:ext cx="104775" cy="95"/>
            </a:xfrm>
            <a:custGeom xmlns:a="http://schemas.openxmlformats.org/drawingml/2006/main"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87394"/>
              </a:solidFill>
            </a:ln>
          </p:spPr>
        </p:sp>
        <p:grpSp>
          <p:nvGrpSpPr>
            <p:cNvPr id="494" name="icon-document-306"/>
            <p:cNvGrpSpPr/>
            <p:nvPr/>
          </p:nvGrpSpPr>
          <p:grpSpPr>
            <ns28:xfrm xmlns:ns28="http://schemas.openxmlformats.org/drawingml/2006/main">
              <ns28:off x="14445615" y="3547586"/>
              <ns28:ext cx="142399" cy="248603"/>
              <ns28:chOff x="14445615" y="3547586"/>
              <ns28:chExt cx="142399" cy="248603"/>
            </ns28:xfrm>
          </p:grpSpPr>
          <p:sp>
            <p:nvSpPr>
              <p:cNvPr id="307" name="307 path">
                <a:extLst xmlns:a="http://schemas.openxmlformats.org/drawingml/2006/main">
                  <a:ext uri="{FF2B5EF4-FFF2-40B4-BE49-F238E27FC236}">
                    <a16:creationId xmlns:a16="http://schemas.microsoft.com/office/drawing/2014/main" id="{DA7CA041-F671-4E08-9A1C-5F76ED3CB3E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45615" y="3547586"/>
                <a:ext cx="142399" cy="248603"/>
              </a:xfrm>
              <a:custGeom xmlns:a="http://schemas.openxmlformats.org/drawingml/2006/main">
                <a:pathLst>
                  <a:path w="142399" h="248603">
                    <a:moveTo>
                      <a:pt x="0" y="0"/>
                    </a:moveTo>
                    <a:lnTo>
                      <a:pt x="93107" y="0"/>
                    </a:lnTo>
                    <a:lnTo>
                      <a:pt x="142399" y="62151"/>
                    </a:lnTo>
                    <a:lnTo>
                      <a:pt x="142399" y="248603"/>
                    </a:lnTo>
                    <a:lnTo>
                      <a:pt x="0" y="248603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0954">
                <a:solidFill>
                  <a:srgbClr val="003496"/>
                </a:solidFill>
              </a:ln>
            </p:spPr>
          </p:sp>
          <p:sp>
            <p:nvSpPr>
              <p:cNvPr id="308" name="308 path">
                <a:extLst xmlns:a="http://schemas.openxmlformats.org/drawingml/2006/main">
                  <a:ext uri="{FF2B5EF4-FFF2-40B4-BE49-F238E27FC236}">
                    <a16:creationId xmlns:a16="http://schemas.microsoft.com/office/drawing/2014/main" id="{C0BF28EC-60E8-43BF-ACAE-43794E1D720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38722" y="3547586"/>
                <a:ext cx="49292" cy="69056"/>
              </a:xfrm>
              <a:custGeom xmlns:a="http://schemas.openxmlformats.org/drawingml/2006/main">
                <a:pathLst>
                  <a:path w="49292" h="69056">
                    <a:moveTo>
                      <a:pt x="0" y="0"/>
                    </a:moveTo>
                    <a:lnTo>
                      <a:pt x="0" y="69056"/>
                    </a:lnTo>
                    <a:lnTo>
                      <a:pt x="49292" y="6905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09" name="309 path">
                <a:extLst xmlns:a="http://schemas.openxmlformats.org/drawingml/2006/main">
                  <a:ext uri="{FF2B5EF4-FFF2-40B4-BE49-F238E27FC236}">
                    <a16:creationId xmlns:a16="http://schemas.microsoft.com/office/drawing/2014/main" id="{5E03DEC9-B3BE-4132-BAFE-17A6E4A6E32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3658076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10" name="310 path">
                <a:extLst xmlns:a="http://schemas.openxmlformats.org/drawingml/2006/main">
                  <a:ext uri="{FF2B5EF4-FFF2-40B4-BE49-F238E27FC236}">
                    <a16:creationId xmlns:a16="http://schemas.microsoft.com/office/drawing/2014/main" id="{7A509B94-A78B-4C8F-8E82-95AA7619C7E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3692604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11" name="311 path">
                <a:extLst xmlns:a="http://schemas.openxmlformats.org/drawingml/2006/main">
                  <a:ext uri="{FF2B5EF4-FFF2-40B4-BE49-F238E27FC236}">
                    <a16:creationId xmlns:a16="http://schemas.microsoft.com/office/drawing/2014/main" id="{2B6728E5-54D2-409D-AFA2-9DE01A3770D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3727133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12" name="312 path">
                <a:extLst xmlns:a="http://schemas.openxmlformats.org/drawingml/2006/main">
                  <a:ext uri="{FF2B5EF4-FFF2-40B4-BE49-F238E27FC236}">
                    <a16:creationId xmlns:a16="http://schemas.microsoft.com/office/drawing/2014/main" id="{C4C0CA8A-4F7D-447A-8448-6B7C5A4A52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3761661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</p:grpSp>
        <p:sp>
          <p:nvSpPr>
            <p:cNvPr id="313" name="313 rect">
              <a:extLst xmlns:a="http://schemas.openxmlformats.org/drawingml/2006/main">
                <a:ext uri="{FF2B5EF4-FFF2-40B4-BE49-F238E27FC236}">
                  <a16:creationId xmlns:a16="http://schemas.microsoft.com/office/drawing/2014/main" id="{407DCCBE-F9E5-43F0-AD74-8F4A367469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58975" y="3505200"/>
              <a:ext cx="904875" cy="323850"/>
            </a:xfrm>
            <a:prstGeom xmlns:a="http://schemas.openxmlformats.org/drawingml/2006/main" prst="roundRect">
              <a:avLst>
                <a:gd name="adj" fmla="val 17647"/>
              </a:avLst>
            </a:prstGeom>
            <a:solidFill xmlns:a="http://schemas.openxmlformats.org/drawingml/2006/main">
              <a:srgbClr val="F3F5F8"/>
            </a:solidFill>
            <a:ln xmlns:a="http://schemas.openxmlformats.org/drawingml/2006/main" w="0">
              <a:noFill/>
            </a:ln>
          </p:spPr>
        </p:sp>
        <p:sp>
          <p:nvSpPr>
            <p:cNvPr id="314" name="314 Main.java">
              <a:extLst xmlns:a="http://schemas.openxmlformats.org/drawingml/2006/main">
                <a:ext uri="{FF2B5EF4-FFF2-40B4-BE49-F238E27FC236}">
                  <a16:creationId xmlns:a16="http://schemas.microsoft.com/office/drawing/2014/main" id="{5A271203-5BF9-4C5A-9DF4-B9527B285E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25650" y="3552825"/>
              <a:ext cx="819150" cy="23031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6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6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Main.java</a:t>
              </a:r>
            </a:p>
          </p:txBody>
        </p:sp>
        <p:sp>
          <p:nvSpPr>
            <p:cNvPr id="315" name="315 path">
              <a:extLst xmlns:a="http://schemas.openxmlformats.org/drawingml/2006/main">
                <a:ext uri="{FF2B5EF4-FFF2-40B4-BE49-F238E27FC236}">
                  <a16:creationId xmlns:a16="http://schemas.microsoft.com/office/drawing/2014/main" id="{4E102044-48BB-4A18-9873-5F384D2BED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58925" y="4019550"/>
              <a:ext cx="104775" cy="95"/>
            </a:xfrm>
            <a:custGeom xmlns:a="http://schemas.openxmlformats.org/drawingml/2006/main"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87394"/>
              </a:solidFill>
            </a:ln>
          </p:spPr>
        </p:sp>
        <p:grpSp>
          <p:nvGrpSpPr>
            <p:cNvPr id="495" name="icon-document-315"/>
            <p:cNvGrpSpPr/>
            <p:nvPr/>
          </p:nvGrpSpPr>
          <p:grpSpPr>
            <ns29:xfrm xmlns:ns29="http://schemas.openxmlformats.org/drawingml/2006/main">
              <ns29:off x="14445615" y="3909536"/>
              <ns29:ext cx="142399" cy="248603"/>
              <ns29:chOff x="14445615" y="3909536"/>
              <ns29:chExt cx="142399" cy="248603"/>
            </ns29:xfrm>
          </p:grpSpPr>
          <p:sp>
            <p:nvSpPr>
              <p:cNvPr id="316" name="316 path">
                <a:extLst xmlns:a="http://schemas.openxmlformats.org/drawingml/2006/main">
                  <a:ext uri="{FF2B5EF4-FFF2-40B4-BE49-F238E27FC236}">
                    <a16:creationId xmlns:a16="http://schemas.microsoft.com/office/drawing/2014/main" id="{8F4E72DB-B114-4E09-A21E-2B26B8CF5F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45615" y="3909536"/>
                <a:ext cx="142399" cy="248603"/>
              </a:xfrm>
              <a:custGeom xmlns:a="http://schemas.openxmlformats.org/drawingml/2006/main">
                <a:pathLst>
                  <a:path w="142399" h="248603">
                    <a:moveTo>
                      <a:pt x="0" y="0"/>
                    </a:moveTo>
                    <a:lnTo>
                      <a:pt x="93107" y="0"/>
                    </a:lnTo>
                    <a:lnTo>
                      <a:pt x="142399" y="62151"/>
                    </a:lnTo>
                    <a:lnTo>
                      <a:pt x="142399" y="248603"/>
                    </a:lnTo>
                    <a:lnTo>
                      <a:pt x="0" y="248603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0954">
                <a:solidFill>
                  <a:srgbClr val="003496"/>
                </a:solidFill>
              </a:ln>
            </p:spPr>
          </p:sp>
          <p:sp>
            <p:nvSpPr>
              <p:cNvPr id="317" name="317 path">
                <a:extLst xmlns:a="http://schemas.openxmlformats.org/drawingml/2006/main">
                  <a:ext uri="{FF2B5EF4-FFF2-40B4-BE49-F238E27FC236}">
                    <a16:creationId xmlns:a16="http://schemas.microsoft.com/office/drawing/2014/main" id="{28086F59-A278-49A0-B5DE-5FD088EC91A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38722" y="3909536"/>
                <a:ext cx="49292" cy="69056"/>
              </a:xfrm>
              <a:custGeom xmlns:a="http://schemas.openxmlformats.org/drawingml/2006/main">
                <a:pathLst>
                  <a:path w="49292" h="69056">
                    <a:moveTo>
                      <a:pt x="0" y="0"/>
                    </a:moveTo>
                    <a:lnTo>
                      <a:pt x="0" y="69056"/>
                    </a:lnTo>
                    <a:lnTo>
                      <a:pt x="49292" y="6905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18" name="318 path">
                <a:extLst xmlns:a="http://schemas.openxmlformats.org/drawingml/2006/main">
                  <a:ext uri="{FF2B5EF4-FFF2-40B4-BE49-F238E27FC236}">
                    <a16:creationId xmlns:a16="http://schemas.microsoft.com/office/drawing/2014/main" id="{66140292-A109-41B1-8D0C-26C8D08E23A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020026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19" name="319 path">
                <a:extLst xmlns:a="http://schemas.openxmlformats.org/drawingml/2006/main">
                  <a:ext uri="{FF2B5EF4-FFF2-40B4-BE49-F238E27FC236}">
                    <a16:creationId xmlns:a16="http://schemas.microsoft.com/office/drawing/2014/main" id="{EA1AF2CF-9A1F-4D36-BB73-0357CFFA67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054554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20" name="320 path">
                <a:extLst xmlns:a="http://schemas.openxmlformats.org/drawingml/2006/main">
                  <a:ext uri="{FF2B5EF4-FFF2-40B4-BE49-F238E27FC236}">
                    <a16:creationId xmlns:a16="http://schemas.microsoft.com/office/drawing/2014/main" id="{CEB8B8F1-5A3C-4D9D-A7E8-C9688B2458F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089083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21" name="321 path">
                <a:extLst xmlns:a="http://schemas.openxmlformats.org/drawingml/2006/main">
                  <a:ext uri="{FF2B5EF4-FFF2-40B4-BE49-F238E27FC236}">
                    <a16:creationId xmlns:a16="http://schemas.microsoft.com/office/drawing/2014/main" id="{A8114C36-686D-43D4-9D17-E3A7AC40BD1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123611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</p:grpSp>
        <p:sp>
          <p:nvSpPr>
            <p:cNvPr id="322" name="322 rect">
              <a:extLst xmlns:a="http://schemas.openxmlformats.org/drawingml/2006/main">
                <a:ext uri="{FF2B5EF4-FFF2-40B4-BE49-F238E27FC236}">
                  <a16:creationId xmlns:a16="http://schemas.microsoft.com/office/drawing/2014/main" id="{9C7C6041-B20B-4CDA-902C-149A18B9F8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58975" y="3867150"/>
              <a:ext cx="904875" cy="323850"/>
            </a:xfrm>
            <a:prstGeom xmlns:a="http://schemas.openxmlformats.org/drawingml/2006/main" prst="roundRect">
              <a:avLst>
                <a:gd name="adj" fmla="val 17647"/>
              </a:avLst>
            </a:prstGeom>
            <a:solidFill xmlns:a="http://schemas.openxmlformats.org/drawingml/2006/main">
              <a:srgbClr val="F3F5F8"/>
            </a:solidFill>
            <a:ln xmlns:a="http://schemas.openxmlformats.org/drawingml/2006/main" w="0">
              <a:noFill/>
            </a:ln>
          </p:spPr>
        </p:sp>
        <p:sp>
          <p:nvSpPr>
            <p:cNvPr id="323" name="323 Model.java">
              <a:extLst xmlns:a="http://schemas.openxmlformats.org/drawingml/2006/main">
                <a:ext uri="{FF2B5EF4-FFF2-40B4-BE49-F238E27FC236}">
                  <a16:creationId xmlns:a16="http://schemas.microsoft.com/office/drawing/2014/main" id="{BFFEFC5B-F585-420C-B7A9-CEBA303650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25650" y="3914775"/>
              <a:ext cx="819150" cy="2173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Model.java</a:t>
              </a:r>
            </a:p>
          </p:txBody>
        </p:sp>
        <p:sp>
          <p:nvSpPr>
            <p:cNvPr id="324" name="324 path">
              <a:extLst xmlns:a="http://schemas.openxmlformats.org/drawingml/2006/main">
                <a:ext uri="{FF2B5EF4-FFF2-40B4-BE49-F238E27FC236}">
                  <a16:creationId xmlns:a16="http://schemas.microsoft.com/office/drawing/2014/main" id="{F1C5CEA8-095B-497C-A0FE-80FEA74B78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58925" y="4381500"/>
              <a:ext cx="104775" cy="95"/>
            </a:xfrm>
            <a:custGeom xmlns:a="http://schemas.openxmlformats.org/drawingml/2006/main"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87394"/>
              </a:solidFill>
            </a:ln>
          </p:spPr>
        </p:sp>
        <p:grpSp>
          <p:nvGrpSpPr>
            <p:cNvPr id="496" name="icon-document-324"/>
            <p:cNvGrpSpPr/>
            <p:nvPr/>
          </p:nvGrpSpPr>
          <p:grpSpPr>
            <ns30:xfrm xmlns:ns30="http://schemas.openxmlformats.org/drawingml/2006/main">
              <ns30:off x="14445615" y="4271486"/>
              <ns30:ext cx="142399" cy="248603"/>
              <ns30:chOff x="14445615" y="4271486"/>
              <ns30:chExt cx="142399" cy="248603"/>
            </ns30:xfrm>
          </p:grpSpPr>
          <p:sp>
            <p:nvSpPr>
              <p:cNvPr id="325" name="325 path">
                <a:extLst xmlns:a="http://schemas.openxmlformats.org/drawingml/2006/main">
                  <a:ext uri="{FF2B5EF4-FFF2-40B4-BE49-F238E27FC236}">
                    <a16:creationId xmlns:a16="http://schemas.microsoft.com/office/drawing/2014/main" id="{0E5BA696-7B94-4EC6-83E4-A222D44397C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45615" y="4271486"/>
                <a:ext cx="142399" cy="248603"/>
              </a:xfrm>
              <a:custGeom xmlns:a="http://schemas.openxmlformats.org/drawingml/2006/main">
                <a:pathLst>
                  <a:path w="142399" h="248603">
                    <a:moveTo>
                      <a:pt x="0" y="0"/>
                    </a:moveTo>
                    <a:lnTo>
                      <a:pt x="93107" y="0"/>
                    </a:lnTo>
                    <a:lnTo>
                      <a:pt x="142399" y="62151"/>
                    </a:lnTo>
                    <a:lnTo>
                      <a:pt x="142399" y="248603"/>
                    </a:lnTo>
                    <a:lnTo>
                      <a:pt x="0" y="248603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0954">
                <a:solidFill>
                  <a:srgbClr val="003496"/>
                </a:solidFill>
              </a:ln>
            </p:spPr>
          </p:sp>
          <p:sp>
            <p:nvSpPr>
              <p:cNvPr id="326" name="326 path">
                <a:extLst xmlns:a="http://schemas.openxmlformats.org/drawingml/2006/main">
                  <a:ext uri="{FF2B5EF4-FFF2-40B4-BE49-F238E27FC236}">
                    <a16:creationId xmlns:a16="http://schemas.microsoft.com/office/drawing/2014/main" id="{2D3E4871-4CB4-4B49-9C00-1809B3A1978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538722" y="4271486"/>
                <a:ext cx="49292" cy="69056"/>
              </a:xfrm>
              <a:custGeom xmlns:a="http://schemas.openxmlformats.org/drawingml/2006/main">
                <a:pathLst>
                  <a:path w="49292" h="69056">
                    <a:moveTo>
                      <a:pt x="0" y="0"/>
                    </a:moveTo>
                    <a:lnTo>
                      <a:pt x="0" y="69056"/>
                    </a:lnTo>
                    <a:lnTo>
                      <a:pt x="49292" y="6905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27" name="327 path">
                <a:extLst xmlns:a="http://schemas.openxmlformats.org/drawingml/2006/main">
                  <a:ext uri="{FF2B5EF4-FFF2-40B4-BE49-F238E27FC236}">
                    <a16:creationId xmlns:a16="http://schemas.microsoft.com/office/drawing/2014/main" id="{EDABEC65-6EEC-4256-8355-ED54D2D23E8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381976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28" name="328 path">
                <a:extLst xmlns:a="http://schemas.openxmlformats.org/drawingml/2006/main">
                  <a:ext uri="{FF2B5EF4-FFF2-40B4-BE49-F238E27FC236}">
                    <a16:creationId xmlns:a16="http://schemas.microsoft.com/office/drawing/2014/main" id="{F2D0F10A-431E-45FA-B538-88AE2190F8D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416504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29" name="329 path">
                <a:extLst xmlns:a="http://schemas.openxmlformats.org/drawingml/2006/main">
                  <a:ext uri="{FF2B5EF4-FFF2-40B4-BE49-F238E27FC236}">
                    <a16:creationId xmlns:a16="http://schemas.microsoft.com/office/drawing/2014/main" id="{0E3C48C6-16C3-4578-91CE-B51EE29B8B7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451033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  <p:sp>
            <p:nvSpPr>
              <p:cNvPr id="330" name="330 path">
                <a:extLst xmlns:a="http://schemas.openxmlformats.org/drawingml/2006/main">
                  <a:ext uri="{FF2B5EF4-FFF2-40B4-BE49-F238E27FC236}">
                    <a16:creationId xmlns:a16="http://schemas.microsoft.com/office/drawing/2014/main" id="{B28BFF1D-1EE1-46E5-A1DF-8758C83C76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472999" y="4485561"/>
                <a:ext cx="76676" cy="95"/>
              </a:xfrm>
              <a:custGeom xmlns:a="http://schemas.openxmlformats.org/drawingml/2006/main"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215">
                <a:solidFill>
                  <a:srgbClr val="003496"/>
                </a:solidFill>
              </a:ln>
            </p:spPr>
          </p:sp>
        </p:grpSp>
        <p:sp>
          <p:nvSpPr>
            <p:cNvPr id="331" name="331 rect">
              <a:extLst xmlns:a="http://schemas.openxmlformats.org/drawingml/2006/main">
                <a:ext uri="{FF2B5EF4-FFF2-40B4-BE49-F238E27FC236}">
                  <a16:creationId xmlns:a16="http://schemas.microsoft.com/office/drawing/2014/main" id="{38C140F5-E7DA-4179-8CD9-0D7FBFF54F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58975" y="4229100"/>
              <a:ext cx="904875" cy="323850"/>
            </a:xfrm>
            <a:prstGeom xmlns:a="http://schemas.openxmlformats.org/drawingml/2006/main" prst="roundRect">
              <a:avLst>
                <a:gd name="adj" fmla="val 17647"/>
              </a:avLst>
            </a:prstGeom>
            <a:solidFill xmlns:a="http://schemas.openxmlformats.org/drawingml/2006/main">
              <a:srgbClr val="F3F5F8"/>
            </a:solidFill>
            <a:ln xmlns:a="http://schemas.openxmlformats.org/drawingml/2006/main" w="0">
              <a:noFill/>
            </a:ln>
          </p:spPr>
        </p:sp>
        <p:sp>
          <p:nvSpPr>
            <p:cNvPr id="332" name="332 Data.java">
              <a:extLst xmlns:a="http://schemas.openxmlformats.org/drawingml/2006/main">
                <a:ext uri="{FF2B5EF4-FFF2-40B4-BE49-F238E27FC236}">
                  <a16:creationId xmlns:a16="http://schemas.microsoft.com/office/drawing/2014/main" id="{95C9EF24-F992-4B52-B80A-F3817E94F4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25650" y="4276725"/>
              <a:ext cx="819150" cy="23031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6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63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Data.java</a:t>
              </a:r>
            </a:p>
          </p:txBody>
        </p:sp>
        <p:sp>
          <p:nvSpPr>
            <p:cNvPr id="333" name="333 path">
              <a:extLst xmlns:a="http://schemas.openxmlformats.org/drawingml/2006/main">
                <a:ext uri="{FF2B5EF4-FFF2-40B4-BE49-F238E27FC236}">
                  <a16:creationId xmlns:a16="http://schemas.microsoft.com/office/drawing/2014/main" id="{BDE946FB-7F10-43FC-94AD-BC4350053B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58925" y="4686300"/>
              <a:ext cx="104775" cy="95"/>
            </a:xfrm>
            <a:custGeom xmlns:a="http://schemas.openxmlformats.org/drawingml/2006/main"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87394"/>
              </a:solidFill>
            </a:ln>
          </p:spPr>
        </p:sp>
        <p:sp>
          <p:nvSpPr>
            <p:cNvPr id="334" name="334 …  …">
              <a:extLst xmlns:a="http://schemas.openxmlformats.org/drawingml/2006/main">
                <a:ext uri="{FF2B5EF4-FFF2-40B4-BE49-F238E27FC236}">
                  <a16:creationId xmlns:a16="http://schemas.microsoft.com/office/drawing/2014/main" id="{C87E7B18-110A-4CD7-8EBE-3CE3B42B51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30375" y="4562475"/>
              <a:ext cx="1152525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  …</a:t>
              </a:r>
            </a:p>
          </p:txBody>
        </p:sp>
      </p:grpSp>
      <p:grpSp>
        <p:nvGrpSpPr>
          <p:cNvPr id="497" name="Repository Context Management"/>
          <p:cNvGrpSpPr/>
          <p:nvPr/>
        </p:nvGrpSpPr>
        <p:grpSpPr>
          <ns33:xfrm xmlns:ns33="http://schemas.openxmlformats.org/drawingml/2006/main">
            <ns33:off x="247650" y="6296025"/>
            <ns33:ext cx="15506700" cy="2476500"/>
            <ns33:chOff x="247650" y="6296025"/>
            <ns33:chExt cx="15506700" cy="2476500"/>
          </ns33:xfrm>
        </p:grpSpPr>
        <p:sp>
          <p:nvSpPr>
            <p:cNvPr id="335" name="335 rect">
              <a:extLst xmlns:a="http://schemas.openxmlformats.org/drawingml/2006/main">
                <a:ext uri="{FF2B5EF4-FFF2-40B4-BE49-F238E27FC236}">
                  <a16:creationId xmlns:a16="http://schemas.microsoft.com/office/drawing/2014/main" id="{ACD16392-06F1-4350-8B21-940055E024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7650" y="6296025"/>
              <a:ext cx="15506700" cy="2476500"/>
            </a:xfrm>
            <a:prstGeom xmlns:a="http://schemas.openxmlformats.org/drawingml/2006/main" prst="roundRect">
              <a:avLst>
                <a:gd name="adj" fmla="val 5385"/>
              </a:avLst>
            </a:prstGeom>
            <a:gradFill xmlns:a="http://schemas.openxmlformats.org/drawingml/2006/main">
              <a:gsLst>
                <a:gs pos="0">
                  <a:srgbClr val="EEE9FF"/>
                </a:gs>
                <a:gs pos="100000">
                  <a:srgbClr val="F6F3FF"/>
                </a:gs>
              </a:gsLst>
              <a:lin ang="5400000"/>
            </a:gradFill>
            <a:ln xmlns:a="http://schemas.openxmlformats.org/drawingml/2006/main" w="14288">
              <a:solidFill>
                <a:srgbClr val="947AFF"/>
              </a:solidFill>
            </a:ln>
          </p:spPr>
        </p:sp>
        <p:grpSp>
          <p:nvGrpSpPr>
            <p:cNvPr id="498" name="database-335"/>
            <p:cNvGrpSpPr/>
            <p:nvPr/>
          </p:nvGrpSpPr>
          <p:grpSpPr>
            <ns32:xfrm xmlns:ns32="http://schemas.openxmlformats.org/drawingml/2006/main">
              <ns32:off x="409575" y="6410325"/>
              <ns32:ext cx="266795" cy="285751"/>
              <ns32:chOff x="409575" y="6410325"/>
              <ns32:chExt cx="266795" cy="285751"/>
            </ns32:xfrm>
          </p:grpSpPr>
          <p:sp>
            <p:nvSpPr>
              <p:cNvPr id="336" name="336 rect">
                <a:extLst xmlns:a="http://schemas.openxmlformats.org/drawingml/2006/main">
                  <a:ext uri="{FF2B5EF4-FFF2-40B4-BE49-F238E27FC236}">
                    <a16:creationId xmlns:a16="http://schemas.microsoft.com/office/drawing/2014/main" id="{F8E952FE-2C62-4CE9-9FE6-01C46C8E37C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6447473"/>
                <a:ext cx="266700" cy="208598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B4A0EB"/>
                  </a:gs>
                  <a:gs pos="100000">
                    <a:srgbClr val="7551CB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337" name="33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E87A0AB2-A204-4AC2-8DAE-05954D32FC8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6618923"/>
                <a:ext cx="266700" cy="77153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958CA"/>
              </a:solidFill>
              <a:ln xmlns:a="http://schemas.openxmlformats.org/drawingml/2006/main" w="13335">
                <a:solidFill>
                  <a:srgbClr val="6944BD"/>
                </a:solidFill>
              </a:ln>
            </p:spPr>
          </p:sp>
          <p:sp>
            <p:nvSpPr>
              <p:cNvPr id="338" name="338 path">
                <a:extLst xmlns:a="http://schemas.openxmlformats.org/drawingml/2006/main">
                  <a:ext uri="{FF2B5EF4-FFF2-40B4-BE49-F238E27FC236}">
                    <a16:creationId xmlns:a16="http://schemas.microsoft.com/office/drawing/2014/main" id="{6283A51B-2936-49DB-9EB7-6DAC77B8042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6518910"/>
                <a:ext cx="266700" cy="42862"/>
              </a:xfrm>
              <a:custGeom xmlns:a="http://schemas.openxmlformats.org/drawingml/2006/main">
                <a:pathLst>
                  <a:path w="266700" h="42862">
                    <a:moveTo>
                      <a:pt x="0" y="0"/>
                    </a:moveTo>
                    <a:lnTo>
                      <a:pt x="4238" y="5525"/>
                    </a:lnTo>
                    <a:lnTo>
                      <a:pt x="9438" y="10668"/>
                    </a:lnTo>
                    <a:lnTo>
                      <a:pt x="15533" y="15431"/>
                    </a:lnTo>
                    <a:lnTo>
                      <a:pt x="22452" y="19812"/>
                    </a:lnTo>
                    <a:lnTo>
                      <a:pt x="30127" y="23813"/>
                    </a:lnTo>
                    <a:lnTo>
                      <a:pt x="38490" y="27432"/>
                    </a:lnTo>
                    <a:lnTo>
                      <a:pt x="47472" y="30670"/>
                    </a:lnTo>
                    <a:lnTo>
                      <a:pt x="57003" y="33528"/>
                    </a:lnTo>
                    <a:lnTo>
                      <a:pt x="67016" y="36004"/>
                    </a:lnTo>
                    <a:lnTo>
                      <a:pt x="77442" y="38100"/>
                    </a:lnTo>
                    <a:lnTo>
                      <a:pt x="88211" y="39814"/>
                    </a:lnTo>
                    <a:lnTo>
                      <a:pt x="99255" y="41148"/>
                    </a:lnTo>
                    <a:lnTo>
                      <a:pt x="110505" y="42100"/>
                    </a:lnTo>
                    <a:lnTo>
                      <a:pt x="121893" y="42672"/>
                    </a:lnTo>
                    <a:lnTo>
                      <a:pt x="133350" y="42862"/>
                    </a:lnTo>
                    <a:lnTo>
                      <a:pt x="144807" y="42672"/>
                    </a:lnTo>
                    <a:lnTo>
                      <a:pt x="156195" y="42100"/>
                    </a:lnTo>
                    <a:lnTo>
                      <a:pt x="167445" y="41148"/>
                    </a:lnTo>
                    <a:lnTo>
                      <a:pt x="178489" y="39814"/>
                    </a:lnTo>
                    <a:lnTo>
                      <a:pt x="189258" y="38100"/>
                    </a:lnTo>
                    <a:lnTo>
                      <a:pt x="199684" y="36004"/>
                    </a:lnTo>
                    <a:lnTo>
                      <a:pt x="209697" y="33528"/>
                    </a:lnTo>
                    <a:lnTo>
                      <a:pt x="219228" y="30670"/>
                    </a:lnTo>
                    <a:lnTo>
                      <a:pt x="228210" y="27432"/>
                    </a:lnTo>
                    <a:lnTo>
                      <a:pt x="236573" y="23813"/>
                    </a:lnTo>
                    <a:lnTo>
                      <a:pt x="244248" y="19812"/>
                    </a:lnTo>
                    <a:lnTo>
                      <a:pt x="251167" y="15431"/>
                    </a:lnTo>
                    <a:lnTo>
                      <a:pt x="257262" y="10668"/>
                    </a:lnTo>
                    <a:lnTo>
                      <a:pt x="262462" y="5524"/>
                    </a:lnTo>
                    <a:lnTo>
                      <a:pt x="2667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339" name="339 path">
                <a:extLst xmlns:a="http://schemas.openxmlformats.org/drawingml/2006/main">
                  <a:ext uri="{FF2B5EF4-FFF2-40B4-BE49-F238E27FC236}">
                    <a16:creationId xmlns:a16="http://schemas.microsoft.com/office/drawing/2014/main" id="{88B53A6D-283A-4E42-AE2A-5B3FE413172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6593205"/>
                <a:ext cx="266700" cy="42863"/>
              </a:xfrm>
              <a:custGeom xmlns:a="http://schemas.openxmlformats.org/drawingml/2006/main">
                <a:pathLst>
                  <a:path w="266700" h="42863">
                    <a:moveTo>
                      <a:pt x="0" y="0"/>
                    </a:moveTo>
                    <a:lnTo>
                      <a:pt x="4238" y="5525"/>
                    </a:lnTo>
                    <a:lnTo>
                      <a:pt x="9438" y="10668"/>
                    </a:lnTo>
                    <a:lnTo>
                      <a:pt x="15533" y="15431"/>
                    </a:lnTo>
                    <a:lnTo>
                      <a:pt x="22452" y="19812"/>
                    </a:lnTo>
                    <a:lnTo>
                      <a:pt x="30127" y="23813"/>
                    </a:lnTo>
                    <a:lnTo>
                      <a:pt x="38490" y="27432"/>
                    </a:lnTo>
                    <a:lnTo>
                      <a:pt x="47472" y="30670"/>
                    </a:lnTo>
                    <a:lnTo>
                      <a:pt x="57003" y="33528"/>
                    </a:lnTo>
                    <a:lnTo>
                      <a:pt x="67016" y="36004"/>
                    </a:lnTo>
                    <a:lnTo>
                      <a:pt x="77442" y="38100"/>
                    </a:lnTo>
                    <a:lnTo>
                      <a:pt x="88211" y="39814"/>
                    </a:lnTo>
                    <a:lnTo>
                      <a:pt x="99255" y="41148"/>
                    </a:lnTo>
                    <a:lnTo>
                      <a:pt x="110505" y="42100"/>
                    </a:lnTo>
                    <a:lnTo>
                      <a:pt x="121893" y="42672"/>
                    </a:lnTo>
                    <a:lnTo>
                      <a:pt x="133350" y="42863"/>
                    </a:lnTo>
                    <a:lnTo>
                      <a:pt x="144807" y="42672"/>
                    </a:lnTo>
                    <a:lnTo>
                      <a:pt x="156195" y="42100"/>
                    </a:lnTo>
                    <a:lnTo>
                      <a:pt x="167445" y="41148"/>
                    </a:lnTo>
                    <a:lnTo>
                      <a:pt x="178489" y="39815"/>
                    </a:lnTo>
                    <a:lnTo>
                      <a:pt x="189258" y="38100"/>
                    </a:lnTo>
                    <a:lnTo>
                      <a:pt x="199684" y="36004"/>
                    </a:lnTo>
                    <a:lnTo>
                      <a:pt x="209697" y="33528"/>
                    </a:lnTo>
                    <a:lnTo>
                      <a:pt x="219228" y="30671"/>
                    </a:lnTo>
                    <a:lnTo>
                      <a:pt x="228210" y="27432"/>
                    </a:lnTo>
                    <a:lnTo>
                      <a:pt x="236573" y="23813"/>
                    </a:lnTo>
                    <a:lnTo>
                      <a:pt x="244248" y="19812"/>
                    </a:lnTo>
                    <a:lnTo>
                      <a:pt x="251167" y="15431"/>
                    </a:lnTo>
                    <a:lnTo>
                      <a:pt x="257262" y="10668"/>
                    </a:lnTo>
                    <a:lnTo>
                      <a:pt x="262462" y="5525"/>
                    </a:lnTo>
                    <a:lnTo>
                      <a:pt x="2667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340" name="340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E586368-C7EE-45DF-84E9-DC7327030B2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6410325"/>
                <a:ext cx="266700" cy="8001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BBA9EF"/>
              </a:solidFill>
              <a:ln xmlns:a="http://schemas.openxmlformats.org/drawingml/2006/main" w="13335">
                <a:solidFill>
                  <a:srgbClr val="8963D6"/>
                </a:solidFill>
              </a:ln>
            </p:spPr>
          </p:sp>
          <p:sp>
            <p:nvSpPr>
              <p:cNvPr id="341" name="341 path">
                <a:extLst xmlns:a="http://schemas.openxmlformats.org/drawingml/2006/main">
                  <a:ext uri="{FF2B5EF4-FFF2-40B4-BE49-F238E27FC236}">
                    <a16:creationId xmlns:a16="http://schemas.microsoft.com/office/drawing/2014/main" id="{6F531424-C85D-4EBF-AB36-96803A5A6DD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6450330"/>
                <a:ext cx="95" cy="202882"/>
              </a:xfrm>
              <a:custGeom xmlns:a="http://schemas.openxmlformats.org/drawingml/2006/main">
                <a:pathLst>
                  <a:path w="95" h="202882">
                    <a:moveTo>
                      <a:pt x="0" y="0"/>
                    </a:moveTo>
                    <a:lnTo>
                      <a:pt x="0" y="202882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1430">
                <a:solidFill>
                  <a:srgbClr val="8963D6"/>
                </a:solidFill>
              </a:ln>
            </p:spPr>
          </p:sp>
          <p:sp>
            <p:nvSpPr>
              <p:cNvPr id="342" name="342 path">
                <a:extLst xmlns:a="http://schemas.openxmlformats.org/drawingml/2006/main">
                  <a:ext uri="{FF2B5EF4-FFF2-40B4-BE49-F238E27FC236}">
                    <a16:creationId xmlns:a16="http://schemas.microsoft.com/office/drawing/2014/main" id="{C003A7D6-16C9-40AB-9AF2-E499D0C7031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76275" y="6450330"/>
                <a:ext cx="95" cy="202882"/>
              </a:xfrm>
              <a:custGeom xmlns:a="http://schemas.openxmlformats.org/drawingml/2006/main">
                <a:pathLst>
                  <a:path w="95" h="202882">
                    <a:moveTo>
                      <a:pt x="0" y="0"/>
                    </a:moveTo>
                    <a:lnTo>
                      <a:pt x="0" y="202882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1430">
                <a:solidFill>
                  <a:srgbClr val="8963D6"/>
                </a:solidFill>
              </a:ln>
            </p:spPr>
          </p:sp>
        </p:grpSp>
        <p:sp>
          <p:nvSpPr>
            <p:cNvPr id="343" name="343 Repository Context Management">
              <a:extLst xmlns:a="http://schemas.openxmlformats.org/drawingml/2006/main">
                <a:ext uri="{FF2B5EF4-FFF2-40B4-BE49-F238E27FC236}">
                  <a16:creationId xmlns:a16="http://schemas.microsoft.com/office/drawing/2014/main" id="{A160D379-E05D-4DDE-A1F3-1D3B31D933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8675" y="6372225"/>
              <a:ext cx="8572500" cy="3425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75" b="1">
                  <a:solidFill>
                    <a:srgbClr val="110F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75" b="1">
                  <a:solidFill>
                    <a:srgbClr val="110F59"/>
                  </a:solidFill>
                  <a:latin typeface="Times New Roman"/>
                  <a:ea typeface="Times New Roman"/>
                  <a:cs typeface="Times New Roman"/>
                </a:rPr>
                <a:t>Repository Context Management</a:t>
              </a:r>
            </a:p>
          </p:txBody>
        </p:sp>
        <p:sp>
          <p:nvSpPr>
            <p:cNvPr id="344" name="344 rect">
              <a:extLst xmlns:a="http://schemas.openxmlformats.org/drawingml/2006/main">
                <a:ext uri="{FF2B5EF4-FFF2-40B4-BE49-F238E27FC236}">
                  <a16:creationId xmlns:a16="http://schemas.microsoft.com/office/drawing/2014/main" id="{87D4528D-4F81-42D2-99D8-C843CD86A6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" y="6819900"/>
              <a:ext cx="5086350" cy="1828800"/>
            </a:xfrm>
            <a:prstGeom xmlns:a="http://schemas.openxmlformats.org/drawingml/2006/main" prst="roundRect">
              <a:avLst>
                <a:gd name="adj" fmla="val 5208"/>
              </a:avLst>
            </a:prstGeom>
            <a:solidFill xmlns:a="http://schemas.openxmlformats.org/drawingml/2006/main">
              <a:srgbClr val="FCFBFF"/>
            </a:solidFill>
            <a:ln xmlns:a="http://schemas.openxmlformats.org/drawingml/2006/main" w="10478">
              <a:solidFill>
                <a:srgbClr val="C7B9FF"/>
              </a:solidFill>
            </a:ln>
          </p:spPr>
        </p:sp>
        <p:sp>
          <p:nvSpPr>
            <p:cNvPr id="345" name="345 rect">
              <a:extLst xmlns:a="http://schemas.openxmlformats.org/drawingml/2006/main">
                <a:ext uri="{FF2B5EF4-FFF2-40B4-BE49-F238E27FC236}">
                  <a16:creationId xmlns:a16="http://schemas.microsoft.com/office/drawing/2014/main" id="{FCC69C5E-5A2E-4C8D-9921-C74B972C2D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72125" y="6819900"/>
              <a:ext cx="4581525" cy="1828800"/>
            </a:xfrm>
            <a:prstGeom xmlns:a="http://schemas.openxmlformats.org/drawingml/2006/main" prst="roundRect">
              <a:avLst>
                <a:gd name="adj" fmla="val 5208"/>
              </a:avLst>
            </a:prstGeom>
            <a:solidFill xmlns:a="http://schemas.openxmlformats.org/drawingml/2006/main">
              <a:srgbClr val="FCFBFF"/>
            </a:solidFill>
            <a:ln xmlns:a="http://schemas.openxmlformats.org/drawingml/2006/main" w="10478">
              <a:solidFill>
                <a:srgbClr val="C7B9FF"/>
              </a:solidFill>
            </a:ln>
          </p:spPr>
        </p:sp>
        <p:sp>
          <p:nvSpPr>
            <p:cNvPr id="346" name="346 rect">
              <a:extLst xmlns:a="http://schemas.openxmlformats.org/drawingml/2006/main">
                <a:ext uri="{FF2B5EF4-FFF2-40B4-BE49-F238E27FC236}">
                  <a16:creationId xmlns:a16="http://schemas.microsoft.com/office/drawing/2014/main" id="{0D36CD48-52BC-471F-86E0-7A72B46395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39375" y="6819900"/>
              <a:ext cx="5391150" cy="1828800"/>
            </a:xfrm>
            <a:prstGeom xmlns:a="http://schemas.openxmlformats.org/drawingml/2006/main" prst="roundRect">
              <a:avLst>
                <a:gd name="adj" fmla="val 5208"/>
              </a:avLst>
            </a:prstGeom>
            <a:solidFill xmlns:a="http://schemas.openxmlformats.org/drawingml/2006/main">
              <a:srgbClr val="FCFBFF"/>
            </a:solidFill>
            <a:ln xmlns:a="http://schemas.openxmlformats.org/drawingml/2006/main" w="10478">
              <a:solidFill>
                <a:srgbClr val="C7B9FF"/>
              </a:solidFill>
            </a:ln>
          </p:spPr>
        </p:sp>
      </p:grpSp>
      <p:grpSp>
        <p:nvGrpSpPr>
          <p:cNvPr id="499" name="Repository Structural Analysis"/>
          <p:cNvGrpSpPr/>
          <p:nvPr/>
        </p:nvGrpSpPr>
        <p:grpSpPr>
          <ns40:xfrm xmlns:ns40="http://schemas.openxmlformats.org/drawingml/2006/main">
            <ns40:off x="571500" y="6867525"/>
            <ns40:ext cx="4743450" cy="1719834"/>
            <ns40:chOff x="571500" y="6867525"/>
            <ns40:chExt cx="4743450" cy="1719834"/>
          </ns40:xfrm>
        </p:grpSpPr>
        <p:sp>
          <p:nvSpPr>
            <p:cNvPr id="347" name="347 Repository Structural Analysis">
              <a:extLst xmlns:a="http://schemas.openxmlformats.org/drawingml/2006/main">
                <a:ext uri="{FF2B5EF4-FFF2-40B4-BE49-F238E27FC236}">
                  <a16:creationId xmlns:a16="http://schemas.microsoft.com/office/drawing/2014/main" id="{02C0DFB6-A26D-4667-AEEF-1E89344991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6867525"/>
              <a:ext cx="474345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00C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100C59"/>
                  </a:solidFill>
                  <a:latin typeface="Times New Roman"/>
                  <a:ea typeface="Times New Roman"/>
                  <a:cs typeface="Times New Roman"/>
                </a:rPr>
                <a:t>Repository Structural Analysis</a:t>
              </a:r>
            </a:p>
          </p:txBody>
        </p:sp>
        <p:grpSp>
          <p:nvGrpSpPr>
            <p:cNvPr id="500" name="folder-347"/>
            <p:cNvGrpSpPr/>
            <p:nvPr/>
          </p:nvGrpSpPr>
          <p:grpSpPr>
            <ns34:xfrm xmlns:ns34="http://schemas.openxmlformats.org/drawingml/2006/main">
              <ns34:off x="800100" y="7239495"/>
              <ns34:ext cx="171450" cy="110757"/>
              <ns34:chOff x="800100" y="7239495"/>
              <ns34:chExt cx="171450" cy="110757"/>
            </ns34:xfrm>
          </p:grpSpPr>
          <p:sp>
            <p:nvSpPr>
              <p:cNvPr id="348" name="348 folder">
                <a:extLst xmlns:a="http://schemas.openxmlformats.org/drawingml/2006/main">
                  <a:ext uri="{FF2B5EF4-FFF2-40B4-BE49-F238E27FC236}">
                    <a16:creationId xmlns:a16="http://schemas.microsoft.com/office/drawing/2014/main" id="{A39F766E-7120-40F2-B88A-F7AC3B12EFA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0100" y="7239495"/>
                <a:ext cx="171450" cy="110757"/>
              </a:xfrm>
              <a:custGeom xmlns:a="http://schemas.openxmlformats.org/drawingml/2006/main">
                <a:pathLst>
                  <a:path w="171450" h="110757">
                    <a:moveTo>
                      <a:pt x="0" y="0"/>
                    </a:moveTo>
                    <a:lnTo>
                      <a:pt x="68580" y="0"/>
                    </a:lnTo>
                    <a:lnTo>
                      <a:pt x="89154" y="18242"/>
                    </a:lnTo>
                    <a:lnTo>
                      <a:pt x="171450" y="18242"/>
                    </a:lnTo>
                    <a:lnTo>
                      <a:pt x="171450" y="110757"/>
                    </a:lnTo>
                    <a:lnTo>
                      <a:pt x="0" y="110757"/>
                    </a:lnTo>
                    <a:close/>
                  </a:path>
                </a:pathLst>
              </a:custGeom>
              <a:solidFill xmlns:a="http://schemas.openxmlformats.org/drawingml/2006/main">
                <a:srgbClr val="B5E4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349" name="349 path">
                <a:extLst xmlns:a="http://schemas.openxmlformats.org/drawingml/2006/main">
                  <a:ext uri="{FF2B5EF4-FFF2-40B4-BE49-F238E27FC236}">
                    <a16:creationId xmlns:a16="http://schemas.microsoft.com/office/drawing/2014/main" id="{F217F3C7-0AE3-47A2-B163-A67CF425A44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09625" y="7268162"/>
                <a:ext cx="152400" cy="95"/>
              </a:xfrm>
              <a:custGeom xmlns:a="http://schemas.openxmlformats.org/drawingml/2006/main">
                <a:pathLst>
                  <a:path w="152400" h="9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350" name="350 src/">
              <a:extLst xmlns:a="http://schemas.openxmlformats.org/drawingml/2006/main">
                <a:ext uri="{FF2B5EF4-FFF2-40B4-BE49-F238E27FC236}">
                  <a16:creationId xmlns:a16="http://schemas.microsoft.com/office/drawing/2014/main" id="{B1D29ADB-F6AF-4D75-ADAB-F056EBF083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7275" y="7172325"/>
              <a:ext cx="15621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src/</a:t>
              </a:r>
            </a:p>
          </p:txBody>
        </p:sp>
        <p:sp>
          <p:nvSpPr>
            <p:cNvPr id="351" name="351 path">
              <a:extLst xmlns:a="http://schemas.openxmlformats.org/drawingml/2006/main">
                <a:ext uri="{FF2B5EF4-FFF2-40B4-BE49-F238E27FC236}">
                  <a16:creationId xmlns:a16="http://schemas.microsoft.com/office/drawing/2014/main" id="{C28E6BA4-FB1E-4B34-BDCE-DA3BC681EF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" y="7429500"/>
              <a:ext cx="95" cy="1076325"/>
            </a:xfrm>
            <a:custGeom xmlns:a="http://schemas.openxmlformats.org/drawingml/2006/main">
              <a:pathLst>
                <a:path w="95" h="1076325">
                  <a:moveTo>
                    <a:pt x="0" y="0"/>
                  </a:moveTo>
                  <a:lnTo>
                    <a:pt x="0" y="10763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87394"/>
              </a:solidFill>
            </a:ln>
          </p:spPr>
        </p:sp>
        <p:sp>
          <p:nvSpPr>
            <p:cNvPr id="352" name="352 path">
              <a:extLst xmlns:a="http://schemas.openxmlformats.org/drawingml/2006/main">
                <a:ext uri="{FF2B5EF4-FFF2-40B4-BE49-F238E27FC236}">
                  <a16:creationId xmlns:a16="http://schemas.microsoft.com/office/drawing/2014/main" id="{6C79770F-8EF8-4750-8243-C91398E9E2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" y="7591425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grpSp>
          <p:nvGrpSpPr>
            <p:cNvPr id="501" name="folder-352"/>
            <p:cNvGrpSpPr/>
            <p:nvPr/>
          </p:nvGrpSpPr>
          <p:grpSpPr>
            <ns35:xfrm xmlns:ns35="http://schemas.openxmlformats.org/drawingml/2006/main">
              <ns35:off x="1123950" y="7525245"/>
              <ns35:ext cx="171450" cy="110757"/>
              <ns35:chOff x="1123950" y="7525245"/>
              <ns35:chExt cx="171450" cy="110757"/>
            </ns35:xfrm>
          </p:grpSpPr>
          <p:sp>
            <p:nvSpPr>
              <p:cNvPr id="353" name="353 folder">
                <a:extLst xmlns:a="http://schemas.openxmlformats.org/drawingml/2006/main">
                  <a:ext uri="{FF2B5EF4-FFF2-40B4-BE49-F238E27FC236}">
                    <a16:creationId xmlns:a16="http://schemas.microsoft.com/office/drawing/2014/main" id="{6190A96E-11DF-4C14-92DF-119A8B82F67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3950" y="7525245"/>
                <a:ext cx="171450" cy="110757"/>
              </a:xfrm>
              <a:custGeom xmlns:a="http://schemas.openxmlformats.org/drawingml/2006/main">
                <a:pathLst>
                  <a:path w="171450" h="110757">
                    <a:moveTo>
                      <a:pt x="0" y="0"/>
                    </a:moveTo>
                    <a:lnTo>
                      <a:pt x="68580" y="0"/>
                    </a:lnTo>
                    <a:lnTo>
                      <a:pt x="89154" y="18242"/>
                    </a:lnTo>
                    <a:lnTo>
                      <a:pt x="171450" y="18242"/>
                    </a:lnTo>
                    <a:lnTo>
                      <a:pt x="171450" y="110757"/>
                    </a:lnTo>
                    <a:lnTo>
                      <a:pt x="0" y="110757"/>
                    </a:lnTo>
                    <a:close/>
                  </a:path>
                </a:pathLst>
              </a:custGeom>
              <a:solidFill xmlns:a="http://schemas.openxmlformats.org/drawingml/2006/main">
                <a:srgbClr val="B5E4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354" name="354 path">
                <a:extLst xmlns:a="http://schemas.openxmlformats.org/drawingml/2006/main">
                  <a:ext uri="{FF2B5EF4-FFF2-40B4-BE49-F238E27FC236}">
                    <a16:creationId xmlns:a16="http://schemas.microsoft.com/office/drawing/2014/main" id="{F24C6C12-5EA1-4ACC-8AC0-BC7A83C4315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3475" y="7553912"/>
                <a:ext cx="152400" cy="95"/>
              </a:xfrm>
              <a:custGeom xmlns:a="http://schemas.openxmlformats.org/drawingml/2006/main">
                <a:pathLst>
                  <a:path w="152400" h="9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355" name="355 models/">
              <a:extLst xmlns:a="http://schemas.openxmlformats.org/drawingml/2006/main">
                <a:ext uri="{FF2B5EF4-FFF2-40B4-BE49-F238E27FC236}">
                  <a16:creationId xmlns:a16="http://schemas.microsoft.com/office/drawing/2014/main" id="{43A343BD-2079-48E9-9601-96B2F46EAC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7458075"/>
              <a:ext cx="139065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models/</a:t>
              </a:r>
            </a:p>
          </p:txBody>
        </p:sp>
        <p:sp>
          <p:nvSpPr>
            <p:cNvPr id="356" name="356 path">
              <a:extLst xmlns:a="http://schemas.openxmlformats.org/drawingml/2006/main">
                <a:ext uri="{FF2B5EF4-FFF2-40B4-BE49-F238E27FC236}">
                  <a16:creationId xmlns:a16="http://schemas.microsoft.com/office/drawing/2014/main" id="{B5124087-3BC9-4CED-8AD6-AE188E9325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" y="7858125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grpSp>
          <p:nvGrpSpPr>
            <p:cNvPr id="502" name="folder-356"/>
            <p:cNvGrpSpPr/>
            <p:nvPr/>
          </p:nvGrpSpPr>
          <p:grpSpPr>
            <ns36:xfrm xmlns:ns36="http://schemas.openxmlformats.org/drawingml/2006/main">
              <ns36:off x="1123950" y="7791945"/>
              <ns36:ext cx="171450" cy="110757"/>
              <ns36:chOff x="1123950" y="7791945"/>
              <ns36:chExt cx="171450" cy="110757"/>
            </ns36:xfrm>
          </p:grpSpPr>
          <p:sp>
            <p:nvSpPr>
              <p:cNvPr id="357" name="357 folder">
                <a:extLst xmlns:a="http://schemas.openxmlformats.org/drawingml/2006/main">
                  <a:ext uri="{FF2B5EF4-FFF2-40B4-BE49-F238E27FC236}">
                    <a16:creationId xmlns:a16="http://schemas.microsoft.com/office/drawing/2014/main" id="{5BCBDA04-BB9A-440D-9F64-EA1AA839268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3950" y="7791945"/>
                <a:ext cx="171450" cy="110757"/>
              </a:xfrm>
              <a:custGeom xmlns:a="http://schemas.openxmlformats.org/drawingml/2006/main">
                <a:pathLst>
                  <a:path w="171450" h="110757">
                    <a:moveTo>
                      <a:pt x="0" y="0"/>
                    </a:moveTo>
                    <a:lnTo>
                      <a:pt x="68580" y="0"/>
                    </a:lnTo>
                    <a:lnTo>
                      <a:pt x="89154" y="18242"/>
                    </a:lnTo>
                    <a:lnTo>
                      <a:pt x="171450" y="18242"/>
                    </a:lnTo>
                    <a:lnTo>
                      <a:pt x="171450" y="110757"/>
                    </a:lnTo>
                    <a:lnTo>
                      <a:pt x="0" y="110757"/>
                    </a:lnTo>
                    <a:close/>
                  </a:path>
                </a:pathLst>
              </a:custGeom>
              <a:solidFill xmlns:a="http://schemas.openxmlformats.org/drawingml/2006/main">
                <a:srgbClr val="B5E4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358" name="358 path">
                <a:extLst xmlns:a="http://schemas.openxmlformats.org/drawingml/2006/main">
                  <a:ext uri="{FF2B5EF4-FFF2-40B4-BE49-F238E27FC236}">
                    <a16:creationId xmlns:a16="http://schemas.microsoft.com/office/drawing/2014/main" id="{19AB6A20-9487-4AE2-B480-16F131FE5D8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3475" y="7820612"/>
                <a:ext cx="152400" cy="95"/>
              </a:xfrm>
              <a:custGeom xmlns:a="http://schemas.openxmlformats.org/drawingml/2006/main">
                <a:pathLst>
                  <a:path w="152400" h="9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359" name="359 data/">
              <a:extLst xmlns:a="http://schemas.openxmlformats.org/drawingml/2006/main">
                <a:ext uri="{FF2B5EF4-FFF2-40B4-BE49-F238E27FC236}">
                  <a16:creationId xmlns:a16="http://schemas.microsoft.com/office/drawing/2014/main" id="{8C646947-6943-4C23-9143-45368E7F9D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7724775"/>
              <a:ext cx="139065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data/</a:t>
              </a:r>
            </a:p>
          </p:txBody>
        </p:sp>
        <p:sp>
          <p:nvSpPr>
            <p:cNvPr id="360" name="360 path">
              <a:extLst xmlns:a="http://schemas.openxmlformats.org/drawingml/2006/main">
                <a:ext uri="{FF2B5EF4-FFF2-40B4-BE49-F238E27FC236}">
                  <a16:creationId xmlns:a16="http://schemas.microsoft.com/office/drawing/2014/main" id="{716B0D70-CD42-4EFA-B70E-FC7268B6A7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" y="8124825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grpSp>
          <p:nvGrpSpPr>
            <p:cNvPr id="503" name="folder-360"/>
            <p:cNvGrpSpPr/>
            <p:nvPr/>
          </p:nvGrpSpPr>
          <p:grpSpPr>
            <ns37:xfrm xmlns:ns37="http://schemas.openxmlformats.org/drawingml/2006/main">
              <ns37:off x="1123950" y="8058645"/>
              <ns37:ext cx="171450" cy="110757"/>
              <ns37:chOff x="1123950" y="8058645"/>
              <ns37:chExt cx="171450" cy="110757"/>
            </ns37:xfrm>
          </p:grpSpPr>
          <p:sp>
            <p:nvSpPr>
              <p:cNvPr id="361" name="361 folder">
                <a:extLst xmlns:a="http://schemas.openxmlformats.org/drawingml/2006/main">
                  <a:ext uri="{FF2B5EF4-FFF2-40B4-BE49-F238E27FC236}">
                    <a16:creationId xmlns:a16="http://schemas.microsoft.com/office/drawing/2014/main" id="{AD5924A3-84D1-4DA7-B031-F0219866B6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3950" y="8058645"/>
                <a:ext cx="171450" cy="110757"/>
              </a:xfrm>
              <a:custGeom xmlns:a="http://schemas.openxmlformats.org/drawingml/2006/main">
                <a:pathLst>
                  <a:path w="171450" h="110757">
                    <a:moveTo>
                      <a:pt x="0" y="0"/>
                    </a:moveTo>
                    <a:lnTo>
                      <a:pt x="68580" y="0"/>
                    </a:lnTo>
                    <a:lnTo>
                      <a:pt x="89154" y="18242"/>
                    </a:lnTo>
                    <a:lnTo>
                      <a:pt x="171450" y="18242"/>
                    </a:lnTo>
                    <a:lnTo>
                      <a:pt x="171450" y="110757"/>
                    </a:lnTo>
                    <a:lnTo>
                      <a:pt x="0" y="110757"/>
                    </a:lnTo>
                    <a:close/>
                  </a:path>
                </a:pathLst>
              </a:custGeom>
              <a:solidFill xmlns:a="http://schemas.openxmlformats.org/drawingml/2006/main">
                <a:srgbClr val="B5E4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362" name="362 path">
                <a:extLst xmlns:a="http://schemas.openxmlformats.org/drawingml/2006/main">
                  <a:ext uri="{FF2B5EF4-FFF2-40B4-BE49-F238E27FC236}">
                    <a16:creationId xmlns:a16="http://schemas.microsoft.com/office/drawing/2014/main" id="{08AA3ABD-8956-4C02-8A14-18498A345CF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3475" y="8087312"/>
                <a:ext cx="152400" cy="95"/>
              </a:xfrm>
              <a:custGeom xmlns:a="http://schemas.openxmlformats.org/drawingml/2006/main">
                <a:pathLst>
                  <a:path w="152400" h="9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363" name="363 utils/">
              <a:extLst xmlns:a="http://schemas.openxmlformats.org/drawingml/2006/main">
                <a:ext uri="{FF2B5EF4-FFF2-40B4-BE49-F238E27FC236}">
                  <a16:creationId xmlns:a16="http://schemas.microsoft.com/office/drawing/2014/main" id="{41E9B837-8602-4EE0-BEB2-3B4953BA7E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7991475"/>
              <a:ext cx="139065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utils/</a:t>
              </a:r>
            </a:p>
          </p:txBody>
        </p:sp>
        <p:sp>
          <p:nvSpPr>
            <p:cNvPr id="364" name="364 path">
              <a:extLst xmlns:a="http://schemas.openxmlformats.org/drawingml/2006/main">
                <a:ext uri="{FF2B5EF4-FFF2-40B4-BE49-F238E27FC236}">
                  <a16:creationId xmlns:a16="http://schemas.microsoft.com/office/drawing/2014/main" id="{B84FB779-3FEE-4653-879D-3F68FD7C74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" y="8391525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587394"/>
              </a:solidFill>
            </a:ln>
          </p:spPr>
        </p:sp>
        <p:grpSp>
          <p:nvGrpSpPr>
            <p:cNvPr id="504" name="folder-364"/>
            <p:cNvGrpSpPr/>
            <p:nvPr/>
          </p:nvGrpSpPr>
          <p:grpSpPr>
            <ns38:xfrm xmlns:ns38="http://schemas.openxmlformats.org/drawingml/2006/main">
              <ns38:off x="1123950" y="8325345"/>
              <ns38:ext cx="171450" cy="110757"/>
              <ns38:chOff x="1123950" y="8325345"/>
              <ns38:chExt cx="171450" cy="110757"/>
            </ns38:xfrm>
          </p:grpSpPr>
          <p:sp>
            <p:nvSpPr>
              <p:cNvPr id="365" name="365 folder">
                <a:extLst xmlns:a="http://schemas.openxmlformats.org/drawingml/2006/main">
                  <a:ext uri="{FF2B5EF4-FFF2-40B4-BE49-F238E27FC236}">
                    <a16:creationId xmlns:a16="http://schemas.microsoft.com/office/drawing/2014/main" id="{589FFE99-169C-4DCE-9F6D-6A6F1A401CC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23950" y="8325345"/>
                <a:ext cx="171450" cy="110757"/>
              </a:xfrm>
              <a:custGeom xmlns:a="http://schemas.openxmlformats.org/drawingml/2006/main">
                <a:pathLst>
                  <a:path w="171450" h="110757">
                    <a:moveTo>
                      <a:pt x="0" y="0"/>
                    </a:moveTo>
                    <a:lnTo>
                      <a:pt x="68580" y="0"/>
                    </a:lnTo>
                    <a:lnTo>
                      <a:pt x="89154" y="18242"/>
                    </a:lnTo>
                    <a:lnTo>
                      <a:pt x="171450" y="18242"/>
                    </a:lnTo>
                    <a:lnTo>
                      <a:pt x="171450" y="110757"/>
                    </a:lnTo>
                    <a:lnTo>
                      <a:pt x="0" y="110757"/>
                    </a:lnTo>
                    <a:close/>
                  </a:path>
                </a:pathLst>
              </a:custGeom>
              <a:solidFill xmlns:a="http://schemas.openxmlformats.org/drawingml/2006/main">
                <a:srgbClr val="FFFFFF"/>
              </a:solidFill>
              <a:ln xmlns:a="http://schemas.openxmlformats.org/drawingml/2006/main" w="15240">
                <a:solidFill>
                  <a:srgbClr val="003496"/>
                </a:solidFill>
              </a:ln>
            </p:spPr>
          </p:sp>
          <p:sp>
            <p:nvSpPr>
              <p:cNvPr id="366" name="366 path">
                <a:extLst xmlns:a="http://schemas.openxmlformats.org/drawingml/2006/main">
                  <a:ext uri="{FF2B5EF4-FFF2-40B4-BE49-F238E27FC236}">
                    <a16:creationId xmlns:a16="http://schemas.microsoft.com/office/drawing/2014/main" id="{867D1A1D-9CDA-4020-9688-5AAB88BCC49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3475" y="8354012"/>
                <a:ext cx="152400" cy="95"/>
              </a:xfrm>
              <a:custGeom xmlns:a="http://schemas.openxmlformats.org/drawingml/2006/main">
                <a:pathLst>
                  <a:path w="152400" h="9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>
                <a:solidFill>
                  <a:srgbClr val="56B3EC"/>
                </a:solidFill>
              </a:ln>
            </p:spPr>
          </p:sp>
        </p:grpSp>
        <p:sp>
          <p:nvSpPr>
            <p:cNvPr id="367" name="367 …">
              <a:extLst xmlns:a="http://schemas.openxmlformats.org/drawingml/2006/main">
                <a:ext uri="{FF2B5EF4-FFF2-40B4-BE49-F238E27FC236}">
                  <a16:creationId xmlns:a16="http://schemas.microsoft.com/office/drawing/2014/main" id="{C4A0A809-5FED-4E06-AAE4-28A892B8B2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8258175"/>
              <a:ext cx="139065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368" name="368 path">
              <a:extLst xmlns:a="http://schemas.openxmlformats.org/drawingml/2006/main">
                <a:ext uri="{FF2B5EF4-FFF2-40B4-BE49-F238E27FC236}">
                  <a16:creationId xmlns:a16="http://schemas.microsoft.com/office/drawing/2014/main" id="{24A8CAA1-95A8-47F5-94A1-C14D1804E7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90850" y="7210425"/>
              <a:ext cx="95" cy="1295400"/>
            </a:xfrm>
            <a:custGeom xmlns:a="http://schemas.openxmlformats.org/drawingml/2006/main">
              <a:pathLst>
                <a:path w="95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3C70B6"/>
              </a:solidFill>
            </a:ln>
          </p:spPr>
        </p:sp>
        <p:sp>
          <p:nvSpPr>
            <p:cNvPr id="369" name="369 rect">
              <a:extLst xmlns:a="http://schemas.openxmlformats.org/drawingml/2006/main">
                <a:ext uri="{FF2B5EF4-FFF2-40B4-BE49-F238E27FC236}">
                  <a16:creationId xmlns:a16="http://schemas.microsoft.com/office/drawing/2014/main" id="{28E0389E-7DDB-48DB-8566-617BADEC14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05175" y="7143750"/>
              <a:ext cx="1857375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gradFill xmlns:a="http://schemas.openxmlformats.org/drawingml/2006/main">
              <a:gsLst>
                <a:gs pos="0">
                  <a:srgbClr val="EAF0FF"/>
                </a:gs>
                <a:gs pos="100000">
                  <a:srgbClr val="F6F8FF"/>
                </a:gs>
              </a:gsLst>
              <a:lin ang="5400000"/>
            </a:gradFill>
            <a:ln xmlns:a="http://schemas.openxmlformats.org/drawingml/2006/main" w="7620">
              <a:solidFill>
                <a:srgbClr val="E1E8FC"/>
              </a:solidFill>
            </a:ln>
          </p:spPr>
        </p:sp>
        <p:sp>
          <p:nvSpPr>
            <p:cNvPr id="370" name="370 ƒx">
              <a:extLst xmlns:a="http://schemas.openxmlformats.org/drawingml/2006/main">
                <a:ext uri="{FF2B5EF4-FFF2-40B4-BE49-F238E27FC236}">
                  <a16:creationId xmlns:a16="http://schemas.microsoft.com/office/drawing/2014/main" id="{1B8E2D49-0E6C-4E38-87F4-06D0C890F8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0" y="7153275"/>
              <a:ext cx="37147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75" b="1">
                  <a:solidFill>
                    <a:srgbClr val="004DD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004DD8"/>
                  </a:solidFill>
                  <a:latin typeface="Times New Roman"/>
                  <a:ea typeface="Times New Roman"/>
                  <a:cs typeface="Times New Roman"/>
                </a:rPr>
                <a:t>ƒx</a:t>
              </a:r>
            </a:p>
          </p:txBody>
        </p:sp>
        <p:sp>
          <p:nvSpPr>
            <p:cNvPr id="371" name="371 Functions">
              <a:extLst xmlns:a="http://schemas.openxmlformats.org/drawingml/2006/main">
                <a:ext uri="{FF2B5EF4-FFF2-40B4-BE49-F238E27FC236}">
                  <a16:creationId xmlns:a16="http://schemas.microsoft.com/office/drawing/2014/main" id="{EED2C41A-770F-4931-9EB6-AC869E7F52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3350" y="7191375"/>
              <a:ext cx="11525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Functions</a:t>
              </a:r>
            </a:p>
          </p:txBody>
        </p:sp>
        <p:sp>
          <p:nvSpPr>
            <p:cNvPr id="372" name="372 rect">
              <a:extLst xmlns:a="http://schemas.openxmlformats.org/drawingml/2006/main">
                <a:ext uri="{FF2B5EF4-FFF2-40B4-BE49-F238E27FC236}">
                  <a16:creationId xmlns:a16="http://schemas.microsoft.com/office/drawing/2014/main" id="{471D2196-7607-44AF-B0A4-6A2AA12FD9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05175" y="7534275"/>
              <a:ext cx="1857375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gradFill xmlns:a="http://schemas.openxmlformats.org/drawingml/2006/main">
              <a:gsLst>
                <a:gs pos="0">
                  <a:srgbClr val="EAF0FF"/>
                </a:gs>
                <a:gs pos="100000">
                  <a:srgbClr val="F6F8FF"/>
                </a:gs>
              </a:gsLst>
              <a:lin ang="5400000"/>
            </a:gradFill>
            <a:ln xmlns:a="http://schemas.openxmlformats.org/drawingml/2006/main" w="7620">
              <a:solidFill>
                <a:srgbClr val="E1E8FC"/>
              </a:solidFill>
            </a:ln>
          </p:spPr>
        </p:sp>
        <p:sp>
          <p:nvSpPr>
            <p:cNvPr id="373" name="373 rect">
              <a:extLst xmlns:a="http://schemas.openxmlformats.org/drawingml/2006/main">
                <a:ext uri="{FF2B5EF4-FFF2-40B4-BE49-F238E27FC236}">
                  <a16:creationId xmlns:a16="http://schemas.microsoft.com/office/drawing/2014/main" id="{ADA2A04A-D3A7-445E-BC77-EB99C3733B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05200" y="7591425"/>
              <a:ext cx="180975" cy="209550"/>
            </a:xfrm>
            <a:prstGeom xmlns:a="http://schemas.openxmlformats.org/drawingml/2006/main" prst="roundRect">
              <a:avLst>
                <a:gd name="adj" fmla="val 5263"/>
              </a:avLst>
            </a:prstGeom>
            <a:solidFill xmlns:a="http://schemas.openxmlformats.org/drawingml/2006/main">
              <a:srgbClr val="BCE4BA"/>
            </a:solidFill>
            <a:ln xmlns:a="http://schemas.openxmlformats.org/drawingml/2006/main" w="9525">
              <a:solidFill>
                <a:srgbClr val="178648"/>
              </a:solidFill>
            </a:ln>
          </p:spPr>
        </p:sp>
        <p:sp>
          <p:nvSpPr>
            <p:cNvPr id="374" name="374 C">
              <a:extLst xmlns:a="http://schemas.openxmlformats.org/drawingml/2006/main">
                <a:ext uri="{FF2B5EF4-FFF2-40B4-BE49-F238E27FC236}">
                  <a16:creationId xmlns:a16="http://schemas.microsoft.com/office/drawing/2014/main" id="{78FF17D1-B4CE-4DE1-AA63-C0D1851B1B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14725" y="7562850"/>
              <a:ext cx="161925" cy="26929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10" b="1">
                  <a:solidFill>
                    <a:srgbClr val="07803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10" b="1">
                  <a:solidFill>
                    <a:srgbClr val="078035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75" name="375 Classes">
              <a:extLst xmlns:a="http://schemas.openxmlformats.org/drawingml/2006/main">
                <a:ext uri="{FF2B5EF4-FFF2-40B4-BE49-F238E27FC236}">
                  <a16:creationId xmlns:a16="http://schemas.microsoft.com/office/drawing/2014/main" id="{5923E9DC-22BC-4FC9-8FEA-453A9BD1F1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3350" y="7581900"/>
              <a:ext cx="11525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Classes</a:t>
              </a:r>
            </a:p>
          </p:txBody>
        </p:sp>
        <p:sp>
          <p:nvSpPr>
            <p:cNvPr id="376" name="376 rect">
              <a:extLst xmlns:a="http://schemas.openxmlformats.org/drawingml/2006/main">
                <a:ext uri="{FF2B5EF4-FFF2-40B4-BE49-F238E27FC236}">
                  <a16:creationId xmlns:a16="http://schemas.microsoft.com/office/drawing/2014/main" id="{24ECE662-99D6-475C-BB36-F004E39039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05175" y="7924800"/>
              <a:ext cx="1857375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gradFill xmlns:a="http://schemas.openxmlformats.org/drawingml/2006/main">
              <a:gsLst>
                <a:gs pos="0">
                  <a:srgbClr val="EAF0FF"/>
                </a:gs>
                <a:gs pos="100000">
                  <a:srgbClr val="F6F8FF"/>
                </a:gs>
              </a:gsLst>
              <a:lin ang="5400000"/>
            </a:gradFill>
            <a:ln xmlns:a="http://schemas.openxmlformats.org/drawingml/2006/main" w="7620">
              <a:solidFill>
                <a:srgbClr val="E1E8FC"/>
              </a:solidFill>
            </a:ln>
          </p:spPr>
        </p:sp>
        <p:grpSp>
          <p:nvGrpSpPr>
            <p:cNvPr id="505" name="icon-document-376"/>
            <p:cNvGrpSpPr/>
            <p:nvPr/>
          </p:nvGrpSpPr>
          <p:grpSpPr>
            <ns39:xfrm xmlns:ns39="http://schemas.openxmlformats.org/drawingml/2006/main">
              <ns39:off x="3541395" y="7975283"/>
              <ns39:ext cx="148590" cy="222885"/>
              <ns39:chOff x="3541395" y="7975283"/>
              <ns39:chExt cx="148590" cy="222885"/>
            </ns39:xfrm>
          </p:grpSpPr>
          <p:sp>
            <p:nvSpPr>
              <p:cNvPr id="377" name="377 path">
                <a:extLst xmlns:a="http://schemas.openxmlformats.org/drawingml/2006/main">
                  <a:ext uri="{FF2B5EF4-FFF2-40B4-BE49-F238E27FC236}">
                    <a16:creationId xmlns:a16="http://schemas.microsoft.com/office/drawing/2014/main" id="{5994DF66-C35F-4DBB-BD9F-3B4F0C80556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41395" y="7975283"/>
                <a:ext cx="148590" cy="222885"/>
              </a:xfrm>
              <a:custGeom xmlns:a="http://schemas.openxmlformats.org/drawingml/2006/main">
                <a:pathLst>
                  <a:path w="148590" h="222885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5721"/>
                    </a:lnTo>
                    <a:lnTo>
                      <a:pt x="148590" y="222885"/>
                    </a:lnTo>
                    <a:lnTo>
                      <a:pt x="0" y="222885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11430">
                <a:solidFill>
                  <a:srgbClr val="003496"/>
                </a:solidFill>
              </a:ln>
            </p:spPr>
          </p:sp>
          <p:sp>
            <p:nvSpPr>
              <p:cNvPr id="378" name="378 path">
                <a:extLst xmlns:a="http://schemas.openxmlformats.org/drawingml/2006/main">
                  <a:ext uri="{FF2B5EF4-FFF2-40B4-BE49-F238E27FC236}">
                    <a16:creationId xmlns:a16="http://schemas.microsoft.com/office/drawing/2014/main" id="{3ECD1B6D-E470-419C-9366-19B8624805B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638550" y="7975283"/>
                <a:ext cx="51435" cy="61913"/>
              </a:xfrm>
              <a:custGeom xmlns:a="http://schemas.openxmlformats.org/drawingml/2006/main">
                <a:pathLst>
                  <a:path w="51435" h="61913">
                    <a:moveTo>
                      <a:pt x="0" y="0"/>
                    </a:moveTo>
                    <a:lnTo>
                      <a:pt x="0" y="61913"/>
                    </a:lnTo>
                    <a:lnTo>
                      <a:pt x="51435" y="6191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379" name="379 path">
                <a:extLst xmlns:a="http://schemas.openxmlformats.org/drawingml/2006/main">
                  <a:ext uri="{FF2B5EF4-FFF2-40B4-BE49-F238E27FC236}">
                    <a16:creationId xmlns:a16="http://schemas.microsoft.com/office/drawing/2014/main" id="{AAE4964D-82FC-48DD-A923-FE9DBD57FB6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69970" y="8074343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380" name="380 path">
                <a:extLst xmlns:a="http://schemas.openxmlformats.org/drawingml/2006/main">
                  <a:ext uri="{FF2B5EF4-FFF2-40B4-BE49-F238E27FC236}">
                    <a16:creationId xmlns:a16="http://schemas.microsoft.com/office/drawing/2014/main" id="{664EB920-D4F9-4FCC-89FE-D51EE436E0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69970" y="8105299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381" name="381 path">
                <a:extLst xmlns:a="http://schemas.openxmlformats.org/drawingml/2006/main">
                  <a:ext uri="{FF2B5EF4-FFF2-40B4-BE49-F238E27FC236}">
                    <a16:creationId xmlns:a16="http://schemas.microsoft.com/office/drawing/2014/main" id="{2F891144-A0FD-4682-AB2F-6668FDDE21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69970" y="8136255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  <p:sp>
            <p:nvSpPr>
              <p:cNvPr id="382" name="382 path">
                <a:extLst xmlns:a="http://schemas.openxmlformats.org/drawingml/2006/main">
                  <a:ext uri="{FF2B5EF4-FFF2-40B4-BE49-F238E27FC236}">
                    <a16:creationId xmlns:a16="http://schemas.microsoft.com/office/drawing/2014/main" id="{FA66607D-005D-4E84-9997-E2467B31D2E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69970" y="8167211"/>
                <a:ext cx="80010" cy="95"/>
              </a:xfrm>
              <a:custGeom xmlns:a="http://schemas.openxmlformats.org/drawingml/2006/main"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8573">
                <a:solidFill>
                  <a:srgbClr val="003496"/>
                </a:solidFill>
              </a:ln>
            </p:spPr>
          </p:sp>
        </p:grpSp>
        <p:sp>
          <p:nvSpPr>
            <p:cNvPr id="383" name="383 Imports">
              <a:extLst xmlns:a="http://schemas.openxmlformats.org/drawingml/2006/main">
                <a:ext uri="{FF2B5EF4-FFF2-40B4-BE49-F238E27FC236}">
                  <a16:creationId xmlns:a16="http://schemas.microsoft.com/office/drawing/2014/main" id="{01F2BCAD-A951-4FCF-A668-867613B8CB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3350" y="7972425"/>
              <a:ext cx="11525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Imports</a:t>
              </a:r>
            </a:p>
          </p:txBody>
        </p:sp>
        <p:sp>
          <p:nvSpPr>
            <p:cNvPr id="384" name="384 …">
              <a:extLst xmlns:a="http://schemas.openxmlformats.org/drawingml/2006/main">
                <a:ext uri="{FF2B5EF4-FFF2-40B4-BE49-F238E27FC236}">
                  <a16:creationId xmlns:a16="http://schemas.microsoft.com/office/drawing/2014/main" id="{B3D01BB8-7A8F-4EDE-9D5F-A0B61EF882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95675" y="8362950"/>
              <a:ext cx="140970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506" name="Repair Dependency Graph Planning"/>
          <p:cNvGrpSpPr/>
          <p:nvPr/>
        </p:nvGrpSpPr>
        <p:grpSpPr>
          <ns41:xfrm xmlns:ns41="http://schemas.openxmlformats.org/drawingml/2006/main">
            <ns41:off x="5762625" y="6867525"/>
            <ns41:ext cx="4210050" cy="1562100"/>
            <ns41:chOff x="5762625" y="6867525"/>
            <ns41:chExt cx="4210050" cy="1562100"/>
          </ns41:xfrm>
        </p:grpSpPr>
        <p:sp>
          <p:nvSpPr>
            <p:cNvPr id="385" name="385 Repair Dependency Graph Planning">
              <a:extLst xmlns:a="http://schemas.openxmlformats.org/drawingml/2006/main">
                <a:ext uri="{FF2B5EF4-FFF2-40B4-BE49-F238E27FC236}">
                  <a16:creationId xmlns:a16="http://schemas.microsoft.com/office/drawing/2014/main" id="{AB8421F4-2AD7-473E-975F-87E8333922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6867525"/>
              <a:ext cx="419100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00C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100C59"/>
                  </a:solidFill>
                  <a:latin typeface="Times New Roman"/>
                  <a:ea typeface="Times New Roman"/>
                  <a:cs typeface="Times New Roman"/>
                </a:rPr>
                <a:t>Repair Dependency Graph Planning</a:t>
              </a:r>
            </a:p>
          </p:txBody>
        </p:sp>
        <p:sp>
          <p:nvSpPr>
            <p:cNvPr id="386" name="386 path">
              <a:extLst xmlns:a="http://schemas.openxmlformats.org/drawingml/2006/main">
                <a:ext uri="{FF2B5EF4-FFF2-40B4-BE49-F238E27FC236}">
                  <a16:creationId xmlns:a16="http://schemas.microsoft.com/office/drawing/2014/main" id="{E0FEB218-932C-4B9E-90C1-AA8D8FA521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81800" y="7458075"/>
              <a:ext cx="409575" cy="228600"/>
            </a:xfrm>
            <a:custGeom xmlns:a="http://schemas.openxmlformats.org/drawingml/2006/main">
              <a:pathLst>
                <a:path w="409575" h="228600">
                  <a:moveTo>
                    <a:pt x="0" y="228600"/>
                  </a:moveTo>
                  <a:lnTo>
                    <a:pt x="4095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E5B9B"/>
              </a:solidFill>
            </a:ln>
          </p:spPr>
        </p:sp>
        <p:sp>
          <p:nvSpPr>
            <p:cNvPr id="387" name="387 arrow head">
              <a:extLst xmlns:a="http://schemas.openxmlformats.org/drawingml/2006/main">
                <a:ext uri="{FF2B5EF4-FFF2-40B4-BE49-F238E27FC236}">
                  <a16:creationId xmlns:a16="http://schemas.microsoft.com/office/drawing/2014/main" id="{BD9DD19B-7DD5-4C8F-B080-D7EBC3CDD4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07011" y="7458075"/>
              <a:ext cx="84364" cy="69075"/>
            </a:xfrm>
            <a:custGeom xmlns:a="http://schemas.openxmlformats.org/drawingml/2006/main">
              <a:pathLst>
                <a:path w="84364" h="69075">
                  <a:moveTo>
                    <a:pt x="84364" y="0"/>
                  </a:moveTo>
                  <a:lnTo>
                    <a:pt x="0" y="5199"/>
                  </a:lnTo>
                  <a:lnTo>
                    <a:pt x="35652" y="69075"/>
                  </a:lnTo>
                  <a:close/>
                </a:path>
              </a:pathLst>
            </a:custGeom>
            <a:solidFill xmlns:a="http://schemas.openxmlformats.org/drawingml/2006/main">
              <a:srgbClr val="2E5B9B"/>
            </a:solidFill>
            <a:ln xmlns:a="http://schemas.openxmlformats.org/drawingml/2006/main" w="4763">
              <a:solidFill>
                <a:srgbClr val="2E5B9B"/>
              </a:solidFill>
            </a:ln>
          </p:spPr>
        </p:sp>
        <p:sp>
          <p:nvSpPr>
            <p:cNvPr id="388" name="388 arrow head">
              <a:extLst xmlns:a="http://schemas.openxmlformats.org/drawingml/2006/main">
                <a:ext uri="{FF2B5EF4-FFF2-40B4-BE49-F238E27FC236}">
                  <a16:creationId xmlns:a16="http://schemas.microsoft.com/office/drawing/2014/main" id="{8DAB4541-B1D9-4A4D-9C6C-EAA5E8FD7B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81800" y="7617600"/>
              <a:ext cx="84364" cy="69075"/>
            </a:xfrm>
            <a:custGeom xmlns:a="http://schemas.openxmlformats.org/drawingml/2006/main">
              <a:pathLst>
                <a:path w="84364" h="69075">
                  <a:moveTo>
                    <a:pt x="0" y="69075"/>
                  </a:moveTo>
                  <a:lnTo>
                    <a:pt x="84364" y="63876"/>
                  </a:lnTo>
                  <a:lnTo>
                    <a:pt x="48712" y="0"/>
                  </a:lnTo>
                  <a:close/>
                </a:path>
              </a:pathLst>
            </a:custGeom>
            <a:solidFill xmlns:a="http://schemas.openxmlformats.org/drawingml/2006/main">
              <a:srgbClr val="2E5B9B"/>
            </a:solidFill>
            <a:ln xmlns:a="http://schemas.openxmlformats.org/drawingml/2006/main" w="4763">
              <a:solidFill>
                <a:srgbClr val="2E5B9B"/>
              </a:solidFill>
            </a:ln>
          </p:spPr>
        </p:sp>
        <p:sp>
          <p:nvSpPr>
            <p:cNvPr id="389" name="389 path">
              <a:extLst xmlns:a="http://schemas.openxmlformats.org/drawingml/2006/main">
                <a:ext uri="{FF2B5EF4-FFF2-40B4-BE49-F238E27FC236}">
                  <a16:creationId xmlns:a16="http://schemas.microsoft.com/office/drawing/2014/main" id="{2576DBB3-8A32-441F-B65B-C699300F8A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10375" y="7877175"/>
              <a:ext cx="523875" cy="295275"/>
            </a:xfrm>
            <a:custGeom xmlns:a="http://schemas.openxmlformats.org/drawingml/2006/main">
              <a:pathLst>
                <a:path w="523875" h="295275">
                  <a:moveTo>
                    <a:pt x="0" y="0"/>
                  </a:moveTo>
                  <a:lnTo>
                    <a:pt x="523875" y="2952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E5B9B"/>
              </a:solidFill>
            </a:ln>
          </p:spPr>
        </p:sp>
        <p:sp>
          <p:nvSpPr>
            <p:cNvPr id="390" name="390 arrow head">
              <a:extLst xmlns:a="http://schemas.openxmlformats.org/drawingml/2006/main">
                <a:ext uri="{FF2B5EF4-FFF2-40B4-BE49-F238E27FC236}">
                  <a16:creationId xmlns:a16="http://schemas.microsoft.com/office/drawing/2014/main" id="{E9FAE534-EAAB-443D-BBA9-3BAF55D1F1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49909" y="8103172"/>
              <a:ext cx="84341" cy="69278"/>
            </a:xfrm>
            <a:custGeom xmlns:a="http://schemas.openxmlformats.org/drawingml/2006/main">
              <a:pathLst>
                <a:path w="84341" h="69278">
                  <a:moveTo>
                    <a:pt x="84341" y="69278"/>
                  </a:moveTo>
                  <a:lnTo>
                    <a:pt x="35919" y="0"/>
                  </a:lnTo>
                  <a:lnTo>
                    <a:pt x="0" y="63727"/>
                  </a:lnTo>
                  <a:close/>
                </a:path>
              </a:pathLst>
            </a:custGeom>
            <a:solidFill xmlns:a="http://schemas.openxmlformats.org/drawingml/2006/main">
              <a:srgbClr val="2E5B9B"/>
            </a:solidFill>
            <a:ln xmlns:a="http://schemas.openxmlformats.org/drawingml/2006/main" w="4763">
              <a:solidFill>
                <a:srgbClr val="2E5B9B"/>
              </a:solidFill>
            </a:ln>
          </p:spPr>
        </p:sp>
        <p:sp>
          <p:nvSpPr>
            <p:cNvPr id="391" name="391 path">
              <a:extLst xmlns:a="http://schemas.openxmlformats.org/drawingml/2006/main">
                <a:ext uri="{FF2B5EF4-FFF2-40B4-BE49-F238E27FC236}">
                  <a16:creationId xmlns:a16="http://schemas.microsoft.com/office/drawing/2014/main" id="{F5BB2168-19E2-4E76-AF5E-6AE325BC94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24775" y="7781925"/>
              <a:ext cx="695325" cy="371475"/>
            </a:xfrm>
            <a:custGeom xmlns:a="http://schemas.openxmlformats.org/drawingml/2006/main">
              <a:pathLst>
                <a:path w="695325" h="371475">
                  <a:moveTo>
                    <a:pt x="0" y="371475"/>
                  </a:moveTo>
                  <a:lnTo>
                    <a:pt x="6953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E5B9B"/>
              </a:solidFill>
            </a:ln>
          </p:spPr>
        </p:sp>
        <p:sp>
          <p:nvSpPr>
            <p:cNvPr id="392" name="392 arrow head">
              <a:extLst xmlns:a="http://schemas.openxmlformats.org/drawingml/2006/main">
                <a:ext uri="{FF2B5EF4-FFF2-40B4-BE49-F238E27FC236}">
                  <a16:creationId xmlns:a16="http://schemas.microsoft.com/office/drawing/2014/main" id="{76E6A454-07AD-42EE-AA9E-082C7716EC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5655" y="7781925"/>
              <a:ext cx="84445" cy="68167"/>
            </a:xfrm>
            <a:custGeom xmlns:a="http://schemas.openxmlformats.org/drawingml/2006/main">
              <a:pathLst>
                <a:path w="84445" h="68167">
                  <a:moveTo>
                    <a:pt x="84445" y="0"/>
                  </a:moveTo>
                  <a:lnTo>
                    <a:pt x="0" y="3646"/>
                  </a:lnTo>
                  <a:lnTo>
                    <a:pt x="34470" y="68167"/>
                  </a:lnTo>
                  <a:close/>
                </a:path>
              </a:pathLst>
            </a:custGeom>
            <a:solidFill xmlns:a="http://schemas.openxmlformats.org/drawingml/2006/main">
              <a:srgbClr val="2E5B9B"/>
            </a:solidFill>
            <a:ln xmlns:a="http://schemas.openxmlformats.org/drawingml/2006/main" w="4763">
              <a:solidFill>
                <a:srgbClr val="2E5B9B"/>
              </a:solidFill>
            </a:ln>
          </p:spPr>
        </p:sp>
        <p:sp>
          <p:nvSpPr>
            <p:cNvPr id="393" name="393 arrow head">
              <a:extLst xmlns:a="http://schemas.openxmlformats.org/drawingml/2006/main">
                <a:ext uri="{FF2B5EF4-FFF2-40B4-BE49-F238E27FC236}">
                  <a16:creationId xmlns:a16="http://schemas.microsoft.com/office/drawing/2014/main" id="{015B02A5-F93E-479A-BFC6-B1438AE198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24775" y="8085233"/>
              <a:ext cx="84445" cy="68167"/>
            </a:xfrm>
            <a:custGeom xmlns:a="http://schemas.openxmlformats.org/drawingml/2006/main">
              <a:pathLst>
                <a:path w="84445" h="68167">
                  <a:moveTo>
                    <a:pt x="0" y="68167"/>
                  </a:moveTo>
                  <a:lnTo>
                    <a:pt x="84445" y="64521"/>
                  </a:lnTo>
                  <a:lnTo>
                    <a:pt x="49975" y="0"/>
                  </a:lnTo>
                  <a:close/>
                </a:path>
              </a:pathLst>
            </a:custGeom>
            <a:solidFill xmlns:a="http://schemas.openxmlformats.org/drawingml/2006/main">
              <a:srgbClr val="2E5B9B"/>
            </a:solidFill>
            <a:ln xmlns:a="http://schemas.openxmlformats.org/drawingml/2006/main" w="4763">
              <a:solidFill>
                <a:srgbClr val="2E5B9B"/>
              </a:solidFill>
            </a:ln>
          </p:spPr>
        </p:sp>
        <p:sp>
          <p:nvSpPr>
            <p:cNvPr id="394" name="394 ellipse">
              <a:extLst xmlns:a="http://schemas.openxmlformats.org/drawingml/2006/main">
                <a:ext uri="{FF2B5EF4-FFF2-40B4-BE49-F238E27FC236}">
                  <a16:creationId xmlns:a16="http://schemas.microsoft.com/office/drawing/2014/main" id="{AE064858-4E0C-4E0A-BE75-4F38AB7B84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86525" y="7648575"/>
              <a:ext cx="304800" cy="3048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C6ACFC"/>
                </a:gs>
                <a:gs pos="100000">
                  <a:srgbClr val="AF8AF0"/>
                </a:gs>
              </a:gsLst>
              <a:lin ang="5400000"/>
            </a:gradFill>
            <a:ln xmlns:a="http://schemas.openxmlformats.org/drawingml/2006/main" w="17145">
              <a:solidFill>
                <a:srgbClr val="7725DC"/>
              </a:solidFill>
            </a:ln>
          </p:spPr>
        </p:sp>
        <p:sp>
          <p:nvSpPr>
            <p:cNvPr id="395" name="395 train.py">
              <a:extLst xmlns:a="http://schemas.openxmlformats.org/drawingml/2006/main">
                <a:ext uri="{FF2B5EF4-FFF2-40B4-BE49-F238E27FC236}">
                  <a16:creationId xmlns:a16="http://schemas.microsoft.com/office/drawing/2014/main" id="{9C168E0C-0DD4-45F3-9374-9DACD9F123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9825" y="8010525"/>
              <a:ext cx="9239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396" name="396 ellipse">
              <a:extLst xmlns:a="http://schemas.openxmlformats.org/drawingml/2006/main">
                <a:ext uri="{FF2B5EF4-FFF2-40B4-BE49-F238E27FC236}">
                  <a16:creationId xmlns:a16="http://schemas.microsoft.com/office/drawing/2014/main" id="{59FD2837-183A-486B-AFE5-B4CBAFCC68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29475" y="7286625"/>
              <a:ext cx="314325" cy="314325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C7EFFF"/>
                </a:gs>
                <a:gs pos="100000">
                  <a:srgbClr val="8FCBFF"/>
                </a:gs>
              </a:gsLst>
              <a:lin ang="5400000"/>
            </a:gradFill>
            <a:ln xmlns:a="http://schemas.openxmlformats.org/drawingml/2006/main" w="17145">
              <a:solidFill>
                <a:srgbClr val="008BFE"/>
              </a:solidFill>
            </a:ln>
          </p:spPr>
        </p:sp>
        <p:sp>
          <p:nvSpPr>
            <p:cNvPr id="397" name="397 model.py">
              <a:extLst xmlns:a="http://schemas.openxmlformats.org/drawingml/2006/main">
                <a:ext uri="{FF2B5EF4-FFF2-40B4-BE49-F238E27FC236}">
                  <a16:creationId xmlns:a16="http://schemas.microsoft.com/office/drawing/2014/main" id="{5659936A-5CFB-43F7-B223-30650C57DC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77150" y="7315200"/>
              <a:ext cx="130492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398" name="398 ellipse">
              <a:extLst xmlns:a="http://schemas.openxmlformats.org/drawingml/2006/main">
                <a:ext uri="{FF2B5EF4-FFF2-40B4-BE49-F238E27FC236}">
                  <a16:creationId xmlns:a16="http://schemas.microsoft.com/office/drawing/2014/main" id="{A878361C-8065-45E3-8EEE-921FF66F91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7648575"/>
              <a:ext cx="314325" cy="314325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C7EFFF"/>
                </a:gs>
                <a:gs pos="100000">
                  <a:srgbClr val="8FCBFF"/>
                </a:gs>
              </a:gsLst>
              <a:lin ang="5400000"/>
            </a:gradFill>
            <a:ln xmlns:a="http://schemas.openxmlformats.org/drawingml/2006/main" w="17145">
              <a:solidFill>
                <a:srgbClr val="008BFE"/>
              </a:solidFill>
            </a:ln>
          </p:spPr>
        </p:sp>
        <p:sp>
          <p:nvSpPr>
            <p:cNvPr id="399" name="399 utils.py">
              <a:extLst xmlns:a="http://schemas.openxmlformats.org/drawingml/2006/main">
                <a:ext uri="{FF2B5EF4-FFF2-40B4-BE49-F238E27FC236}">
                  <a16:creationId xmlns:a16="http://schemas.microsoft.com/office/drawing/2014/main" id="{B8B714FD-1E95-4904-BCAC-8A346BB30F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24925" y="7677150"/>
              <a:ext cx="104775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400" name="400 ellipse">
              <a:extLst xmlns:a="http://schemas.openxmlformats.org/drawingml/2006/main">
                <a:ext uri="{FF2B5EF4-FFF2-40B4-BE49-F238E27FC236}">
                  <a16:creationId xmlns:a16="http://schemas.microsoft.com/office/drawing/2014/main" id="{B9F42561-F5CC-4D61-85AD-A5BA42B1FB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81875" y="8105775"/>
              <a:ext cx="323850" cy="3238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B7EAD3"/>
                </a:gs>
                <a:gs pos="100000">
                  <a:srgbClr val="71C996"/>
                </a:gs>
              </a:gsLst>
              <a:lin ang="5400000"/>
            </a:gradFill>
            <a:ln xmlns:a="http://schemas.openxmlformats.org/drawingml/2006/main" w="17145">
              <a:solidFill>
                <a:srgbClr val="079A4F"/>
              </a:solidFill>
            </a:ln>
          </p:spPr>
        </p:sp>
        <p:sp>
          <p:nvSpPr>
            <p:cNvPr id="401" name="401 data.py">
              <a:extLst xmlns:a="http://schemas.openxmlformats.org/drawingml/2006/main">
                <a:ext uri="{FF2B5EF4-FFF2-40B4-BE49-F238E27FC236}">
                  <a16:creationId xmlns:a16="http://schemas.microsoft.com/office/drawing/2014/main" id="{6D69A00D-BD48-4045-BC09-6D3C58D87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48600" y="8181975"/>
              <a:ext cx="1285875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</p:grpSp>
      <p:grpSp>
        <p:nvGrpSpPr>
          <p:cNvPr id="507" name="Evidence Retrieval and Context Reconstruction"/>
          <p:cNvGrpSpPr/>
          <p:nvPr/>
        </p:nvGrpSpPr>
        <p:grpSpPr>
          <ns49:xfrm xmlns:ns49="http://schemas.openxmlformats.org/drawingml/2006/main">
            <ns49:off x="10429875" y="6867525"/>
            <ns49:ext cx="5105400" cy="1666875"/>
            <ns49:chOff x="10429875" y="6867525"/>
            <ns49:chExt cx="5105400" cy="1666875"/>
          </ns49:xfrm>
        </p:grpSpPr>
        <p:sp>
          <p:nvSpPr>
            <p:cNvPr id="402" name="402 Evidence Retrieval &amp; Context Reconstruction">
              <a:extLst xmlns:a="http://schemas.openxmlformats.org/drawingml/2006/main">
                <a:ext uri="{FF2B5EF4-FFF2-40B4-BE49-F238E27FC236}">
                  <a16:creationId xmlns:a16="http://schemas.microsoft.com/office/drawing/2014/main" id="{FE01DC20-249F-49B6-AE3A-72BB0FF366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39400" y="6867525"/>
              <a:ext cx="5010150" cy="2598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1">
                  <a:solidFill>
                    <a:srgbClr val="100C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100C59"/>
                  </a:solidFill>
                  <a:latin typeface="Times New Roman"/>
                  <a:ea typeface="Times New Roman"/>
                  <a:cs typeface="Times New Roman"/>
                </a:rPr>
                <a:t>Evidence Retrieval &amp; Context Reconstruction</a:t>
              </a:r>
            </a:p>
          </p:txBody>
        </p:sp>
        <p:grpSp>
          <p:nvGrpSpPr>
            <p:cNvPr id="508" name="database-402"/>
            <p:cNvGrpSpPr/>
            <p:nvPr/>
          </p:nvGrpSpPr>
          <p:grpSpPr>
            <ns42:xfrm xmlns:ns42="http://schemas.openxmlformats.org/drawingml/2006/main">
              <ns42:off x="10706100" y="7343775"/>
              <ns42:ext cx="619220" cy="847725"/>
              <ns42:chOff x="10706100" y="7343775"/>
              <ns42:chExt cx="619220" cy="847725"/>
            </ns42:xfrm>
          </p:grpSpPr>
          <p:sp>
            <p:nvSpPr>
              <p:cNvPr id="403" name="403 rect">
                <a:extLst xmlns:a="http://schemas.openxmlformats.org/drawingml/2006/main">
                  <a:ext uri="{FF2B5EF4-FFF2-40B4-BE49-F238E27FC236}">
                    <a16:creationId xmlns:a16="http://schemas.microsoft.com/office/drawing/2014/main" id="{9E108EBC-7AFD-4E5E-ACFF-5CF097CDA64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706100" y="7453979"/>
                <a:ext cx="619125" cy="618839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B4A0EB"/>
                  </a:gs>
                  <a:gs pos="100000">
                    <a:srgbClr val="7551CB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404" name="40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4E40A66E-DC87-45F8-A6FD-BBC2EADDB19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706100" y="7962614"/>
                <a:ext cx="619125" cy="22888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958CA"/>
              </a:solidFill>
              <a:ln xmlns:a="http://schemas.openxmlformats.org/drawingml/2006/main" w="13335">
                <a:solidFill>
                  <a:srgbClr val="6944BD"/>
                </a:solidFill>
              </a:ln>
            </p:spPr>
          </p:sp>
          <p:sp>
            <p:nvSpPr>
              <p:cNvPr id="405" name="405 path">
                <a:extLst xmlns:a="http://schemas.openxmlformats.org/drawingml/2006/main">
                  <a:ext uri="{FF2B5EF4-FFF2-40B4-BE49-F238E27FC236}">
                    <a16:creationId xmlns:a16="http://schemas.microsoft.com/office/drawing/2014/main" id="{06809060-6B00-42C4-93F4-B6E9E9080E4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706100" y="7665911"/>
                <a:ext cx="619125" cy="127159"/>
              </a:xfrm>
              <a:custGeom xmlns:a="http://schemas.openxmlformats.org/drawingml/2006/main">
                <a:pathLst>
                  <a:path w="619125" h="127159">
                    <a:moveTo>
                      <a:pt x="0" y="0"/>
                    </a:moveTo>
                    <a:lnTo>
                      <a:pt x="9838" y="16389"/>
                    </a:lnTo>
                    <a:lnTo>
                      <a:pt x="21911" y="31648"/>
                    </a:lnTo>
                    <a:lnTo>
                      <a:pt x="36058" y="45777"/>
                    </a:lnTo>
                    <a:lnTo>
                      <a:pt x="52120" y="58776"/>
                    </a:lnTo>
                    <a:lnTo>
                      <a:pt x="69938" y="70644"/>
                    </a:lnTo>
                    <a:lnTo>
                      <a:pt x="89352" y="81382"/>
                    </a:lnTo>
                    <a:lnTo>
                      <a:pt x="110202" y="90989"/>
                    </a:lnTo>
                    <a:lnTo>
                      <a:pt x="132329" y="99466"/>
                    </a:lnTo>
                    <a:lnTo>
                      <a:pt x="155574" y="106813"/>
                    </a:lnTo>
                    <a:lnTo>
                      <a:pt x="179776" y="113030"/>
                    </a:lnTo>
                    <a:lnTo>
                      <a:pt x="204775" y="118116"/>
                    </a:lnTo>
                    <a:lnTo>
                      <a:pt x="230414" y="122072"/>
                    </a:lnTo>
                    <a:lnTo>
                      <a:pt x="256531" y="124898"/>
                    </a:lnTo>
                    <a:lnTo>
                      <a:pt x="282967" y="126594"/>
                    </a:lnTo>
                    <a:lnTo>
                      <a:pt x="309563" y="127159"/>
                    </a:lnTo>
                    <a:lnTo>
                      <a:pt x="336158" y="126594"/>
                    </a:lnTo>
                    <a:lnTo>
                      <a:pt x="362594" y="124898"/>
                    </a:lnTo>
                    <a:lnTo>
                      <a:pt x="388711" y="122072"/>
                    </a:lnTo>
                    <a:lnTo>
                      <a:pt x="414350" y="118116"/>
                    </a:lnTo>
                    <a:lnTo>
                      <a:pt x="439349" y="113030"/>
                    </a:lnTo>
                    <a:lnTo>
                      <a:pt x="463551" y="106813"/>
                    </a:lnTo>
                    <a:lnTo>
                      <a:pt x="486796" y="99466"/>
                    </a:lnTo>
                    <a:lnTo>
                      <a:pt x="508923" y="90989"/>
                    </a:lnTo>
                    <a:lnTo>
                      <a:pt x="529773" y="81382"/>
                    </a:lnTo>
                    <a:lnTo>
                      <a:pt x="549187" y="70644"/>
                    </a:lnTo>
                    <a:lnTo>
                      <a:pt x="567005" y="58776"/>
                    </a:lnTo>
                    <a:lnTo>
                      <a:pt x="583067" y="45777"/>
                    </a:lnTo>
                    <a:lnTo>
                      <a:pt x="597214" y="31648"/>
                    </a:lnTo>
                    <a:lnTo>
                      <a:pt x="609287" y="16389"/>
                    </a:lnTo>
                    <a:lnTo>
                      <a:pt x="6191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406" name="406 path">
                <a:extLst xmlns:a="http://schemas.openxmlformats.org/drawingml/2006/main">
                  <a:ext uri="{FF2B5EF4-FFF2-40B4-BE49-F238E27FC236}">
                    <a16:creationId xmlns:a16="http://schemas.microsoft.com/office/drawing/2014/main" id="{5901AD63-CDB7-47EE-BD2F-B6E62A13DAE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706100" y="7886319"/>
                <a:ext cx="619125" cy="127159"/>
              </a:xfrm>
              <a:custGeom xmlns:a="http://schemas.openxmlformats.org/drawingml/2006/main">
                <a:pathLst>
                  <a:path w="619125" h="127159">
                    <a:moveTo>
                      <a:pt x="0" y="0"/>
                    </a:moveTo>
                    <a:lnTo>
                      <a:pt x="9838" y="16389"/>
                    </a:lnTo>
                    <a:lnTo>
                      <a:pt x="21911" y="31648"/>
                    </a:lnTo>
                    <a:lnTo>
                      <a:pt x="36058" y="45777"/>
                    </a:lnTo>
                    <a:lnTo>
                      <a:pt x="52120" y="58776"/>
                    </a:lnTo>
                    <a:lnTo>
                      <a:pt x="69938" y="70644"/>
                    </a:lnTo>
                    <a:lnTo>
                      <a:pt x="89352" y="81382"/>
                    </a:lnTo>
                    <a:lnTo>
                      <a:pt x="110202" y="90989"/>
                    </a:lnTo>
                    <a:lnTo>
                      <a:pt x="132329" y="99466"/>
                    </a:lnTo>
                    <a:lnTo>
                      <a:pt x="155574" y="106813"/>
                    </a:lnTo>
                    <a:lnTo>
                      <a:pt x="179776" y="113030"/>
                    </a:lnTo>
                    <a:lnTo>
                      <a:pt x="204775" y="118116"/>
                    </a:lnTo>
                    <a:lnTo>
                      <a:pt x="230414" y="122072"/>
                    </a:lnTo>
                    <a:lnTo>
                      <a:pt x="256531" y="124898"/>
                    </a:lnTo>
                    <a:lnTo>
                      <a:pt x="282967" y="126594"/>
                    </a:lnTo>
                    <a:lnTo>
                      <a:pt x="309563" y="127159"/>
                    </a:lnTo>
                    <a:lnTo>
                      <a:pt x="336158" y="126594"/>
                    </a:lnTo>
                    <a:lnTo>
                      <a:pt x="362594" y="124898"/>
                    </a:lnTo>
                    <a:lnTo>
                      <a:pt x="388711" y="122072"/>
                    </a:lnTo>
                    <a:lnTo>
                      <a:pt x="414350" y="118116"/>
                    </a:lnTo>
                    <a:lnTo>
                      <a:pt x="439349" y="113030"/>
                    </a:lnTo>
                    <a:lnTo>
                      <a:pt x="463551" y="106813"/>
                    </a:lnTo>
                    <a:lnTo>
                      <a:pt x="486796" y="99466"/>
                    </a:lnTo>
                    <a:lnTo>
                      <a:pt x="508923" y="90989"/>
                    </a:lnTo>
                    <a:lnTo>
                      <a:pt x="529773" y="81382"/>
                    </a:lnTo>
                    <a:lnTo>
                      <a:pt x="549187" y="70644"/>
                    </a:lnTo>
                    <a:lnTo>
                      <a:pt x="567005" y="58776"/>
                    </a:lnTo>
                    <a:lnTo>
                      <a:pt x="583067" y="45777"/>
                    </a:lnTo>
                    <a:lnTo>
                      <a:pt x="597214" y="31648"/>
                    </a:lnTo>
                    <a:lnTo>
                      <a:pt x="609287" y="16389"/>
                    </a:lnTo>
                    <a:lnTo>
                      <a:pt x="6191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407" name="40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B736E75-16F2-4CEB-9457-0D659E809B3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706100" y="7343775"/>
                <a:ext cx="619125" cy="237363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BBA9EF"/>
              </a:solidFill>
              <a:ln xmlns:a="http://schemas.openxmlformats.org/drawingml/2006/main" w="13335">
                <a:solidFill>
                  <a:srgbClr val="8963D6"/>
                </a:solidFill>
              </a:ln>
            </p:spPr>
          </p:sp>
          <p:sp>
            <p:nvSpPr>
              <p:cNvPr id="408" name="408 path">
                <a:extLst xmlns:a="http://schemas.openxmlformats.org/drawingml/2006/main">
                  <a:ext uri="{FF2B5EF4-FFF2-40B4-BE49-F238E27FC236}">
                    <a16:creationId xmlns:a16="http://schemas.microsoft.com/office/drawing/2014/main" id="{793579CB-8B67-4BF8-BCFE-F486245C380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706100" y="7462457"/>
                <a:ext cx="95" cy="601885"/>
              </a:xfrm>
              <a:custGeom xmlns:a="http://schemas.openxmlformats.org/drawingml/2006/main">
                <a:pathLst>
                  <a:path w="95" h="601885">
                    <a:moveTo>
                      <a:pt x="0" y="0"/>
                    </a:moveTo>
                    <a:lnTo>
                      <a:pt x="0" y="60188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1430">
                <a:solidFill>
                  <a:srgbClr val="8963D6"/>
                </a:solidFill>
              </a:ln>
            </p:spPr>
          </p:sp>
          <p:sp>
            <p:nvSpPr>
              <p:cNvPr id="409" name="409 path">
                <a:extLst xmlns:a="http://schemas.openxmlformats.org/drawingml/2006/main">
                  <a:ext uri="{FF2B5EF4-FFF2-40B4-BE49-F238E27FC236}">
                    <a16:creationId xmlns:a16="http://schemas.microsoft.com/office/drawing/2014/main" id="{70474FEB-0D46-4E1B-BF80-E8EDFAA302B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25225" y="7462457"/>
                <a:ext cx="95" cy="601885"/>
              </a:xfrm>
              <a:custGeom xmlns:a="http://schemas.openxmlformats.org/drawingml/2006/main">
                <a:pathLst>
                  <a:path w="95" h="601885">
                    <a:moveTo>
                      <a:pt x="0" y="0"/>
                    </a:moveTo>
                    <a:lnTo>
                      <a:pt x="0" y="60188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1430">
                <a:solidFill>
                  <a:srgbClr val="8963D6"/>
                </a:solidFill>
              </a:ln>
            </p:spPr>
          </p:sp>
        </p:grpSp>
        <p:sp>
          <p:nvSpPr>
            <p:cNvPr id="410" name="410 Evidence store">
              <a:extLst xmlns:a="http://schemas.openxmlformats.org/drawingml/2006/main">
                <a:ext uri="{FF2B5EF4-FFF2-40B4-BE49-F238E27FC236}">
                  <a16:creationId xmlns:a16="http://schemas.microsoft.com/office/drawing/2014/main" id="{3045E424-7176-4C20-86CE-CF05CC96E7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29875" y="8239125"/>
              <a:ext cx="1171575" cy="21850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88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1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Evidence store</a:t>
              </a:r>
            </a:p>
          </p:txBody>
        </p:sp>
        <p:sp>
          <p:nvSpPr>
            <p:cNvPr id="411" name="411 path">
              <a:extLst xmlns:a="http://schemas.openxmlformats.org/drawingml/2006/main">
                <a:ext uri="{FF2B5EF4-FFF2-40B4-BE49-F238E27FC236}">
                  <a16:creationId xmlns:a16="http://schemas.microsoft.com/office/drawing/2014/main" id="{E2746D6E-1C90-4BAF-9BA0-DA34443CD8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58575" y="7781925"/>
              <a:ext cx="266700" cy="95"/>
            </a:xfrm>
            <a:custGeom xmlns:a="http://schemas.openxmlformats.org/drawingml/2006/main"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285992"/>
              </a:solidFill>
            </a:ln>
          </p:spPr>
        </p:sp>
        <p:sp>
          <p:nvSpPr>
            <p:cNvPr id="412" name="412 arrow head">
              <a:extLst xmlns:a="http://schemas.openxmlformats.org/drawingml/2006/main">
                <a:ext uri="{FF2B5EF4-FFF2-40B4-BE49-F238E27FC236}">
                  <a16:creationId xmlns:a16="http://schemas.microsoft.com/office/drawing/2014/main" id="{8249A12E-148E-4A7B-AF3C-49C4E5490A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30025" y="7736205"/>
              <a:ext cx="95250" cy="91440"/>
            </a:xfrm>
            <a:custGeom xmlns:a="http://schemas.openxmlformats.org/drawingml/2006/main"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 xmlns:a="http://schemas.openxmlformats.org/drawingml/2006/main">
              <a:srgbClr val="285992"/>
            </a:solidFill>
            <a:ln xmlns:a="http://schemas.openxmlformats.org/drawingml/2006/main" w="4763">
              <a:solidFill>
                <a:srgbClr val="285992"/>
              </a:solidFill>
            </a:ln>
          </p:spPr>
        </p:sp>
        <p:sp>
          <p:nvSpPr>
            <p:cNvPr id="413" name="413 rect">
              <a:extLst xmlns:a="http://schemas.openxmlformats.org/drawingml/2006/main">
                <a:ext uri="{FF2B5EF4-FFF2-40B4-BE49-F238E27FC236}">
                  <a16:creationId xmlns:a16="http://schemas.microsoft.com/office/drawing/2014/main" id="{7095C742-6951-4F68-A4D0-C5DBD044AE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7219950"/>
              <a:ext cx="1628775" cy="24765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BF1FE"/>
            </a:solidFill>
            <a:ln xmlns:a="http://schemas.openxmlformats.org/drawingml/2006/main" w="6668">
              <a:solidFill>
                <a:srgbClr val="DCE6F9"/>
              </a:solidFill>
            </a:ln>
          </p:spPr>
        </p:sp>
        <p:grpSp>
          <p:nvGrpSpPr>
            <p:cNvPr id="509" name="icon-document-413"/>
            <p:cNvGrpSpPr/>
            <p:nvPr/>
          </p:nvGrpSpPr>
          <p:grpSpPr>
            <ns43:xfrm xmlns:ns43="http://schemas.openxmlformats.org/drawingml/2006/main">
              <ns43:off x="12028170" y="7258050"/>
              <ns43:ext cx="117634" cy="171450"/>
              <ns43:chOff x="12028170" y="7258050"/>
              <ns43:chExt cx="117634" cy="171450"/>
            </ns43:xfrm>
          </p:grpSpPr>
          <p:sp>
            <p:nvSpPr>
              <p:cNvPr id="414" name="414 path">
                <a:extLst xmlns:a="http://schemas.openxmlformats.org/drawingml/2006/main">
                  <a:ext uri="{FF2B5EF4-FFF2-40B4-BE49-F238E27FC236}">
                    <a16:creationId xmlns:a16="http://schemas.microsoft.com/office/drawing/2014/main" id="{6D75A3A0-EE51-4A03-AFE1-C1C3A8FCDA8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8170" y="7258050"/>
                <a:ext cx="117634" cy="171450"/>
              </a:xfrm>
              <a:custGeom xmlns:a="http://schemas.openxmlformats.org/drawingml/2006/main"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9049">
                <a:solidFill>
                  <a:srgbClr val="003496"/>
                </a:solidFill>
              </a:ln>
            </p:spPr>
          </p:sp>
          <p:sp>
            <p:nvSpPr>
              <p:cNvPr id="415" name="415 path">
                <a:extLst xmlns:a="http://schemas.openxmlformats.org/drawingml/2006/main">
                  <a:ext uri="{FF2B5EF4-FFF2-40B4-BE49-F238E27FC236}">
                    <a16:creationId xmlns:a16="http://schemas.microsoft.com/office/drawing/2014/main" id="{4AE6279B-AB38-4CF3-AA4A-A72ACBA902B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05084" y="7258050"/>
                <a:ext cx="40719" cy="47625"/>
              </a:xfrm>
              <a:custGeom xmlns:a="http://schemas.openxmlformats.org/drawingml/2006/main"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16" name="416 path">
                <a:extLst xmlns:a="http://schemas.openxmlformats.org/drawingml/2006/main">
                  <a:ext uri="{FF2B5EF4-FFF2-40B4-BE49-F238E27FC236}">
                    <a16:creationId xmlns:a16="http://schemas.microsoft.com/office/drawing/2014/main" id="{E50CAB72-A4B3-42C6-8723-75909C3094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334250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17" name="417 path">
                <a:extLst xmlns:a="http://schemas.openxmlformats.org/drawingml/2006/main">
                  <a:ext uri="{FF2B5EF4-FFF2-40B4-BE49-F238E27FC236}">
                    <a16:creationId xmlns:a16="http://schemas.microsoft.com/office/drawing/2014/main" id="{7AE29691-7FAF-46DD-BF60-7DD2C51FE97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358063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18" name="418 path">
                <a:extLst xmlns:a="http://schemas.openxmlformats.org/drawingml/2006/main">
                  <a:ext uri="{FF2B5EF4-FFF2-40B4-BE49-F238E27FC236}">
                    <a16:creationId xmlns:a16="http://schemas.microsoft.com/office/drawing/2014/main" id="{AF02F772-6313-4710-ACCD-C19C2D01D68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381875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19" name="419 path">
                <a:extLst xmlns:a="http://schemas.openxmlformats.org/drawingml/2006/main">
                  <a:ext uri="{FF2B5EF4-FFF2-40B4-BE49-F238E27FC236}">
                    <a16:creationId xmlns:a16="http://schemas.microsoft.com/office/drawing/2014/main" id="{9E65DF24-5349-4A99-B3F0-F15EEB03CDA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405688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</p:grpSp>
        <p:sp>
          <p:nvSpPr>
            <p:cNvPr id="420" name="420 Code snippets">
              <a:extLst xmlns:a="http://schemas.openxmlformats.org/drawingml/2006/main">
                <a:ext uri="{FF2B5EF4-FFF2-40B4-BE49-F238E27FC236}">
                  <a16:creationId xmlns:a16="http://schemas.microsoft.com/office/drawing/2014/main" id="{CF876C9A-128C-42AF-8D41-83E18EC3F9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96775" y="7239000"/>
              <a:ext cx="11525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Code snippets</a:t>
              </a:r>
            </a:p>
          </p:txBody>
        </p:sp>
        <p:sp>
          <p:nvSpPr>
            <p:cNvPr id="421" name="421 rect">
              <a:extLst xmlns:a="http://schemas.openxmlformats.org/drawingml/2006/main">
                <a:ext uri="{FF2B5EF4-FFF2-40B4-BE49-F238E27FC236}">
                  <a16:creationId xmlns:a16="http://schemas.microsoft.com/office/drawing/2014/main" id="{2B5B407C-FAE2-4B7C-A4BC-073D924CDF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7486650"/>
              <a:ext cx="1628775" cy="24765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BF1FE"/>
            </a:solidFill>
            <a:ln xmlns:a="http://schemas.openxmlformats.org/drawingml/2006/main" w="6668">
              <a:solidFill>
                <a:srgbClr val="DCE6F9"/>
              </a:solidFill>
            </a:ln>
          </p:spPr>
        </p:sp>
        <p:grpSp>
          <p:nvGrpSpPr>
            <p:cNvPr id="510" name="icon-document-421"/>
            <p:cNvGrpSpPr/>
            <p:nvPr/>
          </p:nvGrpSpPr>
          <p:grpSpPr>
            <ns44:xfrm xmlns:ns44="http://schemas.openxmlformats.org/drawingml/2006/main">
              <ns44:off x="12028170" y="7524750"/>
              <ns44:ext cx="117634" cy="171450"/>
              <ns44:chOff x="12028170" y="7524750"/>
              <ns44:chExt cx="117634" cy="171450"/>
            </ns44:xfrm>
          </p:grpSpPr>
          <p:sp>
            <p:nvSpPr>
              <p:cNvPr id="422" name="422 path">
                <a:extLst xmlns:a="http://schemas.openxmlformats.org/drawingml/2006/main">
                  <a:ext uri="{FF2B5EF4-FFF2-40B4-BE49-F238E27FC236}">
                    <a16:creationId xmlns:a16="http://schemas.microsoft.com/office/drawing/2014/main" id="{CD9B2AE8-E23F-461A-8444-719382DC434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8170" y="7524750"/>
                <a:ext cx="117634" cy="171450"/>
              </a:xfrm>
              <a:custGeom xmlns:a="http://schemas.openxmlformats.org/drawingml/2006/main"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9049">
                <a:solidFill>
                  <a:srgbClr val="003496"/>
                </a:solidFill>
              </a:ln>
            </p:spPr>
          </p:sp>
          <p:sp>
            <p:nvSpPr>
              <p:cNvPr id="423" name="423 path">
                <a:extLst xmlns:a="http://schemas.openxmlformats.org/drawingml/2006/main">
                  <a:ext uri="{FF2B5EF4-FFF2-40B4-BE49-F238E27FC236}">
                    <a16:creationId xmlns:a16="http://schemas.microsoft.com/office/drawing/2014/main" id="{6E4EC1A1-72B7-428D-B1DA-6282F3AEE48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05084" y="7524750"/>
                <a:ext cx="40719" cy="47625"/>
              </a:xfrm>
              <a:custGeom xmlns:a="http://schemas.openxmlformats.org/drawingml/2006/main"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24" name="424 path">
                <a:extLst xmlns:a="http://schemas.openxmlformats.org/drawingml/2006/main">
                  <a:ext uri="{FF2B5EF4-FFF2-40B4-BE49-F238E27FC236}">
                    <a16:creationId xmlns:a16="http://schemas.microsoft.com/office/drawing/2014/main" id="{6054E1AA-6BF7-43E0-9198-491A2B59D14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600950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25" name="425 path">
                <a:extLst xmlns:a="http://schemas.openxmlformats.org/drawingml/2006/main">
                  <a:ext uri="{FF2B5EF4-FFF2-40B4-BE49-F238E27FC236}">
                    <a16:creationId xmlns:a16="http://schemas.microsoft.com/office/drawing/2014/main" id="{A3C40C26-FDD5-43BF-B04A-34B6B43E403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624763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26" name="426 path">
                <a:extLst xmlns:a="http://schemas.openxmlformats.org/drawingml/2006/main">
                  <a:ext uri="{FF2B5EF4-FFF2-40B4-BE49-F238E27FC236}">
                    <a16:creationId xmlns:a16="http://schemas.microsoft.com/office/drawing/2014/main" id="{65176D28-96B6-4B29-8F58-A21E7DFD37E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648575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27" name="427 path">
                <a:extLst xmlns:a="http://schemas.openxmlformats.org/drawingml/2006/main">
                  <a:ext uri="{FF2B5EF4-FFF2-40B4-BE49-F238E27FC236}">
                    <a16:creationId xmlns:a16="http://schemas.microsoft.com/office/drawing/2014/main" id="{085D0447-0EFC-4239-A159-8E4D147475B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672388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</p:grpSp>
        <p:sp>
          <p:nvSpPr>
            <p:cNvPr id="428" name="428 Test results">
              <a:extLst xmlns:a="http://schemas.openxmlformats.org/drawingml/2006/main">
                <a:ext uri="{FF2B5EF4-FFF2-40B4-BE49-F238E27FC236}">
                  <a16:creationId xmlns:a16="http://schemas.microsoft.com/office/drawing/2014/main" id="{38CDB0E3-78FB-4345-AE7E-CE5B5895C0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96775" y="7505700"/>
              <a:ext cx="11525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Test results</a:t>
              </a:r>
            </a:p>
          </p:txBody>
        </p:sp>
        <p:sp>
          <p:nvSpPr>
            <p:cNvPr id="429" name="429 rect">
              <a:extLst xmlns:a="http://schemas.openxmlformats.org/drawingml/2006/main">
                <a:ext uri="{FF2B5EF4-FFF2-40B4-BE49-F238E27FC236}">
                  <a16:creationId xmlns:a16="http://schemas.microsoft.com/office/drawing/2014/main" id="{9319AA31-4546-4714-8130-5B5D1D890C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7753350"/>
              <a:ext cx="1628775" cy="24765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BF1FE"/>
            </a:solidFill>
            <a:ln xmlns:a="http://schemas.openxmlformats.org/drawingml/2006/main" w="6668">
              <a:solidFill>
                <a:srgbClr val="DCE6F9"/>
              </a:solidFill>
            </a:ln>
          </p:spPr>
        </p:sp>
        <p:grpSp>
          <p:nvGrpSpPr>
            <p:cNvPr id="511" name="icon-document-429"/>
            <p:cNvGrpSpPr/>
            <p:nvPr/>
          </p:nvGrpSpPr>
          <p:grpSpPr>
            <ns45:xfrm xmlns:ns45="http://schemas.openxmlformats.org/drawingml/2006/main">
              <ns45:off x="12028170" y="7791450"/>
              <ns45:ext cx="117634" cy="171450"/>
              <ns45:chOff x="12028170" y="7791450"/>
              <ns45:chExt cx="117634" cy="171450"/>
            </ns45:xfrm>
          </p:grpSpPr>
          <p:sp>
            <p:nvSpPr>
              <p:cNvPr id="430" name="430 path">
                <a:extLst xmlns:a="http://schemas.openxmlformats.org/drawingml/2006/main">
                  <a:ext uri="{FF2B5EF4-FFF2-40B4-BE49-F238E27FC236}">
                    <a16:creationId xmlns:a16="http://schemas.microsoft.com/office/drawing/2014/main" id="{C35FA9AC-6942-488B-9132-F72C0854030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8170" y="7791450"/>
                <a:ext cx="117634" cy="171450"/>
              </a:xfrm>
              <a:custGeom xmlns:a="http://schemas.openxmlformats.org/drawingml/2006/main"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9049">
                <a:solidFill>
                  <a:srgbClr val="003496"/>
                </a:solidFill>
              </a:ln>
            </p:spPr>
          </p:sp>
          <p:sp>
            <p:nvSpPr>
              <p:cNvPr id="431" name="431 path">
                <a:extLst xmlns:a="http://schemas.openxmlformats.org/drawingml/2006/main">
                  <a:ext uri="{FF2B5EF4-FFF2-40B4-BE49-F238E27FC236}">
                    <a16:creationId xmlns:a16="http://schemas.microsoft.com/office/drawing/2014/main" id="{7B52A4AA-8CBF-49D7-A979-AE3B87D1E38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05084" y="7791450"/>
                <a:ext cx="40719" cy="47625"/>
              </a:xfrm>
              <a:custGeom xmlns:a="http://schemas.openxmlformats.org/drawingml/2006/main"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32" name="432 path">
                <a:extLst xmlns:a="http://schemas.openxmlformats.org/drawingml/2006/main">
                  <a:ext uri="{FF2B5EF4-FFF2-40B4-BE49-F238E27FC236}">
                    <a16:creationId xmlns:a16="http://schemas.microsoft.com/office/drawing/2014/main" id="{3A497193-C9E9-4FAE-8D56-2F746357973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867650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33" name="433 path">
                <a:extLst xmlns:a="http://schemas.openxmlformats.org/drawingml/2006/main">
                  <a:ext uri="{FF2B5EF4-FFF2-40B4-BE49-F238E27FC236}">
                    <a16:creationId xmlns:a16="http://schemas.microsoft.com/office/drawing/2014/main" id="{5133876C-29EE-4D93-BF40-1C95A7B271B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891463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34" name="434 path">
                <a:extLst xmlns:a="http://schemas.openxmlformats.org/drawingml/2006/main">
                  <a:ext uri="{FF2B5EF4-FFF2-40B4-BE49-F238E27FC236}">
                    <a16:creationId xmlns:a16="http://schemas.microsoft.com/office/drawing/2014/main" id="{B4FEF851-F533-4709-872D-9A1375955DE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915275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35" name="435 path">
                <a:extLst xmlns:a="http://schemas.openxmlformats.org/drawingml/2006/main">
                  <a:ext uri="{FF2B5EF4-FFF2-40B4-BE49-F238E27FC236}">
                    <a16:creationId xmlns:a16="http://schemas.microsoft.com/office/drawing/2014/main" id="{F8969E21-6C2B-4520-B8A2-62DF0994ECE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7939088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</p:grpSp>
        <p:sp>
          <p:nvSpPr>
            <p:cNvPr id="436" name="436 Error logs">
              <a:extLst xmlns:a="http://schemas.openxmlformats.org/drawingml/2006/main">
                <a:ext uri="{FF2B5EF4-FFF2-40B4-BE49-F238E27FC236}">
                  <a16:creationId xmlns:a16="http://schemas.microsoft.com/office/drawing/2014/main" id="{FE67F6B6-2594-4D79-BF3B-576DAE54F1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96775" y="7772400"/>
              <a:ext cx="11525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Error logs</a:t>
              </a:r>
            </a:p>
          </p:txBody>
        </p:sp>
        <p:sp>
          <p:nvSpPr>
            <p:cNvPr id="437" name="437 rect">
              <a:extLst xmlns:a="http://schemas.openxmlformats.org/drawingml/2006/main">
                <a:ext uri="{FF2B5EF4-FFF2-40B4-BE49-F238E27FC236}">
                  <a16:creationId xmlns:a16="http://schemas.microsoft.com/office/drawing/2014/main" id="{CBBFA6F3-4666-42B8-B0AC-790492332F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8020050"/>
              <a:ext cx="1628775" cy="24765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BF1FE"/>
            </a:solidFill>
            <a:ln xmlns:a="http://schemas.openxmlformats.org/drawingml/2006/main" w="6668">
              <a:solidFill>
                <a:srgbClr val="DCE6F9"/>
              </a:solidFill>
            </a:ln>
          </p:spPr>
        </p:sp>
        <p:grpSp>
          <p:nvGrpSpPr>
            <p:cNvPr id="512" name="icon-document-437"/>
            <p:cNvGrpSpPr/>
            <p:nvPr/>
          </p:nvGrpSpPr>
          <p:grpSpPr>
            <ns46:xfrm xmlns:ns46="http://schemas.openxmlformats.org/drawingml/2006/main">
              <ns46:off x="12028170" y="8058150"/>
              <ns46:ext cx="117634" cy="171450"/>
              <ns46:chOff x="12028170" y="8058150"/>
              <ns46:chExt cx="117634" cy="171450"/>
            </ns46:xfrm>
          </p:grpSpPr>
          <p:sp>
            <p:nvSpPr>
              <p:cNvPr id="438" name="438 path">
                <a:extLst xmlns:a="http://schemas.openxmlformats.org/drawingml/2006/main">
                  <a:ext uri="{FF2B5EF4-FFF2-40B4-BE49-F238E27FC236}">
                    <a16:creationId xmlns:a16="http://schemas.microsoft.com/office/drawing/2014/main" id="{BF223F7D-A429-42DD-B6DF-F7539D07BBF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8170" y="8058150"/>
                <a:ext cx="117634" cy="171450"/>
              </a:xfrm>
              <a:custGeom xmlns:a="http://schemas.openxmlformats.org/drawingml/2006/main"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9049">
                <a:solidFill>
                  <a:srgbClr val="003496"/>
                </a:solidFill>
              </a:ln>
            </p:spPr>
          </p:sp>
          <p:sp>
            <p:nvSpPr>
              <p:cNvPr id="439" name="439 path">
                <a:extLst xmlns:a="http://schemas.openxmlformats.org/drawingml/2006/main">
                  <a:ext uri="{FF2B5EF4-FFF2-40B4-BE49-F238E27FC236}">
                    <a16:creationId xmlns:a16="http://schemas.microsoft.com/office/drawing/2014/main" id="{BD781511-92BF-4499-B487-851DBF12AF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05084" y="8058150"/>
                <a:ext cx="40719" cy="47625"/>
              </a:xfrm>
              <a:custGeom xmlns:a="http://schemas.openxmlformats.org/drawingml/2006/main"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40" name="440 path">
                <a:extLst xmlns:a="http://schemas.openxmlformats.org/drawingml/2006/main">
                  <a:ext uri="{FF2B5EF4-FFF2-40B4-BE49-F238E27FC236}">
                    <a16:creationId xmlns:a16="http://schemas.microsoft.com/office/drawing/2014/main" id="{5C4B33C5-ED9E-4910-A984-938A36E1959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134350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41" name="441 path">
                <a:extLst xmlns:a="http://schemas.openxmlformats.org/drawingml/2006/main">
                  <a:ext uri="{FF2B5EF4-FFF2-40B4-BE49-F238E27FC236}">
                    <a16:creationId xmlns:a16="http://schemas.microsoft.com/office/drawing/2014/main" id="{9D3578BE-4A49-424C-88A9-3122BCBE7B6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158163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42" name="442 path">
                <a:extLst xmlns:a="http://schemas.openxmlformats.org/drawingml/2006/main">
                  <a:ext uri="{FF2B5EF4-FFF2-40B4-BE49-F238E27FC236}">
                    <a16:creationId xmlns:a16="http://schemas.microsoft.com/office/drawing/2014/main" id="{A6D49277-FDDF-4BD4-8E6E-440ED6A7A57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181975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43" name="443 path">
                <a:extLst xmlns:a="http://schemas.openxmlformats.org/drawingml/2006/main">
                  <a:ext uri="{FF2B5EF4-FFF2-40B4-BE49-F238E27FC236}">
                    <a16:creationId xmlns:a16="http://schemas.microsoft.com/office/drawing/2014/main" id="{2D57EEB8-43AB-4CC9-937F-00FDB69133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205788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</p:grpSp>
        <p:sp>
          <p:nvSpPr>
            <p:cNvPr id="444" name="444 Historical fixes">
              <a:extLst xmlns:a="http://schemas.openxmlformats.org/drawingml/2006/main">
                <a:ext uri="{FF2B5EF4-FFF2-40B4-BE49-F238E27FC236}">
                  <a16:creationId xmlns:a16="http://schemas.microsoft.com/office/drawing/2014/main" id="{E72F354D-4A67-42AA-907C-C24BADBF3C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96775" y="8039100"/>
              <a:ext cx="11525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Historical fixes</a:t>
              </a:r>
            </a:p>
          </p:txBody>
        </p:sp>
        <p:sp>
          <p:nvSpPr>
            <p:cNvPr id="445" name="445 rect">
              <a:extLst xmlns:a="http://schemas.openxmlformats.org/drawingml/2006/main">
                <a:ext uri="{FF2B5EF4-FFF2-40B4-BE49-F238E27FC236}">
                  <a16:creationId xmlns:a16="http://schemas.microsoft.com/office/drawing/2014/main" id="{F816A667-9A69-42A7-9DE5-44C2C5DB87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8286750"/>
              <a:ext cx="1628775" cy="247650"/>
            </a:xfrm>
            <a:prstGeom xmlns:a="http://schemas.openxmlformats.org/drawingml/2006/main" prst="roundRect">
              <a:avLst>
                <a:gd name="adj" fmla="val 19231"/>
              </a:avLst>
            </a:prstGeom>
            <a:solidFill xmlns:a="http://schemas.openxmlformats.org/drawingml/2006/main">
              <a:srgbClr val="EBF1FE"/>
            </a:solidFill>
            <a:ln xmlns:a="http://schemas.openxmlformats.org/drawingml/2006/main" w="6668">
              <a:solidFill>
                <a:srgbClr val="DCE6F9"/>
              </a:solidFill>
            </a:ln>
          </p:spPr>
        </p:sp>
        <p:grpSp>
          <p:nvGrpSpPr>
            <p:cNvPr id="513" name="icon-document-445"/>
            <p:cNvGrpSpPr/>
            <p:nvPr/>
          </p:nvGrpSpPr>
          <p:grpSpPr>
            <ns47:xfrm xmlns:ns47="http://schemas.openxmlformats.org/drawingml/2006/main">
              <ns47:off x="12028170" y="8324850"/>
              <ns47:ext cx="117634" cy="171450"/>
              <ns47:chOff x="12028170" y="8324850"/>
              <ns47:chExt cx="117634" cy="171450"/>
            </ns47:xfrm>
          </p:grpSpPr>
          <p:sp>
            <p:nvSpPr>
              <p:cNvPr id="446" name="446 path">
                <a:extLst xmlns:a="http://schemas.openxmlformats.org/drawingml/2006/main">
                  <a:ext uri="{FF2B5EF4-FFF2-40B4-BE49-F238E27FC236}">
                    <a16:creationId xmlns:a16="http://schemas.microsoft.com/office/drawing/2014/main" id="{122252D4-A62E-470F-9D0E-9EB4549B72A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8170" y="8324850"/>
                <a:ext cx="117634" cy="171450"/>
              </a:xfrm>
              <a:custGeom xmlns:a="http://schemas.openxmlformats.org/drawingml/2006/main"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9049">
                <a:solidFill>
                  <a:srgbClr val="003496"/>
                </a:solidFill>
              </a:ln>
            </p:spPr>
          </p:sp>
          <p:sp>
            <p:nvSpPr>
              <p:cNvPr id="447" name="447 path">
                <a:extLst xmlns:a="http://schemas.openxmlformats.org/drawingml/2006/main">
                  <a:ext uri="{FF2B5EF4-FFF2-40B4-BE49-F238E27FC236}">
                    <a16:creationId xmlns:a16="http://schemas.microsoft.com/office/drawing/2014/main" id="{C94653B3-B5B8-40DD-A6A1-216954DC5B9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05084" y="8324850"/>
                <a:ext cx="40719" cy="47625"/>
              </a:xfrm>
              <a:custGeom xmlns:a="http://schemas.openxmlformats.org/drawingml/2006/main"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48" name="448 path">
                <a:extLst xmlns:a="http://schemas.openxmlformats.org/drawingml/2006/main">
                  <a:ext uri="{FF2B5EF4-FFF2-40B4-BE49-F238E27FC236}">
                    <a16:creationId xmlns:a16="http://schemas.microsoft.com/office/drawing/2014/main" id="{61C4A908-5B6F-4D05-AB27-1E48AC904E4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401050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49" name="449 path">
                <a:extLst xmlns:a="http://schemas.openxmlformats.org/drawingml/2006/main">
                  <a:ext uri="{FF2B5EF4-FFF2-40B4-BE49-F238E27FC236}">
                    <a16:creationId xmlns:a16="http://schemas.microsoft.com/office/drawing/2014/main" id="{B0F13E27-E858-47D8-BB7C-6CDA96810A4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424863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50" name="450 path">
                <a:extLst xmlns:a="http://schemas.openxmlformats.org/drawingml/2006/main">
                  <a:ext uri="{FF2B5EF4-FFF2-40B4-BE49-F238E27FC236}">
                    <a16:creationId xmlns:a16="http://schemas.microsoft.com/office/drawing/2014/main" id="{C722368B-97BF-4450-B143-B850207DA8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448675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  <p:sp>
            <p:nvSpPr>
              <p:cNvPr id="451" name="451 path">
                <a:extLst xmlns:a="http://schemas.openxmlformats.org/drawingml/2006/main">
                  <a:ext uri="{FF2B5EF4-FFF2-40B4-BE49-F238E27FC236}">
                    <a16:creationId xmlns:a16="http://schemas.microsoft.com/office/drawing/2014/main" id="{28D4269C-EDFA-4E05-8019-F49BEBF52E1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50792" y="8472488"/>
                <a:ext cx="63341" cy="95"/>
              </a:xfrm>
              <a:custGeom xmlns:a="http://schemas.openxmlformats.org/drawingml/2006/main"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6787">
                <a:solidFill>
                  <a:srgbClr val="003496"/>
                </a:solidFill>
              </a:ln>
            </p:spPr>
          </p:sp>
        </p:grpSp>
        <p:sp>
          <p:nvSpPr>
            <p:cNvPr id="452" name="452 …">
              <a:extLst xmlns:a="http://schemas.openxmlformats.org/drawingml/2006/main">
                <a:ext uri="{FF2B5EF4-FFF2-40B4-BE49-F238E27FC236}">
                  <a16:creationId xmlns:a16="http://schemas.microsoft.com/office/drawing/2014/main" id="{3FC65702-B31D-4448-B66A-89C37F786C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96775" y="8305800"/>
              <a:ext cx="11525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453" name="453 path">
              <a:extLst xmlns:a="http://schemas.openxmlformats.org/drawingml/2006/main">
                <a:ext uri="{FF2B5EF4-FFF2-40B4-BE49-F238E27FC236}">
                  <a16:creationId xmlns:a16="http://schemas.microsoft.com/office/drawing/2014/main" id="{0CC70476-55BE-4FFA-9277-20A5974654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92175" y="7781925"/>
              <a:ext cx="238125" cy="95"/>
            </a:xfrm>
            <a:custGeom xmlns:a="http://schemas.openxmlformats.org/drawingml/2006/main">
              <a:pathLst>
                <a:path w="238125" h="9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285992"/>
              </a:solidFill>
            </a:ln>
          </p:spPr>
        </p:sp>
        <p:sp>
          <p:nvSpPr>
            <p:cNvPr id="454" name="454 arrow head">
              <a:extLst xmlns:a="http://schemas.openxmlformats.org/drawingml/2006/main">
                <a:ext uri="{FF2B5EF4-FFF2-40B4-BE49-F238E27FC236}">
                  <a16:creationId xmlns:a16="http://schemas.microsoft.com/office/drawing/2014/main" id="{D46D2530-83FE-4608-B2B6-8E2E66AC30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35050" y="7736205"/>
              <a:ext cx="95250" cy="91440"/>
            </a:xfrm>
            <a:custGeom xmlns:a="http://schemas.openxmlformats.org/drawingml/2006/main"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 xmlns:a="http://schemas.openxmlformats.org/drawingml/2006/main">
              <a:srgbClr val="285992"/>
            </a:solidFill>
            <a:ln xmlns:a="http://schemas.openxmlformats.org/drawingml/2006/main" w="4763">
              <a:solidFill>
                <a:srgbClr val="285992"/>
              </a:solidFill>
            </a:ln>
          </p:spPr>
        </p:sp>
        <p:grpSp>
          <p:nvGrpSpPr>
            <p:cNvPr id="514" name="icon-document-454"/>
            <p:cNvGrpSpPr/>
            <p:nvPr/>
          </p:nvGrpSpPr>
          <p:grpSpPr>
            <ns48:xfrm xmlns:ns48="http://schemas.openxmlformats.org/drawingml/2006/main">
              <ns48:off x="14003655" y="7531894"/>
              <ns48:ext cx="284798" cy="471488"/>
              <ns48:chOff x="14003655" y="7531894"/>
              <ns48:chExt cx="284798" cy="471488"/>
            </ns48:xfrm>
          </p:grpSpPr>
          <p:sp>
            <p:nvSpPr>
              <p:cNvPr id="455" name="455 path">
                <a:extLst xmlns:a="http://schemas.openxmlformats.org/drawingml/2006/main">
                  <a:ext uri="{FF2B5EF4-FFF2-40B4-BE49-F238E27FC236}">
                    <a16:creationId xmlns:a16="http://schemas.microsoft.com/office/drawing/2014/main" id="{F7FFAFAD-066E-475F-A93C-7980E7D31C7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03655" y="7531894"/>
                <a:ext cx="284797" cy="471488"/>
              </a:xfrm>
              <a:custGeom xmlns:a="http://schemas.openxmlformats.org/drawingml/2006/main">
                <a:pathLst>
                  <a:path w="284797" h="471488">
                    <a:moveTo>
                      <a:pt x="0" y="0"/>
                    </a:moveTo>
                    <a:lnTo>
                      <a:pt x="186214" y="0"/>
                    </a:lnTo>
                    <a:lnTo>
                      <a:pt x="284797" y="117872"/>
                    </a:lnTo>
                    <a:lnTo>
                      <a:pt x="284797" y="471488"/>
                    </a:lnTo>
                    <a:lnTo>
                      <a:pt x="0" y="471488"/>
                    </a:lnTo>
                    <a:close/>
                  </a:path>
                </a:pathLst>
              </a:custGeom>
              <a:solidFill xmlns:a="http://schemas.openxmlformats.org/drawingml/2006/main">
                <a:srgbClr val="F9FCFF"/>
              </a:solidFill>
              <a:ln xmlns:a="http://schemas.openxmlformats.org/drawingml/2006/main" w="21908">
                <a:solidFill>
                  <a:srgbClr val="003496"/>
                </a:solidFill>
              </a:ln>
            </p:spPr>
          </p:sp>
          <p:sp>
            <p:nvSpPr>
              <p:cNvPr id="456" name="456 path">
                <a:extLst xmlns:a="http://schemas.openxmlformats.org/drawingml/2006/main">
                  <a:ext uri="{FF2B5EF4-FFF2-40B4-BE49-F238E27FC236}">
                    <a16:creationId xmlns:a16="http://schemas.microsoft.com/office/drawing/2014/main" id="{0E8D8378-2436-4A15-80FB-D298BC2AA68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189869" y="7531894"/>
                <a:ext cx="98584" cy="130969"/>
              </a:xfrm>
              <a:custGeom xmlns:a="http://schemas.openxmlformats.org/drawingml/2006/main">
                <a:pathLst>
                  <a:path w="98584" h="130969">
                    <a:moveTo>
                      <a:pt x="0" y="0"/>
                    </a:moveTo>
                    <a:lnTo>
                      <a:pt x="0" y="130969"/>
                    </a:lnTo>
                    <a:lnTo>
                      <a:pt x="98584" y="13096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  <p:sp>
            <p:nvSpPr>
              <p:cNvPr id="457" name="457 path">
                <a:extLst xmlns:a="http://schemas.openxmlformats.org/drawingml/2006/main">
                  <a:ext uri="{FF2B5EF4-FFF2-40B4-BE49-F238E27FC236}">
                    <a16:creationId xmlns:a16="http://schemas.microsoft.com/office/drawing/2014/main" id="{0F535EDE-770A-4860-AFC1-0DE17EA640B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58424" y="7741444"/>
                <a:ext cx="153352" cy="95"/>
              </a:xfrm>
              <a:custGeom xmlns:a="http://schemas.openxmlformats.org/drawingml/2006/main"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  <p:sp>
            <p:nvSpPr>
              <p:cNvPr id="458" name="458 path">
                <a:extLst xmlns:a="http://schemas.openxmlformats.org/drawingml/2006/main">
                  <a:ext uri="{FF2B5EF4-FFF2-40B4-BE49-F238E27FC236}">
                    <a16:creationId xmlns:a16="http://schemas.microsoft.com/office/drawing/2014/main" id="{0D010244-9AE4-4AE0-9F74-C94EBC1D28B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58424" y="7806928"/>
                <a:ext cx="153352" cy="95"/>
              </a:xfrm>
              <a:custGeom xmlns:a="http://schemas.openxmlformats.org/drawingml/2006/main"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  <p:sp>
            <p:nvSpPr>
              <p:cNvPr id="459" name="459 path">
                <a:extLst xmlns:a="http://schemas.openxmlformats.org/drawingml/2006/main">
                  <a:ext uri="{FF2B5EF4-FFF2-40B4-BE49-F238E27FC236}">
                    <a16:creationId xmlns:a16="http://schemas.microsoft.com/office/drawing/2014/main" id="{408ECB5B-63EA-4F90-B065-BFD5D8968AC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58424" y="7872413"/>
                <a:ext cx="153352" cy="95"/>
              </a:xfrm>
              <a:custGeom xmlns:a="http://schemas.openxmlformats.org/drawingml/2006/main"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  <p:sp>
            <p:nvSpPr>
              <p:cNvPr id="460" name="460 path">
                <a:extLst xmlns:a="http://schemas.openxmlformats.org/drawingml/2006/main">
                  <a:ext uri="{FF2B5EF4-FFF2-40B4-BE49-F238E27FC236}">
                    <a16:creationId xmlns:a16="http://schemas.microsoft.com/office/drawing/2014/main" id="{18F906F1-0025-4E18-9E0F-7E1BB6EF555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58424" y="7937897"/>
                <a:ext cx="153352" cy="95"/>
              </a:xfrm>
              <a:custGeom xmlns:a="http://schemas.openxmlformats.org/drawingml/2006/main"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431">
                <a:solidFill>
                  <a:srgbClr val="003496"/>
                </a:solidFill>
              </a:ln>
            </p:spPr>
          </p:sp>
        </p:grpSp>
        <p:sp>
          <p:nvSpPr>
            <p:cNvPr id="461" name="461 Reconstructed">
              <a:extLst xmlns:a="http://schemas.openxmlformats.org/drawingml/2006/main">
                <a:ext uri="{FF2B5EF4-FFF2-40B4-BE49-F238E27FC236}">
                  <a16:creationId xmlns:a16="http://schemas.microsoft.com/office/drawing/2014/main" id="{64F8F870-B0DB-45E7-A587-13737C4722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68475" y="7458075"/>
              <a:ext cx="10668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Reconstructed</a:t>
              </a:r>
            </a:p>
          </p:txBody>
        </p:sp>
        <p:sp>
          <p:nvSpPr>
            <p:cNvPr id="462" name="462 context for">
              <a:extLst xmlns:a="http://schemas.openxmlformats.org/drawingml/2006/main">
                <a:ext uri="{FF2B5EF4-FFF2-40B4-BE49-F238E27FC236}">
                  <a16:creationId xmlns:a16="http://schemas.microsoft.com/office/drawing/2014/main" id="{5A5B194F-048B-4EFE-B6E3-E5E35C3F7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68475" y="7646670"/>
              <a:ext cx="10668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context for</a:t>
              </a:r>
            </a:p>
          </p:txBody>
        </p:sp>
        <p:sp>
          <p:nvSpPr>
            <p:cNvPr id="463" name="463 repair">
              <a:extLst xmlns:a="http://schemas.openxmlformats.org/drawingml/2006/main">
                <a:ext uri="{FF2B5EF4-FFF2-40B4-BE49-F238E27FC236}">
                  <a16:creationId xmlns:a16="http://schemas.microsoft.com/office/drawing/2014/main" id="{E52C300E-283F-4E75-AEE8-2B98514007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68475" y="7835265"/>
              <a:ext cx="10668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A47"/>
                  </a:solidFill>
                  <a:latin typeface="Times New Roman"/>
                  <a:ea typeface="Times New Roman"/>
                  <a:cs typeface="Times New Roman"/>
                </a:rPr>
                <a:t>repair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5203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2026-09-24T13:58:47.7530000Z</dcterms:created>
  <dcterms:modified xsi:type="dcterms:W3CDTF">2026-09-24T13:58:47.7530000Z</dcterms:modified>
</coreProperties>
</file>